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47"/>
  </p:notesMasterIdLst>
  <p:sldIdLst>
    <p:sldId id="409" r:id="rId2"/>
    <p:sldId id="430" r:id="rId3"/>
    <p:sldId id="463" r:id="rId4"/>
    <p:sldId id="462" r:id="rId5"/>
    <p:sldId id="511" r:id="rId6"/>
    <p:sldId id="528" r:id="rId7"/>
    <p:sldId id="514" r:id="rId8"/>
    <p:sldId id="515" r:id="rId9"/>
    <p:sldId id="516" r:id="rId10"/>
    <p:sldId id="529" r:id="rId11"/>
    <p:sldId id="517" r:id="rId12"/>
    <p:sldId id="429" r:id="rId13"/>
    <p:sldId id="432" r:id="rId14"/>
    <p:sldId id="512" r:id="rId15"/>
    <p:sldId id="460" r:id="rId16"/>
    <p:sldId id="461" r:id="rId17"/>
    <p:sldId id="530" r:id="rId18"/>
    <p:sldId id="488" r:id="rId19"/>
    <p:sldId id="484" r:id="rId20"/>
    <p:sldId id="487" r:id="rId21"/>
    <p:sldId id="518" r:id="rId22"/>
    <p:sldId id="420" r:id="rId23"/>
    <p:sldId id="417" r:id="rId24"/>
    <p:sldId id="426" r:id="rId25"/>
    <p:sldId id="457" r:id="rId26"/>
    <p:sldId id="456" r:id="rId27"/>
    <p:sldId id="428" r:id="rId28"/>
    <p:sldId id="531" r:id="rId29"/>
    <p:sldId id="478" r:id="rId30"/>
    <p:sldId id="413" r:id="rId31"/>
    <p:sldId id="474" r:id="rId32"/>
    <p:sldId id="475" r:id="rId33"/>
    <p:sldId id="479" r:id="rId34"/>
    <p:sldId id="532" r:id="rId35"/>
    <p:sldId id="526" r:id="rId36"/>
    <p:sldId id="522" r:id="rId37"/>
    <p:sldId id="455" r:id="rId38"/>
    <p:sldId id="434" r:id="rId39"/>
    <p:sldId id="533" r:id="rId40"/>
    <p:sldId id="534" r:id="rId41"/>
    <p:sldId id="477" r:id="rId42"/>
    <p:sldId id="476" r:id="rId43"/>
    <p:sldId id="435" r:id="rId44"/>
    <p:sldId id="535" r:id="rId45"/>
    <p:sldId id="536" r:id="rId4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1"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9FF"/>
    <a:srgbClr val="EC7B2B"/>
    <a:srgbClr val="3494BA"/>
    <a:srgbClr val="7FC1DB"/>
    <a:srgbClr val="FFFFFF"/>
    <a:srgbClr val="AAD6E7"/>
    <a:srgbClr val="F2F2F2"/>
    <a:srgbClr val="D4EAF3"/>
    <a:srgbClr val="FFFF00"/>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C39DD6-24CA-4AF2-B5AB-D8F1C2152466}" v="75" dt="2021-03-23T12:15:42.054"/>
    <p1510:client id="{D7EA3816-CCCF-4D92-A77E-1C29D2A0258F}" v="1" dt="2021-03-22T21:17:44.44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23" autoAdjust="0"/>
    <p:restoredTop sz="96357" autoAdjust="0"/>
  </p:normalViewPr>
  <p:slideViewPr>
    <p:cSldViewPr snapToGrid="0">
      <p:cViewPr varScale="1">
        <p:scale>
          <a:sx n="120" d="100"/>
          <a:sy n="120" d="100"/>
        </p:scale>
        <p:origin x="12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46C39DD6-24CA-4AF2-B5AB-D8F1C2152466}"/>
    <pc:docChg chg="undo custSel addSld delSld modSld sldOrd">
      <pc:chgData name="Alexandre Quach" userId="7bb690c8a6e028e4" providerId="LiveId" clId="{46C39DD6-24CA-4AF2-B5AB-D8F1C2152466}" dt="2021-03-23T12:16:26.418" v="1181" actId="1076"/>
      <pc:docMkLst>
        <pc:docMk/>
      </pc:docMkLst>
      <pc:sldChg chg="modSp mod">
        <pc:chgData name="Alexandre Quach" userId="7bb690c8a6e028e4" providerId="LiveId" clId="{46C39DD6-24CA-4AF2-B5AB-D8F1C2152466}" dt="2021-03-23T12:15:40.473" v="1173" actId="20578"/>
        <pc:sldMkLst>
          <pc:docMk/>
          <pc:sldMk cId="1588568121" sldId="426"/>
        </pc:sldMkLst>
        <pc:spChg chg="mod">
          <ac:chgData name="Alexandre Quach" userId="7bb690c8a6e028e4" providerId="LiveId" clId="{46C39DD6-24CA-4AF2-B5AB-D8F1C2152466}" dt="2021-03-22T21:40:58.707" v="27" actId="20577"/>
          <ac:spMkLst>
            <pc:docMk/>
            <pc:sldMk cId="1588568121" sldId="426"/>
            <ac:spMk id="2" creationId="{E183C4B0-E757-4B7A-990C-B7FA3D783740}"/>
          </ac:spMkLst>
        </pc:spChg>
        <pc:graphicFrameChg chg="mod">
          <ac:chgData name="Alexandre Quach" userId="7bb690c8a6e028e4" providerId="LiveId" clId="{46C39DD6-24CA-4AF2-B5AB-D8F1C2152466}" dt="2021-03-23T12:15:40.473" v="1173" actId="20578"/>
          <ac:graphicFrameMkLst>
            <pc:docMk/>
            <pc:sldMk cId="1588568121" sldId="426"/>
            <ac:graphicFrameMk id="5" creationId="{D6DF376F-E1E9-434C-AE69-D2D58D946080}"/>
          </ac:graphicFrameMkLst>
        </pc:graphicFrameChg>
      </pc:sldChg>
      <pc:sldChg chg="modSp mod">
        <pc:chgData name="Alexandre Quach" userId="7bb690c8a6e028e4" providerId="LiveId" clId="{46C39DD6-24CA-4AF2-B5AB-D8F1C2152466}" dt="2021-03-22T21:37:39.044" v="24" actId="20577"/>
        <pc:sldMkLst>
          <pc:docMk/>
          <pc:sldMk cId="1443321507" sldId="429"/>
        </pc:sldMkLst>
        <pc:spChg chg="mod">
          <ac:chgData name="Alexandre Quach" userId="7bb690c8a6e028e4" providerId="LiveId" clId="{46C39DD6-24CA-4AF2-B5AB-D8F1C2152466}" dt="2021-03-22T21:37:39.044" v="24" actId="20577"/>
          <ac:spMkLst>
            <pc:docMk/>
            <pc:sldMk cId="1443321507" sldId="429"/>
            <ac:spMk id="2" creationId="{CCB97042-0CB9-4B82-A645-B072E8F681A0}"/>
          </ac:spMkLst>
        </pc:spChg>
      </pc:sldChg>
      <pc:sldChg chg="modSp mod">
        <pc:chgData name="Alexandre Quach" userId="7bb690c8a6e028e4" providerId="LiveId" clId="{46C39DD6-24CA-4AF2-B5AB-D8F1C2152466}" dt="2021-03-22T21:45:05.882" v="95" actId="20577"/>
        <pc:sldMkLst>
          <pc:docMk/>
          <pc:sldMk cId="661125353" sldId="476"/>
        </pc:sldMkLst>
        <pc:spChg chg="mod">
          <ac:chgData name="Alexandre Quach" userId="7bb690c8a6e028e4" providerId="LiveId" clId="{46C39DD6-24CA-4AF2-B5AB-D8F1C2152466}" dt="2021-03-22T21:45:05.882" v="95" actId="20577"/>
          <ac:spMkLst>
            <pc:docMk/>
            <pc:sldMk cId="661125353" sldId="476"/>
            <ac:spMk id="2" creationId="{8CBCF334-05DA-41C8-833A-2B06F2E2F824}"/>
          </ac:spMkLst>
        </pc:spChg>
      </pc:sldChg>
      <pc:sldChg chg="addSp delSp modSp add del mod modClrScheme delDesignElem chgLayout">
        <pc:chgData name="Alexandre Quach" userId="7bb690c8a6e028e4" providerId="LiveId" clId="{46C39DD6-24CA-4AF2-B5AB-D8F1C2152466}" dt="2021-03-22T22:25:17.853" v="135" actId="47"/>
        <pc:sldMkLst>
          <pc:docMk/>
          <pc:sldMk cId="3706439335" sldId="527"/>
        </pc:sldMkLst>
        <pc:spChg chg="del">
          <ac:chgData name="Alexandre Quach" userId="7bb690c8a6e028e4" providerId="LiveId" clId="{46C39DD6-24CA-4AF2-B5AB-D8F1C2152466}" dt="2021-03-22T22:11:20.527" v="97" actId="478"/>
          <ac:spMkLst>
            <pc:docMk/>
            <pc:sldMk cId="3706439335" sldId="527"/>
            <ac:spMk id="4" creationId="{DD394831-DF93-46A4-A449-B5143943734E}"/>
          </ac:spMkLst>
        </pc:spChg>
        <pc:spChg chg="del">
          <ac:chgData name="Alexandre Quach" userId="7bb690c8a6e028e4" providerId="LiveId" clId="{46C39DD6-24CA-4AF2-B5AB-D8F1C2152466}" dt="2021-03-22T22:11:20.527" v="97" actId="478"/>
          <ac:spMkLst>
            <pc:docMk/>
            <pc:sldMk cId="3706439335" sldId="527"/>
            <ac:spMk id="5" creationId="{36B5E41D-7A12-412D-B2B4-21467B4881FB}"/>
          </ac:spMkLst>
        </pc:spChg>
        <pc:spChg chg="add del mod">
          <ac:chgData name="Alexandre Quach" userId="7bb690c8a6e028e4" providerId="LiveId" clId="{46C39DD6-24CA-4AF2-B5AB-D8F1C2152466}" dt="2021-03-22T22:11:23.053" v="98" actId="478"/>
          <ac:spMkLst>
            <pc:docMk/>
            <pc:sldMk cId="3706439335" sldId="527"/>
            <ac:spMk id="6" creationId="{5265B157-839C-40D6-8D65-2DB536C45CA2}"/>
          </ac:spMkLst>
        </pc:spChg>
        <pc:spChg chg="add del mod">
          <ac:chgData name="Alexandre Quach" userId="7bb690c8a6e028e4" providerId="LiveId" clId="{46C39DD6-24CA-4AF2-B5AB-D8F1C2152466}" dt="2021-03-22T22:11:23.053" v="98" actId="478"/>
          <ac:spMkLst>
            <pc:docMk/>
            <pc:sldMk cId="3706439335" sldId="527"/>
            <ac:spMk id="8" creationId="{2E8D19A4-3B95-4AD5-AE66-0660E07BF67F}"/>
          </ac:spMkLst>
        </pc:spChg>
        <pc:spChg chg="add mod">
          <ac:chgData name="Alexandre Quach" userId="7bb690c8a6e028e4" providerId="LiveId" clId="{46C39DD6-24CA-4AF2-B5AB-D8F1C2152466}" dt="2021-03-22T22:11:55.890" v="128" actId="1076"/>
          <ac:spMkLst>
            <pc:docMk/>
            <pc:sldMk cId="3706439335" sldId="527"/>
            <ac:spMk id="26" creationId="{3EA215D1-67EF-42CD-94D0-8256901A60AE}"/>
          </ac:spMkLst>
        </pc:spChg>
        <pc:spChg chg="del">
          <ac:chgData name="Alexandre Quach" userId="7bb690c8a6e028e4" providerId="LiveId" clId="{46C39DD6-24CA-4AF2-B5AB-D8F1C2152466}" dt="2021-03-22T22:11:26.162" v="99" actId="700"/>
          <ac:spMkLst>
            <pc:docMk/>
            <pc:sldMk cId="3706439335" sldId="527"/>
            <ac:spMk id="29" creationId="{2D6FBB9D-1CAA-4D05-AB33-BABDFE17B843}"/>
          </ac:spMkLst>
        </pc:spChg>
        <pc:spChg chg="del">
          <ac:chgData name="Alexandre Quach" userId="7bb690c8a6e028e4" providerId="LiveId" clId="{46C39DD6-24CA-4AF2-B5AB-D8F1C2152466}" dt="2021-03-22T22:11:26.162" v="99" actId="700"/>
          <ac:spMkLst>
            <pc:docMk/>
            <pc:sldMk cId="3706439335" sldId="527"/>
            <ac:spMk id="31" creationId="{04727B71-B4B6-4823-80A1-68C40B475118}"/>
          </ac:spMkLst>
        </pc:spChg>
        <pc:spChg chg="del">
          <ac:chgData name="Alexandre Quach" userId="7bb690c8a6e028e4" providerId="LiveId" clId="{46C39DD6-24CA-4AF2-B5AB-D8F1C2152466}" dt="2021-03-22T22:11:26.162" v="99" actId="700"/>
          <ac:spMkLst>
            <pc:docMk/>
            <pc:sldMk cId="3706439335" sldId="527"/>
            <ac:spMk id="33" creationId="{79A6DB05-9FB5-4B07-8675-74C23D4FD89D}"/>
          </ac:spMkLst>
        </pc:spChg>
        <pc:spChg chg="del">
          <ac:chgData name="Alexandre Quach" userId="7bb690c8a6e028e4" providerId="LiveId" clId="{46C39DD6-24CA-4AF2-B5AB-D8F1C2152466}" dt="2021-03-22T22:11:26.162" v="99" actId="700"/>
          <ac:spMkLst>
            <pc:docMk/>
            <pc:sldMk cId="3706439335" sldId="527"/>
            <ac:spMk id="35" creationId="{0288C6B4-AFC3-407F-A595-EFFD38D4CCAF}"/>
          </ac:spMkLst>
        </pc:spChg>
        <pc:spChg chg="del">
          <ac:chgData name="Alexandre Quach" userId="7bb690c8a6e028e4" providerId="LiveId" clId="{46C39DD6-24CA-4AF2-B5AB-D8F1C2152466}" dt="2021-03-22T22:11:26.162" v="99" actId="700"/>
          <ac:spMkLst>
            <pc:docMk/>
            <pc:sldMk cId="3706439335" sldId="527"/>
            <ac:spMk id="37" creationId="{CF236821-17FE-429B-8D2C-08E13A64EA40}"/>
          </ac:spMkLst>
        </pc:spChg>
        <pc:spChg chg="del">
          <ac:chgData name="Alexandre Quach" userId="7bb690c8a6e028e4" providerId="LiveId" clId="{46C39DD6-24CA-4AF2-B5AB-D8F1C2152466}" dt="2021-03-22T22:11:26.162" v="99" actId="700"/>
          <ac:spMkLst>
            <pc:docMk/>
            <pc:sldMk cId="3706439335" sldId="527"/>
            <ac:spMk id="39" creationId="{C0BDBCD2-E081-43AB-9119-C55465E59757}"/>
          </ac:spMkLst>
        </pc:spChg>
        <pc:spChg chg="del">
          <ac:chgData name="Alexandre Quach" userId="7bb690c8a6e028e4" providerId="LiveId" clId="{46C39DD6-24CA-4AF2-B5AB-D8F1C2152466}" dt="2021-03-22T22:11:26.162" v="99" actId="700"/>
          <ac:spMkLst>
            <pc:docMk/>
            <pc:sldMk cId="3706439335" sldId="527"/>
            <ac:spMk id="41" creationId="{98E79BE4-34FE-485A-98A5-92CE8F7C4743}"/>
          </ac:spMkLst>
        </pc:spChg>
        <pc:spChg chg="del">
          <ac:chgData name="Alexandre Quach" userId="7bb690c8a6e028e4" providerId="LiveId" clId="{46C39DD6-24CA-4AF2-B5AB-D8F1C2152466}" dt="2021-03-22T22:11:26.162" v="99" actId="700"/>
          <ac:spMkLst>
            <pc:docMk/>
            <pc:sldMk cId="3706439335" sldId="527"/>
            <ac:spMk id="43" creationId="{7A5F0580-5EE9-419F-96EE-B6529EF6E7D0}"/>
          </ac:spMkLst>
        </pc:spChg>
        <pc:grpChg chg="mod">
          <ac:chgData name="Alexandre Quach" userId="7bb690c8a6e028e4" providerId="LiveId" clId="{46C39DD6-24CA-4AF2-B5AB-D8F1C2152466}" dt="2021-03-22T22:12:07.557" v="130" actId="1076"/>
          <ac:grpSpMkLst>
            <pc:docMk/>
            <pc:sldMk cId="3706439335" sldId="527"/>
            <ac:grpSpMk id="2" creationId="{6A194855-3269-4300-8A6C-E4BE727D8FC6}"/>
          </ac:grpSpMkLst>
        </pc:grpChg>
        <pc:picChg chg="mod">
          <ac:chgData name="Alexandre Quach" userId="7bb690c8a6e028e4" providerId="LiveId" clId="{46C39DD6-24CA-4AF2-B5AB-D8F1C2152466}" dt="2021-03-22T22:12:23.816" v="134" actId="1076"/>
          <ac:picMkLst>
            <pc:docMk/>
            <pc:sldMk cId="3706439335" sldId="527"/>
            <ac:picMk id="21" creationId="{90538391-5D4B-451D-B36F-0A09F3B6D740}"/>
          </ac:picMkLst>
        </pc:picChg>
        <pc:picChg chg="mod">
          <ac:chgData name="Alexandre Quach" userId="7bb690c8a6e028e4" providerId="LiveId" clId="{46C39DD6-24CA-4AF2-B5AB-D8F1C2152466}" dt="2021-03-22T22:11:53.403" v="127" actId="1076"/>
          <ac:picMkLst>
            <pc:docMk/>
            <pc:sldMk cId="3706439335" sldId="527"/>
            <ac:picMk id="27" creationId="{1ECAA254-A46C-482B-9B58-249AFCBBF8AB}"/>
          </ac:picMkLst>
        </pc:picChg>
        <pc:picChg chg="mod">
          <ac:chgData name="Alexandre Quach" userId="7bb690c8a6e028e4" providerId="LiveId" clId="{46C39DD6-24CA-4AF2-B5AB-D8F1C2152466}" dt="2021-03-22T22:11:32.985" v="101" actId="1076"/>
          <ac:picMkLst>
            <pc:docMk/>
            <pc:sldMk cId="3706439335" sldId="527"/>
            <ac:picMk id="30" creationId="{47712162-1F71-4560-B2DA-FDE1FAD51AB4}"/>
          </ac:picMkLst>
        </pc:picChg>
      </pc:sldChg>
      <pc:sldChg chg="addSp delSp modSp add del mod setBg modClrScheme chgLayout">
        <pc:chgData name="Alexandre Quach" userId="7bb690c8a6e028e4" providerId="LiveId" clId="{46C39DD6-24CA-4AF2-B5AB-D8F1C2152466}" dt="2021-03-22T23:43:38.008" v="245" actId="47"/>
        <pc:sldMkLst>
          <pc:docMk/>
          <pc:sldMk cId="4075660249" sldId="527"/>
        </pc:sldMkLst>
        <pc:spChg chg="mod ord">
          <ac:chgData name="Alexandre Quach" userId="7bb690c8a6e028e4" providerId="LiveId" clId="{46C39DD6-24CA-4AF2-B5AB-D8F1C2152466}" dt="2021-03-22T23:39:53.869" v="227" actId="790"/>
          <ac:spMkLst>
            <pc:docMk/>
            <pc:sldMk cId="4075660249" sldId="527"/>
            <ac:spMk id="4" creationId="{9AD149C8-3005-45AF-8CE2-A15722118652}"/>
          </ac:spMkLst>
        </pc:spChg>
        <pc:spChg chg="del mod ord">
          <ac:chgData name="Alexandre Quach" userId="7bb690c8a6e028e4" providerId="LiveId" clId="{46C39DD6-24CA-4AF2-B5AB-D8F1C2152466}" dt="2021-03-22T23:40:08.609" v="237" actId="478"/>
          <ac:spMkLst>
            <pc:docMk/>
            <pc:sldMk cId="4075660249" sldId="527"/>
            <ac:spMk id="5" creationId="{73F5A2EF-B23B-4388-BFE7-136B6FC5AE57}"/>
          </ac:spMkLst>
        </pc:spChg>
        <pc:spChg chg="del mod ord">
          <ac:chgData name="Alexandre Quach" userId="7bb690c8a6e028e4" providerId="LiveId" clId="{46C39DD6-24CA-4AF2-B5AB-D8F1C2152466}" dt="2021-03-22T23:38:48.591" v="139" actId="478"/>
          <ac:spMkLst>
            <pc:docMk/>
            <pc:sldMk cId="4075660249" sldId="527"/>
            <ac:spMk id="6" creationId="{35E785EA-22B2-435F-A744-95324317BB8D}"/>
          </ac:spMkLst>
        </pc:spChg>
        <pc:spChg chg="add del mod">
          <ac:chgData name="Alexandre Quach" userId="7bb690c8a6e028e4" providerId="LiveId" clId="{46C39DD6-24CA-4AF2-B5AB-D8F1C2152466}" dt="2021-03-22T23:40:12.013" v="238" actId="478"/>
          <ac:spMkLst>
            <pc:docMk/>
            <pc:sldMk cId="4075660249" sldId="527"/>
            <ac:spMk id="12" creationId="{D407574F-302A-4B80-87D2-01529A6E64F4}"/>
          </ac:spMkLst>
        </pc:spChg>
        <pc:grpChg chg="mod">
          <ac:chgData name="Alexandre Quach" userId="7bb690c8a6e028e4" providerId="LiveId" clId="{46C39DD6-24CA-4AF2-B5AB-D8F1C2152466}" dt="2021-03-22T23:39:17.438" v="219" actId="1036"/>
          <ac:grpSpMkLst>
            <pc:docMk/>
            <pc:sldMk cId="4075660249" sldId="527"/>
            <ac:grpSpMk id="9" creationId="{C5251477-83C4-415A-A445-0FD7B3B770D0}"/>
          </ac:grpSpMkLst>
        </pc:grpChg>
        <pc:graphicFrameChg chg="mod modGraphic">
          <ac:chgData name="Alexandre Quach" userId="7bb690c8a6e028e4" providerId="LiveId" clId="{46C39DD6-24CA-4AF2-B5AB-D8F1C2152466}" dt="2021-03-22T23:40:02.335" v="234" actId="404"/>
          <ac:graphicFrameMkLst>
            <pc:docMk/>
            <pc:sldMk cId="4075660249" sldId="527"/>
            <ac:graphicFrameMk id="2" creationId="{F125A532-2574-4351-8B88-4154BA6FBD2C}"/>
          </ac:graphicFrameMkLst>
        </pc:graphicFrameChg>
        <pc:picChg chg="mod">
          <ac:chgData name="Alexandre Quach" userId="7bb690c8a6e028e4" providerId="LiveId" clId="{46C39DD6-24CA-4AF2-B5AB-D8F1C2152466}" dt="2021-03-22T23:40:17.294" v="239" actId="208"/>
          <ac:picMkLst>
            <pc:docMk/>
            <pc:sldMk cId="4075660249" sldId="527"/>
            <ac:picMk id="7" creationId="{9FA0DE79-B493-4C80-88EF-8C8A64C2DD28}"/>
          </ac:picMkLst>
        </pc:picChg>
        <pc:picChg chg="mod">
          <ac:chgData name="Alexandre Quach" userId="7bb690c8a6e028e4" providerId="LiveId" clId="{46C39DD6-24CA-4AF2-B5AB-D8F1C2152466}" dt="2021-03-22T23:40:25.542" v="241" actId="208"/>
          <ac:picMkLst>
            <pc:docMk/>
            <pc:sldMk cId="4075660249" sldId="527"/>
            <ac:picMk id="8" creationId="{D5B46B19-A83F-41DE-85A4-BE6531607646}"/>
          </ac:picMkLst>
        </pc:picChg>
        <pc:picChg chg="mod">
          <ac:chgData name="Alexandre Quach" userId="7bb690c8a6e028e4" providerId="LiveId" clId="{46C39DD6-24CA-4AF2-B5AB-D8F1C2152466}" dt="2021-03-22T23:40:21.862" v="240" actId="208"/>
          <ac:picMkLst>
            <pc:docMk/>
            <pc:sldMk cId="4075660249" sldId="527"/>
            <ac:picMk id="10" creationId="{98984932-77CA-4513-9BE0-B6E2EC3F3948}"/>
          </ac:picMkLst>
        </pc:picChg>
        <pc:picChg chg="mod">
          <ac:chgData name="Alexandre Quach" userId="7bb690c8a6e028e4" providerId="LiveId" clId="{46C39DD6-24CA-4AF2-B5AB-D8F1C2152466}" dt="2021-03-22T23:40:21.862" v="240" actId="208"/>
          <ac:picMkLst>
            <pc:docMk/>
            <pc:sldMk cId="4075660249" sldId="527"/>
            <ac:picMk id="11" creationId="{4E276854-87E5-4E2B-9FA6-DC7338C0CC16}"/>
          </ac:picMkLst>
        </pc:picChg>
      </pc:sldChg>
      <pc:sldChg chg="add setBg">
        <pc:chgData name="Alexandre Quach" userId="7bb690c8a6e028e4" providerId="LiveId" clId="{46C39DD6-24CA-4AF2-B5AB-D8F1C2152466}" dt="2021-03-22T23:43:36.689" v="244"/>
        <pc:sldMkLst>
          <pc:docMk/>
          <pc:sldMk cId="1798382843" sldId="528"/>
        </pc:sldMkLst>
      </pc:sldChg>
      <pc:sldChg chg="addSp delSp modSp add mod setBg">
        <pc:chgData name="Alexandre Quach" userId="7bb690c8a6e028e4" providerId="LiveId" clId="{46C39DD6-24CA-4AF2-B5AB-D8F1C2152466}" dt="2021-03-22T23:46:17.677" v="320" actId="1076"/>
        <pc:sldMkLst>
          <pc:docMk/>
          <pc:sldMk cId="2686022027" sldId="529"/>
        </pc:sldMkLst>
        <pc:spChg chg="mod">
          <ac:chgData name="Alexandre Quach" userId="7bb690c8a6e028e4" providerId="LiveId" clId="{46C39DD6-24CA-4AF2-B5AB-D8F1C2152466}" dt="2021-03-22T23:45:10.580" v="293" actId="20577"/>
          <ac:spMkLst>
            <pc:docMk/>
            <pc:sldMk cId="2686022027" sldId="529"/>
            <ac:spMk id="4" creationId="{9AD149C8-3005-45AF-8CE2-A15722118652}"/>
          </ac:spMkLst>
        </pc:spChg>
        <pc:spChg chg="del">
          <ac:chgData name="Alexandre Quach" userId="7bb690c8a6e028e4" providerId="LiveId" clId="{46C39DD6-24CA-4AF2-B5AB-D8F1C2152466}" dt="2021-03-22T23:44:58.644" v="248" actId="478"/>
          <ac:spMkLst>
            <pc:docMk/>
            <pc:sldMk cId="2686022027" sldId="529"/>
            <ac:spMk id="13" creationId="{0F095AE3-E9A9-4D11-A231-F529BCBBF77B}"/>
          </ac:spMkLst>
        </pc:spChg>
        <pc:spChg chg="del">
          <ac:chgData name="Alexandre Quach" userId="7bb690c8a6e028e4" providerId="LiveId" clId="{46C39DD6-24CA-4AF2-B5AB-D8F1C2152466}" dt="2021-03-22T23:44:58.644" v="248" actId="478"/>
          <ac:spMkLst>
            <pc:docMk/>
            <pc:sldMk cId="2686022027" sldId="529"/>
            <ac:spMk id="14" creationId="{AD317D61-ECA8-428A-A3AD-F2364DE91280}"/>
          </ac:spMkLst>
        </pc:spChg>
        <pc:spChg chg="del">
          <ac:chgData name="Alexandre Quach" userId="7bb690c8a6e028e4" providerId="LiveId" clId="{46C39DD6-24CA-4AF2-B5AB-D8F1C2152466}" dt="2021-03-22T23:44:58.644" v="248" actId="478"/>
          <ac:spMkLst>
            <pc:docMk/>
            <pc:sldMk cId="2686022027" sldId="529"/>
            <ac:spMk id="15" creationId="{E801B22B-07DE-4738-8792-E23ECE36B2A3}"/>
          </ac:spMkLst>
        </pc:spChg>
        <pc:spChg chg="del">
          <ac:chgData name="Alexandre Quach" userId="7bb690c8a6e028e4" providerId="LiveId" clId="{46C39DD6-24CA-4AF2-B5AB-D8F1C2152466}" dt="2021-03-22T23:44:58.644" v="248" actId="478"/>
          <ac:spMkLst>
            <pc:docMk/>
            <pc:sldMk cId="2686022027" sldId="529"/>
            <ac:spMk id="16" creationId="{3D190D8C-E65C-4E82-A8AE-5EA331E078B4}"/>
          </ac:spMkLst>
        </pc:spChg>
        <pc:spChg chg="del">
          <ac:chgData name="Alexandre Quach" userId="7bb690c8a6e028e4" providerId="LiveId" clId="{46C39DD6-24CA-4AF2-B5AB-D8F1C2152466}" dt="2021-03-22T23:44:58.644" v="248" actId="478"/>
          <ac:spMkLst>
            <pc:docMk/>
            <pc:sldMk cId="2686022027" sldId="529"/>
            <ac:spMk id="17" creationId="{0CB53C5F-2796-4EC8-B784-0A96331216E9}"/>
          </ac:spMkLst>
        </pc:spChg>
        <pc:spChg chg="del">
          <ac:chgData name="Alexandre Quach" userId="7bb690c8a6e028e4" providerId="LiveId" clId="{46C39DD6-24CA-4AF2-B5AB-D8F1C2152466}" dt="2021-03-22T23:44:58.644" v="248" actId="478"/>
          <ac:spMkLst>
            <pc:docMk/>
            <pc:sldMk cId="2686022027" sldId="529"/>
            <ac:spMk id="18" creationId="{8C4AA300-EB47-47E8-9B6E-7763BD1AB8A7}"/>
          </ac:spMkLst>
        </pc:spChg>
        <pc:spChg chg="del">
          <ac:chgData name="Alexandre Quach" userId="7bb690c8a6e028e4" providerId="LiveId" clId="{46C39DD6-24CA-4AF2-B5AB-D8F1C2152466}" dt="2021-03-22T23:44:58.644" v="248" actId="478"/>
          <ac:spMkLst>
            <pc:docMk/>
            <pc:sldMk cId="2686022027" sldId="529"/>
            <ac:spMk id="19" creationId="{AC253800-F484-4A14-80AB-F94F2817E47E}"/>
          </ac:spMkLst>
        </pc:spChg>
        <pc:spChg chg="del">
          <ac:chgData name="Alexandre Quach" userId="7bb690c8a6e028e4" providerId="LiveId" clId="{46C39DD6-24CA-4AF2-B5AB-D8F1C2152466}" dt="2021-03-22T23:44:58.644" v="248" actId="478"/>
          <ac:spMkLst>
            <pc:docMk/>
            <pc:sldMk cId="2686022027" sldId="529"/>
            <ac:spMk id="20" creationId="{08EA7E33-F973-444D-884D-7ABDD23D8C9B}"/>
          </ac:spMkLst>
        </pc:spChg>
        <pc:spChg chg="del">
          <ac:chgData name="Alexandre Quach" userId="7bb690c8a6e028e4" providerId="LiveId" clId="{46C39DD6-24CA-4AF2-B5AB-D8F1C2152466}" dt="2021-03-22T23:44:58.644" v="248" actId="478"/>
          <ac:spMkLst>
            <pc:docMk/>
            <pc:sldMk cId="2686022027" sldId="529"/>
            <ac:spMk id="21" creationId="{3F2A41C4-5DC8-4FD9-A5F3-84757C1B48B4}"/>
          </ac:spMkLst>
        </pc:spChg>
        <pc:spChg chg="add mod">
          <ac:chgData name="Alexandre Quach" userId="7bb690c8a6e028e4" providerId="LiveId" clId="{46C39DD6-24CA-4AF2-B5AB-D8F1C2152466}" dt="2021-03-22T23:45:51.052" v="303" actId="1076"/>
          <ac:spMkLst>
            <pc:docMk/>
            <pc:sldMk cId="2686022027" sldId="529"/>
            <ac:spMk id="28" creationId="{18F476D4-06A8-43F4-B7CC-4B475AAC7251}"/>
          </ac:spMkLst>
        </pc:spChg>
        <pc:spChg chg="add mod">
          <ac:chgData name="Alexandre Quach" userId="7bb690c8a6e028e4" providerId="LiveId" clId="{46C39DD6-24CA-4AF2-B5AB-D8F1C2152466}" dt="2021-03-22T23:45:52.517" v="305" actId="1076"/>
          <ac:spMkLst>
            <pc:docMk/>
            <pc:sldMk cId="2686022027" sldId="529"/>
            <ac:spMk id="29" creationId="{93055D8E-A54B-4CF7-800C-812615E59973}"/>
          </ac:spMkLst>
        </pc:spChg>
        <pc:spChg chg="add mod">
          <ac:chgData name="Alexandre Quach" userId="7bb690c8a6e028e4" providerId="LiveId" clId="{46C39DD6-24CA-4AF2-B5AB-D8F1C2152466}" dt="2021-03-22T23:45:54.876" v="308" actId="1076"/>
          <ac:spMkLst>
            <pc:docMk/>
            <pc:sldMk cId="2686022027" sldId="529"/>
            <ac:spMk id="30" creationId="{7052C8B6-E067-4C6C-BEDA-1815EC3D0120}"/>
          </ac:spMkLst>
        </pc:spChg>
        <pc:spChg chg="add mod">
          <ac:chgData name="Alexandre Quach" userId="7bb690c8a6e028e4" providerId="LiveId" clId="{46C39DD6-24CA-4AF2-B5AB-D8F1C2152466}" dt="2021-03-22T23:45:56.805" v="310" actId="1076"/>
          <ac:spMkLst>
            <pc:docMk/>
            <pc:sldMk cId="2686022027" sldId="529"/>
            <ac:spMk id="31" creationId="{72A53D43-D3EC-48CA-AD04-9D2C4EC6A39B}"/>
          </ac:spMkLst>
        </pc:spChg>
        <pc:spChg chg="add mod">
          <ac:chgData name="Alexandre Quach" userId="7bb690c8a6e028e4" providerId="LiveId" clId="{46C39DD6-24CA-4AF2-B5AB-D8F1C2152466}" dt="2021-03-22T23:46:00.149" v="312" actId="1076"/>
          <ac:spMkLst>
            <pc:docMk/>
            <pc:sldMk cId="2686022027" sldId="529"/>
            <ac:spMk id="32" creationId="{2E8496D7-EC56-4DF7-90F0-4C918E8ACA45}"/>
          </ac:spMkLst>
        </pc:spChg>
        <pc:spChg chg="add mod">
          <ac:chgData name="Alexandre Quach" userId="7bb690c8a6e028e4" providerId="LiveId" clId="{46C39DD6-24CA-4AF2-B5AB-D8F1C2152466}" dt="2021-03-22T23:46:00.149" v="312" actId="1076"/>
          <ac:spMkLst>
            <pc:docMk/>
            <pc:sldMk cId="2686022027" sldId="529"/>
            <ac:spMk id="33" creationId="{EFCDBFEA-9E35-4256-8004-26035A2B7EBE}"/>
          </ac:spMkLst>
        </pc:spChg>
        <pc:spChg chg="add mod">
          <ac:chgData name="Alexandre Quach" userId="7bb690c8a6e028e4" providerId="LiveId" clId="{46C39DD6-24CA-4AF2-B5AB-D8F1C2152466}" dt="2021-03-22T23:46:00.149" v="312" actId="1076"/>
          <ac:spMkLst>
            <pc:docMk/>
            <pc:sldMk cId="2686022027" sldId="529"/>
            <ac:spMk id="34" creationId="{1BDC2183-2787-453B-88E9-4868D7BF7E1E}"/>
          </ac:spMkLst>
        </pc:spChg>
        <pc:spChg chg="add mod">
          <ac:chgData name="Alexandre Quach" userId="7bb690c8a6e028e4" providerId="LiveId" clId="{46C39DD6-24CA-4AF2-B5AB-D8F1C2152466}" dt="2021-03-22T23:46:00.149" v="312" actId="1076"/>
          <ac:spMkLst>
            <pc:docMk/>
            <pc:sldMk cId="2686022027" sldId="529"/>
            <ac:spMk id="35" creationId="{4F39B9FF-EBA7-43D8-86E4-E0DC7014CB9C}"/>
          </ac:spMkLst>
        </pc:spChg>
        <pc:spChg chg="add mod">
          <ac:chgData name="Alexandre Quach" userId="7bb690c8a6e028e4" providerId="LiveId" clId="{46C39DD6-24CA-4AF2-B5AB-D8F1C2152466}" dt="2021-03-22T23:46:15.541" v="318" actId="1076"/>
          <ac:spMkLst>
            <pc:docMk/>
            <pc:sldMk cId="2686022027" sldId="529"/>
            <ac:spMk id="36" creationId="{A829191A-5EF5-4877-A848-7FEF0D9011F2}"/>
          </ac:spMkLst>
        </pc:spChg>
        <pc:spChg chg="add mod">
          <ac:chgData name="Alexandre Quach" userId="7bb690c8a6e028e4" providerId="LiveId" clId="{46C39DD6-24CA-4AF2-B5AB-D8F1C2152466}" dt="2021-03-22T23:46:15.541" v="318" actId="1076"/>
          <ac:spMkLst>
            <pc:docMk/>
            <pc:sldMk cId="2686022027" sldId="529"/>
            <ac:spMk id="37" creationId="{7319F1F2-1B4A-421C-9E22-8DE0A8A4FE5D}"/>
          </ac:spMkLst>
        </pc:spChg>
        <pc:spChg chg="add mod">
          <ac:chgData name="Alexandre Quach" userId="7bb690c8a6e028e4" providerId="LiveId" clId="{46C39DD6-24CA-4AF2-B5AB-D8F1C2152466}" dt="2021-03-22T23:46:15.541" v="318" actId="1076"/>
          <ac:spMkLst>
            <pc:docMk/>
            <pc:sldMk cId="2686022027" sldId="529"/>
            <ac:spMk id="38" creationId="{D3C1AB60-E271-4E25-AA97-34B7FE53606E}"/>
          </ac:spMkLst>
        </pc:spChg>
        <pc:spChg chg="add mod">
          <ac:chgData name="Alexandre Quach" userId="7bb690c8a6e028e4" providerId="LiveId" clId="{46C39DD6-24CA-4AF2-B5AB-D8F1C2152466}" dt="2021-03-22T23:46:15.541" v="318" actId="1076"/>
          <ac:spMkLst>
            <pc:docMk/>
            <pc:sldMk cId="2686022027" sldId="529"/>
            <ac:spMk id="39" creationId="{7C6BD57F-A6E6-4D51-B886-ABB2633FE3E6}"/>
          </ac:spMkLst>
        </pc:spChg>
        <pc:spChg chg="add mod">
          <ac:chgData name="Alexandre Quach" userId="7bb690c8a6e028e4" providerId="LiveId" clId="{46C39DD6-24CA-4AF2-B5AB-D8F1C2152466}" dt="2021-03-22T23:46:17.677" v="320" actId="1076"/>
          <ac:spMkLst>
            <pc:docMk/>
            <pc:sldMk cId="2686022027" sldId="529"/>
            <ac:spMk id="40" creationId="{FF79E316-D69E-427A-A638-7998A9A61C14}"/>
          </ac:spMkLst>
        </pc:spChg>
        <pc:spChg chg="add mod">
          <ac:chgData name="Alexandre Quach" userId="7bb690c8a6e028e4" providerId="LiveId" clId="{46C39DD6-24CA-4AF2-B5AB-D8F1C2152466}" dt="2021-03-22T23:46:17.677" v="320" actId="1076"/>
          <ac:spMkLst>
            <pc:docMk/>
            <pc:sldMk cId="2686022027" sldId="529"/>
            <ac:spMk id="41" creationId="{647F3E95-85D8-43DD-9E1B-CB3A780234D0}"/>
          </ac:spMkLst>
        </pc:spChg>
        <pc:spChg chg="add mod">
          <ac:chgData name="Alexandre Quach" userId="7bb690c8a6e028e4" providerId="LiveId" clId="{46C39DD6-24CA-4AF2-B5AB-D8F1C2152466}" dt="2021-03-22T23:46:17.677" v="320" actId="1076"/>
          <ac:spMkLst>
            <pc:docMk/>
            <pc:sldMk cId="2686022027" sldId="529"/>
            <ac:spMk id="42" creationId="{F0765EDE-ACD0-407A-83F7-9F318BF17A2E}"/>
          </ac:spMkLst>
        </pc:spChg>
        <pc:spChg chg="add mod">
          <ac:chgData name="Alexandre Quach" userId="7bb690c8a6e028e4" providerId="LiveId" clId="{46C39DD6-24CA-4AF2-B5AB-D8F1C2152466}" dt="2021-03-22T23:46:17.677" v="320" actId="1076"/>
          <ac:spMkLst>
            <pc:docMk/>
            <pc:sldMk cId="2686022027" sldId="529"/>
            <ac:spMk id="43" creationId="{7BED54AE-FB49-4C6F-94EB-1E6522F2BC1A}"/>
          </ac:spMkLst>
        </pc:spChg>
        <pc:grpChg chg="del">
          <ac:chgData name="Alexandre Quach" userId="7bb690c8a6e028e4" providerId="LiveId" clId="{46C39DD6-24CA-4AF2-B5AB-D8F1C2152466}" dt="2021-03-22T23:44:58.644" v="248" actId="478"/>
          <ac:grpSpMkLst>
            <pc:docMk/>
            <pc:sldMk cId="2686022027" sldId="529"/>
            <ac:grpSpMk id="9" creationId="{C5251477-83C4-415A-A445-0FD7B3B770D0}"/>
          </ac:grpSpMkLst>
        </pc:grpChg>
        <pc:graphicFrameChg chg="del">
          <ac:chgData name="Alexandre Quach" userId="7bb690c8a6e028e4" providerId="LiveId" clId="{46C39DD6-24CA-4AF2-B5AB-D8F1C2152466}" dt="2021-03-22T23:44:58.644" v="248" actId="478"/>
          <ac:graphicFrameMkLst>
            <pc:docMk/>
            <pc:sldMk cId="2686022027" sldId="529"/>
            <ac:graphicFrameMk id="2" creationId="{F125A532-2574-4351-8B88-4154BA6FBD2C}"/>
          </ac:graphicFrameMkLst>
        </pc:graphicFrameChg>
        <pc:picChg chg="del">
          <ac:chgData name="Alexandre Quach" userId="7bb690c8a6e028e4" providerId="LiveId" clId="{46C39DD6-24CA-4AF2-B5AB-D8F1C2152466}" dt="2021-03-22T23:44:58.644" v="248" actId="478"/>
          <ac:picMkLst>
            <pc:docMk/>
            <pc:sldMk cId="2686022027" sldId="529"/>
            <ac:picMk id="7" creationId="{9FA0DE79-B493-4C80-88EF-8C8A64C2DD28}"/>
          </ac:picMkLst>
        </pc:picChg>
        <pc:picChg chg="del">
          <ac:chgData name="Alexandre Quach" userId="7bb690c8a6e028e4" providerId="LiveId" clId="{46C39DD6-24CA-4AF2-B5AB-D8F1C2152466}" dt="2021-03-22T23:44:58.644" v="248" actId="478"/>
          <ac:picMkLst>
            <pc:docMk/>
            <pc:sldMk cId="2686022027" sldId="529"/>
            <ac:picMk id="8" creationId="{D5B46B19-A83F-41DE-85A4-BE6531607646}"/>
          </ac:picMkLst>
        </pc:picChg>
        <pc:picChg chg="add mod">
          <ac:chgData name="Alexandre Quach" userId="7bb690c8a6e028e4" providerId="LiveId" clId="{46C39DD6-24CA-4AF2-B5AB-D8F1C2152466}" dt="2021-03-22T23:46:02.051" v="313" actId="1076"/>
          <ac:picMkLst>
            <pc:docMk/>
            <pc:sldMk cId="2686022027" sldId="529"/>
            <ac:picMk id="22" creationId="{1744ACE3-F41C-4ADE-A226-E6D461A95C1C}"/>
          </ac:picMkLst>
        </pc:picChg>
        <pc:picChg chg="add mod">
          <ac:chgData name="Alexandre Quach" userId="7bb690c8a6e028e4" providerId="LiveId" clId="{46C39DD6-24CA-4AF2-B5AB-D8F1C2152466}" dt="2021-03-22T23:46:03.795" v="314" actId="1076"/>
          <ac:picMkLst>
            <pc:docMk/>
            <pc:sldMk cId="2686022027" sldId="529"/>
            <ac:picMk id="23" creationId="{6FB9F748-1D2B-4E6C-BCE0-F2383C3B4A2F}"/>
          </ac:picMkLst>
        </pc:picChg>
        <pc:picChg chg="add mod">
          <ac:chgData name="Alexandre Quach" userId="7bb690c8a6e028e4" providerId="LiveId" clId="{46C39DD6-24CA-4AF2-B5AB-D8F1C2152466}" dt="2021-03-22T23:46:05.227" v="315" actId="1076"/>
          <ac:picMkLst>
            <pc:docMk/>
            <pc:sldMk cId="2686022027" sldId="529"/>
            <ac:picMk id="24" creationId="{9A4F0136-8274-467A-95AB-466DE45CA4C2}"/>
          </ac:picMkLst>
        </pc:picChg>
        <pc:picChg chg="add mod">
          <ac:chgData name="Alexandre Quach" userId="7bb690c8a6e028e4" providerId="LiveId" clId="{46C39DD6-24CA-4AF2-B5AB-D8F1C2152466}" dt="2021-03-22T23:46:07.675" v="316" actId="1076"/>
          <ac:picMkLst>
            <pc:docMk/>
            <pc:sldMk cId="2686022027" sldId="529"/>
            <ac:picMk id="25" creationId="{0B0AD7B1-7706-4EFF-9052-8FED741F5628}"/>
          </ac:picMkLst>
        </pc:picChg>
        <pc:picChg chg="add mod">
          <ac:chgData name="Alexandre Quach" userId="7bb690c8a6e028e4" providerId="LiveId" clId="{46C39DD6-24CA-4AF2-B5AB-D8F1C2152466}" dt="2021-03-22T23:46:07.675" v="316" actId="1076"/>
          <ac:picMkLst>
            <pc:docMk/>
            <pc:sldMk cId="2686022027" sldId="529"/>
            <ac:picMk id="26" creationId="{36AC946F-20AB-4744-BD2A-C6C4B25CCDA4}"/>
          </ac:picMkLst>
        </pc:picChg>
        <pc:picChg chg="add mod">
          <ac:chgData name="Alexandre Quach" userId="7bb690c8a6e028e4" providerId="LiveId" clId="{46C39DD6-24CA-4AF2-B5AB-D8F1C2152466}" dt="2021-03-22T23:46:07.675" v="316" actId="1076"/>
          <ac:picMkLst>
            <pc:docMk/>
            <pc:sldMk cId="2686022027" sldId="529"/>
            <ac:picMk id="27" creationId="{DF96BF0F-FD71-4E54-B2F3-E9C0001ABD93}"/>
          </ac:picMkLst>
        </pc:picChg>
      </pc:sldChg>
      <pc:sldChg chg="addSp delSp modSp add mod setBg">
        <pc:chgData name="Alexandre Quach" userId="7bb690c8a6e028e4" providerId="LiveId" clId="{46C39DD6-24CA-4AF2-B5AB-D8F1C2152466}" dt="2021-03-22T23:48:04.701" v="405" actId="1076"/>
        <pc:sldMkLst>
          <pc:docMk/>
          <pc:sldMk cId="4271779200" sldId="530"/>
        </pc:sldMkLst>
        <pc:spChg chg="mod">
          <ac:chgData name="Alexandre Quach" userId="7bb690c8a6e028e4" providerId="LiveId" clId="{46C39DD6-24CA-4AF2-B5AB-D8F1C2152466}" dt="2021-03-22T23:47:31.172" v="397" actId="20577"/>
          <ac:spMkLst>
            <pc:docMk/>
            <pc:sldMk cId="4271779200" sldId="530"/>
            <ac:spMk id="4" creationId="{9AD149C8-3005-45AF-8CE2-A15722118652}"/>
          </ac:spMkLst>
        </pc:spChg>
        <pc:spChg chg="del">
          <ac:chgData name="Alexandre Quach" userId="7bb690c8a6e028e4" providerId="LiveId" clId="{46C39DD6-24CA-4AF2-B5AB-D8F1C2152466}" dt="2021-03-22T23:47:05.791" v="322" actId="478"/>
          <ac:spMkLst>
            <pc:docMk/>
            <pc:sldMk cId="4271779200" sldId="530"/>
            <ac:spMk id="28" creationId="{18F476D4-06A8-43F4-B7CC-4B475AAC7251}"/>
          </ac:spMkLst>
        </pc:spChg>
        <pc:spChg chg="del">
          <ac:chgData name="Alexandre Quach" userId="7bb690c8a6e028e4" providerId="LiveId" clId="{46C39DD6-24CA-4AF2-B5AB-D8F1C2152466}" dt="2021-03-22T23:47:05.791" v="322" actId="478"/>
          <ac:spMkLst>
            <pc:docMk/>
            <pc:sldMk cId="4271779200" sldId="530"/>
            <ac:spMk id="29" creationId="{93055D8E-A54B-4CF7-800C-812615E59973}"/>
          </ac:spMkLst>
        </pc:spChg>
        <pc:spChg chg="del">
          <ac:chgData name="Alexandre Quach" userId="7bb690c8a6e028e4" providerId="LiveId" clId="{46C39DD6-24CA-4AF2-B5AB-D8F1C2152466}" dt="2021-03-22T23:47:05.791" v="322" actId="478"/>
          <ac:spMkLst>
            <pc:docMk/>
            <pc:sldMk cId="4271779200" sldId="530"/>
            <ac:spMk id="30" creationId="{7052C8B6-E067-4C6C-BEDA-1815EC3D0120}"/>
          </ac:spMkLst>
        </pc:spChg>
        <pc:spChg chg="del">
          <ac:chgData name="Alexandre Quach" userId="7bb690c8a6e028e4" providerId="LiveId" clId="{46C39DD6-24CA-4AF2-B5AB-D8F1C2152466}" dt="2021-03-22T23:47:05.791" v="322" actId="478"/>
          <ac:spMkLst>
            <pc:docMk/>
            <pc:sldMk cId="4271779200" sldId="530"/>
            <ac:spMk id="31" creationId="{72A53D43-D3EC-48CA-AD04-9D2C4EC6A39B}"/>
          </ac:spMkLst>
        </pc:spChg>
        <pc:spChg chg="del">
          <ac:chgData name="Alexandre Quach" userId="7bb690c8a6e028e4" providerId="LiveId" clId="{46C39DD6-24CA-4AF2-B5AB-D8F1C2152466}" dt="2021-03-22T23:47:05.791" v="322" actId="478"/>
          <ac:spMkLst>
            <pc:docMk/>
            <pc:sldMk cId="4271779200" sldId="530"/>
            <ac:spMk id="32" creationId="{2E8496D7-EC56-4DF7-90F0-4C918E8ACA45}"/>
          </ac:spMkLst>
        </pc:spChg>
        <pc:spChg chg="del">
          <ac:chgData name="Alexandre Quach" userId="7bb690c8a6e028e4" providerId="LiveId" clId="{46C39DD6-24CA-4AF2-B5AB-D8F1C2152466}" dt="2021-03-22T23:47:05.791" v="322" actId="478"/>
          <ac:spMkLst>
            <pc:docMk/>
            <pc:sldMk cId="4271779200" sldId="530"/>
            <ac:spMk id="33" creationId="{EFCDBFEA-9E35-4256-8004-26035A2B7EBE}"/>
          </ac:spMkLst>
        </pc:spChg>
        <pc:spChg chg="del">
          <ac:chgData name="Alexandre Quach" userId="7bb690c8a6e028e4" providerId="LiveId" clId="{46C39DD6-24CA-4AF2-B5AB-D8F1C2152466}" dt="2021-03-22T23:47:05.791" v="322" actId="478"/>
          <ac:spMkLst>
            <pc:docMk/>
            <pc:sldMk cId="4271779200" sldId="530"/>
            <ac:spMk id="34" creationId="{1BDC2183-2787-453B-88E9-4868D7BF7E1E}"/>
          </ac:spMkLst>
        </pc:spChg>
        <pc:spChg chg="del">
          <ac:chgData name="Alexandre Quach" userId="7bb690c8a6e028e4" providerId="LiveId" clId="{46C39DD6-24CA-4AF2-B5AB-D8F1C2152466}" dt="2021-03-22T23:47:05.791" v="322" actId="478"/>
          <ac:spMkLst>
            <pc:docMk/>
            <pc:sldMk cId="4271779200" sldId="530"/>
            <ac:spMk id="35" creationId="{4F39B9FF-EBA7-43D8-86E4-E0DC7014CB9C}"/>
          </ac:spMkLst>
        </pc:spChg>
        <pc:spChg chg="del">
          <ac:chgData name="Alexandre Quach" userId="7bb690c8a6e028e4" providerId="LiveId" clId="{46C39DD6-24CA-4AF2-B5AB-D8F1C2152466}" dt="2021-03-22T23:47:05.791" v="322" actId="478"/>
          <ac:spMkLst>
            <pc:docMk/>
            <pc:sldMk cId="4271779200" sldId="530"/>
            <ac:spMk id="36" creationId="{A829191A-5EF5-4877-A848-7FEF0D9011F2}"/>
          </ac:spMkLst>
        </pc:spChg>
        <pc:spChg chg="del">
          <ac:chgData name="Alexandre Quach" userId="7bb690c8a6e028e4" providerId="LiveId" clId="{46C39DD6-24CA-4AF2-B5AB-D8F1C2152466}" dt="2021-03-22T23:47:05.791" v="322" actId="478"/>
          <ac:spMkLst>
            <pc:docMk/>
            <pc:sldMk cId="4271779200" sldId="530"/>
            <ac:spMk id="37" creationId="{7319F1F2-1B4A-421C-9E22-8DE0A8A4FE5D}"/>
          </ac:spMkLst>
        </pc:spChg>
        <pc:spChg chg="del">
          <ac:chgData name="Alexandre Quach" userId="7bb690c8a6e028e4" providerId="LiveId" clId="{46C39DD6-24CA-4AF2-B5AB-D8F1C2152466}" dt="2021-03-22T23:47:05.791" v="322" actId="478"/>
          <ac:spMkLst>
            <pc:docMk/>
            <pc:sldMk cId="4271779200" sldId="530"/>
            <ac:spMk id="38" creationId="{D3C1AB60-E271-4E25-AA97-34B7FE53606E}"/>
          </ac:spMkLst>
        </pc:spChg>
        <pc:spChg chg="del">
          <ac:chgData name="Alexandre Quach" userId="7bb690c8a6e028e4" providerId="LiveId" clId="{46C39DD6-24CA-4AF2-B5AB-D8F1C2152466}" dt="2021-03-22T23:47:05.791" v="322" actId="478"/>
          <ac:spMkLst>
            <pc:docMk/>
            <pc:sldMk cId="4271779200" sldId="530"/>
            <ac:spMk id="39" creationId="{7C6BD57F-A6E6-4D51-B886-ABB2633FE3E6}"/>
          </ac:spMkLst>
        </pc:spChg>
        <pc:spChg chg="del">
          <ac:chgData name="Alexandre Quach" userId="7bb690c8a6e028e4" providerId="LiveId" clId="{46C39DD6-24CA-4AF2-B5AB-D8F1C2152466}" dt="2021-03-22T23:47:05.791" v="322" actId="478"/>
          <ac:spMkLst>
            <pc:docMk/>
            <pc:sldMk cId="4271779200" sldId="530"/>
            <ac:spMk id="40" creationId="{FF79E316-D69E-427A-A638-7998A9A61C14}"/>
          </ac:spMkLst>
        </pc:spChg>
        <pc:spChg chg="del">
          <ac:chgData name="Alexandre Quach" userId="7bb690c8a6e028e4" providerId="LiveId" clId="{46C39DD6-24CA-4AF2-B5AB-D8F1C2152466}" dt="2021-03-22T23:47:05.791" v="322" actId="478"/>
          <ac:spMkLst>
            <pc:docMk/>
            <pc:sldMk cId="4271779200" sldId="530"/>
            <ac:spMk id="41" creationId="{647F3E95-85D8-43DD-9E1B-CB3A780234D0}"/>
          </ac:spMkLst>
        </pc:spChg>
        <pc:spChg chg="del">
          <ac:chgData name="Alexandre Quach" userId="7bb690c8a6e028e4" providerId="LiveId" clId="{46C39DD6-24CA-4AF2-B5AB-D8F1C2152466}" dt="2021-03-22T23:47:05.791" v="322" actId="478"/>
          <ac:spMkLst>
            <pc:docMk/>
            <pc:sldMk cId="4271779200" sldId="530"/>
            <ac:spMk id="42" creationId="{F0765EDE-ACD0-407A-83F7-9F318BF17A2E}"/>
          </ac:spMkLst>
        </pc:spChg>
        <pc:spChg chg="del">
          <ac:chgData name="Alexandre Quach" userId="7bb690c8a6e028e4" providerId="LiveId" clId="{46C39DD6-24CA-4AF2-B5AB-D8F1C2152466}" dt="2021-03-22T23:47:05.791" v="322" actId="478"/>
          <ac:spMkLst>
            <pc:docMk/>
            <pc:sldMk cId="4271779200" sldId="530"/>
            <ac:spMk id="43" creationId="{7BED54AE-FB49-4C6F-94EB-1E6522F2BC1A}"/>
          </ac:spMkLst>
        </pc:spChg>
        <pc:spChg chg="add mod">
          <ac:chgData name="Alexandre Quach" userId="7bb690c8a6e028e4" providerId="LiveId" clId="{46C39DD6-24CA-4AF2-B5AB-D8F1C2152466}" dt="2021-03-22T23:48:01.084" v="403" actId="1076"/>
          <ac:spMkLst>
            <pc:docMk/>
            <pc:sldMk cId="4271779200" sldId="530"/>
            <ac:spMk id="52" creationId="{DB6093E3-F4D7-4D32-8497-ACC7CDEDB777}"/>
          </ac:spMkLst>
        </pc:spChg>
        <pc:spChg chg="add mod">
          <ac:chgData name="Alexandre Quach" userId="7bb690c8a6e028e4" providerId="LiveId" clId="{46C39DD6-24CA-4AF2-B5AB-D8F1C2152466}" dt="2021-03-22T23:48:01.084" v="403" actId="1076"/>
          <ac:spMkLst>
            <pc:docMk/>
            <pc:sldMk cId="4271779200" sldId="530"/>
            <ac:spMk id="53" creationId="{49CB435A-225C-4BB5-AD44-0219987C72CC}"/>
          </ac:spMkLst>
        </pc:spChg>
        <pc:spChg chg="add mod">
          <ac:chgData name="Alexandre Quach" userId="7bb690c8a6e028e4" providerId="LiveId" clId="{46C39DD6-24CA-4AF2-B5AB-D8F1C2152466}" dt="2021-03-22T23:48:01.084" v="403" actId="1076"/>
          <ac:spMkLst>
            <pc:docMk/>
            <pc:sldMk cId="4271779200" sldId="530"/>
            <ac:spMk id="54" creationId="{5FBA71F2-BB26-44F6-AC59-0FA08B5AD438}"/>
          </ac:spMkLst>
        </pc:spChg>
        <pc:spChg chg="add mod">
          <ac:chgData name="Alexandre Quach" userId="7bb690c8a6e028e4" providerId="LiveId" clId="{46C39DD6-24CA-4AF2-B5AB-D8F1C2152466}" dt="2021-03-22T23:48:01.084" v="403" actId="1076"/>
          <ac:spMkLst>
            <pc:docMk/>
            <pc:sldMk cId="4271779200" sldId="530"/>
            <ac:spMk id="55" creationId="{2CE01127-6291-4E1E-93A5-9CF857A6892E}"/>
          </ac:spMkLst>
        </pc:spChg>
        <pc:spChg chg="add mod">
          <ac:chgData name="Alexandre Quach" userId="7bb690c8a6e028e4" providerId="LiveId" clId="{46C39DD6-24CA-4AF2-B5AB-D8F1C2152466}" dt="2021-03-22T23:48:01.084" v="403" actId="1076"/>
          <ac:spMkLst>
            <pc:docMk/>
            <pc:sldMk cId="4271779200" sldId="530"/>
            <ac:spMk id="56" creationId="{CF97221D-AACA-4C21-9D53-C2577C3E9EEB}"/>
          </ac:spMkLst>
        </pc:spChg>
        <pc:spChg chg="add mod">
          <ac:chgData name="Alexandre Quach" userId="7bb690c8a6e028e4" providerId="LiveId" clId="{46C39DD6-24CA-4AF2-B5AB-D8F1C2152466}" dt="2021-03-22T23:48:01.084" v="403" actId="1076"/>
          <ac:spMkLst>
            <pc:docMk/>
            <pc:sldMk cId="4271779200" sldId="530"/>
            <ac:spMk id="57" creationId="{A91FD318-D09C-4B68-96F6-C7366CA3FF2D}"/>
          </ac:spMkLst>
        </pc:spChg>
        <pc:spChg chg="add mod">
          <ac:chgData name="Alexandre Quach" userId="7bb690c8a6e028e4" providerId="LiveId" clId="{46C39DD6-24CA-4AF2-B5AB-D8F1C2152466}" dt="2021-03-22T23:48:01.084" v="403" actId="1076"/>
          <ac:spMkLst>
            <pc:docMk/>
            <pc:sldMk cId="4271779200" sldId="530"/>
            <ac:spMk id="58" creationId="{2664AAE1-F436-4D16-A4C5-D21C3B88C61E}"/>
          </ac:spMkLst>
        </pc:spChg>
        <pc:spChg chg="add mod">
          <ac:chgData name="Alexandre Quach" userId="7bb690c8a6e028e4" providerId="LiveId" clId="{46C39DD6-24CA-4AF2-B5AB-D8F1C2152466}" dt="2021-03-22T23:48:01.084" v="403" actId="1076"/>
          <ac:spMkLst>
            <pc:docMk/>
            <pc:sldMk cId="4271779200" sldId="530"/>
            <ac:spMk id="59" creationId="{8EB4BEFA-B3D4-4FF0-BE9C-F119ADB68E2E}"/>
          </ac:spMkLst>
        </pc:spChg>
        <pc:spChg chg="add mod">
          <ac:chgData name="Alexandre Quach" userId="7bb690c8a6e028e4" providerId="LiveId" clId="{46C39DD6-24CA-4AF2-B5AB-D8F1C2152466}" dt="2021-03-22T23:48:01.084" v="403" actId="1076"/>
          <ac:spMkLst>
            <pc:docMk/>
            <pc:sldMk cId="4271779200" sldId="530"/>
            <ac:spMk id="60" creationId="{71B830DF-0FE9-4840-B2FF-CC6231F1F1AD}"/>
          </ac:spMkLst>
        </pc:spChg>
        <pc:spChg chg="add mod">
          <ac:chgData name="Alexandre Quach" userId="7bb690c8a6e028e4" providerId="LiveId" clId="{46C39DD6-24CA-4AF2-B5AB-D8F1C2152466}" dt="2021-03-22T23:48:01.084" v="403" actId="1076"/>
          <ac:spMkLst>
            <pc:docMk/>
            <pc:sldMk cId="4271779200" sldId="530"/>
            <ac:spMk id="61" creationId="{97746F59-125B-414E-BB18-87614F74B273}"/>
          </ac:spMkLst>
        </pc:spChg>
        <pc:spChg chg="add mod">
          <ac:chgData name="Alexandre Quach" userId="7bb690c8a6e028e4" providerId="LiveId" clId="{46C39DD6-24CA-4AF2-B5AB-D8F1C2152466}" dt="2021-03-22T23:48:01.084" v="403" actId="1076"/>
          <ac:spMkLst>
            <pc:docMk/>
            <pc:sldMk cId="4271779200" sldId="530"/>
            <ac:spMk id="62" creationId="{9CE3ED25-357C-4762-9CCC-BBCE6BF066FE}"/>
          </ac:spMkLst>
        </pc:spChg>
        <pc:spChg chg="add mod">
          <ac:chgData name="Alexandre Quach" userId="7bb690c8a6e028e4" providerId="LiveId" clId="{46C39DD6-24CA-4AF2-B5AB-D8F1C2152466}" dt="2021-03-22T23:48:01.084" v="403" actId="1076"/>
          <ac:spMkLst>
            <pc:docMk/>
            <pc:sldMk cId="4271779200" sldId="530"/>
            <ac:spMk id="63" creationId="{EC3D393E-888A-4AA3-B4D2-49A9647F2B79}"/>
          </ac:spMkLst>
        </pc:spChg>
        <pc:spChg chg="add mod">
          <ac:chgData name="Alexandre Quach" userId="7bb690c8a6e028e4" providerId="LiveId" clId="{46C39DD6-24CA-4AF2-B5AB-D8F1C2152466}" dt="2021-03-22T23:48:04.701" v="405" actId="1076"/>
          <ac:spMkLst>
            <pc:docMk/>
            <pc:sldMk cId="4271779200" sldId="530"/>
            <ac:spMk id="64" creationId="{04EA10CF-C34E-4C91-A6E0-A99F65A26B3F}"/>
          </ac:spMkLst>
        </pc:spChg>
        <pc:spChg chg="add mod">
          <ac:chgData name="Alexandre Quach" userId="7bb690c8a6e028e4" providerId="LiveId" clId="{46C39DD6-24CA-4AF2-B5AB-D8F1C2152466}" dt="2021-03-22T23:48:04.701" v="405" actId="1076"/>
          <ac:spMkLst>
            <pc:docMk/>
            <pc:sldMk cId="4271779200" sldId="530"/>
            <ac:spMk id="65" creationId="{F3B2724D-9B49-43A9-AD2D-B6410F5B9CF6}"/>
          </ac:spMkLst>
        </pc:spChg>
        <pc:spChg chg="add mod">
          <ac:chgData name="Alexandre Quach" userId="7bb690c8a6e028e4" providerId="LiveId" clId="{46C39DD6-24CA-4AF2-B5AB-D8F1C2152466}" dt="2021-03-22T23:48:04.701" v="405" actId="1076"/>
          <ac:spMkLst>
            <pc:docMk/>
            <pc:sldMk cId="4271779200" sldId="530"/>
            <ac:spMk id="66" creationId="{D01C9E27-F2EA-46DB-9312-FA6BB787B502}"/>
          </ac:spMkLst>
        </pc:spChg>
        <pc:spChg chg="add mod">
          <ac:chgData name="Alexandre Quach" userId="7bb690c8a6e028e4" providerId="LiveId" clId="{46C39DD6-24CA-4AF2-B5AB-D8F1C2152466}" dt="2021-03-22T23:48:04.701" v="405" actId="1076"/>
          <ac:spMkLst>
            <pc:docMk/>
            <pc:sldMk cId="4271779200" sldId="530"/>
            <ac:spMk id="67" creationId="{CABC395C-F9D9-43C2-A950-5A721CD0814E}"/>
          </ac:spMkLst>
        </pc:spChg>
        <pc:spChg chg="add mod">
          <ac:chgData name="Alexandre Quach" userId="7bb690c8a6e028e4" providerId="LiveId" clId="{46C39DD6-24CA-4AF2-B5AB-D8F1C2152466}" dt="2021-03-22T23:48:04.701" v="405" actId="1076"/>
          <ac:spMkLst>
            <pc:docMk/>
            <pc:sldMk cId="4271779200" sldId="530"/>
            <ac:spMk id="68" creationId="{03A1692D-7CD2-4E15-9268-9AC9D1D9322C}"/>
          </ac:spMkLst>
        </pc:spChg>
        <pc:spChg chg="add mod">
          <ac:chgData name="Alexandre Quach" userId="7bb690c8a6e028e4" providerId="LiveId" clId="{46C39DD6-24CA-4AF2-B5AB-D8F1C2152466}" dt="2021-03-22T23:48:04.701" v="405" actId="1076"/>
          <ac:spMkLst>
            <pc:docMk/>
            <pc:sldMk cId="4271779200" sldId="530"/>
            <ac:spMk id="69" creationId="{654D24DF-1A3D-4B5A-B52E-BB2B73133E7C}"/>
          </ac:spMkLst>
        </pc:spChg>
        <pc:spChg chg="add mod">
          <ac:chgData name="Alexandre Quach" userId="7bb690c8a6e028e4" providerId="LiveId" clId="{46C39DD6-24CA-4AF2-B5AB-D8F1C2152466}" dt="2021-03-22T23:48:04.701" v="405" actId="1076"/>
          <ac:spMkLst>
            <pc:docMk/>
            <pc:sldMk cId="4271779200" sldId="530"/>
            <ac:spMk id="70" creationId="{26FF507E-4D83-4DA6-83AF-AFFF6395FCEC}"/>
          </ac:spMkLst>
        </pc:spChg>
        <pc:spChg chg="add mod">
          <ac:chgData name="Alexandre Quach" userId="7bb690c8a6e028e4" providerId="LiveId" clId="{46C39DD6-24CA-4AF2-B5AB-D8F1C2152466}" dt="2021-03-22T23:48:04.701" v="405" actId="1076"/>
          <ac:spMkLst>
            <pc:docMk/>
            <pc:sldMk cId="4271779200" sldId="530"/>
            <ac:spMk id="71" creationId="{799DAD41-B434-4868-A115-E85C72F82D1F}"/>
          </ac:spMkLst>
        </pc:spChg>
        <pc:spChg chg="add mod">
          <ac:chgData name="Alexandre Quach" userId="7bb690c8a6e028e4" providerId="LiveId" clId="{46C39DD6-24CA-4AF2-B5AB-D8F1C2152466}" dt="2021-03-22T23:48:04.701" v="405" actId="1076"/>
          <ac:spMkLst>
            <pc:docMk/>
            <pc:sldMk cId="4271779200" sldId="530"/>
            <ac:spMk id="72" creationId="{1008BA72-3122-4743-88E3-B08535933CD8}"/>
          </ac:spMkLst>
        </pc:spChg>
        <pc:spChg chg="add mod">
          <ac:chgData name="Alexandre Quach" userId="7bb690c8a6e028e4" providerId="LiveId" clId="{46C39DD6-24CA-4AF2-B5AB-D8F1C2152466}" dt="2021-03-22T23:48:04.701" v="405" actId="1076"/>
          <ac:spMkLst>
            <pc:docMk/>
            <pc:sldMk cId="4271779200" sldId="530"/>
            <ac:spMk id="73" creationId="{E2DE84A3-5A78-4B64-B3C5-9CDBF00469AA}"/>
          </ac:spMkLst>
        </pc:spChg>
        <pc:spChg chg="add mod">
          <ac:chgData name="Alexandre Quach" userId="7bb690c8a6e028e4" providerId="LiveId" clId="{46C39DD6-24CA-4AF2-B5AB-D8F1C2152466}" dt="2021-03-22T23:48:04.701" v="405" actId="1076"/>
          <ac:spMkLst>
            <pc:docMk/>
            <pc:sldMk cId="4271779200" sldId="530"/>
            <ac:spMk id="74" creationId="{98B0602C-16B0-47E8-BB36-1F23DF3B4ADA}"/>
          </ac:spMkLst>
        </pc:spChg>
        <pc:spChg chg="add mod">
          <ac:chgData name="Alexandre Quach" userId="7bb690c8a6e028e4" providerId="LiveId" clId="{46C39DD6-24CA-4AF2-B5AB-D8F1C2152466}" dt="2021-03-22T23:48:04.701" v="405" actId="1076"/>
          <ac:spMkLst>
            <pc:docMk/>
            <pc:sldMk cId="4271779200" sldId="530"/>
            <ac:spMk id="75" creationId="{D73F945B-763E-44B3-9A07-0BDC9D4B20A6}"/>
          </ac:spMkLst>
        </pc:spChg>
        <pc:grpChg chg="add mod">
          <ac:chgData name="Alexandre Quach" userId="7bb690c8a6e028e4" providerId="LiveId" clId="{46C39DD6-24CA-4AF2-B5AB-D8F1C2152466}" dt="2021-03-22T23:47:44.564" v="400" actId="1076"/>
          <ac:grpSpMkLst>
            <pc:docMk/>
            <pc:sldMk cId="4271779200" sldId="530"/>
            <ac:grpSpMk id="44" creationId="{B75AD456-6B0F-4AEC-84A8-1D0E9553CFED}"/>
          </ac:grpSpMkLst>
        </pc:grpChg>
        <pc:graphicFrameChg chg="mod">
          <ac:chgData name="Alexandre Quach" userId="7bb690c8a6e028e4" providerId="LiveId" clId="{46C39DD6-24CA-4AF2-B5AB-D8F1C2152466}" dt="2021-03-22T23:47:38.026" v="398"/>
          <ac:graphicFrameMkLst>
            <pc:docMk/>
            <pc:sldMk cId="4271779200" sldId="530"/>
            <ac:graphicFrameMk id="45" creationId="{3878AE0F-AB94-4FEF-B73F-E9EF1604749A}"/>
          </ac:graphicFrameMkLst>
        </pc:graphicFrameChg>
        <pc:picChg chg="del">
          <ac:chgData name="Alexandre Quach" userId="7bb690c8a6e028e4" providerId="LiveId" clId="{46C39DD6-24CA-4AF2-B5AB-D8F1C2152466}" dt="2021-03-22T23:47:07.630" v="323" actId="478"/>
          <ac:picMkLst>
            <pc:docMk/>
            <pc:sldMk cId="4271779200" sldId="530"/>
            <ac:picMk id="22" creationId="{1744ACE3-F41C-4ADE-A226-E6D461A95C1C}"/>
          </ac:picMkLst>
        </pc:picChg>
        <pc:picChg chg="del">
          <ac:chgData name="Alexandre Quach" userId="7bb690c8a6e028e4" providerId="LiveId" clId="{46C39DD6-24CA-4AF2-B5AB-D8F1C2152466}" dt="2021-03-22T23:47:05.791" v="322" actId="478"/>
          <ac:picMkLst>
            <pc:docMk/>
            <pc:sldMk cId="4271779200" sldId="530"/>
            <ac:picMk id="23" creationId="{6FB9F748-1D2B-4E6C-BCE0-F2383C3B4A2F}"/>
          </ac:picMkLst>
        </pc:picChg>
        <pc:picChg chg="del">
          <ac:chgData name="Alexandre Quach" userId="7bb690c8a6e028e4" providerId="LiveId" clId="{46C39DD6-24CA-4AF2-B5AB-D8F1C2152466}" dt="2021-03-22T23:47:05.791" v="322" actId="478"/>
          <ac:picMkLst>
            <pc:docMk/>
            <pc:sldMk cId="4271779200" sldId="530"/>
            <ac:picMk id="24" creationId="{9A4F0136-8274-467A-95AB-466DE45CA4C2}"/>
          </ac:picMkLst>
        </pc:picChg>
        <pc:picChg chg="del">
          <ac:chgData name="Alexandre Quach" userId="7bb690c8a6e028e4" providerId="LiveId" clId="{46C39DD6-24CA-4AF2-B5AB-D8F1C2152466}" dt="2021-03-22T23:47:05.791" v="322" actId="478"/>
          <ac:picMkLst>
            <pc:docMk/>
            <pc:sldMk cId="4271779200" sldId="530"/>
            <ac:picMk id="25" creationId="{0B0AD7B1-7706-4EFF-9052-8FED741F5628}"/>
          </ac:picMkLst>
        </pc:picChg>
        <pc:picChg chg="del">
          <ac:chgData name="Alexandre Quach" userId="7bb690c8a6e028e4" providerId="LiveId" clId="{46C39DD6-24CA-4AF2-B5AB-D8F1C2152466}" dt="2021-03-22T23:47:05.791" v="322" actId="478"/>
          <ac:picMkLst>
            <pc:docMk/>
            <pc:sldMk cId="4271779200" sldId="530"/>
            <ac:picMk id="26" creationId="{36AC946F-20AB-4744-BD2A-C6C4B25CCDA4}"/>
          </ac:picMkLst>
        </pc:picChg>
        <pc:picChg chg="del">
          <ac:chgData name="Alexandre Quach" userId="7bb690c8a6e028e4" providerId="LiveId" clId="{46C39DD6-24CA-4AF2-B5AB-D8F1C2152466}" dt="2021-03-22T23:47:05.791" v="322" actId="478"/>
          <ac:picMkLst>
            <pc:docMk/>
            <pc:sldMk cId="4271779200" sldId="530"/>
            <ac:picMk id="27" creationId="{DF96BF0F-FD71-4E54-B2F3-E9C0001ABD93}"/>
          </ac:picMkLst>
        </pc:picChg>
        <pc:picChg chg="mod">
          <ac:chgData name="Alexandre Quach" userId="7bb690c8a6e028e4" providerId="LiveId" clId="{46C39DD6-24CA-4AF2-B5AB-D8F1C2152466}" dt="2021-03-22T23:47:38.026" v="398"/>
          <ac:picMkLst>
            <pc:docMk/>
            <pc:sldMk cId="4271779200" sldId="530"/>
            <ac:picMk id="46" creationId="{587CB0C6-4F5D-40AC-948D-6BBCFFCB4E81}"/>
          </ac:picMkLst>
        </pc:picChg>
        <pc:picChg chg="mod">
          <ac:chgData name="Alexandre Quach" userId="7bb690c8a6e028e4" providerId="LiveId" clId="{46C39DD6-24CA-4AF2-B5AB-D8F1C2152466}" dt="2021-03-22T23:47:38.026" v="398"/>
          <ac:picMkLst>
            <pc:docMk/>
            <pc:sldMk cId="4271779200" sldId="530"/>
            <ac:picMk id="47" creationId="{541A6CBE-7AF9-402C-9012-0A4D4883F4AC}"/>
          </ac:picMkLst>
        </pc:picChg>
        <pc:picChg chg="mod">
          <ac:chgData name="Alexandre Quach" userId="7bb690c8a6e028e4" providerId="LiveId" clId="{46C39DD6-24CA-4AF2-B5AB-D8F1C2152466}" dt="2021-03-22T23:47:38.026" v="398"/>
          <ac:picMkLst>
            <pc:docMk/>
            <pc:sldMk cId="4271779200" sldId="530"/>
            <ac:picMk id="48" creationId="{B2DF3C1F-B876-4368-B471-5477B90CB3C2}"/>
          </ac:picMkLst>
        </pc:picChg>
        <pc:picChg chg="mod">
          <ac:chgData name="Alexandre Quach" userId="7bb690c8a6e028e4" providerId="LiveId" clId="{46C39DD6-24CA-4AF2-B5AB-D8F1C2152466}" dt="2021-03-22T23:47:38.026" v="398"/>
          <ac:picMkLst>
            <pc:docMk/>
            <pc:sldMk cId="4271779200" sldId="530"/>
            <ac:picMk id="49" creationId="{EB67598D-AFC7-44A1-9483-54396BB4485B}"/>
          </ac:picMkLst>
        </pc:picChg>
        <pc:picChg chg="mod">
          <ac:chgData name="Alexandre Quach" userId="7bb690c8a6e028e4" providerId="LiveId" clId="{46C39DD6-24CA-4AF2-B5AB-D8F1C2152466}" dt="2021-03-22T23:47:38.026" v="398"/>
          <ac:picMkLst>
            <pc:docMk/>
            <pc:sldMk cId="4271779200" sldId="530"/>
            <ac:picMk id="50" creationId="{59CBA372-570E-43A8-A957-59FD1FB763BA}"/>
          </ac:picMkLst>
        </pc:picChg>
        <pc:picChg chg="mod">
          <ac:chgData name="Alexandre Quach" userId="7bb690c8a6e028e4" providerId="LiveId" clId="{46C39DD6-24CA-4AF2-B5AB-D8F1C2152466}" dt="2021-03-22T23:47:38.026" v="398"/>
          <ac:picMkLst>
            <pc:docMk/>
            <pc:sldMk cId="4271779200" sldId="530"/>
            <ac:picMk id="51" creationId="{43ACF861-67B9-442D-91BF-29CA377747FF}"/>
          </ac:picMkLst>
        </pc:picChg>
      </pc:sldChg>
      <pc:sldChg chg="addSp delSp modSp add mod ord setBg">
        <pc:chgData name="Alexandre Quach" userId="7bb690c8a6e028e4" providerId="LiveId" clId="{46C39DD6-24CA-4AF2-B5AB-D8F1C2152466}" dt="2021-03-23T12:16:26.418" v="1181" actId="1076"/>
        <pc:sldMkLst>
          <pc:docMk/>
          <pc:sldMk cId="245780579" sldId="531"/>
        </pc:sldMkLst>
        <pc:spChg chg="mod">
          <ac:chgData name="Alexandre Quach" userId="7bb690c8a6e028e4" providerId="LiveId" clId="{46C39DD6-24CA-4AF2-B5AB-D8F1C2152466}" dt="2021-03-22T23:50:04.238" v="595" actId="404"/>
          <ac:spMkLst>
            <pc:docMk/>
            <pc:sldMk cId="245780579" sldId="531"/>
            <ac:spMk id="4" creationId="{9AD149C8-3005-45AF-8CE2-A15722118652}"/>
          </ac:spMkLst>
        </pc:spChg>
        <pc:spChg chg="mod">
          <ac:chgData name="Alexandre Quach" userId="7bb690c8a6e028e4" providerId="LiveId" clId="{46C39DD6-24CA-4AF2-B5AB-D8F1C2152466}" dt="2021-03-22T23:51:54.212" v="739" actId="207"/>
          <ac:spMkLst>
            <pc:docMk/>
            <pc:sldMk cId="245780579" sldId="531"/>
            <ac:spMk id="52" creationId="{DB6093E3-F4D7-4D32-8497-ACC7CDEDB777}"/>
          </ac:spMkLst>
        </pc:spChg>
        <pc:spChg chg="mod">
          <ac:chgData name="Alexandre Quach" userId="7bb690c8a6e028e4" providerId="LiveId" clId="{46C39DD6-24CA-4AF2-B5AB-D8F1C2152466}" dt="2021-03-22T23:51:54.212" v="739" actId="207"/>
          <ac:spMkLst>
            <pc:docMk/>
            <pc:sldMk cId="245780579" sldId="531"/>
            <ac:spMk id="53" creationId="{49CB435A-225C-4BB5-AD44-0219987C72CC}"/>
          </ac:spMkLst>
        </pc:spChg>
        <pc:spChg chg="mod">
          <ac:chgData name="Alexandre Quach" userId="7bb690c8a6e028e4" providerId="LiveId" clId="{46C39DD6-24CA-4AF2-B5AB-D8F1C2152466}" dt="2021-03-22T23:51:54.212" v="739" actId="207"/>
          <ac:spMkLst>
            <pc:docMk/>
            <pc:sldMk cId="245780579" sldId="531"/>
            <ac:spMk id="54" creationId="{5FBA71F2-BB26-44F6-AC59-0FA08B5AD438}"/>
          </ac:spMkLst>
        </pc:spChg>
        <pc:spChg chg="add del mod">
          <ac:chgData name="Alexandre Quach" userId="7bb690c8a6e028e4" providerId="LiveId" clId="{46C39DD6-24CA-4AF2-B5AB-D8F1C2152466}" dt="2021-03-22T23:51:06.275" v="687" actId="1076"/>
          <ac:spMkLst>
            <pc:docMk/>
            <pc:sldMk cId="245780579" sldId="531"/>
            <ac:spMk id="55" creationId="{2CE01127-6291-4E1E-93A5-9CF857A6892E}"/>
          </ac:spMkLst>
        </pc:spChg>
        <pc:spChg chg="add del mod">
          <ac:chgData name="Alexandre Quach" userId="7bb690c8a6e028e4" providerId="LiveId" clId="{46C39DD6-24CA-4AF2-B5AB-D8F1C2152466}" dt="2021-03-23T12:16:12.112" v="1174" actId="1076"/>
          <ac:spMkLst>
            <pc:docMk/>
            <pc:sldMk cId="245780579" sldId="531"/>
            <ac:spMk id="56" creationId="{CF97221D-AACA-4C21-9D53-C2577C3E9EEB}"/>
          </ac:spMkLst>
        </pc:spChg>
        <pc:spChg chg="add del mod">
          <ac:chgData name="Alexandre Quach" userId="7bb690c8a6e028e4" providerId="LiveId" clId="{46C39DD6-24CA-4AF2-B5AB-D8F1C2152466}" dt="2021-03-22T23:51:21.395" v="694" actId="1076"/>
          <ac:spMkLst>
            <pc:docMk/>
            <pc:sldMk cId="245780579" sldId="531"/>
            <ac:spMk id="57" creationId="{A91FD318-D09C-4B68-96F6-C7366CA3FF2D}"/>
          </ac:spMkLst>
        </pc:spChg>
        <pc:spChg chg="add del mod">
          <ac:chgData name="Alexandre Quach" userId="7bb690c8a6e028e4" providerId="LiveId" clId="{46C39DD6-24CA-4AF2-B5AB-D8F1C2152466}" dt="2021-03-22T23:51:14.444" v="691" actId="478"/>
          <ac:spMkLst>
            <pc:docMk/>
            <pc:sldMk cId="245780579" sldId="531"/>
            <ac:spMk id="58" creationId="{2664AAE1-F436-4D16-A4C5-D21C3B88C61E}"/>
          </ac:spMkLst>
        </pc:spChg>
        <pc:spChg chg="add del mod">
          <ac:chgData name="Alexandre Quach" userId="7bb690c8a6e028e4" providerId="LiveId" clId="{46C39DD6-24CA-4AF2-B5AB-D8F1C2152466}" dt="2021-03-22T23:51:16.156" v="692" actId="1076"/>
          <ac:spMkLst>
            <pc:docMk/>
            <pc:sldMk cId="245780579" sldId="531"/>
            <ac:spMk id="59" creationId="{8EB4BEFA-B3D4-4FF0-BE9C-F119ADB68E2E}"/>
          </ac:spMkLst>
        </pc:spChg>
        <pc:spChg chg="add del mod">
          <ac:chgData name="Alexandre Quach" userId="7bb690c8a6e028e4" providerId="LiveId" clId="{46C39DD6-24CA-4AF2-B5AB-D8F1C2152466}" dt="2021-03-22T23:51:19.500" v="693" actId="1076"/>
          <ac:spMkLst>
            <pc:docMk/>
            <pc:sldMk cId="245780579" sldId="531"/>
            <ac:spMk id="60" creationId="{71B830DF-0FE9-4840-B2FF-CC6231F1F1AD}"/>
          </ac:spMkLst>
        </pc:spChg>
        <pc:spChg chg="add del mod">
          <ac:chgData name="Alexandre Quach" userId="7bb690c8a6e028e4" providerId="LiveId" clId="{46C39DD6-24CA-4AF2-B5AB-D8F1C2152466}" dt="2021-03-23T12:16:26.418" v="1181" actId="1076"/>
          <ac:spMkLst>
            <pc:docMk/>
            <pc:sldMk cId="245780579" sldId="531"/>
            <ac:spMk id="61" creationId="{97746F59-125B-414E-BB18-87614F74B273}"/>
          </ac:spMkLst>
        </pc:spChg>
        <pc:spChg chg="add del mod">
          <ac:chgData name="Alexandre Quach" userId="7bb690c8a6e028e4" providerId="LiveId" clId="{46C39DD6-24CA-4AF2-B5AB-D8F1C2152466}" dt="2021-03-23T12:16:23.871" v="1179" actId="1076"/>
          <ac:spMkLst>
            <pc:docMk/>
            <pc:sldMk cId="245780579" sldId="531"/>
            <ac:spMk id="62" creationId="{9CE3ED25-357C-4762-9CCC-BBCE6BF066FE}"/>
          </ac:spMkLst>
        </pc:spChg>
        <pc:spChg chg="add del mod">
          <ac:chgData name="Alexandre Quach" userId="7bb690c8a6e028e4" providerId="LiveId" clId="{46C39DD6-24CA-4AF2-B5AB-D8F1C2152466}" dt="2021-03-23T12:16:25.058" v="1180" actId="1076"/>
          <ac:spMkLst>
            <pc:docMk/>
            <pc:sldMk cId="245780579" sldId="531"/>
            <ac:spMk id="63" creationId="{EC3D393E-888A-4AA3-B4D2-49A9647F2B79}"/>
          </ac:spMkLst>
        </pc:spChg>
        <pc:spChg chg="del">
          <ac:chgData name="Alexandre Quach" userId="7bb690c8a6e028e4" providerId="LiveId" clId="{46C39DD6-24CA-4AF2-B5AB-D8F1C2152466}" dt="2021-03-22T23:48:54.086" v="407" actId="478"/>
          <ac:spMkLst>
            <pc:docMk/>
            <pc:sldMk cId="245780579" sldId="531"/>
            <ac:spMk id="64" creationId="{04EA10CF-C34E-4C91-A6E0-A99F65A26B3F}"/>
          </ac:spMkLst>
        </pc:spChg>
        <pc:spChg chg="del">
          <ac:chgData name="Alexandre Quach" userId="7bb690c8a6e028e4" providerId="LiveId" clId="{46C39DD6-24CA-4AF2-B5AB-D8F1C2152466}" dt="2021-03-22T23:48:54.086" v="407" actId="478"/>
          <ac:spMkLst>
            <pc:docMk/>
            <pc:sldMk cId="245780579" sldId="531"/>
            <ac:spMk id="65" creationId="{F3B2724D-9B49-43A9-AD2D-B6410F5B9CF6}"/>
          </ac:spMkLst>
        </pc:spChg>
        <pc:spChg chg="del">
          <ac:chgData name="Alexandre Quach" userId="7bb690c8a6e028e4" providerId="LiveId" clId="{46C39DD6-24CA-4AF2-B5AB-D8F1C2152466}" dt="2021-03-22T23:48:54.086" v="407" actId="478"/>
          <ac:spMkLst>
            <pc:docMk/>
            <pc:sldMk cId="245780579" sldId="531"/>
            <ac:spMk id="66" creationId="{D01C9E27-F2EA-46DB-9312-FA6BB787B502}"/>
          </ac:spMkLst>
        </pc:spChg>
        <pc:spChg chg="del">
          <ac:chgData name="Alexandre Quach" userId="7bb690c8a6e028e4" providerId="LiveId" clId="{46C39DD6-24CA-4AF2-B5AB-D8F1C2152466}" dt="2021-03-22T23:48:54.086" v="407" actId="478"/>
          <ac:spMkLst>
            <pc:docMk/>
            <pc:sldMk cId="245780579" sldId="531"/>
            <ac:spMk id="67" creationId="{CABC395C-F9D9-43C2-A950-5A721CD0814E}"/>
          </ac:spMkLst>
        </pc:spChg>
        <pc:spChg chg="del">
          <ac:chgData name="Alexandre Quach" userId="7bb690c8a6e028e4" providerId="LiveId" clId="{46C39DD6-24CA-4AF2-B5AB-D8F1C2152466}" dt="2021-03-22T23:48:54.086" v="407" actId="478"/>
          <ac:spMkLst>
            <pc:docMk/>
            <pc:sldMk cId="245780579" sldId="531"/>
            <ac:spMk id="68" creationId="{03A1692D-7CD2-4E15-9268-9AC9D1D9322C}"/>
          </ac:spMkLst>
        </pc:spChg>
        <pc:spChg chg="del">
          <ac:chgData name="Alexandre Quach" userId="7bb690c8a6e028e4" providerId="LiveId" clId="{46C39DD6-24CA-4AF2-B5AB-D8F1C2152466}" dt="2021-03-22T23:48:54.086" v="407" actId="478"/>
          <ac:spMkLst>
            <pc:docMk/>
            <pc:sldMk cId="245780579" sldId="531"/>
            <ac:spMk id="69" creationId="{654D24DF-1A3D-4B5A-B52E-BB2B73133E7C}"/>
          </ac:spMkLst>
        </pc:spChg>
        <pc:spChg chg="del">
          <ac:chgData name="Alexandre Quach" userId="7bb690c8a6e028e4" providerId="LiveId" clId="{46C39DD6-24CA-4AF2-B5AB-D8F1C2152466}" dt="2021-03-22T23:48:54.086" v="407" actId="478"/>
          <ac:spMkLst>
            <pc:docMk/>
            <pc:sldMk cId="245780579" sldId="531"/>
            <ac:spMk id="70" creationId="{26FF507E-4D83-4DA6-83AF-AFFF6395FCEC}"/>
          </ac:spMkLst>
        </pc:spChg>
        <pc:spChg chg="del">
          <ac:chgData name="Alexandre Quach" userId="7bb690c8a6e028e4" providerId="LiveId" clId="{46C39DD6-24CA-4AF2-B5AB-D8F1C2152466}" dt="2021-03-22T23:48:54.086" v="407" actId="478"/>
          <ac:spMkLst>
            <pc:docMk/>
            <pc:sldMk cId="245780579" sldId="531"/>
            <ac:spMk id="71" creationId="{799DAD41-B434-4868-A115-E85C72F82D1F}"/>
          </ac:spMkLst>
        </pc:spChg>
        <pc:spChg chg="del">
          <ac:chgData name="Alexandre Quach" userId="7bb690c8a6e028e4" providerId="LiveId" clId="{46C39DD6-24CA-4AF2-B5AB-D8F1C2152466}" dt="2021-03-22T23:48:54.086" v="407" actId="478"/>
          <ac:spMkLst>
            <pc:docMk/>
            <pc:sldMk cId="245780579" sldId="531"/>
            <ac:spMk id="72" creationId="{1008BA72-3122-4743-88E3-B08535933CD8}"/>
          </ac:spMkLst>
        </pc:spChg>
        <pc:spChg chg="del">
          <ac:chgData name="Alexandre Quach" userId="7bb690c8a6e028e4" providerId="LiveId" clId="{46C39DD6-24CA-4AF2-B5AB-D8F1C2152466}" dt="2021-03-22T23:48:54.086" v="407" actId="478"/>
          <ac:spMkLst>
            <pc:docMk/>
            <pc:sldMk cId="245780579" sldId="531"/>
            <ac:spMk id="73" creationId="{E2DE84A3-5A78-4B64-B3C5-9CDBF00469AA}"/>
          </ac:spMkLst>
        </pc:spChg>
        <pc:spChg chg="del">
          <ac:chgData name="Alexandre Quach" userId="7bb690c8a6e028e4" providerId="LiveId" clId="{46C39DD6-24CA-4AF2-B5AB-D8F1C2152466}" dt="2021-03-22T23:48:54.086" v="407" actId="478"/>
          <ac:spMkLst>
            <pc:docMk/>
            <pc:sldMk cId="245780579" sldId="531"/>
            <ac:spMk id="74" creationId="{98B0602C-16B0-47E8-BB36-1F23DF3B4ADA}"/>
          </ac:spMkLst>
        </pc:spChg>
        <pc:spChg chg="del">
          <ac:chgData name="Alexandre Quach" userId="7bb690c8a6e028e4" providerId="LiveId" clId="{46C39DD6-24CA-4AF2-B5AB-D8F1C2152466}" dt="2021-03-22T23:48:54.086" v="407" actId="478"/>
          <ac:spMkLst>
            <pc:docMk/>
            <pc:sldMk cId="245780579" sldId="531"/>
            <ac:spMk id="75" creationId="{D73F945B-763E-44B3-9A07-0BDC9D4B20A6}"/>
          </ac:spMkLst>
        </pc:spChg>
        <pc:spChg chg="add mod">
          <ac:chgData name="Alexandre Quach" userId="7bb690c8a6e028e4" providerId="LiveId" clId="{46C39DD6-24CA-4AF2-B5AB-D8F1C2152466}" dt="2021-03-22T23:51:54.212" v="739" actId="207"/>
          <ac:spMkLst>
            <pc:docMk/>
            <pc:sldMk cId="245780579" sldId="531"/>
            <ac:spMk id="77" creationId="{C520C5A8-BA9C-4E8E-8A9B-94FCE04AAF62}"/>
          </ac:spMkLst>
        </pc:spChg>
        <pc:spChg chg="add mod">
          <ac:chgData name="Alexandre Quach" userId="7bb690c8a6e028e4" providerId="LiveId" clId="{46C39DD6-24CA-4AF2-B5AB-D8F1C2152466}" dt="2021-03-22T23:51:54.212" v="739" actId="207"/>
          <ac:spMkLst>
            <pc:docMk/>
            <pc:sldMk cId="245780579" sldId="531"/>
            <ac:spMk id="78" creationId="{B6EBD810-1B16-4BA7-97A7-861155A604AA}"/>
          </ac:spMkLst>
        </pc:spChg>
        <pc:grpChg chg="add mod">
          <ac:chgData name="Alexandre Quach" userId="7bb690c8a6e028e4" providerId="LiveId" clId="{46C39DD6-24CA-4AF2-B5AB-D8F1C2152466}" dt="2021-03-22T23:51:00.019" v="686" actId="1076"/>
          <ac:grpSpMkLst>
            <pc:docMk/>
            <pc:sldMk cId="245780579" sldId="531"/>
            <ac:grpSpMk id="35" creationId="{AE6C7B51-4BA4-4808-ACFC-00D6ADB9C5AB}"/>
          </ac:grpSpMkLst>
        </pc:grpChg>
        <pc:grpChg chg="mod">
          <ac:chgData name="Alexandre Quach" userId="7bb690c8a6e028e4" providerId="LiveId" clId="{46C39DD6-24CA-4AF2-B5AB-D8F1C2152466}" dt="2021-03-22T23:50:51.078" v="683"/>
          <ac:grpSpMkLst>
            <pc:docMk/>
            <pc:sldMk cId="245780579" sldId="531"/>
            <ac:grpSpMk id="36" creationId="{E9B9FA2F-6351-424C-83EA-F6830D8AC147}"/>
          </ac:grpSpMkLst>
        </pc:grpChg>
        <pc:grpChg chg="del">
          <ac:chgData name="Alexandre Quach" userId="7bb690c8a6e028e4" providerId="LiveId" clId="{46C39DD6-24CA-4AF2-B5AB-D8F1C2152466}" dt="2021-03-22T23:48:56.803" v="408" actId="478"/>
          <ac:grpSpMkLst>
            <pc:docMk/>
            <pc:sldMk cId="245780579" sldId="531"/>
            <ac:grpSpMk id="44" creationId="{B75AD456-6B0F-4AEC-84A8-1D0E9553CFED}"/>
          </ac:grpSpMkLst>
        </pc:grpChg>
        <pc:picChg chg="mod">
          <ac:chgData name="Alexandre Quach" userId="7bb690c8a6e028e4" providerId="LiveId" clId="{46C39DD6-24CA-4AF2-B5AB-D8F1C2152466}" dt="2021-03-22T23:50:51.078" v="683"/>
          <ac:picMkLst>
            <pc:docMk/>
            <pc:sldMk cId="245780579" sldId="531"/>
            <ac:picMk id="37" creationId="{A9B66C27-EAF2-4F1D-9652-65A702695E0E}"/>
          </ac:picMkLst>
        </pc:picChg>
        <pc:picChg chg="mod">
          <ac:chgData name="Alexandre Quach" userId="7bb690c8a6e028e4" providerId="LiveId" clId="{46C39DD6-24CA-4AF2-B5AB-D8F1C2152466}" dt="2021-03-22T23:50:51.078" v="683"/>
          <ac:picMkLst>
            <pc:docMk/>
            <pc:sldMk cId="245780579" sldId="531"/>
            <ac:picMk id="38" creationId="{91D1ACAD-B4BB-480D-9B09-11AEA8DEFFBC}"/>
          </ac:picMkLst>
        </pc:picChg>
        <pc:picChg chg="mod">
          <ac:chgData name="Alexandre Quach" userId="7bb690c8a6e028e4" providerId="LiveId" clId="{46C39DD6-24CA-4AF2-B5AB-D8F1C2152466}" dt="2021-03-22T23:50:51.078" v="683"/>
          <ac:picMkLst>
            <pc:docMk/>
            <pc:sldMk cId="245780579" sldId="531"/>
            <ac:picMk id="39" creationId="{22FD6910-3EA6-4532-830C-76C50B628476}"/>
          </ac:picMkLst>
        </pc:picChg>
        <pc:picChg chg="mod">
          <ac:chgData name="Alexandre Quach" userId="7bb690c8a6e028e4" providerId="LiveId" clId="{46C39DD6-24CA-4AF2-B5AB-D8F1C2152466}" dt="2021-03-22T23:50:51.078" v="683"/>
          <ac:picMkLst>
            <pc:docMk/>
            <pc:sldMk cId="245780579" sldId="531"/>
            <ac:picMk id="40" creationId="{2E130215-F70E-4CC9-BD7D-D4FD607AC5C4}"/>
          </ac:picMkLst>
        </pc:picChg>
        <pc:picChg chg="mod">
          <ac:chgData name="Alexandre Quach" userId="7bb690c8a6e028e4" providerId="LiveId" clId="{46C39DD6-24CA-4AF2-B5AB-D8F1C2152466}" dt="2021-03-22T23:50:51.078" v="683"/>
          <ac:picMkLst>
            <pc:docMk/>
            <pc:sldMk cId="245780579" sldId="531"/>
            <ac:picMk id="41" creationId="{64E8830C-E1BB-4AEA-9FEA-3337A4DA4C90}"/>
          </ac:picMkLst>
        </pc:picChg>
        <pc:picChg chg="mod">
          <ac:chgData name="Alexandre Quach" userId="7bb690c8a6e028e4" providerId="LiveId" clId="{46C39DD6-24CA-4AF2-B5AB-D8F1C2152466}" dt="2021-03-22T23:50:51.078" v="683"/>
          <ac:picMkLst>
            <pc:docMk/>
            <pc:sldMk cId="245780579" sldId="531"/>
            <ac:picMk id="42" creationId="{A51547AB-2F8B-416A-A406-EBC6F149586E}"/>
          </ac:picMkLst>
        </pc:picChg>
        <pc:picChg chg="mod">
          <ac:chgData name="Alexandre Quach" userId="7bb690c8a6e028e4" providerId="LiveId" clId="{46C39DD6-24CA-4AF2-B5AB-D8F1C2152466}" dt="2021-03-22T23:50:51.078" v="683"/>
          <ac:picMkLst>
            <pc:docMk/>
            <pc:sldMk cId="245780579" sldId="531"/>
            <ac:picMk id="43" creationId="{EE6976FB-E51D-45AC-B2D7-72B782A5ED23}"/>
          </ac:picMkLst>
        </pc:picChg>
        <pc:picChg chg="mod">
          <ac:chgData name="Alexandre Quach" userId="7bb690c8a6e028e4" providerId="LiveId" clId="{46C39DD6-24CA-4AF2-B5AB-D8F1C2152466}" dt="2021-03-22T23:50:51.078" v="683"/>
          <ac:picMkLst>
            <pc:docMk/>
            <pc:sldMk cId="245780579" sldId="531"/>
            <ac:picMk id="76" creationId="{2E878252-85B9-4450-9376-6A0AE575F9DF}"/>
          </ac:picMkLst>
        </pc:picChg>
      </pc:sldChg>
      <pc:sldChg chg="addSp delSp modSp add mod setBg">
        <pc:chgData name="Alexandre Quach" userId="7bb690c8a6e028e4" providerId="LiveId" clId="{46C39DD6-24CA-4AF2-B5AB-D8F1C2152466}" dt="2021-03-22T23:56:33.598" v="977" actId="1076"/>
        <pc:sldMkLst>
          <pc:docMk/>
          <pc:sldMk cId="3915502139" sldId="532"/>
        </pc:sldMkLst>
        <pc:spChg chg="mod">
          <ac:chgData name="Alexandre Quach" userId="7bb690c8a6e028e4" providerId="LiveId" clId="{46C39DD6-24CA-4AF2-B5AB-D8F1C2152466}" dt="2021-03-22T23:53:39.654" v="821" actId="20577"/>
          <ac:spMkLst>
            <pc:docMk/>
            <pc:sldMk cId="3915502139" sldId="532"/>
            <ac:spMk id="2" creationId="{E183C4B0-E757-4B7A-990C-B7FA3D783740}"/>
          </ac:spMkLst>
        </pc:spChg>
        <pc:spChg chg="mod">
          <ac:chgData name="Alexandre Quach" userId="7bb690c8a6e028e4" providerId="LiveId" clId="{46C39DD6-24CA-4AF2-B5AB-D8F1C2152466}" dt="2021-03-22T23:53:21.385" v="791"/>
          <ac:spMkLst>
            <pc:docMk/>
            <pc:sldMk cId="3915502139" sldId="532"/>
            <ac:spMk id="73" creationId="{F76161CD-0012-41A1-83B0-239F53DFF7BA}"/>
          </ac:spMkLst>
        </pc:spChg>
        <pc:spChg chg="mod">
          <ac:chgData name="Alexandre Quach" userId="7bb690c8a6e028e4" providerId="LiveId" clId="{46C39DD6-24CA-4AF2-B5AB-D8F1C2152466}" dt="2021-03-22T23:53:29.495" v="792"/>
          <ac:spMkLst>
            <pc:docMk/>
            <pc:sldMk cId="3915502139" sldId="532"/>
            <ac:spMk id="77" creationId="{0F81B047-DB3E-4B81-8064-1CA13D7CD486}"/>
          </ac:spMkLst>
        </pc:spChg>
        <pc:spChg chg="mod">
          <ac:chgData name="Alexandre Quach" userId="7bb690c8a6e028e4" providerId="LiveId" clId="{46C39DD6-24CA-4AF2-B5AB-D8F1C2152466}" dt="2021-03-22T23:53:29.495" v="792"/>
          <ac:spMkLst>
            <pc:docMk/>
            <pc:sldMk cId="3915502139" sldId="532"/>
            <ac:spMk id="85" creationId="{459C006E-34DF-4506-A875-9BE8BB7CB3BB}"/>
          </ac:spMkLst>
        </pc:spChg>
        <pc:spChg chg="add del mod">
          <ac:chgData name="Alexandre Quach" userId="7bb690c8a6e028e4" providerId="LiveId" clId="{46C39DD6-24CA-4AF2-B5AB-D8F1C2152466}" dt="2021-03-22T23:54:00.795" v="844" actId="478"/>
          <ac:spMkLst>
            <pc:docMk/>
            <pc:sldMk cId="3915502139" sldId="532"/>
            <ac:spMk id="87" creationId="{83CD3CB8-C4D9-459A-931D-36C1E2BCC7BD}"/>
          </ac:spMkLst>
        </pc:spChg>
        <pc:spChg chg="add mod">
          <ac:chgData name="Alexandre Quach" userId="7bb690c8a6e028e4" providerId="LiveId" clId="{46C39DD6-24CA-4AF2-B5AB-D8F1C2152466}" dt="2021-03-22T23:53:57.987" v="842" actId="20577"/>
          <ac:spMkLst>
            <pc:docMk/>
            <pc:sldMk cId="3915502139" sldId="532"/>
            <ac:spMk id="88" creationId="{952B5AC9-EFBA-4EB9-834B-2CAD577992E3}"/>
          </ac:spMkLst>
        </pc:spChg>
        <pc:spChg chg="add mod">
          <ac:chgData name="Alexandre Quach" userId="7bb690c8a6e028e4" providerId="LiveId" clId="{46C39DD6-24CA-4AF2-B5AB-D8F1C2152466}" dt="2021-03-22T23:54:04.708" v="846" actId="1076"/>
          <ac:spMkLst>
            <pc:docMk/>
            <pc:sldMk cId="3915502139" sldId="532"/>
            <ac:spMk id="89" creationId="{B0B7B3B4-55D0-4737-B96D-B4E495E6CE73}"/>
          </ac:spMkLst>
        </pc:spChg>
        <pc:spChg chg="add mod">
          <ac:chgData name="Alexandre Quach" userId="7bb690c8a6e028e4" providerId="LiveId" clId="{46C39DD6-24CA-4AF2-B5AB-D8F1C2152466}" dt="2021-03-22T23:54:07.636" v="848" actId="1076"/>
          <ac:spMkLst>
            <pc:docMk/>
            <pc:sldMk cId="3915502139" sldId="532"/>
            <ac:spMk id="90" creationId="{CD9A9035-AF06-4D0C-8FB2-A4FFE63947D5}"/>
          </ac:spMkLst>
        </pc:spChg>
        <pc:spChg chg="add mod">
          <ac:chgData name="Alexandre Quach" userId="7bb690c8a6e028e4" providerId="LiveId" clId="{46C39DD6-24CA-4AF2-B5AB-D8F1C2152466}" dt="2021-03-22T23:54:07.636" v="848" actId="1076"/>
          <ac:spMkLst>
            <pc:docMk/>
            <pc:sldMk cId="3915502139" sldId="532"/>
            <ac:spMk id="91" creationId="{564490DD-E777-465F-93DC-D327BECAE195}"/>
          </ac:spMkLst>
        </pc:spChg>
        <pc:spChg chg="add mod">
          <ac:chgData name="Alexandre Quach" userId="7bb690c8a6e028e4" providerId="LiveId" clId="{46C39DD6-24CA-4AF2-B5AB-D8F1C2152466}" dt="2021-03-22T23:54:14.131" v="850" actId="1076"/>
          <ac:spMkLst>
            <pc:docMk/>
            <pc:sldMk cId="3915502139" sldId="532"/>
            <ac:spMk id="92" creationId="{7FE4D590-BEF0-4524-B5CF-37A65830E898}"/>
          </ac:spMkLst>
        </pc:spChg>
        <pc:spChg chg="add mod">
          <ac:chgData name="Alexandre Quach" userId="7bb690c8a6e028e4" providerId="LiveId" clId="{46C39DD6-24CA-4AF2-B5AB-D8F1C2152466}" dt="2021-03-22T23:54:14.131" v="850" actId="1076"/>
          <ac:spMkLst>
            <pc:docMk/>
            <pc:sldMk cId="3915502139" sldId="532"/>
            <ac:spMk id="93" creationId="{092C2208-07E0-49BC-BD7A-EBECECD4AFDE}"/>
          </ac:spMkLst>
        </pc:spChg>
        <pc:spChg chg="add mod">
          <ac:chgData name="Alexandre Quach" userId="7bb690c8a6e028e4" providerId="LiveId" clId="{46C39DD6-24CA-4AF2-B5AB-D8F1C2152466}" dt="2021-03-22T23:54:14.131" v="850" actId="1076"/>
          <ac:spMkLst>
            <pc:docMk/>
            <pc:sldMk cId="3915502139" sldId="532"/>
            <ac:spMk id="94" creationId="{AEC08758-E9C3-4F04-A487-B011A401F3ED}"/>
          </ac:spMkLst>
        </pc:spChg>
        <pc:spChg chg="add del mod">
          <ac:chgData name="Alexandre Quach" userId="7bb690c8a6e028e4" providerId="LiveId" clId="{46C39DD6-24CA-4AF2-B5AB-D8F1C2152466}" dt="2021-03-22T23:54:16.349" v="851" actId="478"/>
          <ac:spMkLst>
            <pc:docMk/>
            <pc:sldMk cId="3915502139" sldId="532"/>
            <ac:spMk id="95" creationId="{C65EFD54-670E-4EDC-939B-B00B02747374}"/>
          </ac:spMkLst>
        </pc:spChg>
        <pc:spChg chg="add mod">
          <ac:chgData name="Alexandre Quach" userId="7bb690c8a6e028e4" providerId="LiveId" clId="{46C39DD6-24CA-4AF2-B5AB-D8F1C2152466}" dt="2021-03-22T23:54:36.211" v="866" actId="1076"/>
          <ac:spMkLst>
            <pc:docMk/>
            <pc:sldMk cId="3915502139" sldId="532"/>
            <ac:spMk id="96" creationId="{23F14420-3BA1-4CAF-B063-A16C7E4E7843}"/>
          </ac:spMkLst>
        </pc:spChg>
        <pc:spChg chg="add mod">
          <ac:chgData name="Alexandre Quach" userId="7bb690c8a6e028e4" providerId="LiveId" clId="{46C39DD6-24CA-4AF2-B5AB-D8F1C2152466}" dt="2021-03-22T23:56:15.556" v="967" actId="20577"/>
          <ac:spMkLst>
            <pc:docMk/>
            <pc:sldMk cId="3915502139" sldId="532"/>
            <ac:spMk id="97" creationId="{D23E6C85-C56F-49B3-A177-B5FE06FA7F58}"/>
          </ac:spMkLst>
        </pc:spChg>
        <pc:spChg chg="add mod">
          <ac:chgData name="Alexandre Quach" userId="7bb690c8a6e028e4" providerId="LiveId" clId="{46C39DD6-24CA-4AF2-B5AB-D8F1C2152466}" dt="2021-03-22T23:56:19.062" v="969" actId="1076"/>
          <ac:spMkLst>
            <pc:docMk/>
            <pc:sldMk cId="3915502139" sldId="532"/>
            <ac:spMk id="98" creationId="{490D0CA5-2E77-41A9-9BC3-7A43B4E1E7A7}"/>
          </ac:spMkLst>
        </pc:spChg>
        <pc:spChg chg="add mod">
          <ac:chgData name="Alexandre Quach" userId="7bb690c8a6e028e4" providerId="LiveId" clId="{46C39DD6-24CA-4AF2-B5AB-D8F1C2152466}" dt="2021-03-22T23:56:27.459" v="974" actId="1076"/>
          <ac:spMkLst>
            <pc:docMk/>
            <pc:sldMk cId="3915502139" sldId="532"/>
            <ac:spMk id="99" creationId="{5DA5AB07-4B01-4547-8641-DA2A3038F49E}"/>
          </ac:spMkLst>
        </pc:spChg>
        <pc:spChg chg="add mod">
          <ac:chgData name="Alexandre Quach" userId="7bb690c8a6e028e4" providerId="LiveId" clId="{46C39DD6-24CA-4AF2-B5AB-D8F1C2152466}" dt="2021-03-22T23:56:28.619" v="975" actId="1076"/>
          <ac:spMkLst>
            <pc:docMk/>
            <pc:sldMk cId="3915502139" sldId="532"/>
            <ac:spMk id="100" creationId="{6F90B115-135C-4F0E-8D1F-715AF318952D}"/>
          </ac:spMkLst>
        </pc:spChg>
        <pc:spChg chg="add mod">
          <ac:chgData name="Alexandre Quach" userId="7bb690c8a6e028e4" providerId="LiveId" clId="{46C39DD6-24CA-4AF2-B5AB-D8F1C2152466}" dt="2021-03-22T23:56:33.598" v="977" actId="1076"/>
          <ac:spMkLst>
            <pc:docMk/>
            <pc:sldMk cId="3915502139" sldId="532"/>
            <ac:spMk id="101" creationId="{F350856C-0E36-4A93-BA68-9FC43DDB0CAC}"/>
          </ac:spMkLst>
        </pc:spChg>
        <pc:spChg chg="add mod">
          <ac:chgData name="Alexandre Quach" userId="7bb690c8a6e028e4" providerId="LiveId" clId="{46C39DD6-24CA-4AF2-B5AB-D8F1C2152466}" dt="2021-03-22T23:56:33.598" v="977" actId="1076"/>
          <ac:spMkLst>
            <pc:docMk/>
            <pc:sldMk cId="3915502139" sldId="532"/>
            <ac:spMk id="102" creationId="{5D828628-AFFE-414D-B68C-C11E2794C6D1}"/>
          </ac:spMkLst>
        </pc:spChg>
        <pc:spChg chg="add mod">
          <ac:chgData name="Alexandre Quach" userId="7bb690c8a6e028e4" providerId="LiveId" clId="{46C39DD6-24CA-4AF2-B5AB-D8F1C2152466}" dt="2021-03-22T23:56:33.598" v="977" actId="1076"/>
          <ac:spMkLst>
            <pc:docMk/>
            <pc:sldMk cId="3915502139" sldId="532"/>
            <ac:spMk id="103" creationId="{AB584410-A700-46F2-AB78-2AAF47C896D0}"/>
          </ac:spMkLst>
        </pc:spChg>
        <pc:spChg chg="mod">
          <ac:chgData name="Alexandre Quach" userId="7bb690c8a6e028e4" providerId="LiveId" clId="{46C39DD6-24CA-4AF2-B5AB-D8F1C2152466}" dt="2021-03-22T23:54:25.803" v="852" actId="14100"/>
          <ac:spMkLst>
            <pc:docMk/>
            <pc:sldMk cId="3915502139" sldId="532"/>
            <ac:spMk id="173" creationId="{ED7D45EC-65A1-496E-92B2-04F42E07EAA2}"/>
          </ac:spMkLst>
        </pc:spChg>
        <pc:spChg chg="del">
          <ac:chgData name="Alexandre Quach" userId="7bb690c8a6e028e4" providerId="LiveId" clId="{46C39DD6-24CA-4AF2-B5AB-D8F1C2152466}" dt="2021-03-22T23:53:09.340" v="788" actId="478"/>
          <ac:spMkLst>
            <pc:docMk/>
            <pc:sldMk cId="3915502139" sldId="532"/>
            <ac:spMk id="174" creationId="{9CB848EC-2241-452A-955D-441DE9BD6D85}"/>
          </ac:spMkLst>
        </pc:spChg>
        <pc:grpChg chg="del">
          <ac:chgData name="Alexandre Quach" userId="7bb690c8a6e028e4" providerId="LiveId" clId="{46C39DD6-24CA-4AF2-B5AB-D8F1C2152466}" dt="2021-03-22T23:53:15.876" v="790" actId="478"/>
          <ac:grpSpMkLst>
            <pc:docMk/>
            <pc:sldMk cId="3915502139" sldId="532"/>
            <ac:grpSpMk id="42" creationId="{C896FD5C-01D8-4F06-92EF-3936313ACB68}"/>
          </ac:grpSpMkLst>
        </pc:grpChg>
        <pc:grpChg chg="add mod">
          <ac:chgData name="Alexandre Quach" userId="7bb690c8a6e028e4" providerId="LiveId" clId="{46C39DD6-24CA-4AF2-B5AB-D8F1C2152466}" dt="2021-03-22T23:53:34.243" v="794" actId="1076"/>
          <ac:grpSpMkLst>
            <pc:docMk/>
            <pc:sldMk cId="3915502139" sldId="532"/>
            <ac:grpSpMk id="72" creationId="{6C945191-4796-4496-8A80-F6F1C0481EE2}"/>
          </ac:grpSpMkLst>
        </pc:grpChg>
        <pc:grpChg chg="add mod">
          <ac:chgData name="Alexandre Quach" userId="7bb690c8a6e028e4" providerId="LiveId" clId="{46C39DD6-24CA-4AF2-B5AB-D8F1C2152466}" dt="2021-03-22T23:53:29.495" v="792"/>
          <ac:grpSpMkLst>
            <pc:docMk/>
            <pc:sldMk cId="3915502139" sldId="532"/>
            <ac:grpSpMk id="76" creationId="{6768C3FF-8232-4BC1-B3D2-67331C642AAB}"/>
          </ac:grpSpMkLst>
        </pc:grpChg>
        <pc:grpChg chg="del">
          <ac:chgData name="Alexandre Quach" userId="7bb690c8a6e028e4" providerId="LiveId" clId="{46C39DD6-24CA-4AF2-B5AB-D8F1C2152466}" dt="2021-03-22T23:53:04.190" v="786" actId="478"/>
          <ac:grpSpMkLst>
            <pc:docMk/>
            <pc:sldMk cId="3915502139" sldId="532"/>
            <ac:grpSpMk id="82" creationId="{37C4B6F0-AE77-4428-B8EC-59A1CA3A6C43}"/>
          </ac:grpSpMkLst>
        </pc:grpChg>
        <pc:grpChg chg="add mod">
          <ac:chgData name="Alexandre Quach" userId="7bb690c8a6e028e4" providerId="LiveId" clId="{46C39DD6-24CA-4AF2-B5AB-D8F1C2152466}" dt="2021-03-22T23:53:29.495" v="792"/>
          <ac:grpSpMkLst>
            <pc:docMk/>
            <pc:sldMk cId="3915502139" sldId="532"/>
            <ac:grpSpMk id="84" creationId="{BAD731BE-A64C-45FF-B8C2-6F1B54CB1DCC}"/>
          </ac:grpSpMkLst>
        </pc:grpChg>
        <pc:grpChg chg="del">
          <ac:chgData name="Alexandre Quach" userId="7bb690c8a6e028e4" providerId="LiveId" clId="{46C39DD6-24CA-4AF2-B5AB-D8F1C2152466}" dt="2021-03-22T23:53:04.190" v="786" actId="478"/>
          <ac:grpSpMkLst>
            <pc:docMk/>
            <pc:sldMk cId="3915502139" sldId="532"/>
            <ac:grpSpMk id="114" creationId="{E2942A77-BD2D-4F96-A51F-D2E7CAAF8F17}"/>
          </ac:grpSpMkLst>
        </pc:grpChg>
        <pc:grpChg chg="del">
          <ac:chgData name="Alexandre Quach" userId="7bb690c8a6e028e4" providerId="LiveId" clId="{46C39DD6-24CA-4AF2-B5AB-D8F1C2152466}" dt="2021-03-22T23:53:04.190" v="786" actId="478"/>
          <ac:grpSpMkLst>
            <pc:docMk/>
            <pc:sldMk cId="3915502139" sldId="532"/>
            <ac:grpSpMk id="117" creationId="{92C1B34F-6C32-4155-A882-4DC46D53695C}"/>
          </ac:grpSpMkLst>
        </pc:grpChg>
        <pc:grpChg chg="del">
          <ac:chgData name="Alexandre Quach" userId="7bb690c8a6e028e4" providerId="LiveId" clId="{46C39DD6-24CA-4AF2-B5AB-D8F1C2152466}" dt="2021-03-22T23:53:04.190" v="786" actId="478"/>
          <ac:grpSpMkLst>
            <pc:docMk/>
            <pc:sldMk cId="3915502139" sldId="532"/>
            <ac:grpSpMk id="120" creationId="{849943CD-BE6A-43D8-860B-320D7593760F}"/>
          </ac:grpSpMkLst>
        </pc:grpChg>
        <pc:grpChg chg="del">
          <ac:chgData name="Alexandre Quach" userId="7bb690c8a6e028e4" providerId="LiveId" clId="{46C39DD6-24CA-4AF2-B5AB-D8F1C2152466}" dt="2021-03-22T23:53:04.190" v="786" actId="478"/>
          <ac:grpSpMkLst>
            <pc:docMk/>
            <pc:sldMk cId="3915502139" sldId="532"/>
            <ac:grpSpMk id="123" creationId="{D5F06EE5-87F0-4B3C-8041-B7F6D1C73B66}"/>
          </ac:grpSpMkLst>
        </pc:grpChg>
        <pc:grpChg chg="del">
          <ac:chgData name="Alexandre Quach" userId="7bb690c8a6e028e4" providerId="LiveId" clId="{46C39DD6-24CA-4AF2-B5AB-D8F1C2152466}" dt="2021-03-22T23:53:06.068" v="787" actId="478"/>
          <ac:grpSpMkLst>
            <pc:docMk/>
            <pc:sldMk cId="3915502139" sldId="532"/>
            <ac:grpSpMk id="134" creationId="{7D31E95B-0990-4109-ABBA-660EECB3D56F}"/>
          </ac:grpSpMkLst>
        </pc:grpChg>
        <pc:grpChg chg="del">
          <ac:chgData name="Alexandre Quach" userId="7bb690c8a6e028e4" providerId="LiveId" clId="{46C39DD6-24CA-4AF2-B5AB-D8F1C2152466}" dt="2021-03-22T23:53:04.190" v="786" actId="478"/>
          <ac:grpSpMkLst>
            <pc:docMk/>
            <pc:sldMk cId="3915502139" sldId="532"/>
            <ac:grpSpMk id="140" creationId="{5009BA67-9034-4F6F-930F-EE9FD0C94DE0}"/>
          </ac:grpSpMkLst>
        </pc:grpChg>
        <pc:grpChg chg="del">
          <ac:chgData name="Alexandre Quach" userId="7bb690c8a6e028e4" providerId="LiveId" clId="{46C39DD6-24CA-4AF2-B5AB-D8F1C2152466}" dt="2021-03-22T23:53:04.190" v="786" actId="478"/>
          <ac:grpSpMkLst>
            <pc:docMk/>
            <pc:sldMk cId="3915502139" sldId="532"/>
            <ac:grpSpMk id="146" creationId="{725192EA-95EE-481A-B691-589B3208D61B}"/>
          </ac:grpSpMkLst>
        </pc:grpChg>
        <pc:grpChg chg="del">
          <ac:chgData name="Alexandre Quach" userId="7bb690c8a6e028e4" providerId="LiveId" clId="{46C39DD6-24CA-4AF2-B5AB-D8F1C2152466}" dt="2021-03-22T23:53:04.190" v="786" actId="478"/>
          <ac:grpSpMkLst>
            <pc:docMk/>
            <pc:sldMk cId="3915502139" sldId="532"/>
            <ac:grpSpMk id="163" creationId="{8BF29A3E-5CE3-4A5F-B9B4-7C1EED2DDA63}"/>
          </ac:grpSpMkLst>
        </pc:grpChg>
        <pc:grpChg chg="del">
          <ac:chgData name="Alexandre Quach" userId="7bb690c8a6e028e4" providerId="LiveId" clId="{46C39DD6-24CA-4AF2-B5AB-D8F1C2152466}" dt="2021-03-22T23:53:04.190" v="786" actId="478"/>
          <ac:grpSpMkLst>
            <pc:docMk/>
            <pc:sldMk cId="3915502139" sldId="532"/>
            <ac:grpSpMk id="181" creationId="{5FDE8EEA-0105-4CDC-844B-DB6B4F6F7351}"/>
          </ac:grpSpMkLst>
        </pc:grpChg>
        <pc:grpChg chg="del">
          <ac:chgData name="Alexandre Quach" userId="7bb690c8a6e028e4" providerId="LiveId" clId="{46C39DD6-24CA-4AF2-B5AB-D8F1C2152466}" dt="2021-03-22T23:53:04.190" v="786" actId="478"/>
          <ac:grpSpMkLst>
            <pc:docMk/>
            <pc:sldMk cId="3915502139" sldId="532"/>
            <ac:grpSpMk id="184" creationId="{75C1E1C6-5B03-464C-A7E0-25DA2BA21F92}"/>
          </ac:grpSpMkLst>
        </pc:grpChg>
        <pc:grpChg chg="del">
          <ac:chgData name="Alexandre Quach" userId="7bb690c8a6e028e4" providerId="LiveId" clId="{46C39DD6-24CA-4AF2-B5AB-D8F1C2152466}" dt="2021-03-22T23:53:04.190" v="786" actId="478"/>
          <ac:grpSpMkLst>
            <pc:docMk/>
            <pc:sldMk cId="3915502139" sldId="532"/>
            <ac:grpSpMk id="187" creationId="{9A986409-76E7-48D1-BCD1-16DF2BCD3CBD}"/>
          </ac:grpSpMkLst>
        </pc:grpChg>
        <pc:grpChg chg="del">
          <ac:chgData name="Alexandre Quach" userId="7bb690c8a6e028e4" providerId="LiveId" clId="{46C39DD6-24CA-4AF2-B5AB-D8F1C2152466}" dt="2021-03-22T23:53:04.190" v="786" actId="478"/>
          <ac:grpSpMkLst>
            <pc:docMk/>
            <pc:sldMk cId="3915502139" sldId="532"/>
            <ac:grpSpMk id="190" creationId="{371404B4-94DC-4534-965A-F6D5BB604D18}"/>
          </ac:grpSpMkLst>
        </pc:grpChg>
        <pc:grpChg chg="del">
          <ac:chgData name="Alexandre Quach" userId="7bb690c8a6e028e4" providerId="LiveId" clId="{46C39DD6-24CA-4AF2-B5AB-D8F1C2152466}" dt="2021-03-22T23:53:04.190" v="786" actId="478"/>
          <ac:grpSpMkLst>
            <pc:docMk/>
            <pc:sldMk cId="3915502139" sldId="532"/>
            <ac:grpSpMk id="193" creationId="{8553EB1E-91A2-4CA3-93D5-D0AAA5397B36}"/>
          </ac:grpSpMkLst>
        </pc:grpChg>
        <pc:grpChg chg="del">
          <ac:chgData name="Alexandre Quach" userId="7bb690c8a6e028e4" providerId="LiveId" clId="{46C39DD6-24CA-4AF2-B5AB-D8F1C2152466}" dt="2021-03-22T23:53:04.190" v="786" actId="478"/>
          <ac:grpSpMkLst>
            <pc:docMk/>
            <pc:sldMk cId="3915502139" sldId="532"/>
            <ac:grpSpMk id="196" creationId="{54A9DB0B-87B9-4454-9A58-4EF31AB16B11}"/>
          </ac:grpSpMkLst>
        </pc:grpChg>
        <pc:grpChg chg="del">
          <ac:chgData name="Alexandre Quach" userId="7bb690c8a6e028e4" providerId="LiveId" clId="{46C39DD6-24CA-4AF2-B5AB-D8F1C2152466}" dt="2021-03-22T23:53:04.190" v="786" actId="478"/>
          <ac:grpSpMkLst>
            <pc:docMk/>
            <pc:sldMk cId="3915502139" sldId="532"/>
            <ac:grpSpMk id="199" creationId="{5B2AABB0-0BF9-441B-B6E1-390694EF1CF1}"/>
          </ac:grpSpMkLst>
        </pc:grpChg>
        <pc:grpChg chg="del">
          <ac:chgData name="Alexandre Quach" userId="7bb690c8a6e028e4" providerId="LiveId" clId="{46C39DD6-24CA-4AF2-B5AB-D8F1C2152466}" dt="2021-03-22T23:53:04.190" v="786" actId="478"/>
          <ac:grpSpMkLst>
            <pc:docMk/>
            <pc:sldMk cId="3915502139" sldId="532"/>
            <ac:grpSpMk id="202" creationId="{B1191CF4-14E3-4237-ADBE-86D36A2541DA}"/>
          </ac:grpSpMkLst>
        </pc:grpChg>
        <pc:grpChg chg="del">
          <ac:chgData name="Alexandre Quach" userId="7bb690c8a6e028e4" providerId="LiveId" clId="{46C39DD6-24CA-4AF2-B5AB-D8F1C2152466}" dt="2021-03-22T23:53:04.190" v="786" actId="478"/>
          <ac:grpSpMkLst>
            <pc:docMk/>
            <pc:sldMk cId="3915502139" sldId="532"/>
            <ac:grpSpMk id="205" creationId="{DA8B00D2-6200-489D-9E66-2E13C0074B87}"/>
          </ac:grpSpMkLst>
        </pc:grpChg>
        <pc:graphicFrameChg chg="modGraphic">
          <ac:chgData name="Alexandre Quach" userId="7bb690c8a6e028e4" providerId="LiveId" clId="{46C39DD6-24CA-4AF2-B5AB-D8F1C2152466}" dt="2021-03-22T23:56:08.102" v="955" actId="6549"/>
          <ac:graphicFrameMkLst>
            <pc:docMk/>
            <pc:sldMk cId="3915502139" sldId="532"/>
            <ac:graphicFrameMk id="41" creationId="{D890E429-43C4-41B6-9C70-1A6D90FE1852}"/>
          </ac:graphicFrameMkLst>
        </pc:graphicFrameChg>
        <pc:picChg chg="mod">
          <ac:chgData name="Alexandre Quach" userId="7bb690c8a6e028e4" providerId="LiveId" clId="{46C39DD6-24CA-4AF2-B5AB-D8F1C2152466}" dt="2021-03-22T23:53:21.385" v="791"/>
          <ac:picMkLst>
            <pc:docMk/>
            <pc:sldMk cId="3915502139" sldId="532"/>
            <ac:picMk id="74" creationId="{E022C584-2F14-40B5-B50C-5EE1A53C71D0}"/>
          </ac:picMkLst>
        </pc:picChg>
        <pc:picChg chg="add mod">
          <ac:chgData name="Alexandre Quach" userId="7bb690c8a6e028e4" providerId="LiveId" clId="{46C39DD6-24CA-4AF2-B5AB-D8F1C2152466}" dt="2021-03-22T23:53:31.693" v="793" actId="1076"/>
          <ac:picMkLst>
            <pc:docMk/>
            <pc:sldMk cId="3915502139" sldId="532"/>
            <ac:picMk id="75" creationId="{BA93C0D0-4AB0-413A-9B01-3872AD0BE460}"/>
          </ac:picMkLst>
        </pc:picChg>
        <pc:picChg chg="mod">
          <ac:chgData name="Alexandre Quach" userId="7bb690c8a6e028e4" providerId="LiveId" clId="{46C39DD6-24CA-4AF2-B5AB-D8F1C2152466}" dt="2021-03-22T23:53:29.495" v="792"/>
          <ac:picMkLst>
            <pc:docMk/>
            <pc:sldMk cId="3915502139" sldId="532"/>
            <ac:picMk id="78" creationId="{88FCAD2E-C3B1-405A-A3D1-F81D24A2A3DC}"/>
          </ac:picMkLst>
        </pc:picChg>
        <pc:picChg chg="mod">
          <ac:chgData name="Alexandre Quach" userId="7bb690c8a6e028e4" providerId="LiveId" clId="{46C39DD6-24CA-4AF2-B5AB-D8F1C2152466}" dt="2021-03-22T23:53:29.495" v="792"/>
          <ac:picMkLst>
            <pc:docMk/>
            <pc:sldMk cId="3915502139" sldId="532"/>
            <ac:picMk id="86" creationId="{6764742C-F594-4F2C-91AE-5EEF22D1EEBF}"/>
          </ac:picMkLst>
        </pc:picChg>
      </pc:sldChg>
      <pc:sldChg chg="addSp delSp modSp add mod ord">
        <pc:chgData name="Alexandre Quach" userId="7bb690c8a6e028e4" providerId="LiveId" clId="{46C39DD6-24CA-4AF2-B5AB-D8F1C2152466}" dt="2021-03-22T23:59:07.443" v="1049" actId="20577"/>
        <pc:sldMkLst>
          <pc:docMk/>
          <pc:sldMk cId="3411704853" sldId="533"/>
        </pc:sldMkLst>
        <pc:spChg chg="mod">
          <ac:chgData name="Alexandre Quach" userId="7bb690c8a6e028e4" providerId="LiveId" clId="{46C39DD6-24CA-4AF2-B5AB-D8F1C2152466}" dt="2021-03-22T23:59:07.443" v="1049" actId="20577"/>
          <ac:spMkLst>
            <pc:docMk/>
            <pc:sldMk cId="3411704853" sldId="533"/>
            <ac:spMk id="2" creationId="{E183C4B0-E757-4B7A-990C-B7FA3D783740}"/>
          </ac:spMkLst>
        </pc:spChg>
        <pc:spChg chg="add mod">
          <ac:chgData name="Alexandre Quach" userId="7bb690c8a6e028e4" providerId="LiveId" clId="{46C39DD6-24CA-4AF2-B5AB-D8F1C2152466}" dt="2021-03-22T23:56:44.517" v="980" actId="1076"/>
          <ac:spMkLst>
            <pc:docMk/>
            <pc:sldMk cId="3411704853" sldId="533"/>
            <ac:spMk id="33" creationId="{9EF69306-9E8E-466E-B2BE-62A28ACB72F5}"/>
          </ac:spMkLst>
        </pc:spChg>
        <pc:spChg chg="add mod">
          <ac:chgData name="Alexandre Quach" userId="7bb690c8a6e028e4" providerId="LiveId" clId="{46C39DD6-24CA-4AF2-B5AB-D8F1C2152466}" dt="2021-03-22T23:56:44.517" v="980" actId="1076"/>
          <ac:spMkLst>
            <pc:docMk/>
            <pc:sldMk cId="3411704853" sldId="533"/>
            <ac:spMk id="34" creationId="{C3574260-187B-4C1F-AADC-4DF803A8B6B8}"/>
          </ac:spMkLst>
        </pc:spChg>
        <pc:spChg chg="add mod">
          <ac:chgData name="Alexandre Quach" userId="7bb690c8a6e028e4" providerId="LiveId" clId="{46C39DD6-24CA-4AF2-B5AB-D8F1C2152466}" dt="2021-03-22T23:56:44.517" v="980" actId="1076"/>
          <ac:spMkLst>
            <pc:docMk/>
            <pc:sldMk cId="3411704853" sldId="533"/>
            <ac:spMk id="35" creationId="{D6F6740A-D7F9-4E5C-9D88-F707BD3FFFFC}"/>
          </ac:spMkLst>
        </pc:spChg>
        <pc:spChg chg="add mod">
          <ac:chgData name="Alexandre Quach" userId="7bb690c8a6e028e4" providerId="LiveId" clId="{46C39DD6-24CA-4AF2-B5AB-D8F1C2152466}" dt="2021-03-22T23:56:44.517" v="980" actId="1076"/>
          <ac:spMkLst>
            <pc:docMk/>
            <pc:sldMk cId="3411704853" sldId="533"/>
            <ac:spMk id="36" creationId="{7540182B-6063-4E55-824E-EA28FD099DB5}"/>
          </ac:spMkLst>
        </pc:spChg>
        <pc:spChg chg="add mod">
          <ac:chgData name="Alexandre Quach" userId="7bb690c8a6e028e4" providerId="LiveId" clId="{46C39DD6-24CA-4AF2-B5AB-D8F1C2152466}" dt="2021-03-22T23:56:44.517" v="980" actId="1076"/>
          <ac:spMkLst>
            <pc:docMk/>
            <pc:sldMk cId="3411704853" sldId="533"/>
            <ac:spMk id="37" creationId="{B253E58E-801C-4A8E-84EB-638D539E9EE8}"/>
          </ac:spMkLst>
        </pc:spChg>
        <pc:spChg chg="add mod">
          <ac:chgData name="Alexandre Quach" userId="7bb690c8a6e028e4" providerId="LiveId" clId="{46C39DD6-24CA-4AF2-B5AB-D8F1C2152466}" dt="2021-03-22T23:56:44.517" v="980" actId="1076"/>
          <ac:spMkLst>
            <pc:docMk/>
            <pc:sldMk cId="3411704853" sldId="533"/>
            <ac:spMk id="38" creationId="{98374EF3-5C9C-4EFA-8FAA-DE139ED7B516}"/>
          </ac:spMkLst>
        </pc:spChg>
        <pc:spChg chg="add mod">
          <ac:chgData name="Alexandre Quach" userId="7bb690c8a6e028e4" providerId="LiveId" clId="{46C39DD6-24CA-4AF2-B5AB-D8F1C2152466}" dt="2021-03-22T23:56:44.517" v="980" actId="1076"/>
          <ac:spMkLst>
            <pc:docMk/>
            <pc:sldMk cId="3411704853" sldId="533"/>
            <ac:spMk id="39" creationId="{2F3760CC-DE20-4636-8334-AA30BC300616}"/>
          </ac:spMkLst>
        </pc:spChg>
        <pc:spChg chg="del mod">
          <ac:chgData name="Alexandre Quach" userId="7bb690c8a6e028e4" providerId="LiveId" clId="{46C39DD6-24CA-4AF2-B5AB-D8F1C2152466}" dt="2021-03-22T23:58:48.724" v="1039" actId="478"/>
          <ac:spMkLst>
            <pc:docMk/>
            <pc:sldMk cId="3411704853" sldId="533"/>
            <ac:spMk id="88" creationId="{952B5AC9-EFBA-4EB9-834B-2CAD577992E3}"/>
          </ac:spMkLst>
        </pc:spChg>
        <pc:spChg chg="del mod">
          <ac:chgData name="Alexandre Quach" userId="7bb690c8a6e028e4" providerId="LiveId" clId="{46C39DD6-24CA-4AF2-B5AB-D8F1C2152466}" dt="2021-03-22T23:58:48.724" v="1039" actId="478"/>
          <ac:spMkLst>
            <pc:docMk/>
            <pc:sldMk cId="3411704853" sldId="533"/>
            <ac:spMk id="89" creationId="{B0B7B3B4-55D0-4737-B96D-B4E495E6CE73}"/>
          </ac:spMkLst>
        </pc:spChg>
        <pc:spChg chg="del mod">
          <ac:chgData name="Alexandre Quach" userId="7bb690c8a6e028e4" providerId="LiveId" clId="{46C39DD6-24CA-4AF2-B5AB-D8F1C2152466}" dt="2021-03-22T23:58:48.724" v="1039" actId="478"/>
          <ac:spMkLst>
            <pc:docMk/>
            <pc:sldMk cId="3411704853" sldId="533"/>
            <ac:spMk id="90" creationId="{CD9A9035-AF06-4D0C-8FB2-A4FFE63947D5}"/>
          </ac:spMkLst>
        </pc:spChg>
        <pc:spChg chg="del mod">
          <ac:chgData name="Alexandre Quach" userId="7bb690c8a6e028e4" providerId="LiveId" clId="{46C39DD6-24CA-4AF2-B5AB-D8F1C2152466}" dt="2021-03-22T23:57:40.645" v="1005" actId="478"/>
          <ac:spMkLst>
            <pc:docMk/>
            <pc:sldMk cId="3411704853" sldId="533"/>
            <ac:spMk id="91" creationId="{564490DD-E777-465F-93DC-D327BECAE195}"/>
          </ac:spMkLst>
        </pc:spChg>
        <pc:spChg chg="del mod">
          <ac:chgData name="Alexandre Quach" userId="7bb690c8a6e028e4" providerId="LiveId" clId="{46C39DD6-24CA-4AF2-B5AB-D8F1C2152466}" dt="2021-03-22T23:57:40.645" v="1005" actId="478"/>
          <ac:spMkLst>
            <pc:docMk/>
            <pc:sldMk cId="3411704853" sldId="533"/>
            <ac:spMk id="92" creationId="{7FE4D590-BEF0-4524-B5CF-37A65830E898}"/>
          </ac:spMkLst>
        </pc:spChg>
        <pc:spChg chg="del mod">
          <ac:chgData name="Alexandre Quach" userId="7bb690c8a6e028e4" providerId="LiveId" clId="{46C39DD6-24CA-4AF2-B5AB-D8F1C2152466}" dt="2021-03-22T23:57:40.645" v="1005" actId="478"/>
          <ac:spMkLst>
            <pc:docMk/>
            <pc:sldMk cId="3411704853" sldId="533"/>
            <ac:spMk id="93" creationId="{092C2208-07E0-49BC-BD7A-EBECECD4AFDE}"/>
          </ac:spMkLst>
        </pc:spChg>
        <pc:spChg chg="del mod">
          <ac:chgData name="Alexandre Quach" userId="7bb690c8a6e028e4" providerId="LiveId" clId="{46C39DD6-24CA-4AF2-B5AB-D8F1C2152466}" dt="2021-03-22T23:57:40.645" v="1005" actId="478"/>
          <ac:spMkLst>
            <pc:docMk/>
            <pc:sldMk cId="3411704853" sldId="533"/>
            <ac:spMk id="94" creationId="{AEC08758-E9C3-4F04-A487-B011A401F3ED}"/>
          </ac:spMkLst>
        </pc:spChg>
        <pc:spChg chg="del">
          <ac:chgData name="Alexandre Quach" userId="7bb690c8a6e028e4" providerId="LiveId" clId="{46C39DD6-24CA-4AF2-B5AB-D8F1C2152466}" dt="2021-03-22T23:55:55.110" v="947" actId="478"/>
          <ac:spMkLst>
            <pc:docMk/>
            <pc:sldMk cId="3411704853" sldId="533"/>
            <ac:spMk id="96" creationId="{23F14420-3BA1-4CAF-B063-A16C7E4E7843}"/>
          </ac:spMkLst>
        </pc:spChg>
        <pc:spChg chg="add del mod">
          <ac:chgData name="Alexandre Quach" userId="7bb690c8a6e028e4" providerId="LiveId" clId="{46C39DD6-24CA-4AF2-B5AB-D8F1C2152466}" dt="2021-03-22T23:58:48.724" v="1039" actId="478"/>
          <ac:spMkLst>
            <pc:docMk/>
            <pc:sldMk cId="3411704853" sldId="533"/>
            <ac:spMk id="110" creationId="{9117030F-A70A-4635-BAFD-4B203132F023}"/>
          </ac:spMkLst>
        </pc:spChg>
        <pc:spChg chg="add del mod">
          <ac:chgData name="Alexandre Quach" userId="7bb690c8a6e028e4" providerId="LiveId" clId="{46C39DD6-24CA-4AF2-B5AB-D8F1C2152466}" dt="2021-03-22T23:58:48.724" v="1039" actId="478"/>
          <ac:spMkLst>
            <pc:docMk/>
            <pc:sldMk cId="3411704853" sldId="533"/>
            <ac:spMk id="111" creationId="{9974358E-3603-4581-8E93-37F0FE9A4850}"/>
          </ac:spMkLst>
        </pc:spChg>
        <pc:spChg chg="add del mod">
          <ac:chgData name="Alexandre Quach" userId="7bb690c8a6e028e4" providerId="LiveId" clId="{46C39DD6-24CA-4AF2-B5AB-D8F1C2152466}" dt="2021-03-22T23:58:48.724" v="1039" actId="478"/>
          <ac:spMkLst>
            <pc:docMk/>
            <pc:sldMk cId="3411704853" sldId="533"/>
            <ac:spMk id="112" creationId="{FCC73CFD-2907-4A8F-B93A-B384901AFE8F}"/>
          </ac:spMkLst>
        </pc:spChg>
        <pc:spChg chg="add del mod">
          <ac:chgData name="Alexandre Quach" userId="7bb690c8a6e028e4" providerId="LiveId" clId="{46C39DD6-24CA-4AF2-B5AB-D8F1C2152466}" dt="2021-03-22T23:58:48.724" v="1039" actId="478"/>
          <ac:spMkLst>
            <pc:docMk/>
            <pc:sldMk cId="3411704853" sldId="533"/>
            <ac:spMk id="113" creationId="{4489C8B7-9DB1-4320-9C9F-91305ECD5EEA}"/>
          </ac:spMkLst>
        </pc:spChg>
        <pc:spChg chg="add mod">
          <ac:chgData name="Alexandre Quach" userId="7bb690c8a6e028e4" providerId="LiveId" clId="{46C39DD6-24CA-4AF2-B5AB-D8F1C2152466}" dt="2021-03-22T23:59:03.972" v="1045" actId="1076"/>
          <ac:spMkLst>
            <pc:docMk/>
            <pc:sldMk cId="3411704853" sldId="533"/>
            <ac:spMk id="114" creationId="{85F510F6-3E65-45EA-8636-39AE577A2A18}"/>
          </ac:spMkLst>
        </pc:spChg>
        <pc:spChg chg="add mod">
          <ac:chgData name="Alexandre Quach" userId="7bb690c8a6e028e4" providerId="LiveId" clId="{46C39DD6-24CA-4AF2-B5AB-D8F1C2152466}" dt="2021-03-22T23:59:03.972" v="1045" actId="1076"/>
          <ac:spMkLst>
            <pc:docMk/>
            <pc:sldMk cId="3411704853" sldId="533"/>
            <ac:spMk id="115" creationId="{84121BC2-F9D5-41C1-84CE-8DB2A3632E9F}"/>
          </ac:spMkLst>
        </pc:spChg>
        <pc:spChg chg="add mod">
          <ac:chgData name="Alexandre Quach" userId="7bb690c8a6e028e4" providerId="LiveId" clId="{46C39DD6-24CA-4AF2-B5AB-D8F1C2152466}" dt="2021-03-22T23:59:03.972" v="1045" actId="1076"/>
          <ac:spMkLst>
            <pc:docMk/>
            <pc:sldMk cId="3411704853" sldId="533"/>
            <ac:spMk id="116" creationId="{9F8FA6DF-3714-492B-88D4-A5DADE841EFB}"/>
          </ac:spMkLst>
        </pc:spChg>
        <pc:spChg chg="add mod">
          <ac:chgData name="Alexandre Quach" userId="7bb690c8a6e028e4" providerId="LiveId" clId="{46C39DD6-24CA-4AF2-B5AB-D8F1C2152466}" dt="2021-03-22T23:59:03.972" v="1045" actId="1076"/>
          <ac:spMkLst>
            <pc:docMk/>
            <pc:sldMk cId="3411704853" sldId="533"/>
            <ac:spMk id="117" creationId="{67FFA9E4-BE0D-47B5-BF4D-2EF51B02D09F}"/>
          </ac:spMkLst>
        </pc:spChg>
        <pc:spChg chg="add mod">
          <ac:chgData name="Alexandre Quach" userId="7bb690c8a6e028e4" providerId="LiveId" clId="{46C39DD6-24CA-4AF2-B5AB-D8F1C2152466}" dt="2021-03-22T23:59:03.972" v="1045" actId="1076"/>
          <ac:spMkLst>
            <pc:docMk/>
            <pc:sldMk cId="3411704853" sldId="533"/>
            <ac:spMk id="118" creationId="{19B3872D-71CB-487B-8350-5A218EE60909}"/>
          </ac:spMkLst>
        </pc:spChg>
        <pc:spChg chg="add mod">
          <ac:chgData name="Alexandre Quach" userId="7bb690c8a6e028e4" providerId="LiveId" clId="{46C39DD6-24CA-4AF2-B5AB-D8F1C2152466}" dt="2021-03-22T23:59:03.972" v="1045" actId="1076"/>
          <ac:spMkLst>
            <pc:docMk/>
            <pc:sldMk cId="3411704853" sldId="533"/>
            <ac:spMk id="119" creationId="{C988C821-0D0B-4E79-B35F-F023FC94A519}"/>
          </ac:spMkLst>
        </pc:spChg>
        <pc:spChg chg="add mod">
          <ac:chgData name="Alexandre Quach" userId="7bb690c8a6e028e4" providerId="LiveId" clId="{46C39DD6-24CA-4AF2-B5AB-D8F1C2152466}" dt="2021-03-22T23:59:03.972" v="1045" actId="1076"/>
          <ac:spMkLst>
            <pc:docMk/>
            <pc:sldMk cId="3411704853" sldId="533"/>
            <ac:spMk id="120" creationId="{68ED7F88-819F-4E89-9686-C43A91D4958A}"/>
          </ac:spMkLst>
        </pc:spChg>
        <pc:spChg chg="add mod">
          <ac:chgData name="Alexandre Quach" userId="7bb690c8a6e028e4" providerId="LiveId" clId="{46C39DD6-24CA-4AF2-B5AB-D8F1C2152466}" dt="2021-03-22T23:59:03.972" v="1045" actId="1076"/>
          <ac:spMkLst>
            <pc:docMk/>
            <pc:sldMk cId="3411704853" sldId="533"/>
            <ac:spMk id="121" creationId="{9EB1FF84-1E6B-4617-8BA4-36B3F72B19DD}"/>
          </ac:spMkLst>
        </pc:spChg>
        <pc:spChg chg="add mod">
          <ac:chgData name="Alexandre Quach" userId="7bb690c8a6e028e4" providerId="LiveId" clId="{46C39DD6-24CA-4AF2-B5AB-D8F1C2152466}" dt="2021-03-22T23:59:03.972" v="1045" actId="1076"/>
          <ac:spMkLst>
            <pc:docMk/>
            <pc:sldMk cId="3411704853" sldId="533"/>
            <ac:spMk id="122" creationId="{3B7B2605-5B51-4424-AC8D-4430D2118F74}"/>
          </ac:spMkLst>
        </pc:spChg>
        <pc:spChg chg="add mod">
          <ac:chgData name="Alexandre Quach" userId="7bb690c8a6e028e4" providerId="LiveId" clId="{46C39DD6-24CA-4AF2-B5AB-D8F1C2152466}" dt="2021-03-22T23:58:22.363" v="1031" actId="1076"/>
          <ac:spMkLst>
            <pc:docMk/>
            <pc:sldMk cId="3411704853" sldId="533"/>
            <ac:spMk id="123" creationId="{A4132FFE-31B1-41AB-BCF8-C01B25C41134}"/>
          </ac:spMkLst>
        </pc:spChg>
        <pc:spChg chg="add mod">
          <ac:chgData name="Alexandre Quach" userId="7bb690c8a6e028e4" providerId="LiveId" clId="{46C39DD6-24CA-4AF2-B5AB-D8F1C2152466}" dt="2021-03-22T23:59:03.972" v="1045" actId="1076"/>
          <ac:spMkLst>
            <pc:docMk/>
            <pc:sldMk cId="3411704853" sldId="533"/>
            <ac:spMk id="124" creationId="{B401ACD4-FADB-4303-984E-62E2ACA206F4}"/>
          </ac:spMkLst>
        </pc:spChg>
        <pc:spChg chg="add mod">
          <ac:chgData name="Alexandre Quach" userId="7bb690c8a6e028e4" providerId="LiveId" clId="{46C39DD6-24CA-4AF2-B5AB-D8F1C2152466}" dt="2021-03-22T23:58:22.363" v="1031" actId="1076"/>
          <ac:spMkLst>
            <pc:docMk/>
            <pc:sldMk cId="3411704853" sldId="533"/>
            <ac:spMk id="125" creationId="{09EDE1B0-22A3-4236-A82D-F940900C6A89}"/>
          </ac:spMkLst>
        </pc:spChg>
        <pc:spChg chg="add mod">
          <ac:chgData name="Alexandre Quach" userId="7bb690c8a6e028e4" providerId="LiveId" clId="{46C39DD6-24CA-4AF2-B5AB-D8F1C2152466}" dt="2021-03-22T23:58:24.340" v="1033" actId="1076"/>
          <ac:spMkLst>
            <pc:docMk/>
            <pc:sldMk cId="3411704853" sldId="533"/>
            <ac:spMk id="126" creationId="{9879F733-F1E6-4D45-B483-051C9E095EF9}"/>
          </ac:spMkLst>
        </pc:spChg>
        <pc:spChg chg="add mod">
          <ac:chgData name="Alexandre Quach" userId="7bb690c8a6e028e4" providerId="LiveId" clId="{46C39DD6-24CA-4AF2-B5AB-D8F1C2152466}" dt="2021-03-22T23:58:24.340" v="1033" actId="1076"/>
          <ac:spMkLst>
            <pc:docMk/>
            <pc:sldMk cId="3411704853" sldId="533"/>
            <ac:spMk id="127" creationId="{51F1D9BB-D150-4B3D-A54E-FDC7B2AC06F5}"/>
          </ac:spMkLst>
        </pc:spChg>
        <pc:spChg chg="add mod">
          <ac:chgData name="Alexandre Quach" userId="7bb690c8a6e028e4" providerId="LiveId" clId="{46C39DD6-24CA-4AF2-B5AB-D8F1C2152466}" dt="2021-03-22T23:58:24.340" v="1033" actId="1076"/>
          <ac:spMkLst>
            <pc:docMk/>
            <pc:sldMk cId="3411704853" sldId="533"/>
            <ac:spMk id="128" creationId="{3B3664FE-ADD0-4455-929C-56370758CF22}"/>
          </ac:spMkLst>
        </pc:spChg>
        <pc:spChg chg="add mod">
          <ac:chgData name="Alexandre Quach" userId="7bb690c8a6e028e4" providerId="LiveId" clId="{46C39DD6-24CA-4AF2-B5AB-D8F1C2152466}" dt="2021-03-22T23:58:27.669" v="1035" actId="1076"/>
          <ac:spMkLst>
            <pc:docMk/>
            <pc:sldMk cId="3411704853" sldId="533"/>
            <ac:spMk id="129" creationId="{1DF83E5B-A81F-4280-B05E-D7906AD28C86}"/>
          </ac:spMkLst>
        </pc:spChg>
        <pc:spChg chg="add mod">
          <ac:chgData name="Alexandre Quach" userId="7bb690c8a6e028e4" providerId="LiveId" clId="{46C39DD6-24CA-4AF2-B5AB-D8F1C2152466}" dt="2021-03-22T23:58:27.669" v="1035" actId="1076"/>
          <ac:spMkLst>
            <pc:docMk/>
            <pc:sldMk cId="3411704853" sldId="533"/>
            <ac:spMk id="130" creationId="{2B53725A-71E7-4D39-A4E8-6B2144CCE9A1}"/>
          </ac:spMkLst>
        </pc:spChg>
        <pc:spChg chg="add mod">
          <ac:chgData name="Alexandre Quach" userId="7bb690c8a6e028e4" providerId="LiveId" clId="{46C39DD6-24CA-4AF2-B5AB-D8F1C2152466}" dt="2021-03-22T23:58:27.669" v="1035" actId="1076"/>
          <ac:spMkLst>
            <pc:docMk/>
            <pc:sldMk cId="3411704853" sldId="533"/>
            <ac:spMk id="131" creationId="{0434B1DA-534F-4309-A21E-F97BF77631AC}"/>
          </ac:spMkLst>
        </pc:spChg>
        <pc:spChg chg="add mod">
          <ac:chgData name="Alexandre Quach" userId="7bb690c8a6e028e4" providerId="LiveId" clId="{46C39DD6-24CA-4AF2-B5AB-D8F1C2152466}" dt="2021-03-22T23:58:29.988" v="1037" actId="1076"/>
          <ac:spMkLst>
            <pc:docMk/>
            <pc:sldMk cId="3411704853" sldId="533"/>
            <ac:spMk id="132" creationId="{B9A43AA8-5C7A-44D2-AC72-D2BD2D8503DF}"/>
          </ac:spMkLst>
        </pc:spChg>
        <pc:spChg chg="add mod">
          <ac:chgData name="Alexandre Quach" userId="7bb690c8a6e028e4" providerId="LiveId" clId="{46C39DD6-24CA-4AF2-B5AB-D8F1C2152466}" dt="2021-03-22T23:58:29.988" v="1037" actId="1076"/>
          <ac:spMkLst>
            <pc:docMk/>
            <pc:sldMk cId="3411704853" sldId="533"/>
            <ac:spMk id="133" creationId="{1346A2F3-DC6D-44F3-BB5F-932D0FC96CC9}"/>
          </ac:spMkLst>
        </pc:spChg>
        <pc:spChg chg="add mod">
          <ac:chgData name="Alexandre Quach" userId="7bb690c8a6e028e4" providerId="LiveId" clId="{46C39DD6-24CA-4AF2-B5AB-D8F1C2152466}" dt="2021-03-22T23:58:29.988" v="1037" actId="1076"/>
          <ac:spMkLst>
            <pc:docMk/>
            <pc:sldMk cId="3411704853" sldId="533"/>
            <ac:spMk id="134" creationId="{096F8300-3915-425A-B9F1-168D7CBC78A9}"/>
          </ac:spMkLst>
        </pc:spChg>
        <pc:spChg chg="add del mod">
          <ac:chgData name="Alexandre Quach" userId="7bb690c8a6e028e4" providerId="LiveId" clId="{46C39DD6-24CA-4AF2-B5AB-D8F1C2152466}" dt="2021-03-22T23:58:52.333" v="1041"/>
          <ac:spMkLst>
            <pc:docMk/>
            <pc:sldMk cId="3411704853" sldId="533"/>
            <ac:spMk id="135" creationId="{0D70AC8C-909D-4F32-BD70-219F1691AD5A}"/>
          </ac:spMkLst>
        </pc:spChg>
        <pc:spChg chg="del">
          <ac:chgData name="Alexandre Quach" userId="7bb690c8a6e028e4" providerId="LiveId" clId="{46C39DD6-24CA-4AF2-B5AB-D8F1C2152466}" dt="2021-03-22T23:55:55.110" v="947" actId="478"/>
          <ac:spMkLst>
            <pc:docMk/>
            <pc:sldMk cId="3411704853" sldId="533"/>
            <ac:spMk id="173" creationId="{ED7D45EC-65A1-496E-92B2-04F42E07EAA2}"/>
          </ac:spMkLst>
        </pc:spChg>
        <pc:grpChg chg="add mod">
          <ac:chgData name="Alexandre Quach" userId="7bb690c8a6e028e4" providerId="LiveId" clId="{46C39DD6-24CA-4AF2-B5AB-D8F1C2152466}" dt="2021-03-22T23:57:02.877" v="983" actId="1076"/>
          <ac:grpSpMkLst>
            <pc:docMk/>
            <pc:sldMk cId="3411704853" sldId="533"/>
            <ac:grpSpMk id="3" creationId="{ECE46FCA-8A91-4BBE-8E8F-A600316BA41A}"/>
          </ac:grpSpMkLst>
        </pc:grpChg>
        <pc:grpChg chg="add mod">
          <ac:chgData name="Alexandre Quach" userId="7bb690c8a6e028e4" providerId="LiveId" clId="{46C39DD6-24CA-4AF2-B5AB-D8F1C2152466}" dt="2021-03-22T23:57:05.309" v="985" actId="1076"/>
          <ac:grpSpMkLst>
            <pc:docMk/>
            <pc:sldMk cId="3411704853" sldId="533"/>
            <ac:grpSpMk id="47" creationId="{371670B8-4C8C-455C-B1AE-018430D4BFAF}"/>
          </ac:grpSpMkLst>
        </pc:grpChg>
        <pc:grpChg chg="add mod">
          <ac:chgData name="Alexandre Quach" userId="7bb690c8a6e028e4" providerId="LiveId" clId="{46C39DD6-24CA-4AF2-B5AB-D8F1C2152466}" dt="2021-03-22T23:57:09.205" v="987" actId="1076"/>
          <ac:grpSpMkLst>
            <pc:docMk/>
            <pc:sldMk cId="3411704853" sldId="533"/>
            <ac:grpSpMk id="54" creationId="{3B872303-A1C2-4242-A4F9-76395DDE462E}"/>
          </ac:grpSpMkLst>
        </pc:grpChg>
        <pc:grpChg chg="add mod">
          <ac:chgData name="Alexandre Quach" userId="7bb690c8a6e028e4" providerId="LiveId" clId="{46C39DD6-24CA-4AF2-B5AB-D8F1C2152466}" dt="2021-03-22T23:57:09.205" v="987" actId="1076"/>
          <ac:grpSpMkLst>
            <pc:docMk/>
            <pc:sldMk cId="3411704853" sldId="533"/>
            <ac:grpSpMk id="61" creationId="{0154EDE2-155E-47B1-8892-7557F100108C}"/>
          </ac:grpSpMkLst>
        </pc:grpChg>
        <pc:grpChg chg="add mod">
          <ac:chgData name="Alexandre Quach" userId="7bb690c8a6e028e4" providerId="LiveId" clId="{46C39DD6-24CA-4AF2-B5AB-D8F1C2152466}" dt="2021-03-22T23:57:11.837" v="989" actId="1076"/>
          <ac:grpSpMkLst>
            <pc:docMk/>
            <pc:sldMk cId="3411704853" sldId="533"/>
            <ac:grpSpMk id="68" creationId="{089B7CE2-8FB5-4507-9CC7-4DCD964AD42A}"/>
          </ac:grpSpMkLst>
        </pc:grpChg>
        <pc:grpChg chg="del">
          <ac:chgData name="Alexandre Quach" userId="7bb690c8a6e028e4" providerId="LiveId" clId="{46C39DD6-24CA-4AF2-B5AB-D8F1C2152466}" dt="2021-03-22T23:55:31.948" v="918" actId="478"/>
          <ac:grpSpMkLst>
            <pc:docMk/>
            <pc:sldMk cId="3411704853" sldId="533"/>
            <ac:grpSpMk id="72" creationId="{6C945191-4796-4496-8A80-F6F1C0481EE2}"/>
          </ac:grpSpMkLst>
        </pc:grpChg>
        <pc:grpChg chg="del">
          <ac:chgData name="Alexandre Quach" userId="7bb690c8a6e028e4" providerId="LiveId" clId="{46C39DD6-24CA-4AF2-B5AB-D8F1C2152466}" dt="2021-03-22T23:55:30.285" v="915" actId="478"/>
          <ac:grpSpMkLst>
            <pc:docMk/>
            <pc:sldMk cId="3411704853" sldId="533"/>
            <ac:grpSpMk id="76" creationId="{6768C3FF-8232-4BC1-B3D2-67331C642AAB}"/>
          </ac:grpSpMkLst>
        </pc:grpChg>
        <pc:grpChg chg="del">
          <ac:chgData name="Alexandre Quach" userId="7bb690c8a6e028e4" providerId="LiveId" clId="{46C39DD6-24CA-4AF2-B5AB-D8F1C2152466}" dt="2021-03-22T23:55:32.589" v="919" actId="478"/>
          <ac:grpSpMkLst>
            <pc:docMk/>
            <pc:sldMk cId="3411704853" sldId="533"/>
            <ac:grpSpMk id="79" creationId="{28919D13-2D1A-4F4C-AB18-02EE01875942}"/>
          </ac:grpSpMkLst>
        </pc:grpChg>
        <pc:grpChg chg="del">
          <ac:chgData name="Alexandre Quach" userId="7bb690c8a6e028e4" providerId="LiveId" clId="{46C39DD6-24CA-4AF2-B5AB-D8F1C2152466}" dt="2021-03-22T23:55:31.485" v="917" actId="478"/>
          <ac:grpSpMkLst>
            <pc:docMk/>
            <pc:sldMk cId="3411704853" sldId="533"/>
            <ac:grpSpMk id="84" creationId="{BAD731BE-A64C-45FF-B8C2-6F1B54CB1DCC}"/>
          </ac:grpSpMkLst>
        </pc:grpChg>
        <pc:grpChg chg="add mod">
          <ac:chgData name="Alexandre Quach" userId="7bb690c8a6e028e4" providerId="LiveId" clId="{46C39DD6-24CA-4AF2-B5AB-D8F1C2152466}" dt="2021-03-22T23:57:11.837" v="989" actId="1076"/>
          <ac:grpSpMkLst>
            <pc:docMk/>
            <pc:sldMk cId="3411704853" sldId="533"/>
            <ac:grpSpMk id="95" creationId="{0B37F3EC-EE38-4E1C-B180-C67CBDFD171B}"/>
          </ac:grpSpMkLst>
        </pc:grpChg>
        <pc:grpChg chg="add mod">
          <ac:chgData name="Alexandre Quach" userId="7bb690c8a6e028e4" providerId="LiveId" clId="{46C39DD6-24CA-4AF2-B5AB-D8F1C2152466}" dt="2021-03-22T23:57:16.356" v="991" actId="1076"/>
          <ac:grpSpMkLst>
            <pc:docMk/>
            <pc:sldMk cId="3411704853" sldId="533"/>
            <ac:grpSpMk id="103" creationId="{29D1985A-4456-48A0-AFB2-297F66DD9B87}"/>
          </ac:grpSpMkLst>
        </pc:grpChg>
        <pc:grpChg chg="del">
          <ac:chgData name="Alexandre Quach" userId="7bb690c8a6e028e4" providerId="LiveId" clId="{46C39DD6-24CA-4AF2-B5AB-D8F1C2152466}" dt="2021-03-22T23:55:32.957" v="920" actId="478"/>
          <ac:grpSpMkLst>
            <pc:docMk/>
            <pc:sldMk cId="3411704853" sldId="533"/>
            <ac:grpSpMk id="143" creationId="{17903D87-9F1D-47F8-A7A4-FCF7C90D52F0}"/>
          </ac:grpSpMkLst>
        </pc:grpChg>
        <pc:grpChg chg="del">
          <ac:chgData name="Alexandre Quach" userId="7bb690c8a6e028e4" providerId="LiveId" clId="{46C39DD6-24CA-4AF2-B5AB-D8F1C2152466}" dt="2021-03-22T23:55:33.808" v="921" actId="478"/>
          <ac:grpSpMkLst>
            <pc:docMk/>
            <pc:sldMk cId="3411704853" sldId="533"/>
            <ac:grpSpMk id="160" creationId="{736C572B-567C-4397-A699-9FEA22E5E318}"/>
          </ac:grpSpMkLst>
        </pc:grpChg>
        <pc:graphicFrameChg chg="add mod">
          <ac:chgData name="Alexandre Quach" userId="7bb690c8a6e028e4" providerId="LiveId" clId="{46C39DD6-24CA-4AF2-B5AB-D8F1C2152466}" dt="2021-03-22T23:56:44.517" v="980" actId="1076"/>
          <ac:graphicFrameMkLst>
            <pc:docMk/>
            <pc:sldMk cId="3411704853" sldId="533"/>
            <ac:graphicFrameMk id="32" creationId="{9819AC0A-6196-48FD-9C7B-98B627D86996}"/>
          </ac:graphicFrameMkLst>
        </pc:graphicFrameChg>
        <pc:graphicFrameChg chg="del mod">
          <ac:chgData name="Alexandre Quach" userId="7bb690c8a6e028e4" providerId="LiveId" clId="{46C39DD6-24CA-4AF2-B5AB-D8F1C2152466}" dt="2021-03-22T23:56:41.678" v="978" actId="478"/>
          <ac:graphicFrameMkLst>
            <pc:docMk/>
            <pc:sldMk cId="3411704853" sldId="533"/>
            <ac:graphicFrameMk id="41" creationId="{D890E429-43C4-41B6-9C70-1A6D90FE1852}"/>
          </ac:graphicFrameMkLst>
        </pc:graphicFrameChg>
        <pc:picChg chg="add mod">
          <ac:chgData name="Alexandre Quach" userId="7bb690c8a6e028e4" providerId="LiveId" clId="{46C39DD6-24CA-4AF2-B5AB-D8F1C2152466}" dt="2021-03-22T23:57:00.748" v="982" actId="164"/>
          <ac:picMkLst>
            <pc:docMk/>
            <pc:sldMk cId="3411704853" sldId="533"/>
            <ac:picMk id="40" creationId="{FB2260F6-B4B1-4F1E-883E-EF27A1751B6D}"/>
          </ac:picMkLst>
        </pc:picChg>
        <pc:picChg chg="add mod">
          <ac:chgData name="Alexandre Quach" userId="7bb690c8a6e028e4" providerId="LiveId" clId="{46C39DD6-24CA-4AF2-B5AB-D8F1C2152466}" dt="2021-03-22T23:57:00.748" v="982" actId="164"/>
          <ac:picMkLst>
            <pc:docMk/>
            <pc:sldMk cId="3411704853" sldId="533"/>
            <ac:picMk id="42" creationId="{A56ECE07-E4BC-4B80-81E0-92F5A82BE374}"/>
          </ac:picMkLst>
        </pc:picChg>
        <pc:picChg chg="add mod">
          <ac:chgData name="Alexandre Quach" userId="7bb690c8a6e028e4" providerId="LiveId" clId="{46C39DD6-24CA-4AF2-B5AB-D8F1C2152466}" dt="2021-03-22T23:57:00.748" v="982" actId="164"/>
          <ac:picMkLst>
            <pc:docMk/>
            <pc:sldMk cId="3411704853" sldId="533"/>
            <ac:picMk id="43" creationId="{33A22896-BCFF-447D-8837-A2E4083D5FDF}"/>
          </ac:picMkLst>
        </pc:picChg>
        <pc:picChg chg="add mod">
          <ac:chgData name="Alexandre Quach" userId="7bb690c8a6e028e4" providerId="LiveId" clId="{46C39DD6-24CA-4AF2-B5AB-D8F1C2152466}" dt="2021-03-22T23:57:00.748" v="982" actId="164"/>
          <ac:picMkLst>
            <pc:docMk/>
            <pc:sldMk cId="3411704853" sldId="533"/>
            <ac:picMk id="44" creationId="{7C403915-B39C-4AA1-A28D-0D45A5188268}"/>
          </ac:picMkLst>
        </pc:picChg>
        <pc:picChg chg="add mod">
          <ac:chgData name="Alexandre Quach" userId="7bb690c8a6e028e4" providerId="LiveId" clId="{46C39DD6-24CA-4AF2-B5AB-D8F1C2152466}" dt="2021-03-22T23:57:00.748" v="982" actId="164"/>
          <ac:picMkLst>
            <pc:docMk/>
            <pc:sldMk cId="3411704853" sldId="533"/>
            <ac:picMk id="45" creationId="{343C5BF3-15F7-4426-8698-D15B25A61E7E}"/>
          </ac:picMkLst>
        </pc:picChg>
        <pc:picChg chg="add mod">
          <ac:chgData name="Alexandre Quach" userId="7bb690c8a6e028e4" providerId="LiveId" clId="{46C39DD6-24CA-4AF2-B5AB-D8F1C2152466}" dt="2021-03-22T23:57:00.748" v="982" actId="164"/>
          <ac:picMkLst>
            <pc:docMk/>
            <pc:sldMk cId="3411704853" sldId="533"/>
            <ac:picMk id="46" creationId="{F4B0E6F7-7CAF-4DD5-9EF5-27EC75E95936}"/>
          </ac:picMkLst>
        </pc:picChg>
        <pc:picChg chg="mod">
          <ac:chgData name="Alexandre Quach" userId="7bb690c8a6e028e4" providerId="LiveId" clId="{46C39DD6-24CA-4AF2-B5AB-D8F1C2152466}" dt="2021-03-22T23:57:03.583" v="984"/>
          <ac:picMkLst>
            <pc:docMk/>
            <pc:sldMk cId="3411704853" sldId="533"/>
            <ac:picMk id="48" creationId="{EF6BD225-6760-4128-B962-5A622887577C}"/>
          </ac:picMkLst>
        </pc:picChg>
        <pc:picChg chg="mod">
          <ac:chgData name="Alexandre Quach" userId="7bb690c8a6e028e4" providerId="LiveId" clId="{46C39DD6-24CA-4AF2-B5AB-D8F1C2152466}" dt="2021-03-22T23:57:03.583" v="984"/>
          <ac:picMkLst>
            <pc:docMk/>
            <pc:sldMk cId="3411704853" sldId="533"/>
            <ac:picMk id="49" creationId="{7A92BB50-3802-4E86-9911-7EEC04D312DB}"/>
          </ac:picMkLst>
        </pc:picChg>
        <pc:picChg chg="mod">
          <ac:chgData name="Alexandre Quach" userId="7bb690c8a6e028e4" providerId="LiveId" clId="{46C39DD6-24CA-4AF2-B5AB-D8F1C2152466}" dt="2021-03-22T23:57:03.583" v="984"/>
          <ac:picMkLst>
            <pc:docMk/>
            <pc:sldMk cId="3411704853" sldId="533"/>
            <ac:picMk id="50" creationId="{D3F5DA60-B1EF-476D-88A0-7A792F09897B}"/>
          </ac:picMkLst>
        </pc:picChg>
        <pc:picChg chg="mod">
          <ac:chgData name="Alexandre Quach" userId="7bb690c8a6e028e4" providerId="LiveId" clId="{46C39DD6-24CA-4AF2-B5AB-D8F1C2152466}" dt="2021-03-22T23:57:03.583" v="984"/>
          <ac:picMkLst>
            <pc:docMk/>
            <pc:sldMk cId="3411704853" sldId="533"/>
            <ac:picMk id="51" creationId="{BD603662-8A72-4C0C-A2EB-91F1455FBB66}"/>
          </ac:picMkLst>
        </pc:picChg>
        <pc:picChg chg="mod">
          <ac:chgData name="Alexandre Quach" userId="7bb690c8a6e028e4" providerId="LiveId" clId="{46C39DD6-24CA-4AF2-B5AB-D8F1C2152466}" dt="2021-03-22T23:57:03.583" v="984"/>
          <ac:picMkLst>
            <pc:docMk/>
            <pc:sldMk cId="3411704853" sldId="533"/>
            <ac:picMk id="52" creationId="{4999C97D-C509-45FF-9E30-52CC30215391}"/>
          </ac:picMkLst>
        </pc:picChg>
        <pc:picChg chg="mod">
          <ac:chgData name="Alexandre Quach" userId="7bb690c8a6e028e4" providerId="LiveId" clId="{46C39DD6-24CA-4AF2-B5AB-D8F1C2152466}" dt="2021-03-22T23:57:03.583" v="984"/>
          <ac:picMkLst>
            <pc:docMk/>
            <pc:sldMk cId="3411704853" sldId="533"/>
            <ac:picMk id="53" creationId="{D91F80A9-ECD9-470B-9209-41B960A06E1D}"/>
          </ac:picMkLst>
        </pc:picChg>
        <pc:picChg chg="mod">
          <ac:chgData name="Alexandre Quach" userId="7bb690c8a6e028e4" providerId="LiveId" clId="{46C39DD6-24CA-4AF2-B5AB-D8F1C2152466}" dt="2021-03-22T23:57:06.799" v="986"/>
          <ac:picMkLst>
            <pc:docMk/>
            <pc:sldMk cId="3411704853" sldId="533"/>
            <ac:picMk id="55" creationId="{82C4ECB9-0BF7-447B-97D6-7E0E3BE100B7}"/>
          </ac:picMkLst>
        </pc:picChg>
        <pc:picChg chg="mod">
          <ac:chgData name="Alexandre Quach" userId="7bb690c8a6e028e4" providerId="LiveId" clId="{46C39DD6-24CA-4AF2-B5AB-D8F1C2152466}" dt="2021-03-22T23:57:06.799" v="986"/>
          <ac:picMkLst>
            <pc:docMk/>
            <pc:sldMk cId="3411704853" sldId="533"/>
            <ac:picMk id="56" creationId="{62D948DE-7033-4C05-8C7B-CA9D070860E9}"/>
          </ac:picMkLst>
        </pc:picChg>
        <pc:picChg chg="mod">
          <ac:chgData name="Alexandre Quach" userId="7bb690c8a6e028e4" providerId="LiveId" clId="{46C39DD6-24CA-4AF2-B5AB-D8F1C2152466}" dt="2021-03-22T23:57:06.799" v="986"/>
          <ac:picMkLst>
            <pc:docMk/>
            <pc:sldMk cId="3411704853" sldId="533"/>
            <ac:picMk id="57" creationId="{B0B5D4DD-A40A-4C88-ACF0-E27EF9C2D6EC}"/>
          </ac:picMkLst>
        </pc:picChg>
        <pc:picChg chg="mod">
          <ac:chgData name="Alexandre Quach" userId="7bb690c8a6e028e4" providerId="LiveId" clId="{46C39DD6-24CA-4AF2-B5AB-D8F1C2152466}" dt="2021-03-22T23:57:06.799" v="986"/>
          <ac:picMkLst>
            <pc:docMk/>
            <pc:sldMk cId="3411704853" sldId="533"/>
            <ac:picMk id="58" creationId="{4F5724BD-1CCF-40BD-A5ED-B646359FD3B1}"/>
          </ac:picMkLst>
        </pc:picChg>
        <pc:picChg chg="mod">
          <ac:chgData name="Alexandre Quach" userId="7bb690c8a6e028e4" providerId="LiveId" clId="{46C39DD6-24CA-4AF2-B5AB-D8F1C2152466}" dt="2021-03-22T23:57:06.799" v="986"/>
          <ac:picMkLst>
            <pc:docMk/>
            <pc:sldMk cId="3411704853" sldId="533"/>
            <ac:picMk id="59" creationId="{8A1F6869-3F3F-4B8B-B5FF-7FB5D2452086}"/>
          </ac:picMkLst>
        </pc:picChg>
        <pc:picChg chg="mod">
          <ac:chgData name="Alexandre Quach" userId="7bb690c8a6e028e4" providerId="LiveId" clId="{46C39DD6-24CA-4AF2-B5AB-D8F1C2152466}" dt="2021-03-22T23:57:06.799" v="986"/>
          <ac:picMkLst>
            <pc:docMk/>
            <pc:sldMk cId="3411704853" sldId="533"/>
            <ac:picMk id="60" creationId="{F785B0F1-3C4E-4D8B-AC1C-D827F75CFAC8}"/>
          </ac:picMkLst>
        </pc:picChg>
        <pc:picChg chg="mod">
          <ac:chgData name="Alexandre Quach" userId="7bb690c8a6e028e4" providerId="LiveId" clId="{46C39DD6-24CA-4AF2-B5AB-D8F1C2152466}" dt="2021-03-22T23:57:06.799" v="986"/>
          <ac:picMkLst>
            <pc:docMk/>
            <pc:sldMk cId="3411704853" sldId="533"/>
            <ac:picMk id="62" creationId="{C29037B8-D8B3-4B98-A7F8-F57105A5E69C}"/>
          </ac:picMkLst>
        </pc:picChg>
        <pc:picChg chg="mod">
          <ac:chgData name="Alexandre Quach" userId="7bb690c8a6e028e4" providerId="LiveId" clId="{46C39DD6-24CA-4AF2-B5AB-D8F1C2152466}" dt="2021-03-22T23:57:06.799" v="986"/>
          <ac:picMkLst>
            <pc:docMk/>
            <pc:sldMk cId="3411704853" sldId="533"/>
            <ac:picMk id="63" creationId="{788DBC55-D097-41E6-AD50-EFDF86868760}"/>
          </ac:picMkLst>
        </pc:picChg>
        <pc:picChg chg="mod">
          <ac:chgData name="Alexandre Quach" userId="7bb690c8a6e028e4" providerId="LiveId" clId="{46C39DD6-24CA-4AF2-B5AB-D8F1C2152466}" dt="2021-03-22T23:57:06.799" v="986"/>
          <ac:picMkLst>
            <pc:docMk/>
            <pc:sldMk cId="3411704853" sldId="533"/>
            <ac:picMk id="64" creationId="{4341252D-2729-4CD0-8FCE-116197D92032}"/>
          </ac:picMkLst>
        </pc:picChg>
        <pc:picChg chg="mod">
          <ac:chgData name="Alexandre Quach" userId="7bb690c8a6e028e4" providerId="LiveId" clId="{46C39DD6-24CA-4AF2-B5AB-D8F1C2152466}" dt="2021-03-22T23:57:06.799" v="986"/>
          <ac:picMkLst>
            <pc:docMk/>
            <pc:sldMk cId="3411704853" sldId="533"/>
            <ac:picMk id="65" creationId="{E91753ED-716B-458C-9E04-E9F356FB3B21}"/>
          </ac:picMkLst>
        </pc:picChg>
        <pc:picChg chg="mod">
          <ac:chgData name="Alexandre Quach" userId="7bb690c8a6e028e4" providerId="LiveId" clId="{46C39DD6-24CA-4AF2-B5AB-D8F1C2152466}" dt="2021-03-22T23:57:06.799" v="986"/>
          <ac:picMkLst>
            <pc:docMk/>
            <pc:sldMk cId="3411704853" sldId="533"/>
            <ac:picMk id="66" creationId="{2FA39551-9F78-4791-B3F5-559C2619C101}"/>
          </ac:picMkLst>
        </pc:picChg>
        <pc:picChg chg="mod">
          <ac:chgData name="Alexandre Quach" userId="7bb690c8a6e028e4" providerId="LiveId" clId="{46C39DD6-24CA-4AF2-B5AB-D8F1C2152466}" dt="2021-03-22T23:57:06.799" v="986"/>
          <ac:picMkLst>
            <pc:docMk/>
            <pc:sldMk cId="3411704853" sldId="533"/>
            <ac:picMk id="67" creationId="{497736D9-EB61-4E0F-90FD-EBD3C7535E2A}"/>
          </ac:picMkLst>
        </pc:picChg>
        <pc:picChg chg="mod">
          <ac:chgData name="Alexandre Quach" userId="7bb690c8a6e028e4" providerId="LiveId" clId="{46C39DD6-24CA-4AF2-B5AB-D8F1C2152466}" dt="2021-03-22T23:57:09.839" v="988"/>
          <ac:picMkLst>
            <pc:docMk/>
            <pc:sldMk cId="3411704853" sldId="533"/>
            <ac:picMk id="69" creationId="{AE3FEE25-158E-4CA9-BE95-304EC5AD06B7}"/>
          </ac:picMkLst>
        </pc:picChg>
        <pc:picChg chg="mod">
          <ac:chgData name="Alexandre Quach" userId="7bb690c8a6e028e4" providerId="LiveId" clId="{46C39DD6-24CA-4AF2-B5AB-D8F1C2152466}" dt="2021-03-22T23:57:09.839" v="988"/>
          <ac:picMkLst>
            <pc:docMk/>
            <pc:sldMk cId="3411704853" sldId="533"/>
            <ac:picMk id="70" creationId="{6D19FBA9-B245-4F35-A2D5-B3C97BA9E3E7}"/>
          </ac:picMkLst>
        </pc:picChg>
        <pc:picChg chg="mod">
          <ac:chgData name="Alexandre Quach" userId="7bb690c8a6e028e4" providerId="LiveId" clId="{46C39DD6-24CA-4AF2-B5AB-D8F1C2152466}" dt="2021-03-22T23:57:09.839" v="988"/>
          <ac:picMkLst>
            <pc:docMk/>
            <pc:sldMk cId="3411704853" sldId="533"/>
            <ac:picMk id="71" creationId="{41609B30-A320-4C38-8492-93B83D278D7C}"/>
          </ac:picMkLst>
        </pc:picChg>
        <pc:picChg chg="del">
          <ac:chgData name="Alexandre Quach" userId="7bb690c8a6e028e4" providerId="LiveId" clId="{46C39DD6-24CA-4AF2-B5AB-D8F1C2152466}" dt="2021-03-22T23:55:30.974" v="916" actId="478"/>
          <ac:picMkLst>
            <pc:docMk/>
            <pc:sldMk cId="3411704853" sldId="533"/>
            <ac:picMk id="75" creationId="{BA93C0D0-4AB0-413A-9B01-3872AD0BE460}"/>
          </ac:picMkLst>
        </pc:picChg>
        <pc:picChg chg="mod">
          <ac:chgData name="Alexandre Quach" userId="7bb690c8a6e028e4" providerId="LiveId" clId="{46C39DD6-24CA-4AF2-B5AB-D8F1C2152466}" dt="2021-03-22T23:57:09.839" v="988"/>
          <ac:picMkLst>
            <pc:docMk/>
            <pc:sldMk cId="3411704853" sldId="533"/>
            <ac:picMk id="82" creationId="{1AF3333C-1B2B-45DA-8654-934A7E0A983D}"/>
          </ac:picMkLst>
        </pc:picChg>
        <pc:picChg chg="mod">
          <ac:chgData name="Alexandre Quach" userId="7bb690c8a6e028e4" providerId="LiveId" clId="{46C39DD6-24CA-4AF2-B5AB-D8F1C2152466}" dt="2021-03-22T23:57:09.839" v="988"/>
          <ac:picMkLst>
            <pc:docMk/>
            <pc:sldMk cId="3411704853" sldId="533"/>
            <ac:picMk id="83" creationId="{343C2AAC-EBDA-4AA5-8A94-A7FF2E3A711C}"/>
          </ac:picMkLst>
        </pc:picChg>
        <pc:picChg chg="mod">
          <ac:chgData name="Alexandre Quach" userId="7bb690c8a6e028e4" providerId="LiveId" clId="{46C39DD6-24CA-4AF2-B5AB-D8F1C2152466}" dt="2021-03-22T23:57:09.839" v="988"/>
          <ac:picMkLst>
            <pc:docMk/>
            <pc:sldMk cId="3411704853" sldId="533"/>
            <ac:picMk id="87" creationId="{FBCE6C75-7D6E-4E4A-A1E9-CD53F3CFCE05}"/>
          </ac:picMkLst>
        </pc:picChg>
        <pc:picChg chg="mod">
          <ac:chgData name="Alexandre Quach" userId="7bb690c8a6e028e4" providerId="LiveId" clId="{46C39DD6-24CA-4AF2-B5AB-D8F1C2152466}" dt="2021-03-22T23:57:09.839" v="988"/>
          <ac:picMkLst>
            <pc:docMk/>
            <pc:sldMk cId="3411704853" sldId="533"/>
            <ac:picMk id="97" creationId="{9822FAF0-1515-4DCE-8CE7-DBF72B2A7B9A}"/>
          </ac:picMkLst>
        </pc:picChg>
        <pc:picChg chg="mod">
          <ac:chgData name="Alexandre Quach" userId="7bb690c8a6e028e4" providerId="LiveId" clId="{46C39DD6-24CA-4AF2-B5AB-D8F1C2152466}" dt="2021-03-22T23:57:09.839" v="988"/>
          <ac:picMkLst>
            <pc:docMk/>
            <pc:sldMk cId="3411704853" sldId="533"/>
            <ac:picMk id="98" creationId="{D35CA215-CA0E-4E77-836D-C2099C61718D}"/>
          </ac:picMkLst>
        </pc:picChg>
        <pc:picChg chg="mod">
          <ac:chgData name="Alexandre Quach" userId="7bb690c8a6e028e4" providerId="LiveId" clId="{46C39DD6-24CA-4AF2-B5AB-D8F1C2152466}" dt="2021-03-22T23:57:09.839" v="988"/>
          <ac:picMkLst>
            <pc:docMk/>
            <pc:sldMk cId="3411704853" sldId="533"/>
            <ac:picMk id="99" creationId="{405BFAC2-FA4F-40E7-A271-D15CDDFA2A2C}"/>
          </ac:picMkLst>
        </pc:picChg>
        <pc:picChg chg="mod">
          <ac:chgData name="Alexandre Quach" userId="7bb690c8a6e028e4" providerId="LiveId" clId="{46C39DD6-24CA-4AF2-B5AB-D8F1C2152466}" dt="2021-03-22T23:57:09.839" v="988"/>
          <ac:picMkLst>
            <pc:docMk/>
            <pc:sldMk cId="3411704853" sldId="533"/>
            <ac:picMk id="100" creationId="{7B5CB492-4E6D-4AEF-89CA-616BC9187CA3}"/>
          </ac:picMkLst>
        </pc:picChg>
        <pc:picChg chg="mod">
          <ac:chgData name="Alexandre Quach" userId="7bb690c8a6e028e4" providerId="LiveId" clId="{46C39DD6-24CA-4AF2-B5AB-D8F1C2152466}" dt="2021-03-22T23:57:09.839" v="988"/>
          <ac:picMkLst>
            <pc:docMk/>
            <pc:sldMk cId="3411704853" sldId="533"/>
            <ac:picMk id="101" creationId="{D2D64D62-7BCB-4844-A29E-65B55F7285FC}"/>
          </ac:picMkLst>
        </pc:picChg>
        <pc:picChg chg="mod">
          <ac:chgData name="Alexandre Quach" userId="7bb690c8a6e028e4" providerId="LiveId" clId="{46C39DD6-24CA-4AF2-B5AB-D8F1C2152466}" dt="2021-03-22T23:57:09.839" v="988"/>
          <ac:picMkLst>
            <pc:docMk/>
            <pc:sldMk cId="3411704853" sldId="533"/>
            <ac:picMk id="102" creationId="{2277FE00-E442-4CF7-8C6B-09B55D5BFFF6}"/>
          </ac:picMkLst>
        </pc:picChg>
        <pc:picChg chg="mod">
          <ac:chgData name="Alexandre Quach" userId="7bb690c8a6e028e4" providerId="LiveId" clId="{46C39DD6-24CA-4AF2-B5AB-D8F1C2152466}" dt="2021-03-22T23:57:14.182" v="990"/>
          <ac:picMkLst>
            <pc:docMk/>
            <pc:sldMk cId="3411704853" sldId="533"/>
            <ac:picMk id="104" creationId="{613DAF50-95FD-4816-9D82-B915A285DC94}"/>
          </ac:picMkLst>
        </pc:picChg>
        <pc:picChg chg="mod">
          <ac:chgData name="Alexandre Quach" userId="7bb690c8a6e028e4" providerId="LiveId" clId="{46C39DD6-24CA-4AF2-B5AB-D8F1C2152466}" dt="2021-03-22T23:57:14.182" v="990"/>
          <ac:picMkLst>
            <pc:docMk/>
            <pc:sldMk cId="3411704853" sldId="533"/>
            <ac:picMk id="105" creationId="{19B5DFD2-2C1B-437D-B7BA-95FA99854EC8}"/>
          </ac:picMkLst>
        </pc:picChg>
        <pc:picChg chg="mod">
          <ac:chgData name="Alexandre Quach" userId="7bb690c8a6e028e4" providerId="LiveId" clId="{46C39DD6-24CA-4AF2-B5AB-D8F1C2152466}" dt="2021-03-22T23:57:14.182" v="990"/>
          <ac:picMkLst>
            <pc:docMk/>
            <pc:sldMk cId="3411704853" sldId="533"/>
            <ac:picMk id="106" creationId="{46EE626D-9CA9-4AA4-8799-981C3C14D753}"/>
          </ac:picMkLst>
        </pc:picChg>
        <pc:picChg chg="mod">
          <ac:chgData name="Alexandre Quach" userId="7bb690c8a6e028e4" providerId="LiveId" clId="{46C39DD6-24CA-4AF2-B5AB-D8F1C2152466}" dt="2021-03-22T23:57:14.182" v="990"/>
          <ac:picMkLst>
            <pc:docMk/>
            <pc:sldMk cId="3411704853" sldId="533"/>
            <ac:picMk id="107" creationId="{4DFB16B2-C026-44BF-9832-52741AC9FFE1}"/>
          </ac:picMkLst>
        </pc:picChg>
        <pc:picChg chg="mod">
          <ac:chgData name="Alexandre Quach" userId="7bb690c8a6e028e4" providerId="LiveId" clId="{46C39DD6-24CA-4AF2-B5AB-D8F1C2152466}" dt="2021-03-22T23:57:14.182" v="990"/>
          <ac:picMkLst>
            <pc:docMk/>
            <pc:sldMk cId="3411704853" sldId="533"/>
            <ac:picMk id="108" creationId="{C3687360-6A29-408E-8A86-198623C3D08D}"/>
          </ac:picMkLst>
        </pc:picChg>
        <pc:picChg chg="mod">
          <ac:chgData name="Alexandre Quach" userId="7bb690c8a6e028e4" providerId="LiveId" clId="{46C39DD6-24CA-4AF2-B5AB-D8F1C2152466}" dt="2021-03-22T23:57:14.182" v="990"/>
          <ac:picMkLst>
            <pc:docMk/>
            <pc:sldMk cId="3411704853" sldId="533"/>
            <ac:picMk id="109" creationId="{33EEFF45-7646-4077-8979-537DBCD18C82}"/>
          </ac:picMkLst>
        </pc:picChg>
      </pc:sldChg>
      <pc:sldChg chg="modSp add mod">
        <pc:chgData name="Alexandre Quach" userId="7bb690c8a6e028e4" providerId="LiveId" clId="{46C39DD6-24CA-4AF2-B5AB-D8F1C2152466}" dt="2021-03-22T23:59:35.147" v="1085" actId="20577"/>
        <pc:sldMkLst>
          <pc:docMk/>
          <pc:sldMk cId="3555974910" sldId="534"/>
        </pc:sldMkLst>
        <pc:spChg chg="mod">
          <ac:chgData name="Alexandre Quach" userId="7bb690c8a6e028e4" providerId="LiveId" clId="{46C39DD6-24CA-4AF2-B5AB-D8F1C2152466}" dt="2021-03-22T23:59:35.147" v="1085" actId="20577"/>
          <ac:spMkLst>
            <pc:docMk/>
            <pc:sldMk cId="3555974910" sldId="534"/>
            <ac:spMk id="2" creationId="{E183C4B0-E757-4B7A-990C-B7FA3D783740}"/>
          </ac:spMkLst>
        </pc:spChg>
        <pc:spChg chg="mod">
          <ac:chgData name="Alexandre Quach" userId="7bb690c8a6e028e4" providerId="LiveId" clId="{46C39DD6-24CA-4AF2-B5AB-D8F1C2152466}" dt="2021-03-22T23:59:30.302" v="1080" actId="1076"/>
          <ac:spMkLst>
            <pc:docMk/>
            <pc:sldMk cId="3555974910" sldId="534"/>
            <ac:spMk id="33" creationId="{9EF69306-9E8E-466E-B2BE-62A28ACB72F5}"/>
          </ac:spMkLst>
        </pc:spChg>
        <pc:spChg chg="mod">
          <ac:chgData name="Alexandre Quach" userId="7bb690c8a6e028e4" providerId="LiveId" clId="{46C39DD6-24CA-4AF2-B5AB-D8F1C2152466}" dt="2021-03-22T23:59:30.302" v="1080" actId="1076"/>
          <ac:spMkLst>
            <pc:docMk/>
            <pc:sldMk cId="3555974910" sldId="534"/>
            <ac:spMk id="34" creationId="{C3574260-187B-4C1F-AADC-4DF803A8B6B8}"/>
          </ac:spMkLst>
        </pc:spChg>
        <pc:spChg chg="mod">
          <ac:chgData name="Alexandre Quach" userId="7bb690c8a6e028e4" providerId="LiveId" clId="{46C39DD6-24CA-4AF2-B5AB-D8F1C2152466}" dt="2021-03-22T23:59:30.302" v="1080" actId="1076"/>
          <ac:spMkLst>
            <pc:docMk/>
            <pc:sldMk cId="3555974910" sldId="534"/>
            <ac:spMk id="35" creationId="{D6F6740A-D7F9-4E5C-9D88-F707BD3FFFFC}"/>
          </ac:spMkLst>
        </pc:spChg>
        <pc:spChg chg="mod">
          <ac:chgData name="Alexandre Quach" userId="7bb690c8a6e028e4" providerId="LiveId" clId="{46C39DD6-24CA-4AF2-B5AB-D8F1C2152466}" dt="2021-03-22T23:59:30.302" v="1080" actId="1076"/>
          <ac:spMkLst>
            <pc:docMk/>
            <pc:sldMk cId="3555974910" sldId="534"/>
            <ac:spMk id="36" creationId="{7540182B-6063-4E55-824E-EA28FD099DB5}"/>
          </ac:spMkLst>
        </pc:spChg>
        <pc:spChg chg="mod">
          <ac:chgData name="Alexandre Quach" userId="7bb690c8a6e028e4" providerId="LiveId" clId="{46C39DD6-24CA-4AF2-B5AB-D8F1C2152466}" dt="2021-03-22T23:59:30.302" v="1080" actId="1076"/>
          <ac:spMkLst>
            <pc:docMk/>
            <pc:sldMk cId="3555974910" sldId="534"/>
            <ac:spMk id="37" creationId="{B253E58E-801C-4A8E-84EB-638D539E9EE8}"/>
          </ac:spMkLst>
        </pc:spChg>
        <pc:spChg chg="mod">
          <ac:chgData name="Alexandre Quach" userId="7bb690c8a6e028e4" providerId="LiveId" clId="{46C39DD6-24CA-4AF2-B5AB-D8F1C2152466}" dt="2021-03-22T23:59:30.302" v="1080" actId="1076"/>
          <ac:spMkLst>
            <pc:docMk/>
            <pc:sldMk cId="3555974910" sldId="534"/>
            <ac:spMk id="38" creationId="{98374EF3-5C9C-4EFA-8FAA-DE139ED7B516}"/>
          </ac:spMkLst>
        </pc:spChg>
        <pc:spChg chg="mod">
          <ac:chgData name="Alexandre Quach" userId="7bb690c8a6e028e4" providerId="LiveId" clId="{46C39DD6-24CA-4AF2-B5AB-D8F1C2152466}" dt="2021-03-22T23:59:30.302" v="1080" actId="1076"/>
          <ac:spMkLst>
            <pc:docMk/>
            <pc:sldMk cId="3555974910" sldId="534"/>
            <ac:spMk id="39" creationId="{2F3760CC-DE20-4636-8334-AA30BC300616}"/>
          </ac:spMkLst>
        </pc:spChg>
        <pc:spChg chg="mod">
          <ac:chgData name="Alexandre Quach" userId="7bb690c8a6e028e4" providerId="LiveId" clId="{46C39DD6-24CA-4AF2-B5AB-D8F1C2152466}" dt="2021-03-22T23:59:30.302" v="1080" actId="1076"/>
          <ac:spMkLst>
            <pc:docMk/>
            <pc:sldMk cId="3555974910" sldId="534"/>
            <ac:spMk id="114" creationId="{85F510F6-3E65-45EA-8636-39AE577A2A18}"/>
          </ac:spMkLst>
        </pc:spChg>
        <pc:spChg chg="mod">
          <ac:chgData name="Alexandre Quach" userId="7bb690c8a6e028e4" providerId="LiveId" clId="{46C39DD6-24CA-4AF2-B5AB-D8F1C2152466}" dt="2021-03-22T23:59:30.302" v="1080" actId="1076"/>
          <ac:spMkLst>
            <pc:docMk/>
            <pc:sldMk cId="3555974910" sldId="534"/>
            <ac:spMk id="115" creationId="{84121BC2-F9D5-41C1-84CE-8DB2A3632E9F}"/>
          </ac:spMkLst>
        </pc:spChg>
        <pc:spChg chg="mod">
          <ac:chgData name="Alexandre Quach" userId="7bb690c8a6e028e4" providerId="LiveId" clId="{46C39DD6-24CA-4AF2-B5AB-D8F1C2152466}" dt="2021-03-22T23:59:30.302" v="1080" actId="1076"/>
          <ac:spMkLst>
            <pc:docMk/>
            <pc:sldMk cId="3555974910" sldId="534"/>
            <ac:spMk id="116" creationId="{9F8FA6DF-3714-492B-88D4-A5DADE841EFB}"/>
          </ac:spMkLst>
        </pc:spChg>
        <pc:spChg chg="mod">
          <ac:chgData name="Alexandre Quach" userId="7bb690c8a6e028e4" providerId="LiveId" clId="{46C39DD6-24CA-4AF2-B5AB-D8F1C2152466}" dt="2021-03-22T23:59:30.302" v="1080" actId="1076"/>
          <ac:spMkLst>
            <pc:docMk/>
            <pc:sldMk cId="3555974910" sldId="534"/>
            <ac:spMk id="117" creationId="{67FFA9E4-BE0D-47B5-BF4D-2EF51B02D09F}"/>
          </ac:spMkLst>
        </pc:spChg>
        <pc:spChg chg="mod">
          <ac:chgData name="Alexandre Quach" userId="7bb690c8a6e028e4" providerId="LiveId" clId="{46C39DD6-24CA-4AF2-B5AB-D8F1C2152466}" dt="2021-03-22T23:59:30.302" v="1080" actId="1076"/>
          <ac:spMkLst>
            <pc:docMk/>
            <pc:sldMk cId="3555974910" sldId="534"/>
            <ac:spMk id="118" creationId="{19B3872D-71CB-487B-8350-5A218EE60909}"/>
          </ac:spMkLst>
        </pc:spChg>
        <pc:spChg chg="mod">
          <ac:chgData name="Alexandre Quach" userId="7bb690c8a6e028e4" providerId="LiveId" clId="{46C39DD6-24CA-4AF2-B5AB-D8F1C2152466}" dt="2021-03-22T23:59:30.302" v="1080" actId="1076"/>
          <ac:spMkLst>
            <pc:docMk/>
            <pc:sldMk cId="3555974910" sldId="534"/>
            <ac:spMk id="119" creationId="{C988C821-0D0B-4E79-B35F-F023FC94A519}"/>
          </ac:spMkLst>
        </pc:spChg>
        <pc:spChg chg="mod">
          <ac:chgData name="Alexandre Quach" userId="7bb690c8a6e028e4" providerId="LiveId" clId="{46C39DD6-24CA-4AF2-B5AB-D8F1C2152466}" dt="2021-03-22T23:59:30.302" v="1080" actId="1076"/>
          <ac:spMkLst>
            <pc:docMk/>
            <pc:sldMk cId="3555974910" sldId="534"/>
            <ac:spMk id="120" creationId="{68ED7F88-819F-4E89-9686-C43A91D4958A}"/>
          </ac:spMkLst>
        </pc:spChg>
        <pc:spChg chg="mod">
          <ac:chgData name="Alexandre Quach" userId="7bb690c8a6e028e4" providerId="LiveId" clId="{46C39DD6-24CA-4AF2-B5AB-D8F1C2152466}" dt="2021-03-22T23:59:30.302" v="1080" actId="1076"/>
          <ac:spMkLst>
            <pc:docMk/>
            <pc:sldMk cId="3555974910" sldId="534"/>
            <ac:spMk id="121" creationId="{9EB1FF84-1E6B-4617-8BA4-36B3F72B19DD}"/>
          </ac:spMkLst>
        </pc:spChg>
        <pc:spChg chg="mod">
          <ac:chgData name="Alexandre Quach" userId="7bb690c8a6e028e4" providerId="LiveId" clId="{46C39DD6-24CA-4AF2-B5AB-D8F1C2152466}" dt="2021-03-22T23:59:30.302" v="1080" actId="1076"/>
          <ac:spMkLst>
            <pc:docMk/>
            <pc:sldMk cId="3555974910" sldId="534"/>
            <ac:spMk id="122" creationId="{3B7B2605-5B51-4424-AC8D-4430D2118F74}"/>
          </ac:spMkLst>
        </pc:spChg>
        <pc:spChg chg="mod">
          <ac:chgData name="Alexandre Quach" userId="7bb690c8a6e028e4" providerId="LiveId" clId="{46C39DD6-24CA-4AF2-B5AB-D8F1C2152466}" dt="2021-03-22T23:59:30.302" v="1080" actId="1076"/>
          <ac:spMkLst>
            <pc:docMk/>
            <pc:sldMk cId="3555974910" sldId="534"/>
            <ac:spMk id="123" creationId="{A4132FFE-31B1-41AB-BCF8-C01B25C41134}"/>
          </ac:spMkLst>
        </pc:spChg>
        <pc:spChg chg="mod">
          <ac:chgData name="Alexandre Quach" userId="7bb690c8a6e028e4" providerId="LiveId" clId="{46C39DD6-24CA-4AF2-B5AB-D8F1C2152466}" dt="2021-03-22T23:59:30.302" v="1080" actId="1076"/>
          <ac:spMkLst>
            <pc:docMk/>
            <pc:sldMk cId="3555974910" sldId="534"/>
            <ac:spMk id="124" creationId="{B401ACD4-FADB-4303-984E-62E2ACA206F4}"/>
          </ac:spMkLst>
        </pc:spChg>
        <pc:spChg chg="mod">
          <ac:chgData name="Alexandre Quach" userId="7bb690c8a6e028e4" providerId="LiveId" clId="{46C39DD6-24CA-4AF2-B5AB-D8F1C2152466}" dt="2021-03-22T23:59:30.302" v="1080" actId="1076"/>
          <ac:spMkLst>
            <pc:docMk/>
            <pc:sldMk cId="3555974910" sldId="534"/>
            <ac:spMk id="125" creationId="{09EDE1B0-22A3-4236-A82D-F940900C6A89}"/>
          </ac:spMkLst>
        </pc:spChg>
        <pc:spChg chg="mod">
          <ac:chgData name="Alexandre Quach" userId="7bb690c8a6e028e4" providerId="LiveId" clId="{46C39DD6-24CA-4AF2-B5AB-D8F1C2152466}" dt="2021-03-22T23:59:30.302" v="1080" actId="1076"/>
          <ac:spMkLst>
            <pc:docMk/>
            <pc:sldMk cId="3555974910" sldId="534"/>
            <ac:spMk id="126" creationId="{9879F733-F1E6-4D45-B483-051C9E095EF9}"/>
          </ac:spMkLst>
        </pc:spChg>
        <pc:spChg chg="mod">
          <ac:chgData name="Alexandre Quach" userId="7bb690c8a6e028e4" providerId="LiveId" clId="{46C39DD6-24CA-4AF2-B5AB-D8F1C2152466}" dt="2021-03-22T23:59:30.302" v="1080" actId="1076"/>
          <ac:spMkLst>
            <pc:docMk/>
            <pc:sldMk cId="3555974910" sldId="534"/>
            <ac:spMk id="127" creationId="{51F1D9BB-D150-4B3D-A54E-FDC7B2AC06F5}"/>
          </ac:spMkLst>
        </pc:spChg>
        <pc:spChg chg="mod">
          <ac:chgData name="Alexandre Quach" userId="7bb690c8a6e028e4" providerId="LiveId" clId="{46C39DD6-24CA-4AF2-B5AB-D8F1C2152466}" dt="2021-03-22T23:59:30.302" v="1080" actId="1076"/>
          <ac:spMkLst>
            <pc:docMk/>
            <pc:sldMk cId="3555974910" sldId="534"/>
            <ac:spMk id="128" creationId="{3B3664FE-ADD0-4455-929C-56370758CF22}"/>
          </ac:spMkLst>
        </pc:spChg>
        <pc:spChg chg="mod">
          <ac:chgData name="Alexandre Quach" userId="7bb690c8a6e028e4" providerId="LiveId" clId="{46C39DD6-24CA-4AF2-B5AB-D8F1C2152466}" dt="2021-03-22T23:59:30.302" v="1080" actId="1076"/>
          <ac:spMkLst>
            <pc:docMk/>
            <pc:sldMk cId="3555974910" sldId="534"/>
            <ac:spMk id="129" creationId="{1DF83E5B-A81F-4280-B05E-D7906AD28C86}"/>
          </ac:spMkLst>
        </pc:spChg>
        <pc:spChg chg="mod">
          <ac:chgData name="Alexandre Quach" userId="7bb690c8a6e028e4" providerId="LiveId" clId="{46C39DD6-24CA-4AF2-B5AB-D8F1C2152466}" dt="2021-03-22T23:59:30.302" v="1080" actId="1076"/>
          <ac:spMkLst>
            <pc:docMk/>
            <pc:sldMk cId="3555974910" sldId="534"/>
            <ac:spMk id="130" creationId="{2B53725A-71E7-4D39-A4E8-6B2144CCE9A1}"/>
          </ac:spMkLst>
        </pc:spChg>
        <pc:spChg chg="mod">
          <ac:chgData name="Alexandre Quach" userId="7bb690c8a6e028e4" providerId="LiveId" clId="{46C39DD6-24CA-4AF2-B5AB-D8F1C2152466}" dt="2021-03-22T23:59:30.302" v="1080" actId="1076"/>
          <ac:spMkLst>
            <pc:docMk/>
            <pc:sldMk cId="3555974910" sldId="534"/>
            <ac:spMk id="131" creationId="{0434B1DA-534F-4309-A21E-F97BF77631AC}"/>
          </ac:spMkLst>
        </pc:spChg>
        <pc:spChg chg="mod">
          <ac:chgData name="Alexandre Quach" userId="7bb690c8a6e028e4" providerId="LiveId" clId="{46C39DD6-24CA-4AF2-B5AB-D8F1C2152466}" dt="2021-03-22T23:59:30.302" v="1080" actId="1076"/>
          <ac:spMkLst>
            <pc:docMk/>
            <pc:sldMk cId="3555974910" sldId="534"/>
            <ac:spMk id="132" creationId="{B9A43AA8-5C7A-44D2-AC72-D2BD2D8503DF}"/>
          </ac:spMkLst>
        </pc:spChg>
        <pc:spChg chg="mod">
          <ac:chgData name="Alexandre Quach" userId="7bb690c8a6e028e4" providerId="LiveId" clId="{46C39DD6-24CA-4AF2-B5AB-D8F1C2152466}" dt="2021-03-22T23:59:30.302" v="1080" actId="1076"/>
          <ac:spMkLst>
            <pc:docMk/>
            <pc:sldMk cId="3555974910" sldId="534"/>
            <ac:spMk id="133" creationId="{1346A2F3-DC6D-44F3-BB5F-932D0FC96CC9}"/>
          </ac:spMkLst>
        </pc:spChg>
        <pc:spChg chg="mod">
          <ac:chgData name="Alexandre Quach" userId="7bb690c8a6e028e4" providerId="LiveId" clId="{46C39DD6-24CA-4AF2-B5AB-D8F1C2152466}" dt="2021-03-22T23:59:30.302" v="1080" actId="1076"/>
          <ac:spMkLst>
            <pc:docMk/>
            <pc:sldMk cId="3555974910" sldId="534"/>
            <ac:spMk id="134" creationId="{096F8300-3915-425A-B9F1-168D7CBC78A9}"/>
          </ac:spMkLst>
        </pc:spChg>
        <pc:grpChg chg="mod">
          <ac:chgData name="Alexandre Quach" userId="7bb690c8a6e028e4" providerId="LiveId" clId="{46C39DD6-24CA-4AF2-B5AB-D8F1C2152466}" dt="2021-03-22T23:59:30.302" v="1080" actId="1076"/>
          <ac:grpSpMkLst>
            <pc:docMk/>
            <pc:sldMk cId="3555974910" sldId="534"/>
            <ac:grpSpMk id="3" creationId="{ECE46FCA-8A91-4BBE-8E8F-A600316BA41A}"/>
          </ac:grpSpMkLst>
        </pc:grpChg>
        <pc:grpChg chg="mod">
          <ac:chgData name="Alexandre Quach" userId="7bb690c8a6e028e4" providerId="LiveId" clId="{46C39DD6-24CA-4AF2-B5AB-D8F1C2152466}" dt="2021-03-22T23:59:30.302" v="1080" actId="1076"/>
          <ac:grpSpMkLst>
            <pc:docMk/>
            <pc:sldMk cId="3555974910" sldId="534"/>
            <ac:grpSpMk id="47" creationId="{371670B8-4C8C-455C-B1AE-018430D4BFAF}"/>
          </ac:grpSpMkLst>
        </pc:grpChg>
        <pc:grpChg chg="mod">
          <ac:chgData name="Alexandre Quach" userId="7bb690c8a6e028e4" providerId="LiveId" clId="{46C39DD6-24CA-4AF2-B5AB-D8F1C2152466}" dt="2021-03-22T23:59:30.302" v="1080" actId="1076"/>
          <ac:grpSpMkLst>
            <pc:docMk/>
            <pc:sldMk cId="3555974910" sldId="534"/>
            <ac:grpSpMk id="54" creationId="{3B872303-A1C2-4242-A4F9-76395DDE462E}"/>
          </ac:grpSpMkLst>
        </pc:grpChg>
        <pc:grpChg chg="mod">
          <ac:chgData name="Alexandre Quach" userId="7bb690c8a6e028e4" providerId="LiveId" clId="{46C39DD6-24CA-4AF2-B5AB-D8F1C2152466}" dt="2021-03-22T23:59:30.302" v="1080" actId="1076"/>
          <ac:grpSpMkLst>
            <pc:docMk/>
            <pc:sldMk cId="3555974910" sldId="534"/>
            <ac:grpSpMk id="61" creationId="{0154EDE2-155E-47B1-8892-7557F100108C}"/>
          </ac:grpSpMkLst>
        </pc:grpChg>
        <pc:grpChg chg="mod">
          <ac:chgData name="Alexandre Quach" userId="7bb690c8a6e028e4" providerId="LiveId" clId="{46C39DD6-24CA-4AF2-B5AB-D8F1C2152466}" dt="2021-03-22T23:59:30.302" v="1080" actId="1076"/>
          <ac:grpSpMkLst>
            <pc:docMk/>
            <pc:sldMk cId="3555974910" sldId="534"/>
            <ac:grpSpMk id="68" creationId="{089B7CE2-8FB5-4507-9CC7-4DCD964AD42A}"/>
          </ac:grpSpMkLst>
        </pc:grpChg>
        <pc:grpChg chg="mod">
          <ac:chgData name="Alexandre Quach" userId="7bb690c8a6e028e4" providerId="LiveId" clId="{46C39DD6-24CA-4AF2-B5AB-D8F1C2152466}" dt="2021-03-22T23:59:30.302" v="1080" actId="1076"/>
          <ac:grpSpMkLst>
            <pc:docMk/>
            <pc:sldMk cId="3555974910" sldId="534"/>
            <ac:grpSpMk id="95" creationId="{0B37F3EC-EE38-4E1C-B180-C67CBDFD171B}"/>
          </ac:grpSpMkLst>
        </pc:grpChg>
        <pc:grpChg chg="mod">
          <ac:chgData name="Alexandre Quach" userId="7bb690c8a6e028e4" providerId="LiveId" clId="{46C39DD6-24CA-4AF2-B5AB-D8F1C2152466}" dt="2021-03-22T23:59:30.302" v="1080" actId="1076"/>
          <ac:grpSpMkLst>
            <pc:docMk/>
            <pc:sldMk cId="3555974910" sldId="534"/>
            <ac:grpSpMk id="103" creationId="{29D1985A-4456-48A0-AFB2-297F66DD9B87}"/>
          </ac:grpSpMkLst>
        </pc:grpChg>
        <pc:graphicFrameChg chg="mod">
          <ac:chgData name="Alexandre Quach" userId="7bb690c8a6e028e4" providerId="LiveId" clId="{46C39DD6-24CA-4AF2-B5AB-D8F1C2152466}" dt="2021-03-22T23:59:30.302" v="1080" actId="1076"/>
          <ac:graphicFrameMkLst>
            <pc:docMk/>
            <pc:sldMk cId="3555974910" sldId="534"/>
            <ac:graphicFrameMk id="32" creationId="{9819AC0A-6196-48FD-9C7B-98B627D86996}"/>
          </ac:graphicFrameMkLst>
        </pc:graphicFrameChg>
      </pc:sldChg>
      <pc:sldChg chg="addSp delSp modSp add mod ord">
        <pc:chgData name="Alexandre Quach" userId="7bb690c8a6e028e4" providerId="LiveId" clId="{46C39DD6-24CA-4AF2-B5AB-D8F1C2152466}" dt="2021-03-23T00:02:41.552" v="1172"/>
        <pc:sldMkLst>
          <pc:docMk/>
          <pc:sldMk cId="3141478333" sldId="535"/>
        </pc:sldMkLst>
        <pc:spChg chg="mod">
          <ac:chgData name="Alexandre Quach" userId="7bb690c8a6e028e4" providerId="LiveId" clId="{46C39DD6-24CA-4AF2-B5AB-D8F1C2152466}" dt="2021-03-23T00:01:24.029" v="1150" actId="20577"/>
          <ac:spMkLst>
            <pc:docMk/>
            <pc:sldMk cId="3141478333" sldId="535"/>
            <ac:spMk id="2" creationId="{E183C4B0-E757-4B7A-990C-B7FA3D783740}"/>
          </ac:spMkLst>
        </pc:spChg>
        <pc:spChg chg="add del mod">
          <ac:chgData name="Alexandre Quach" userId="7bb690c8a6e028e4" providerId="LiveId" clId="{46C39DD6-24CA-4AF2-B5AB-D8F1C2152466}" dt="2021-03-23T00:01:18.613" v="1144" actId="1076"/>
          <ac:spMkLst>
            <pc:docMk/>
            <pc:sldMk cId="3141478333" sldId="535"/>
            <ac:spMk id="114" creationId="{85F510F6-3E65-45EA-8636-39AE577A2A18}"/>
          </ac:spMkLst>
        </pc:spChg>
        <pc:spChg chg="add del mod">
          <ac:chgData name="Alexandre Quach" userId="7bb690c8a6e028e4" providerId="LiveId" clId="{46C39DD6-24CA-4AF2-B5AB-D8F1C2152466}" dt="2021-03-23T00:01:18.613" v="1144" actId="1076"/>
          <ac:spMkLst>
            <pc:docMk/>
            <pc:sldMk cId="3141478333" sldId="535"/>
            <ac:spMk id="115" creationId="{84121BC2-F9D5-41C1-84CE-8DB2A3632E9F}"/>
          </ac:spMkLst>
        </pc:spChg>
        <pc:spChg chg="add del mod">
          <ac:chgData name="Alexandre Quach" userId="7bb690c8a6e028e4" providerId="LiveId" clId="{46C39DD6-24CA-4AF2-B5AB-D8F1C2152466}" dt="2021-03-23T00:01:18.613" v="1144" actId="1076"/>
          <ac:spMkLst>
            <pc:docMk/>
            <pc:sldMk cId="3141478333" sldId="535"/>
            <ac:spMk id="116" creationId="{9F8FA6DF-3714-492B-88D4-A5DADE841EFB}"/>
          </ac:spMkLst>
        </pc:spChg>
        <pc:spChg chg="add del mod">
          <ac:chgData name="Alexandre Quach" userId="7bb690c8a6e028e4" providerId="LiveId" clId="{46C39DD6-24CA-4AF2-B5AB-D8F1C2152466}" dt="2021-03-23T00:01:18.613" v="1144" actId="1076"/>
          <ac:spMkLst>
            <pc:docMk/>
            <pc:sldMk cId="3141478333" sldId="535"/>
            <ac:spMk id="117" creationId="{67FFA9E4-BE0D-47B5-BF4D-2EF51B02D09F}"/>
          </ac:spMkLst>
        </pc:spChg>
        <pc:spChg chg="add del mod">
          <ac:chgData name="Alexandre Quach" userId="7bb690c8a6e028e4" providerId="LiveId" clId="{46C39DD6-24CA-4AF2-B5AB-D8F1C2152466}" dt="2021-03-23T00:01:18.613" v="1144" actId="1076"/>
          <ac:spMkLst>
            <pc:docMk/>
            <pc:sldMk cId="3141478333" sldId="535"/>
            <ac:spMk id="118" creationId="{19B3872D-71CB-487B-8350-5A218EE60909}"/>
          </ac:spMkLst>
        </pc:spChg>
        <pc:spChg chg="add del mod">
          <ac:chgData name="Alexandre Quach" userId="7bb690c8a6e028e4" providerId="LiveId" clId="{46C39DD6-24CA-4AF2-B5AB-D8F1C2152466}" dt="2021-03-23T00:01:18.613" v="1144" actId="1076"/>
          <ac:spMkLst>
            <pc:docMk/>
            <pc:sldMk cId="3141478333" sldId="535"/>
            <ac:spMk id="119" creationId="{C988C821-0D0B-4E79-B35F-F023FC94A519}"/>
          </ac:spMkLst>
        </pc:spChg>
        <pc:spChg chg="add del mod">
          <ac:chgData name="Alexandre Quach" userId="7bb690c8a6e028e4" providerId="LiveId" clId="{46C39DD6-24CA-4AF2-B5AB-D8F1C2152466}" dt="2021-03-23T00:01:18.613" v="1144" actId="1076"/>
          <ac:spMkLst>
            <pc:docMk/>
            <pc:sldMk cId="3141478333" sldId="535"/>
            <ac:spMk id="120" creationId="{68ED7F88-819F-4E89-9686-C43A91D4958A}"/>
          </ac:spMkLst>
        </pc:spChg>
        <pc:spChg chg="add del mod">
          <ac:chgData name="Alexandre Quach" userId="7bb690c8a6e028e4" providerId="LiveId" clId="{46C39DD6-24CA-4AF2-B5AB-D8F1C2152466}" dt="2021-03-23T00:01:18.613" v="1144" actId="1076"/>
          <ac:spMkLst>
            <pc:docMk/>
            <pc:sldMk cId="3141478333" sldId="535"/>
            <ac:spMk id="121" creationId="{9EB1FF84-1E6B-4617-8BA4-36B3F72B19DD}"/>
          </ac:spMkLst>
        </pc:spChg>
        <pc:spChg chg="add del mod">
          <ac:chgData name="Alexandre Quach" userId="7bb690c8a6e028e4" providerId="LiveId" clId="{46C39DD6-24CA-4AF2-B5AB-D8F1C2152466}" dt="2021-03-23T00:01:18.613" v="1144" actId="1076"/>
          <ac:spMkLst>
            <pc:docMk/>
            <pc:sldMk cId="3141478333" sldId="535"/>
            <ac:spMk id="122" creationId="{3B7B2605-5B51-4424-AC8D-4430D2118F74}"/>
          </ac:spMkLst>
        </pc:spChg>
        <pc:spChg chg="add del mod">
          <ac:chgData name="Alexandre Quach" userId="7bb690c8a6e028e4" providerId="LiveId" clId="{46C39DD6-24CA-4AF2-B5AB-D8F1C2152466}" dt="2021-03-23T00:01:18.613" v="1144" actId="1076"/>
          <ac:spMkLst>
            <pc:docMk/>
            <pc:sldMk cId="3141478333" sldId="535"/>
            <ac:spMk id="123" creationId="{A4132FFE-31B1-41AB-BCF8-C01B25C41134}"/>
          </ac:spMkLst>
        </pc:spChg>
        <pc:spChg chg="add del mod">
          <ac:chgData name="Alexandre Quach" userId="7bb690c8a6e028e4" providerId="LiveId" clId="{46C39DD6-24CA-4AF2-B5AB-D8F1C2152466}" dt="2021-03-23T00:01:18.613" v="1144" actId="1076"/>
          <ac:spMkLst>
            <pc:docMk/>
            <pc:sldMk cId="3141478333" sldId="535"/>
            <ac:spMk id="124" creationId="{B401ACD4-FADB-4303-984E-62E2ACA206F4}"/>
          </ac:spMkLst>
        </pc:spChg>
        <pc:spChg chg="add del mod">
          <ac:chgData name="Alexandre Quach" userId="7bb690c8a6e028e4" providerId="LiveId" clId="{46C39DD6-24CA-4AF2-B5AB-D8F1C2152466}" dt="2021-03-23T00:01:18.613" v="1144" actId="1076"/>
          <ac:spMkLst>
            <pc:docMk/>
            <pc:sldMk cId="3141478333" sldId="535"/>
            <ac:spMk id="125" creationId="{09EDE1B0-22A3-4236-A82D-F940900C6A89}"/>
          </ac:spMkLst>
        </pc:spChg>
        <pc:spChg chg="add del mod">
          <ac:chgData name="Alexandre Quach" userId="7bb690c8a6e028e4" providerId="LiveId" clId="{46C39DD6-24CA-4AF2-B5AB-D8F1C2152466}" dt="2021-03-23T00:01:18.613" v="1144" actId="1076"/>
          <ac:spMkLst>
            <pc:docMk/>
            <pc:sldMk cId="3141478333" sldId="535"/>
            <ac:spMk id="126" creationId="{9879F733-F1E6-4D45-B483-051C9E095EF9}"/>
          </ac:spMkLst>
        </pc:spChg>
        <pc:spChg chg="add del mod">
          <ac:chgData name="Alexandre Quach" userId="7bb690c8a6e028e4" providerId="LiveId" clId="{46C39DD6-24CA-4AF2-B5AB-D8F1C2152466}" dt="2021-03-23T00:01:18.613" v="1144" actId="1076"/>
          <ac:spMkLst>
            <pc:docMk/>
            <pc:sldMk cId="3141478333" sldId="535"/>
            <ac:spMk id="127" creationId="{51F1D9BB-D150-4B3D-A54E-FDC7B2AC06F5}"/>
          </ac:spMkLst>
        </pc:spChg>
        <pc:spChg chg="add del mod">
          <ac:chgData name="Alexandre Quach" userId="7bb690c8a6e028e4" providerId="LiveId" clId="{46C39DD6-24CA-4AF2-B5AB-D8F1C2152466}" dt="2021-03-23T00:01:18.613" v="1144" actId="1076"/>
          <ac:spMkLst>
            <pc:docMk/>
            <pc:sldMk cId="3141478333" sldId="535"/>
            <ac:spMk id="128" creationId="{3B3664FE-ADD0-4455-929C-56370758CF22}"/>
          </ac:spMkLst>
        </pc:spChg>
        <pc:spChg chg="add del mod">
          <ac:chgData name="Alexandre Quach" userId="7bb690c8a6e028e4" providerId="LiveId" clId="{46C39DD6-24CA-4AF2-B5AB-D8F1C2152466}" dt="2021-03-23T00:01:18.613" v="1144" actId="1076"/>
          <ac:spMkLst>
            <pc:docMk/>
            <pc:sldMk cId="3141478333" sldId="535"/>
            <ac:spMk id="129" creationId="{1DF83E5B-A81F-4280-B05E-D7906AD28C86}"/>
          </ac:spMkLst>
        </pc:spChg>
        <pc:spChg chg="add del mod">
          <ac:chgData name="Alexandre Quach" userId="7bb690c8a6e028e4" providerId="LiveId" clId="{46C39DD6-24CA-4AF2-B5AB-D8F1C2152466}" dt="2021-03-23T00:01:18.613" v="1144" actId="1076"/>
          <ac:spMkLst>
            <pc:docMk/>
            <pc:sldMk cId="3141478333" sldId="535"/>
            <ac:spMk id="130" creationId="{2B53725A-71E7-4D39-A4E8-6B2144CCE9A1}"/>
          </ac:spMkLst>
        </pc:spChg>
        <pc:spChg chg="add del mod">
          <ac:chgData name="Alexandre Quach" userId="7bb690c8a6e028e4" providerId="LiveId" clId="{46C39DD6-24CA-4AF2-B5AB-D8F1C2152466}" dt="2021-03-23T00:01:18.613" v="1144" actId="1076"/>
          <ac:spMkLst>
            <pc:docMk/>
            <pc:sldMk cId="3141478333" sldId="535"/>
            <ac:spMk id="131" creationId="{0434B1DA-534F-4309-A21E-F97BF77631AC}"/>
          </ac:spMkLst>
        </pc:spChg>
        <pc:spChg chg="add del mod">
          <ac:chgData name="Alexandre Quach" userId="7bb690c8a6e028e4" providerId="LiveId" clId="{46C39DD6-24CA-4AF2-B5AB-D8F1C2152466}" dt="2021-03-23T00:01:18.613" v="1144" actId="1076"/>
          <ac:spMkLst>
            <pc:docMk/>
            <pc:sldMk cId="3141478333" sldId="535"/>
            <ac:spMk id="132" creationId="{B9A43AA8-5C7A-44D2-AC72-D2BD2D8503DF}"/>
          </ac:spMkLst>
        </pc:spChg>
        <pc:spChg chg="add del mod">
          <ac:chgData name="Alexandre Quach" userId="7bb690c8a6e028e4" providerId="LiveId" clId="{46C39DD6-24CA-4AF2-B5AB-D8F1C2152466}" dt="2021-03-23T00:01:18.613" v="1144" actId="1076"/>
          <ac:spMkLst>
            <pc:docMk/>
            <pc:sldMk cId="3141478333" sldId="535"/>
            <ac:spMk id="133" creationId="{1346A2F3-DC6D-44F3-BB5F-932D0FC96CC9}"/>
          </ac:spMkLst>
        </pc:spChg>
        <pc:spChg chg="add del mod">
          <ac:chgData name="Alexandre Quach" userId="7bb690c8a6e028e4" providerId="LiveId" clId="{46C39DD6-24CA-4AF2-B5AB-D8F1C2152466}" dt="2021-03-23T00:01:18.613" v="1144" actId="1076"/>
          <ac:spMkLst>
            <pc:docMk/>
            <pc:sldMk cId="3141478333" sldId="535"/>
            <ac:spMk id="134" creationId="{096F8300-3915-425A-B9F1-168D7CBC78A9}"/>
          </ac:spMkLst>
        </pc:spChg>
        <pc:grpChg chg="del">
          <ac:chgData name="Alexandre Quach" userId="7bb690c8a6e028e4" providerId="LiveId" clId="{46C39DD6-24CA-4AF2-B5AB-D8F1C2152466}" dt="2021-03-23T00:00:15.343" v="1091" actId="478"/>
          <ac:grpSpMkLst>
            <pc:docMk/>
            <pc:sldMk cId="3141478333" sldId="535"/>
            <ac:grpSpMk id="3" creationId="{ECE46FCA-8A91-4BBE-8E8F-A600316BA41A}"/>
          </ac:grpSpMkLst>
        </pc:grpChg>
        <pc:grpChg chg="del">
          <ac:chgData name="Alexandre Quach" userId="7bb690c8a6e028e4" providerId="LiveId" clId="{46C39DD6-24CA-4AF2-B5AB-D8F1C2152466}" dt="2021-03-23T00:00:15.343" v="1091" actId="478"/>
          <ac:grpSpMkLst>
            <pc:docMk/>
            <pc:sldMk cId="3141478333" sldId="535"/>
            <ac:grpSpMk id="47" creationId="{371670B8-4C8C-455C-B1AE-018430D4BFAF}"/>
          </ac:grpSpMkLst>
        </pc:grpChg>
        <pc:grpChg chg="del">
          <ac:chgData name="Alexandre Quach" userId="7bb690c8a6e028e4" providerId="LiveId" clId="{46C39DD6-24CA-4AF2-B5AB-D8F1C2152466}" dt="2021-03-23T00:00:15.343" v="1091" actId="478"/>
          <ac:grpSpMkLst>
            <pc:docMk/>
            <pc:sldMk cId="3141478333" sldId="535"/>
            <ac:grpSpMk id="54" creationId="{3B872303-A1C2-4242-A4F9-76395DDE462E}"/>
          </ac:grpSpMkLst>
        </pc:grpChg>
        <pc:grpChg chg="del">
          <ac:chgData name="Alexandre Quach" userId="7bb690c8a6e028e4" providerId="LiveId" clId="{46C39DD6-24CA-4AF2-B5AB-D8F1C2152466}" dt="2021-03-23T00:00:15.343" v="1091" actId="478"/>
          <ac:grpSpMkLst>
            <pc:docMk/>
            <pc:sldMk cId="3141478333" sldId="535"/>
            <ac:grpSpMk id="61" creationId="{0154EDE2-155E-47B1-8892-7557F100108C}"/>
          </ac:grpSpMkLst>
        </pc:grpChg>
        <pc:grpChg chg="del">
          <ac:chgData name="Alexandre Quach" userId="7bb690c8a6e028e4" providerId="LiveId" clId="{46C39DD6-24CA-4AF2-B5AB-D8F1C2152466}" dt="2021-03-23T00:00:15.343" v="1091" actId="478"/>
          <ac:grpSpMkLst>
            <pc:docMk/>
            <pc:sldMk cId="3141478333" sldId="535"/>
            <ac:grpSpMk id="68" creationId="{089B7CE2-8FB5-4507-9CC7-4DCD964AD42A}"/>
          </ac:grpSpMkLst>
        </pc:grpChg>
        <pc:grpChg chg="del">
          <ac:chgData name="Alexandre Quach" userId="7bb690c8a6e028e4" providerId="LiveId" clId="{46C39DD6-24CA-4AF2-B5AB-D8F1C2152466}" dt="2021-03-23T00:00:15.343" v="1091" actId="478"/>
          <ac:grpSpMkLst>
            <pc:docMk/>
            <pc:sldMk cId="3141478333" sldId="535"/>
            <ac:grpSpMk id="95" creationId="{0B37F3EC-EE38-4E1C-B180-C67CBDFD171B}"/>
          </ac:grpSpMkLst>
        </pc:grpChg>
        <pc:grpChg chg="del">
          <ac:chgData name="Alexandre Quach" userId="7bb690c8a6e028e4" providerId="LiveId" clId="{46C39DD6-24CA-4AF2-B5AB-D8F1C2152466}" dt="2021-03-23T00:00:15.343" v="1091" actId="478"/>
          <ac:grpSpMkLst>
            <pc:docMk/>
            <pc:sldMk cId="3141478333" sldId="535"/>
            <ac:grpSpMk id="103" creationId="{29D1985A-4456-48A0-AFB2-297F66DD9B87}"/>
          </ac:grpSpMkLst>
        </pc:grpChg>
        <pc:picChg chg="add mod">
          <ac:chgData name="Alexandre Quach" userId="7bb690c8a6e028e4" providerId="LiveId" clId="{46C39DD6-24CA-4AF2-B5AB-D8F1C2152466}" dt="2021-03-23T00:01:10.034" v="1141" actId="1076"/>
          <ac:picMkLst>
            <pc:docMk/>
            <pc:sldMk cId="3141478333" sldId="535"/>
            <ac:picMk id="81" creationId="{4EB2A86F-A04F-4D36-8D0D-43B76848BAFA}"/>
          </ac:picMkLst>
        </pc:picChg>
        <pc:picChg chg="add mod">
          <ac:chgData name="Alexandre Quach" userId="7bb690c8a6e028e4" providerId="LiveId" clId="{46C39DD6-24CA-4AF2-B5AB-D8F1C2152466}" dt="2021-03-23T00:01:10.034" v="1141" actId="1076"/>
          <ac:picMkLst>
            <pc:docMk/>
            <pc:sldMk cId="3141478333" sldId="535"/>
            <ac:picMk id="84" creationId="{6BDE6BE5-82EE-4D31-A14B-62E25C9FC58D}"/>
          </ac:picMkLst>
        </pc:picChg>
        <pc:picChg chg="add mod">
          <ac:chgData name="Alexandre Quach" userId="7bb690c8a6e028e4" providerId="LiveId" clId="{46C39DD6-24CA-4AF2-B5AB-D8F1C2152466}" dt="2021-03-23T00:01:10.034" v="1141" actId="1076"/>
          <ac:picMkLst>
            <pc:docMk/>
            <pc:sldMk cId="3141478333" sldId="535"/>
            <ac:picMk id="85" creationId="{FE879A91-58D1-473E-BD07-4256D9D9266E}"/>
          </ac:picMkLst>
        </pc:picChg>
        <pc:picChg chg="add mod">
          <ac:chgData name="Alexandre Quach" userId="7bb690c8a6e028e4" providerId="LiveId" clId="{46C39DD6-24CA-4AF2-B5AB-D8F1C2152466}" dt="2021-03-23T00:01:04.180" v="1139" actId="1076"/>
          <ac:picMkLst>
            <pc:docMk/>
            <pc:sldMk cId="3141478333" sldId="535"/>
            <ac:picMk id="86" creationId="{8CA42EA2-1BC9-4893-972C-A1759CED8418}"/>
          </ac:picMkLst>
        </pc:picChg>
        <pc:picChg chg="add mod">
          <ac:chgData name="Alexandre Quach" userId="7bb690c8a6e028e4" providerId="LiveId" clId="{46C39DD6-24CA-4AF2-B5AB-D8F1C2152466}" dt="2021-03-23T00:01:04.180" v="1139" actId="1076"/>
          <ac:picMkLst>
            <pc:docMk/>
            <pc:sldMk cId="3141478333" sldId="535"/>
            <ac:picMk id="88" creationId="{0D698921-5EF6-4644-96AE-8D49EE2E39E7}"/>
          </ac:picMkLst>
        </pc:picChg>
        <pc:picChg chg="add mod">
          <ac:chgData name="Alexandre Quach" userId="7bb690c8a6e028e4" providerId="LiveId" clId="{46C39DD6-24CA-4AF2-B5AB-D8F1C2152466}" dt="2021-03-23T00:01:04.180" v="1139" actId="1076"/>
          <ac:picMkLst>
            <pc:docMk/>
            <pc:sldMk cId="3141478333" sldId="535"/>
            <ac:picMk id="89" creationId="{59C17064-B0F0-46B5-BFA0-280CE78FE3DA}"/>
          </ac:picMkLst>
        </pc:picChg>
        <pc:picChg chg="add mod">
          <ac:chgData name="Alexandre Quach" userId="7bb690c8a6e028e4" providerId="LiveId" clId="{46C39DD6-24CA-4AF2-B5AB-D8F1C2152466}" dt="2021-03-23T00:01:14.108" v="1143" actId="1076"/>
          <ac:picMkLst>
            <pc:docMk/>
            <pc:sldMk cId="3141478333" sldId="535"/>
            <ac:picMk id="90" creationId="{7222D05D-19E4-45C2-9C2C-F43FD0B6EB1B}"/>
          </ac:picMkLst>
        </pc:picChg>
      </pc:sldChg>
      <pc:sldChg chg="addSp delSp modSp add mod ord">
        <pc:chgData name="Alexandre Quach" userId="7bb690c8a6e028e4" providerId="LiveId" clId="{46C39DD6-24CA-4AF2-B5AB-D8F1C2152466}" dt="2021-03-23T00:02:41.552" v="1172"/>
        <pc:sldMkLst>
          <pc:docMk/>
          <pc:sldMk cId="1613881779" sldId="536"/>
        </pc:sldMkLst>
        <pc:spChg chg="mod">
          <ac:chgData name="Alexandre Quach" userId="7bb690c8a6e028e4" providerId="LiveId" clId="{46C39DD6-24CA-4AF2-B5AB-D8F1C2152466}" dt="2021-03-23T00:02:11.987" v="1170" actId="20577"/>
          <ac:spMkLst>
            <pc:docMk/>
            <pc:sldMk cId="1613881779" sldId="536"/>
            <ac:spMk id="2" creationId="{E183C4B0-E757-4B7A-990C-B7FA3D783740}"/>
          </ac:spMkLst>
        </pc:spChg>
        <pc:picChg chg="add mod">
          <ac:chgData name="Alexandre Quach" userId="7bb690c8a6e028e4" providerId="LiveId" clId="{46C39DD6-24CA-4AF2-B5AB-D8F1C2152466}" dt="2021-03-23T00:01:57.699" v="1162" actId="1076"/>
          <ac:picMkLst>
            <pc:docMk/>
            <pc:sldMk cId="1613881779" sldId="536"/>
            <ac:picMk id="40" creationId="{021A4D40-BBDA-4105-9D3B-65183FFF8499}"/>
          </ac:picMkLst>
        </pc:picChg>
        <pc:picChg chg="add mod">
          <ac:chgData name="Alexandre Quach" userId="7bb690c8a6e028e4" providerId="LiveId" clId="{46C39DD6-24CA-4AF2-B5AB-D8F1C2152466}" dt="2021-03-23T00:01:47.900" v="1157" actId="1076"/>
          <ac:picMkLst>
            <pc:docMk/>
            <pc:sldMk cId="1613881779" sldId="536"/>
            <ac:picMk id="41" creationId="{5B78E609-72CD-4E29-87EE-1EBBCA154A2D}"/>
          </ac:picMkLst>
        </pc:picChg>
        <pc:picChg chg="add mod">
          <ac:chgData name="Alexandre Quach" userId="7bb690c8a6e028e4" providerId="LiveId" clId="{46C39DD6-24CA-4AF2-B5AB-D8F1C2152466}" dt="2021-03-23T00:01:51.788" v="1159" actId="1076"/>
          <ac:picMkLst>
            <pc:docMk/>
            <pc:sldMk cId="1613881779" sldId="536"/>
            <ac:picMk id="42" creationId="{742B8323-23ED-43D1-ADEB-A524A98A7FE1}"/>
          </ac:picMkLst>
        </pc:picChg>
        <pc:picChg chg="add mod">
          <ac:chgData name="Alexandre Quach" userId="7bb690c8a6e028e4" providerId="LiveId" clId="{46C39DD6-24CA-4AF2-B5AB-D8F1C2152466}" dt="2021-03-23T00:01:55.692" v="1161" actId="1076"/>
          <ac:picMkLst>
            <pc:docMk/>
            <pc:sldMk cId="1613881779" sldId="536"/>
            <ac:picMk id="43" creationId="{30D2DEB9-B8B4-4CB6-9AEC-00B289383860}"/>
          </ac:picMkLst>
        </pc:picChg>
        <pc:picChg chg="add mod">
          <ac:chgData name="Alexandre Quach" userId="7bb690c8a6e028e4" providerId="LiveId" clId="{46C39DD6-24CA-4AF2-B5AB-D8F1C2152466}" dt="2021-03-23T00:02:02.787" v="1164" actId="1076"/>
          <ac:picMkLst>
            <pc:docMk/>
            <pc:sldMk cId="1613881779" sldId="536"/>
            <ac:picMk id="44" creationId="{AD180A0F-0D11-414B-9CEA-667D7938F440}"/>
          </ac:picMkLst>
        </pc:picChg>
        <pc:picChg chg="add mod">
          <ac:chgData name="Alexandre Quach" userId="7bb690c8a6e028e4" providerId="LiveId" clId="{46C39DD6-24CA-4AF2-B5AB-D8F1C2152466}" dt="2021-03-23T00:02:02.787" v="1164" actId="1076"/>
          <ac:picMkLst>
            <pc:docMk/>
            <pc:sldMk cId="1613881779" sldId="536"/>
            <ac:picMk id="45" creationId="{5883B19B-998A-49F4-A61F-6C8E742EEBE1}"/>
          </ac:picMkLst>
        </pc:picChg>
        <pc:picChg chg="add del mod">
          <ac:chgData name="Alexandre Quach" userId="7bb690c8a6e028e4" providerId="LiveId" clId="{46C39DD6-24CA-4AF2-B5AB-D8F1C2152466}" dt="2021-03-23T00:02:04.877" v="1165" actId="478"/>
          <ac:picMkLst>
            <pc:docMk/>
            <pc:sldMk cId="1613881779" sldId="536"/>
            <ac:picMk id="46" creationId="{F6F2A67D-1607-4ACA-B573-E887941AB8B8}"/>
          </ac:picMkLst>
        </pc:picChg>
        <pc:picChg chg="add mod">
          <ac:chgData name="Alexandre Quach" userId="7bb690c8a6e028e4" providerId="LiveId" clId="{46C39DD6-24CA-4AF2-B5AB-D8F1C2152466}" dt="2021-03-23T00:02:02.787" v="1164" actId="1076"/>
          <ac:picMkLst>
            <pc:docMk/>
            <pc:sldMk cId="1613881779" sldId="536"/>
            <ac:picMk id="47" creationId="{B2621E2B-E56A-4416-B76A-55A179D998ED}"/>
          </ac:picMkLst>
        </pc:picChg>
        <pc:picChg chg="del mod">
          <ac:chgData name="Alexandre Quach" userId="7bb690c8a6e028e4" providerId="LiveId" clId="{46C39DD6-24CA-4AF2-B5AB-D8F1C2152466}" dt="2021-03-23T00:01:37.902" v="1153" actId="478"/>
          <ac:picMkLst>
            <pc:docMk/>
            <pc:sldMk cId="1613881779" sldId="536"/>
            <ac:picMk id="81" creationId="{4EB2A86F-A04F-4D36-8D0D-43B76848BAFA}"/>
          </ac:picMkLst>
        </pc:picChg>
        <pc:picChg chg="del mod">
          <ac:chgData name="Alexandre Quach" userId="7bb690c8a6e028e4" providerId="LiveId" clId="{46C39DD6-24CA-4AF2-B5AB-D8F1C2152466}" dt="2021-03-23T00:01:37.902" v="1153" actId="478"/>
          <ac:picMkLst>
            <pc:docMk/>
            <pc:sldMk cId="1613881779" sldId="536"/>
            <ac:picMk id="84" creationId="{6BDE6BE5-82EE-4D31-A14B-62E25C9FC58D}"/>
          </ac:picMkLst>
        </pc:picChg>
        <pc:picChg chg="del mod">
          <ac:chgData name="Alexandre Quach" userId="7bb690c8a6e028e4" providerId="LiveId" clId="{46C39DD6-24CA-4AF2-B5AB-D8F1C2152466}" dt="2021-03-23T00:01:37.902" v="1153" actId="478"/>
          <ac:picMkLst>
            <pc:docMk/>
            <pc:sldMk cId="1613881779" sldId="536"/>
            <ac:picMk id="85" creationId="{FE879A91-58D1-473E-BD07-4256D9D9266E}"/>
          </ac:picMkLst>
        </pc:picChg>
        <pc:picChg chg="del mod">
          <ac:chgData name="Alexandre Quach" userId="7bb690c8a6e028e4" providerId="LiveId" clId="{46C39DD6-24CA-4AF2-B5AB-D8F1C2152466}" dt="2021-03-23T00:01:37.902" v="1153" actId="478"/>
          <ac:picMkLst>
            <pc:docMk/>
            <pc:sldMk cId="1613881779" sldId="536"/>
            <ac:picMk id="86" creationId="{8CA42EA2-1BC9-4893-972C-A1759CED8418}"/>
          </ac:picMkLst>
        </pc:picChg>
        <pc:picChg chg="del">
          <ac:chgData name="Alexandre Quach" userId="7bb690c8a6e028e4" providerId="LiveId" clId="{46C39DD6-24CA-4AF2-B5AB-D8F1C2152466}" dt="2021-03-23T00:01:37.902" v="1153" actId="478"/>
          <ac:picMkLst>
            <pc:docMk/>
            <pc:sldMk cId="1613881779" sldId="536"/>
            <ac:picMk id="88" creationId="{0D698921-5EF6-4644-96AE-8D49EE2E39E7}"/>
          </ac:picMkLst>
        </pc:picChg>
        <pc:picChg chg="del mod">
          <ac:chgData name="Alexandre Quach" userId="7bb690c8a6e028e4" providerId="LiveId" clId="{46C39DD6-24CA-4AF2-B5AB-D8F1C2152466}" dt="2021-03-23T00:01:37.902" v="1153" actId="478"/>
          <ac:picMkLst>
            <pc:docMk/>
            <pc:sldMk cId="1613881779" sldId="536"/>
            <ac:picMk id="89" creationId="{59C17064-B0F0-46B5-BFA0-280CE78FE3DA}"/>
          </ac:picMkLst>
        </pc:picChg>
        <pc:picChg chg="del">
          <ac:chgData name="Alexandre Quach" userId="7bb690c8a6e028e4" providerId="LiveId" clId="{46C39DD6-24CA-4AF2-B5AB-D8F1C2152466}" dt="2021-03-23T00:01:37.902" v="1153" actId="478"/>
          <ac:picMkLst>
            <pc:docMk/>
            <pc:sldMk cId="1613881779" sldId="536"/>
            <ac:picMk id="90" creationId="{7222D05D-19E4-45C2-9C2C-F43FD0B6EB1B}"/>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FAB3A7-8EDA-4438-AE54-8F34977CF569}" type="doc">
      <dgm:prSet loTypeId="urn:microsoft.com/office/officeart/2005/8/layout/venn1" loCatId="relationship" qsTypeId="urn:microsoft.com/office/officeart/2005/8/quickstyle/simple1" qsCatId="simple" csTypeId="urn:microsoft.com/office/officeart/2005/8/colors/accent1_2" csCatId="accent1" phldr="1"/>
      <dgm:spPr/>
    </dgm:pt>
    <dgm:pt modelId="{A2456913-D75F-42CF-A8F7-D5E63BC1ADF5}">
      <dgm:prSet phldrT="[Texte]"/>
      <dgm:spPr/>
      <dgm:t>
        <a:bodyPr/>
        <a:lstStyle/>
        <a:p>
          <a:r>
            <a:rPr lang="en-US" dirty="0"/>
            <a:t>Top Management</a:t>
          </a:r>
        </a:p>
      </dgm:t>
    </dgm:pt>
    <dgm:pt modelId="{2959F125-BF81-4DF0-AC7E-AB0A10D2C1B1}" type="parTrans" cxnId="{38732BDB-A836-4D07-AECE-566953EFEACB}">
      <dgm:prSet/>
      <dgm:spPr/>
      <dgm:t>
        <a:bodyPr/>
        <a:lstStyle/>
        <a:p>
          <a:endParaRPr lang="en-US"/>
        </a:p>
      </dgm:t>
    </dgm:pt>
    <dgm:pt modelId="{1B008E8B-9650-482A-BAD7-93BCAF3487B2}" type="sibTrans" cxnId="{38732BDB-A836-4D07-AECE-566953EFEACB}">
      <dgm:prSet/>
      <dgm:spPr/>
      <dgm:t>
        <a:bodyPr/>
        <a:lstStyle/>
        <a:p>
          <a:endParaRPr lang="en-US"/>
        </a:p>
      </dgm:t>
    </dgm:pt>
    <dgm:pt modelId="{B508C8E4-EE26-490F-9307-D733BBA4198E}">
      <dgm:prSet phldrT="[Texte]"/>
      <dgm:spPr/>
      <dgm:t>
        <a:bodyPr/>
        <a:lstStyle/>
        <a:p>
          <a:r>
            <a:rPr lang="en-US" dirty="0"/>
            <a:t>Non-sponsoring &amp; involved hierarchy</a:t>
          </a:r>
        </a:p>
      </dgm:t>
    </dgm:pt>
    <dgm:pt modelId="{625C136C-7EA3-4E5D-90F6-69524A914FD3}" type="parTrans" cxnId="{1A291F51-6C4B-4304-9B6E-865DD1C3ACA2}">
      <dgm:prSet/>
      <dgm:spPr/>
      <dgm:t>
        <a:bodyPr/>
        <a:lstStyle/>
        <a:p>
          <a:endParaRPr lang="en-US"/>
        </a:p>
      </dgm:t>
    </dgm:pt>
    <dgm:pt modelId="{D0777452-3C37-4AC9-95F7-8721FF6FA9F4}" type="sibTrans" cxnId="{1A291F51-6C4B-4304-9B6E-865DD1C3ACA2}">
      <dgm:prSet/>
      <dgm:spPr/>
      <dgm:t>
        <a:bodyPr/>
        <a:lstStyle/>
        <a:p>
          <a:endParaRPr lang="en-US"/>
        </a:p>
      </dgm:t>
    </dgm:pt>
    <dgm:pt modelId="{CDB746D6-4646-44F4-97DC-69F35DDE20CD}">
      <dgm:prSet phldrT="[Texte]"/>
      <dgm:spPr/>
      <dgm:t>
        <a:bodyPr/>
        <a:lstStyle/>
        <a:p>
          <a:r>
            <a:rPr lang="en-US" dirty="0"/>
            <a:t>Sponsoring hierarchy</a:t>
          </a:r>
        </a:p>
      </dgm:t>
    </dgm:pt>
    <dgm:pt modelId="{0B64969E-4450-44A6-890B-07D968CBA028}" type="parTrans" cxnId="{5DAA413E-AC35-419D-96B3-B2329A7424CD}">
      <dgm:prSet/>
      <dgm:spPr/>
      <dgm:t>
        <a:bodyPr/>
        <a:lstStyle/>
        <a:p>
          <a:endParaRPr lang="en-US"/>
        </a:p>
      </dgm:t>
    </dgm:pt>
    <dgm:pt modelId="{2BDB0DB0-3E4A-43B5-94B8-EB44E5A38237}" type="sibTrans" cxnId="{5DAA413E-AC35-419D-96B3-B2329A7424CD}">
      <dgm:prSet/>
      <dgm:spPr/>
      <dgm:t>
        <a:bodyPr/>
        <a:lstStyle/>
        <a:p>
          <a:endParaRPr lang="en-US"/>
        </a:p>
      </dgm:t>
    </dgm:pt>
    <dgm:pt modelId="{EFC1F83B-CE42-4539-B975-E0AA7BC094AD}" type="pres">
      <dgm:prSet presAssocID="{09FAB3A7-8EDA-4438-AE54-8F34977CF569}" presName="compositeShape" presStyleCnt="0">
        <dgm:presLayoutVars>
          <dgm:chMax val="7"/>
          <dgm:dir/>
          <dgm:resizeHandles val="exact"/>
        </dgm:presLayoutVars>
      </dgm:prSet>
      <dgm:spPr/>
    </dgm:pt>
    <dgm:pt modelId="{58C7F6BF-71EA-402A-B404-2BF5077554B3}" type="pres">
      <dgm:prSet presAssocID="{A2456913-D75F-42CF-A8F7-D5E63BC1ADF5}" presName="circ1" presStyleLbl="vennNode1" presStyleIdx="0" presStyleCnt="3"/>
      <dgm:spPr/>
    </dgm:pt>
    <dgm:pt modelId="{A386C470-086E-442F-BA63-F32E6252E3E7}" type="pres">
      <dgm:prSet presAssocID="{A2456913-D75F-42CF-A8F7-D5E63BC1ADF5}" presName="circ1Tx" presStyleLbl="revTx" presStyleIdx="0" presStyleCnt="0">
        <dgm:presLayoutVars>
          <dgm:chMax val="0"/>
          <dgm:chPref val="0"/>
          <dgm:bulletEnabled val="1"/>
        </dgm:presLayoutVars>
      </dgm:prSet>
      <dgm:spPr/>
    </dgm:pt>
    <dgm:pt modelId="{0248D111-9D2D-4EBD-9057-65DA6DDDF885}" type="pres">
      <dgm:prSet presAssocID="{B508C8E4-EE26-490F-9307-D733BBA4198E}" presName="circ2" presStyleLbl="vennNode1" presStyleIdx="1" presStyleCnt="3"/>
      <dgm:spPr/>
    </dgm:pt>
    <dgm:pt modelId="{2F55CC80-AB9F-4781-8709-E4C2464209CB}" type="pres">
      <dgm:prSet presAssocID="{B508C8E4-EE26-490F-9307-D733BBA4198E}" presName="circ2Tx" presStyleLbl="revTx" presStyleIdx="0" presStyleCnt="0">
        <dgm:presLayoutVars>
          <dgm:chMax val="0"/>
          <dgm:chPref val="0"/>
          <dgm:bulletEnabled val="1"/>
        </dgm:presLayoutVars>
      </dgm:prSet>
      <dgm:spPr/>
    </dgm:pt>
    <dgm:pt modelId="{BDA84CC1-9F86-4A73-82C0-8B45F7BF48B4}" type="pres">
      <dgm:prSet presAssocID="{CDB746D6-4646-44F4-97DC-69F35DDE20CD}" presName="circ3" presStyleLbl="vennNode1" presStyleIdx="2" presStyleCnt="3"/>
      <dgm:spPr/>
    </dgm:pt>
    <dgm:pt modelId="{DD02229C-C643-4B06-898D-E589F0F75059}" type="pres">
      <dgm:prSet presAssocID="{CDB746D6-4646-44F4-97DC-69F35DDE20CD}" presName="circ3Tx" presStyleLbl="revTx" presStyleIdx="0" presStyleCnt="0">
        <dgm:presLayoutVars>
          <dgm:chMax val="0"/>
          <dgm:chPref val="0"/>
          <dgm:bulletEnabled val="1"/>
        </dgm:presLayoutVars>
      </dgm:prSet>
      <dgm:spPr/>
    </dgm:pt>
  </dgm:ptLst>
  <dgm:cxnLst>
    <dgm:cxn modelId="{524FF915-EB83-48FC-BA15-157C6A15A7E9}" type="presOf" srcId="{CDB746D6-4646-44F4-97DC-69F35DDE20CD}" destId="{DD02229C-C643-4B06-898D-E589F0F75059}" srcOrd="1" destOrd="0" presId="urn:microsoft.com/office/officeart/2005/8/layout/venn1"/>
    <dgm:cxn modelId="{3643F61A-B346-480D-95E2-36DADC8ECF04}" type="presOf" srcId="{A2456913-D75F-42CF-A8F7-D5E63BC1ADF5}" destId="{58C7F6BF-71EA-402A-B404-2BF5077554B3}" srcOrd="0" destOrd="0" presId="urn:microsoft.com/office/officeart/2005/8/layout/venn1"/>
    <dgm:cxn modelId="{0D07491C-9E88-41F2-9F4C-54A491688D8C}" type="presOf" srcId="{09FAB3A7-8EDA-4438-AE54-8F34977CF569}" destId="{EFC1F83B-CE42-4539-B975-E0AA7BC094AD}" srcOrd="0" destOrd="0" presId="urn:microsoft.com/office/officeart/2005/8/layout/venn1"/>
    <dgm:cxn modelId="{28A7DB37-82D6-40DA-B3EB-039AF2D377C9}" type="presOf" srcId="{B508C8E4-EE26-490F-9307-D733BBA4198E}" destId="{0248D111-9D2D-4EBD-9057-65DA6DDDF885}" srcOrd="0" destOrd="0" presId="urn:microsoft.com/office/officeart/2005/8/layout/venn1"/>
    <dgm:cxn modelId="{5DAA413E-AC35-419D-96B3-B2329A7424CD}" srcId="{09FAB3A7-8EDA-4438-AE54-8F34977CF569}" destId="{CDB746D6-4646-44F4-97DC-69F35DDE20CD}" srcOrd="2" destOrd="0" parTransId="{0B64969E-4450-44A6-890B-07D968CBA028}" sibTransId="{2BDB0DB0-3E4A-43B5-94B8-EB44E5A38237}"/>
    <dgm:cxn modelId="{1A291F51-6C4B-4304-9B6E-865DD1C3ACA2}" srcId="{09FAB3A7-8EDA-4438-AE54-8F34977CF569}" destId="{B508C8E4-EE26-490F-9307-D733BBA4198E}" srcOrd="1" destOrd="0" parTransId="{625C136C-7EA3-4E5D-90F6-69524A914FD3}" sibTransId="{D0777452-3C37-4AC9-95F7-8721FF6FA9F4}"/>
    <dgm:cxn modelId="{0277F375-69A2-48E7-8938-0AAB23A698A5}" type="presOf" srcId="{B508C8E4-EE26-490F-9307-D733BBA4198E}" destId="{2F55CC80-AB9F-4781-8709-E4C2464209CB}" srcOrd="1" destOrd="0" presId="urn:microsoft.com/office/officeart/2005/8/layout/venn1"/>
    <dgm:cxn modelId="{E7A117A0-EE99-451B-B026-237F7B386C48}" type="presOf" srcId="{A2456913-D75F-42CF-A8F7-D5E63BC1ADF5}" destId="{A386C470-086E-442F-BA63-F32E6252E3E7}" srcOrd="1" destOrd="0" presId="urn:microsoft.com/office/officeart/2005/8/layout/venn1"/>
    <dgm:cxn modelId="{38732BDB-A836-4D07-AECE-566953EFEACB}" srcId="{09FAB3A7-8EDA-4438-AE54-8F34977CF569}" destId="{A2456913-D75F-42CF-A8F7-D5E63BC1ADF5}" srcOrd="0" destOrd="0" parTransId="{2959F125-BF81-4DF0-AC7E-AB0A10D2C1B1}" sibTransId="{1B008E8B-9650-482A-BAD7-93BCAF3487B2}"/>
    <dgm:cxn modelId="{7362ABEF-9AD5-43CA-A8B1-A9174BFBCC34}" type="presOf" srcId="{CDB746D6-4646-44F4-97DC-69F35DDE20CD}" destId="{BDA84CC1-9F86-4A73-82C0-8B45F7BF48B4}" srcOrd="0" destOrd="0" presId="urn:microsoft.com/office/officeart/2005/8/layout/venn1"/>
    <dgm:cxn modelId="{18AA21AE-A81B-40CD-912E-24F5FD6EC4CF}" type="presParOf" srcId="{EFC1F83B-CE42-4539-B975-E0AA7BC094AD}" destId="{58C7F6BF-71EA-402A-B404-2BF5077554B3}" srcOrd="0" destOrd="0" presId="urn:microsoft.com/office/officeart/2005/8/layout/venn1"/>
    <dgm:cxn modelId="{4326940E-6A07-4AD0-BB3B-5825A3F2B423}" type="presParOf" srcId="{EFC1F83B-CE42-4539-B975-E0AA7BC094AD}" destId="{A386C470-086E-442F-BA63-F32E6252E3E7}" srcOrd="1" destOrd="0" presId="urn:microsoft.com/office/officeart/2005/8/layout/venn1"/>
    <dgm:cxn modelId="{3734ABB8-761E-462C-AF82-2B8F3AA67458}" type="presParOf" srcId="{EFC1F83B-CE42-4539-B975-E0AA7BC094AD}" destId="{0248D111-9D2D-4EBD-9057-65DA6DDDF885}" srcOrd="2" destOrd="0" presId="urn:microsoft.com/office/officeart/2005/8/layout/venn1"/>
    <dgm:cxn modelId="{1BCAE4D8-0D6B-4185-8CF7-D649E4F3CDE0}" type="presParOf" srcId="{EFC1F83B-CE42-4539-B975-E0AA7BC094AD}" destId="{2F55CC80-AB9F-4781-8709-E4C2464209CB}" srcOrd="3" destOrd="0" presId="urn:microsoft.com/office/officeart/2005/8/layout/venn1"/>
    <dgm:cxn modelId="{8A35077E-6E39-4B76-A6A2-95C0B1B425E7}" type="presParOf" srcId="{EFC1F83B-CE42-4539-B975-E0AA7BC094AD}" destId="{BDA84CC1-9F86-4A73-82C0-8B45F7BF48B4}" srcOrd="4" destOrd="0" presId="urn:microsoft.com/office/officeart/2005/8/layout/venn1"/>
    <dgm:cxn modelId="{95E90F00-3A68-4341-B509-6167B2A0F4B1}" type="presParOf" srcId="{EFC1F83B-CE42-4539-B975-E0AA7BC094AD}" destId="{DD02229C-C643-4B06-898D-E589F0F75059}" srcOrd="5" destOrd="0" presId="urn:microsoft.com/office/officeart/2005/8/layout/venn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FAB3A7-8EDA-4438-AE54-8F34977CF569}" type="doc">
      <dgm:prSet loTypeId="urn:microsoft.com/office/officeart/2005/8/layout/venn1" loCatId="relationship" qsTypeId="urn:microsoft.com/office/officeart/2005/8/quickstyle/simple1" qsCatId="simple" csTypeId="urn:microsoft.com/office/officeart/2005/8/colors/accent1_2" csCatId="accent1" phldr="1"/>
      <dgm:spPr/>
    </dgm:pt>
    <dgm:pt modelId="{A2456913-D75F-42CF-A8F7-D5E63BC1ADF5}">
      <dgm:prSet phldrT="[Texte]" custT="1"/>
      <dgm:spPr/>
      <dgm:t>
        <a:bodyPr anchor="t"/>
        <a:lstStyle/>
        <a:p>
          <a:r>
            <a:rPr lang="en-US" sz="900" dirty="0"/>
            <a:t>Top Management</a:t>
          </a:r>
        </a:p>
      </dgm:t>
    </dgm:pt>
    <dgm:pt modelId="{2959F125-BF81-4DF0-AC7E-AB0A10D2C1B1}" type="parTrans" cxnId="{38732BDB-A836-4D07-AECE-566953EFEACB}">
      <dgm:prSet/>
      <dgm:spPr/>
      <dgm:t>
        <a:bodyPr/>
        <a:lstStyle/>
        <a:p>
          <a:endParaRPr lang="en-US"/>
        </a:p>
      </dgm:t>
    </dgm:pt>
    <dgm:pt modelId="{1B008E8B-9650-482A-BAD7-93BCAF3487B2}" type="sibTrans" cxnId="{38732BDB-A836-4D07-AECE-566953EFEACB}">
      <dgm:prSet/>
      <dgm:spPr/>
      <dgm:t>
        <a:bodyPr/>
        <a:lstStyle/>
        <a:p>
          <a:endParaRPr lang="en-US"/>
        </a:p>
      </dgm:t>
    </dgm:pt>
    <dgm:pt modelId="{B508C8E4-EE26-490F-9307-D733BBA4198E}">
      <dgm:prSet phldrT="[Texte]" custT="1"/>
      <dgm:spPr/>
      <dgm:t>
        <a:bodyPr anchor="t"/>
        <a:lstStyle/>
        <a:p>
          <a:pPr algn="r"/>
          <a:r>
            <a:rPr lang="en-US" sz="900" dirty="0"/>
            <a:t>Non-sponsoring &amp; involved hierarchy</a:t>
          </a:r>
        </a:p>
      </dgm:t>
    </dgm:pt>
    <dgm:pt modelId="{625C136C-7EA3-4E5D-90F6-69524A914FD3}" type="parTrans" cxnId="{1A291F51-6C4B-4304-9B6E-865DD1C3ACA2}">
      <dgm:prSet/>
      <dgm:spPr/>
      <dgm:t>
        <a:bodyPr/>
        <a:lstStyle/>
        <a:p>
          <a:endParaRPr lang="en-US"/>
        </a:p>
      </dgm:t>
    </dgm:pt>
    <dgm:pt modelId="{D0777452-3C37-4AC9-95F7-8721FF6FA9F4}" type="sibTrans" cxnId="{1A291F51-6C4B-4304-9B6E-865DD1C3ACA2}">
      <dgm:prSet/>
      <dgm:spPr/>
      <dgm:t>
        <a:bodyPr/>
        <a:lstStyle/>
        <a:p>
          <a:endParaRPr lang="en-US"/>
        </a:p>
      </dgm:t>
    </dgm:pt>
    <dgm:pt modelId="{CDB746D6-4646-44F4-97DC-69F35DDE20CD}">
      <dgm:prSet phldrT="[Texte]" custT="1"/>
      <dgm:spPr/>
      <dgm:t>
        <a:bodyPr anchor="t"/>
        <a:lstStyle/>
        <a:p>
          <a:pPr algn="l"/>
          <a:r>
            <a:rPr lang="en-US" sz="900" dirty="0"/>
            <a:t>Sponsoring hierarchy</a:t>
          </a:r>
        </a:p>
      </dgm:t>
    </dgm:pt>
    <dgm:pt modelId="{0B64969E-4450-44A6-890B-07D968CBA028}" type="parTrans" cxnId="{5DAA413E-AC35-419D-96B3-B2329A7424CD}">
      <dgm:prSet/>
      <dgm:spPr/>
      <dgm:t>
        <a:bodyPr/>
        <a:lstStyle/>
        <a:p>
          <a:endParaRPr lang="en-US"/>
        </a:p>
      </dgm:t>
    </dgm:pt>
    <dgm:pt modelId="{2BDB0DB0-3E4A-43B5-94B8-EB44E5A38237}" type="sibTrans" cxnId="{5DAA413E-AC35-419D-96B3-B2329A7424CD}">
      <dgm:prSet/>
      <dgm:spPr/>
      <dgm:t>
        <a:bodyPr/>
        <a:lstStyle/>
        <a:p>
          <a:endParaRPr lang="en-US"/>
        </a:p>
      </dgm:t>
    </dgm:pt>
    <dgm:pt modelId="{EFC1F83B-CE42-4539-B975-E0AA7BC094AD}" type="pres">
      <dgm:prSet presAssocID="{09FAB3A7-8EDA-4438-AE54-8F34977CF569}" presName="compositeShape" presStyleCnt="0">
        <dgm:presLayoutVars>
          <dgm:chMax val="7"/>
          <dgm:dir/>
          <dgm:resizeHandles val="exact"/>
        </dgm:presLayoutVars>
      </dgm:prSet>
      <dgm:spPr/>
    </dgm:pt>
    <dgm:pt modelId="{58C7F6BF-71EA-402A-B404-2BF5077554B3}" type="pres">
      <dgm:prSet presAssocID="{A2456913-D75F-42CF-A8F7-D5E63BC1ADF5}" presName="circ1" presStyleLbl="vennNode1" presStyleIdx="0" presStyleCnt="3" custLinFactNeighborX="-4382" custLinFactNeighborY="20042"/>
      <dgm:spPr/>
    </dgm:pt>
    <dgm:pt modelId="{A386C470-086E-442F-BA63-F32E6252E3E7}" type="pres">
      <dgm:prSet presAssocID="{A2456913-D75F-42CF-A8F7-D5E63BC1ADF5}" presName="circ1Tx" presStyleLbl="revTx" presStyleIdx="0" presStyleCnt="0">
        <dgm:presLayoutVars>
          <dgm:chMax val="0"/>
          <dgm:chPref val="0"/>
          <dgm:bulletEnabled val="1"/>
        </dgm:presLayoutVars>
      </dgm:prSet>
      <dgm:spPr/>
    </dgm:pt>
    <dgm:pt modelId="{0248D111-9D2D-4EBD-9057-65DA6DDDF885}" type="pres">
      <dgm:prSet presAssocID="{B508C8E4-EE26-490F-9307-D733BBA4198E}" presName="circ2" presStyleLbl="vennNode1" presStyleIdx="1" presStyleCnt="3" custLinFactNeighborX="-21326" custLinFactNeighborY="-14163"/>
      <dgm:spPr/>
    </dgm:pt>
    <dgm:pt modelId="{2F55CC80-AB9F-4781-8709-E4C2464209CB}" type="pres">
      <dgm:prSet presAssocID="{B508C8E4-EE26-490F-9307-D733BBA4198E}" presName="circ2Tx" presStyleLbl="revTx" presStyleIdx="0" presStyleCnt="0">
        <dgm:presLayoutVars>
          <dgm:chMax val="0"/>
          <dgm:chPref val="0"/>
          <dgm:bulletEnabled val="1"/>
        </dgm:presLayoutVars>
      </dgm:prSet>
      <dgm:spPr/>
    </dgm:pt>
    <dgm:pt modelId="{BDA84CC1-9F86-4A73-82C0-8B45F7BF48B4}" type="pres">
      <dgm:prSet presAssocID="{CDB746D6-4646-44F4-97DC-69F35DDE20CD}" presName="circ3" presStyleLbl="vennNode1" presStyleIdx="2" presStyleCnt="3" custLinFactNeighborX="9572" custLinFactNeighborY="-14163"/>
      <dgm:spPr/>
    </dgm:pt>
    <dgm:pt modelId="{DD02229C-C643-4B06-898D-E589F0F75059}" type="pres">
      <dgm:prSet presAssocID="{CDB746D6-4646-44F4-97DC-69F35DDE20CD}" presName="circ3Tx" presStyleLbl="revTx" presStyleIdx="0" presStyleCnt="0">
        <dgm:presLayoutVars>
          <dgm:chMax val="0"/>
          <dgm:chPref val="0"/>
          <dgm:bulletEnabled val="1"/>
        </dgm:presLayoutVars>
      </dgm:prSet>
      <dgm:spPr/>
    </dgm:pt>
  </dgm:ptLst>
  <dgm:cxnLst>
    <dgm:cxn modelId="{524FF915-EB83-48FC-BA15-157C6A15A7E9}" type="presOf" srcId="{CDB746D6-4646-44F4-97DC-69F35DDE20CD}" destId="{DD02229C-C643-4B06-898D-E589F0F75059}" srcOrd="1" destOrd="0" presId="urn:microsoft.com/office/officeart/2005/8/layout/venn1"/>
    <dgm:cxn modelId="{3643F61A-B346-480D-95E2-36DADC8ECF04}" type="presOf" srcId="{A2456913-D75F-42CF-A8F7-D5E63BC1ADF5}" destId="{58C7F6BF-71EA-402A-B404-2BF5077554B3}" srcOrd="0" destOrd="0" presId="urn:microsoft.com/office/officeart/2005/8/layout/venn1"/>
    <dgm:cxn modelId="{0D07491C-9E88-41F2-9F4C-54A491688D8C}" type="presOf" srcId="{09FAB3A7-8EDA-4438-AE54-8F34977CF569}" destId="{EFC1F83B-CE42-4539-B975-E0AA7BC094AD}" srcOrd="0" destOrd="0" presId="urn:microsoft.com/office/officeart/2005/8/layout/venn1"/>
    <dgm:cxn modelId="{28A7DB37-82D6-40DA-B3EB-039AF2D377C9}" type="presOf" srcId="{B508C8E4-EE26-490F-9307-D733BBA4198E}" destId="{0248D111-9D2D-4EBD-9057-65DA6DDDF885}" srcOrd="0" destOrd="0" presId="urn:microsoft.com/office/officeart/2005/8/layout/venn1"/>
    <dgm:cxn modelId="{5DAA413E-AC35-419D-96B3-B2329A7424CD}" srcId="{09FAB3A7-8EDA-4438-AE54-8F34977CF569}" destId="{CDB746D6-4646-44F4-97DC-69F35DDE20CD}" srcOrd="2" destOrd="0" parTransId="{0B64969E-4450-44A6-890B-07D968CBA028}" sibTransId="{2BDB0DB0-3E4A-43B5-94B8-EB44E5A38237}"/>
    <dgm:cxn modelId="{1A291F51-6C4B-4304-9B6E-865DD1C3ACA2}" srcId="{09FAB3A7-8EDA-4438-AE54-8F34977CF569}" destId="{B508C8E4-EE26-490F-9307-D733BBA4198E}" srcOrd="1" destOrd="0" parTransId="{625C136C-7EA3-4E5D-90F6-69524A914FD3}" sibTransId="{D0777452-3C37-4AC9-95F7-8721FF6FA9F4}"/>
    <dgm:cxn modelId="{0277F375-69A2-48E7-8938-0AAB23A698A5}" type="presOf" srcId="{B508C8E4-EE26-490F-9307-D733BBA4198E}" destId="{2F55CC80-AB9F-4781-8709-E4C2464209CB}" srcOrd="1" destOrd="0" presId="urn:microsoft.com/office/officeart/2005/8/layout/venn1"/>
    <dgm:cxn modelId="{E7A117A0-EE99-451B-B026-237F7B386C48}" type="presOf" srcId="{A2456913-D75F-42CF-A8F7-D5E63BC1ADF5}" destId="{A386C470-086E-442F-BA63-F32E6252E3E7}" srcOrd="1" destOrd="0" presId="urn:microsoft.com/office/officeart/2005/8/layout/venn1"/>
    <dgm:cxn modelId="{38732BDB-A836-4D07-AECE-566953EFEACB}" srcId="{09FAB3A7-8EDA-4438-AE54-8F34977CF569}" destId="{A2456913-D75F-42CF-A8F7-D5E63BC1ADF5}" srcOrd="0" destOrd="0" parTransId="{2959F125-BF81-4DF0-AC7E-AB0A10D2C1B1}" sibTransId="{1B008E8B-9650-482A-BAD7-93BCAF3487B2}"/>
    <dgm:cxn modelId="{7362ABEF-9AD5-43CA-A8B1-A9174BFBCC34}" type="presOf" srcId="{CDB746D6-4646-44F4-97DC-69F35DDE20CD}" destId="{BDA84CC1-9F86-4A73-82C0-8B45F7BF48B4}" srcOrd="0" destOrd="0" presId="urn:microsoft.com/office/officeart/2005/8/layout/venn1"/>
    <dgm:cxn modelId="{18AA21AE-A81B-40CD-912E-24F5FD6EC4CF}" type="presParOf" srcId="{EFC1F83B-CE42-4539-B975-E0AA7BC094AD}" destId="{58C7F6BF-71EA-402A-B404-2BF5077554B3}" srcOrd="0" destOrd="0" presId="urn:microsoft.com/office/officeart/2005/8/layout/venn1"/>
    <dgm:cxn modelId="{4326940E-6A07-4AD0-BB3B-5825A3F2B423}" type="presParOf" srcId="{EFC1F83B-CE42-4539-B975-E0AA7BC094AD}" destId="{A386C470-086E-442F-BA63-F32E6252E3E7}" srcOrd="1" destOrd="0" presId="urn:microsoft.com/office/officeart/2005/8/layout/venn1"/>
    <dgm:cxn modelId="{3734ABB8-761E-462C-AF82-2B8F3AA67458}" type="presParOf" srcId="{EFC1F83B-CE42-4539-B975-E0AA7BC094AD}" destId="{0248D111-9D2D-4EBD-9057-65DA6DDDF885}" srcOrd="2" destOrd="0" presId="urn:microsoft.com/office/officeart/2005/8/layout/venn1"/>
    <dgm:cxn modelId="{1BCAE4D8-0D6B-4185-8CF7-D649E4F3CDE0}" type="presParOf" srcId="{EFC1F83B-CE42-4539-B975-E0AA7BC094AD}" destId="{2F55CC80-AB9F-4781-8709-E4C2464209CB}" srcOrd="3" destOrd="0" presId="urn:microsoft.com/office/officeart/2005/8/layout/venn1"/>
    <dgm:cxn modelId="{8A35077E-6E39-4B76-A6A2-95C0B1B425E7}" type="presParOf" srcId="{EFC1F83B-CE42-4539-B975-E0AA7BC094AD}" destId="{BDA84CC1-9F86-4A73-82C0-8B45F7BF48B4}" srcOrd="4" destOrd="0" presId="urn:microsoft.com/office/officeart/2005/8/layout/venn1"/>
    <dgm:cxn modelId="{95E90F00-3A68-4341-B509-6167B2A0F4B1}" type="presParOf" srcId="{EFC1F83B-CE42-4539-B975-E0AA7BC094AD}" destId="{DD02229C-C643-4B06-898D-E589F0F75059}" srcOrd="5" destOrd="0" presId="urn:microsoft.com/office/officeart/2005/8/layout/venn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8E97109-13EA-465B-937C-B0F244A818F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62E7151F-8F30-4FFA-8B6F-D37C7B8F54AE}">
      <dgm:prSet phldrT="[Texte]" custT="1"/>
      <dgm:spPr/>
      <dgm:t>
        <a:bodyPr/>
        <a:lstStyle/>
        <a:p>
          <a:r>
            <a:rPr lang="en-US" sz="800" b="1" dirty="0"/>
            <a:t>More people</a:t>
          </a:r>
        </a:p>
      </dgm:t>
    </dgm:pt>
    <dgm:pt modelId="{9232635D-5312-42B0-BA57-0F09C4B56DF1}" type="parTrans" cxnId="{49EB360C-02C8-4CB6-A094-8106A0192502}">
      <dgm:prSet/>
      <dgm:spPr/>
      <dgm:t>
        <a:bodyPr/>
        <a:lstStyle/>
        <a:p>
          <a:endParaRPr lang="en-US" sz="1800" b="1"/>
        </a:p>
      </dgm:t>
    </dgm:pt>
    <dgm:pt modelId="{06F61274-B21B-43BF-844D-D632E4551B4F}" type="sibTrans" cxnId="{49EB360C-02C8-4CB6-A094-8106A0192502}">
      <dgm:prSet custT="1"/>
      <dgm:spPr/>
      <dgm:t>
        <a:bodyPr/>
        <a:lstStyle/>
        <a:p>
          <a:endParaRPr lang="en-US" sz="600" b="1"/>
        </a:p>
      </dgm:t>
    </dgm:pt>
    <dgm:pt modelId="{9B4DC6A7-7C46-4C6B-A261-AECC0649BB0D}">
      <dgm:prSet phldrT="[Texte]" custT="1"/>
      <dgm:spPr/>
      <dgm:t>
        <a:bodyPr/>
        <a:lstStyle/>
        <a:p>
          <a:r>
            <a:rPr lang="en-US" sz="800" b="1" dirty="0"/>
            <a:t>More value for the corporation</a:t>
          </a:r>
        </a:p>
      </dgm:t>
    </dgm:pt>
    <dgm:pt modelId="{77E7BFB1-A830-41FD-BC9C-364B3051F064}" type="parTrans" cxnId="{79DB2F35-07AA-42BB-841E-BD41D03251DC}">
      <dgm:prSet/>
      <dgm:spPr/>
      <dgm:t>
        <a:bodyPr/>
        <a:lstStyle/>
        <a:p>
          <a:endParaRPr lang="en-US" sz="1800" b="1"/>
        </a:p>
      </dgm:t>
    </dgm:pt>
    <dgm:pt modelId="{A76513B2-4E2F-4C24-B085-566FCE194767}" type="sibTrans" cxnId="{79DB2F35-07AA-42BB-841E-BD41D03251DC}">
      <dgm:prSet custT="1"/>
      <dgm:spPr/>
      <dgm:t>
        <a:bodyPr/>
        <a:lstStyle/>
        <a:p>
          <a:endParaRPr lang="en-US" sz="600" b="1"/>
        </a:p>
      </dgm:t>
    </dgm:pt>
    <dgm:pt modelId="{C9BAC5D4-6B92-4D8B-8E4A-FCE15958AA4D}">
      <dgm:prSet phldrT="[Texte]" custT="1"/>
      <dgm:spPr/>
      <dgm:t>
        <a:bodyPr/>
        <a:lstStyle/>
        <a:p>
          <a:r>
            <a:rPr lang="en-US" sz="800" b="1" dirty="0"/>
            <a:t>More corporate motivation and support</a:t>
          </a:r>
        </a:p>
      </dgm:t>
    </dgm:pt>
    <dgm:pt modelId="{EDDB9094-C016-4A19-81E2-2397AC9C23F4}" type="parTrans" cxnId="{1B42B3E6-C0BE-4986-8EF2-61313E93A8D5}">
      <dgm:prSet/>
      <dgm:spPr/>
      <dgm:t>
        <a:bodyPr/>
        <a:lstStyle/>
        <a:p>
          <a:endParaRPr lang="en-US" sz="1800" b="1"/>
        </a:p>
      </dgm:t>
    </dgm:pt>
    <dgm:pt modelId="{0B9DA761-6CEE-462A-BA60-1AD627DD5FC9}" type="sibTrans" cxnId="{1B42B3E6-C0BE-4986-8EF2-61313E93A8D5}">
      <dgm:prSet custT="1"/>
      <dgm:spPr/>
      <dgm:t>
        <a:bodyPr/>
        <a:lstStyle/>
        <a:p>
          <a:endParaRPr lang="en-US" sz="600" b="1"/>
        </a:p>
      </dgm:t>
    </dgm:pt>
    <dgm:pt modelId="{263B52C9-FDFF-47DF-9CB9-20D626ABFE49}">
      <dgm:prSet phldrT="[Texte]" custT="1"/>
      <dgm:spPr/>
      <dgm:t>
        <a:bodyPr/>
        <a:lstStyle/>
        <a:p>
          <a:r>
            <a:rPr lang="en-US" sz="800" b="1" dirty="0"/>
            <a:t>More engagement</a:t>
          </a:r>
        </a:p>
      </dgm:t>
    </dgm:pt>
    <dgm:pt modelId="{6ED0B508-6D3D-481B-9C1B-EDB03B43812C}" type="parTrans" cxnId="{BB825076-F455-4C92-81C3-4419A8842026}">
      <dgm:prSet/>
      <dgm:spPr/>
      <dgm:t>
        <a:bodyPr/>
        <a:lstStyle/>
        <a:p>
          <a:endParaRPr lang="en-US" sz="1800" b="1"/>
        </a:p>
      </dgm:t>
    </dgm:pt>
    <dgm:pt modelId="{70CD97F0-DBE2-4209-A0A0-B85F29D1C439}" type="sibTrans" cxnId="{BB825076-F455-4C92-81C3-4419A8842026}">
      <dgm:prSet custT="1"/>
      <dgm:spPr/>
      <dgm:t>
        <a:bodyPr/>
        <a:lstStyle/>
        <a:p>
          <a:endParaRPr lang="en-US" sz="600" b="1"/>
        </a:p>
      </dgm:t>
    </dgm:pt>
    <dgm:pt modelId="{606759FB-A33D-48E3-BD80-5FE6AF6D25EB}">
      <dgm:prSet phldrT="[Texte]" custT="1"/>
      <dgm:spPr/>
      <dgm:t>
        <a:bodyPr/>
        <a:lstStyle/>
        <a:p>
          <a:r>
            <a:rPr lang="en-US" sz="800" b="1" dirty="0"/>
            <a:t>More interesting content</a:t>
          </a:r>
        </a:p>
      </dgm:t>
    </dgm:pt>
    <dgm:pt modelId="{BC9A91DD-72C7-42A2-A109-4981D89F5B1F}" type="parTrans" cxnId="{39A3B4E8-90DD-41C9-B51D-D1179C106CA4}">
      <dgm:prSet/>
      <dgm:spPr/>
      <dgm:t>
        <a:bodyPr/>
        <a:lstStyle/>
        <a:p>
          <a:endParaRPr lang="en-US" sz="1800" b="1"/>
        </a:p>
      </dgm:t>
    </dgm:pt>
    <dgm:pt modelId="{342DD8B2-1190-4C54-A5BB-209C1845322D}" type="sibTrans" cxnId="{39A3B4E8-90DD-41C9-B51D-D1179C106CA4}">
      <dgm:prSet custT="1"/>
      <dgm:spPr/>
      <dgm:t>
        <a:bodyPr/>
        <a:lstStyle/>
        <a:p>
          <a:endParaRPr lang="en-US" sz="600" b="1"/>
        </a:p>
      </dgm:t>
    </dgm:pt>
    <dgm:pt modelId="{101BC55A-179D-4CD3-A504-5B12E4663615}">
      <dgm:prSet phldrT="[Texte]" custT="1"/>
      <dgm:spPr/>
      <dgm:t>
        <a:bodyPr/>
        <a:lstStyle/>
        <a:p>
          <a:r>
            <a:rPr lang="en-US" sz="800" b="1" dirty="0"/>
            <a:t>More opportunities to be relevant</a:t>
          </a:r>
        </a:p>
      </dgm:t>
    </dgm:pt>
    <dgm:pt modelId="{BAB9A53A-3274-4611-A90C-77F793C5E558}" type="parTrans" cxnId="{D3A3C9DF-7010-48F7-9C41-FB299A1CC73F}">
      <dgm:prSet/>
      <dgm:spPr/>
      <dgm:t>
        <a:bodyPr/>
        <a:lstStyle/>
        <a:p>
          <a:endParaRPr lang="en-US" sz="1800" b="1"/>
        </a:p>
      </dgm:t>
    </dgm:pt>
    <dgm:pt modelId="{FE77B22C-4769-44D3-B758-BF12CF2DC89B}" type="sibTrans" cxnId="{D3A3C9DF-7010-48F7-9C41-FB299A1CC73F}">
      <dgm:prSet custT="1"/>
      <dgm:spPr/>
      <dgm:t>
        <a:bodyPr/>
        <a:lstStyle/>
        <a:p>
          <a:endParaRPr lang="en-US" sz="600" b="1"/>
        </a:p>
      </dgm:t>
    </dgm:pt>
    <dgm:pt modelId="{4126167E-9776-4EEA-AC58-B29B58AACD5D}" type="pres">
      <dgm:prSet presAssocID="{F8E97109-13EA-465B-937C-B0F244A818F3}" presName="cycle" presStyleCnt="0">
        <dgm:presLayoutVars>
          <dgm:dir/>
          <dgm:resizeHandles val="exact"/>
        </dgm:presLayoutVars>
      </dgm:prSet>
      <dgm:spPr/>
    </dgm:pt>
    <dgm:pt modelId="{7376A553-9D6C-4539-AE62-09B4F5334D25}" type="pres">
      <dgm:prSet presAssocID="{62E7151F-8F30-4FFA-8B6F-D37C7B8F54AE}" presName="node" presStyleLbl="node1" presStyleIdx="0" presStyleCnt="6">
        <dgm:presLayoutVars>
          <dgm:bulletEnabled val="1"/>
        </dgm:presLayoutVars>
      </dgm:prSet>
      <dgm:spPr/>
    </dgm:pt>
    <dgm:pt modelId="{30576A75-9FA6-48E9-BFD1-07813ED83512}" type="pres">
      <dgm:prSet presAssocID="{06F61274-B21B-43BF-844D-D632E4551B4F}" presName="sibTrans" presStyleLbl="sibTrans2D1" presStyleIdx="0" presStyleCnt="6"/>
      <dgm:spPr/>
    </dgm:pt>
    <dgm:pt modelId="{8AFE023B-26CC-4110-BB40-1073C1E8CEAC}" type="pres">
      <dgm:prSet presAssocID="{06F61274-B21B-43BF-844D-D632E4551B4F}" presName="connectorText" presStyleLbl="sibTrans2D1" presStyleIdx="0" presStyleCnt="6"/>
      <dgm:spPr/>
    </dgm:pt>
    <dgm:pt modelId="{B75C3D4D-8CFB-41F6-BC95-4C450335A616}" type="pres">
      <dgm:prSet presAssocID="{101BC55A-179D-4CD3-A504-5B12E4663615}" presName="node" presStyleLbl="node1" presStyleIdx="1" presStyleCnt="6">
        <dgm:presLayoutVars>
          <dgm:bulletEnabled val="1"/>
        </dgm:presLayoutVars>
      </dgm:prSet>
      <dgm:spPr/>
    </dgm:pt>
    <dgm:pt modelId="{8E4D8D41-5E16-478A-8931-BC35828BAA47}" type="pres">
      <dgm:prSet presAssocID="{FE77B22C-4769-44D3-B758-BF12CF2DC89B}" presName="sibTrans" presStyleLbl="sibTrans2D1" presStyleIdx="1" presStyleCnt="6"/>
      <dgm:spPr/>
    </dgm:pt>
    <dgm:pt modelId="{A8198487-314D-4D08-AD63-B015B4DE06DC}" type="pres">
      <dgm:prSet presAssocID="{FE77B22C-4769-44D3-B758-BF12CF2DC89B}" presName="connectorText" presStyleLbl="sibTrans2D1" presStyleIdx="1" presStyleCnt="6"/>
      <dgm:spPr/>
    </dgm:pt>
    <dgm:pt modelId="{651F5F38-D8CD-47F3-A5EC-1C7DD0BC6052}" type="pres">
      <dgm:prSet presAssocID="{9B4DC6A7-7C46-4C6B-A261-AECC0649BB0D}" presName="node" presStyleLbl="node1" presStyleIdx="2" presStyleCnt="6">
        <dgm:presLayoutVars>
          <dgm:bulletEnabled val="1"/>
        </dgm:presLayoutVars>
      </dgm:prSet>
      <dgm:spPr/>
    </dgm:pt>
    <dgm:pt modelId="{428B4218-928F-45F2-87CC-37A5F3D3D311}" type="pres">
      <dgm:prSet presAssocID="{A76513B2-4E2F-4C24-B085-566FCE194767}" presName="sibTrans" presStyleLbl="sibTrans2D1" presStyleIdx="2" presStyleCnt="6"/>
      <dgm:spPr/>
    </dgm:pt>
    <dgm:pt modelId="{8586F1E2-767E-4E27-B0BE-0A93EE3C4160}" type="pres">
      <dgm:prSet presAssocID="{A76513B2-4E2F-4C24-B085-566FCE194767}" presName="connectorText" presStyleLbl="sibTrans2D1" presStyleIdx="2" presStyleCnt="6"/>
      <dgm:spPr/>
    </dgm:pt>
    <dgm:pt modelId="{1B561D4D-EFD3-4162-A23C-0BFA3ABE32A2}" type="pres">
      <dgm:prSet presAssocID="{C9BAC5D4-6B92-4D8B-8E4A-FCE15958AA4D}" presName="node" presStyleLbl="node1" presStyleIdx="3" presStyleCnt="6">
        <dgm:presLayoutVars>
          <dgm:bulletEnabled val="1"/>
        </dgm:presLayoutVars>
      </dgm:prSet>
      <dgm:spPr/>
    </dgm:pt>
    <dgm:pt modelId="{6A20AE3D-0377-48A7-ABE0-7DAFC327A961}" type="pres">
      <dgm:prSet presAssocID="{0B9DA761-6CEE-462A-BA60-1AD627DD5FC9}" presName="sibTrans" presStyleLbl="sibTrans2D1" presStyleIdx="3" presStyleCnt="6"/>
      <dgm:spPr/>
    </dgm:pt>
    <dgm:pt modelId="{9D653457-FD3A-4ECE-A942-F238F3A82083}" type="pres">
      <dgm:prSet presAssocID="{0B9DA761-6CEE-462A-BA60-1AD627DD5FC9}" presName="connectorText" presStyleLbl="sibTrans2D1" presStyleIdx="3" presStyleCnt="6"/>
      <dgm:spPr/>
    </dgm:pt>
    <dgm:pt modelId="{CAA6A354-E07A-477E-9A5E-4BFDE2E6B2F5}" type="pres">
      <dgm:prSet presAssocID="{263B52C9-FDFF-47DF-9CB9-20D626ABFE49}" presName="node" presStyleLbl="node1" presStyleIdx="4" presStyleCnt="6">
        <dgm:presLayoutVars>
          <dgm:bulletEnabled val="1"/>
        </dgm:presLayoutVars>
      </dgm:prSet>
      <dgm:spPr/>
    </dgm:pt>
    <dgm:pt modelId="{99906AD1-1144-4093-B0B3-6E82C71E961F}" type="pres">
      <dgm:prSet presAssocID="{70CD97F0-DBE2-4209-A0A0-B85F29D1C439}" presName="sibTrans" presStyleLbl="sibTrans2D1" presStyleIdx="4" presStyleCnt="6"/>
      <dgm:spPr/>
    </dgm:pt>
    <dgm:pt modelId="{0C073EF3-B03E-42A8-B896-AA0F3D708A8A}" type="pres">
      <dgm:prSet presAssocID="{70CD97F0-DBE2-4209-A0A0-B85F29D1C439}" presName="connectorText" presStyleLbl="sibTrans2D1" presStyleIdx="4" presStyleCnt="6"/>
      <dgm:spPr/>
    </dgm:pt>
    <dgm:pt modelId="{DB0E1C4B-1895-49D0-B7CA-96E12623AC35}" type="pres">
      <dgm:prSet presAssocID="{606759FB-A33D-48E3-BD80-5FE6AF6D25EB}" presName="node" presStyleLbl="node1" presStyleIdx="5" presStyleCnt="6">
        <dgm:presLayoutVars>
          <dgm:bulletEnabled val="1"/>
        </dgm:presLayoutVars>
      </dgm:prSet>
      <dgm:spPr/>
    </dgm:pt>
    <dgm:pt modelId="{6389DC95-FA58-4965-8EA0-8908E8038603}" type="pres">
      <dgm:prSet presAssocID="{342DD8B2-1190-4C54-A5BB-209C1845322D}" presName="sibTrans" presStyleLbl="sibTrans2D1" presStyleIdx="5" presStyleCnt="6"/>
      <dgm:spPr/>
    </dgm:pt>
    <dgm:pt modelId="{41654007-FEFE-4D34-B96E-91DEEF980269}" type="pres">
      <dgm:prSet presAssocID="{342DD8B2-1190-4C54-A5BB-209C1845322D}" presName="connectorText" presStyleLbl="sibTrans2D1" presStyleIdx="5" presStyleCnt="6"/>
      <dgm:spPr/>
    </dgm:pt>
  </dgm:ptLst>
  <dgm:cxnLst>
    <dgm:cxn modelId="{49EB360C-02C8-4CB6-A094-8106A0192502}" srcId="{F8E97109-13EA-465B-937C-B0F244A818F3}" destId="{62E7151F-8F30-4FFA-8B6F-D37C7B8F54AE}" srcOrd="0" destOrd="0" parTransId="{9232635D-5312-42B0-BA57-0F09C4B56DF1}" sibTransId="{06F61274-B21B-43BF-844D-D632E4551B4F}"/>
    <dgm:cxn modelId="{1F917F1F-DC98-449F-A9CF-625F2849B137}" type="presOf" srcId="{101BC55A-179D-4CD3-A504-5B12E4663615}" destId="{B75C3D4D-8CFB-41F6-BC95-4C450335A616}" srcOrd="0" destOrd="0" presId="urn:microsoft.com/office/officeart/2005/8/layout/cycle2"/>
    <dgm:cxn modelId="{73FE8227-88F9-48AF-BBC2-2A942FFD6078}" type="presOf" srcId="{A76513B2-4E2F-4C24-B085-566FCE194767}" destId="{8586F1E2-767E-4E27-B0BE-0A93EE3C4160}" srcOrd="1" destOrd="0" presId="urn:microsoft.com/office/officeart/2005/8/layout/cycle2"/>
    <dgm:cxn modelId="{9B5A6D30-6AE1-4D04-8D74-290B6609E915}" type="presOf" srcId="{70CD97F0-DBE2-4209-A0A0-B85F29D1C439}" destId="{99906AD1-1144-4093-B0B3-6E82C71E961F}" srcOrd="0" destOrd="0" presId="urn:microsoft.com/office/officeart/2005/8/layout/cycle2"/>
    <dgm:cxn modelId="{79DB2F35-07AA-42BB-841E-BD41D03251DC}" srcId="{F8E97109-13EA-465B-937C-B0F244A818F3}" destId="{9B4DC6A7-7C46-4C6B-A261-AECC0649BB0D}" srcOrd="2" destOrd="0" parTransId="{77E7BFB1-A830-41FD-BC9C-364B3051F064}" sibTransId="{A76513B2-4E2F-4C24-B085-566FCE194767}"/>
    <dgm:cxn modelId="{A6F5773A-059A-42FB-95EC-08322BBF9577}" type="presOf" srcId="{9B4DC6A7-7C46-4C6B-A261-AECC0649BB0D}" destId="{651F5F38-D8CD-47F3-A5EC-1C7DD0BC6052}" srcOrd="0" destOrd="0" presId="urn:microsoft.com/office/officeart/2005/8/layout/cycle2"/>
    <dgm:cxn modelId="{69A0445C-1694-40EE-9ECD-E22682E96E74}" type="presOf" srcId="{0B9DA761-6CEE-462A-BA60-1AD627DD5FC9}" destId="{9D653457-FD3A-4ECE-A942-F238F3A82083}" srcOrd="1" destOrd="0" presId="urn:microsoft.com/office/officeart/2005/8/layout/cycle2"/>
    <dgm:cxn modelId="{CCF00F43-B5DF-4EFF-A3B2-A3E61CFC9B01}" type="presOf" srcId="{FE77B22C-4769-44D3-B758-BF12CF2DC89B}" destId="{A8198487-314D-4D08-AD63-B015B4DE06DC}" srcOrd="1" destOrd="0" presId="urn:microsoft.com/office/officeart/2005/8/layout/cycle2"/>
    <dgm:cxn modelId="{14691845-AC19-4A6B-A19F-85E41E9E74AC}" type="presOf" srcId="{342DD8B2-1190-4C54-A5BB-209C1845322D}" destId="{41654007-FEFE-4D34-B96E-91DEEF980269}" srcOrd="1" destOrd="0" presId="urn:microsoft.com/office/officeart/2005/8/layout/cycle2"/>
    <dgm:cxn modelId="{BB825076-F455-4C92-81C3-4419A8842026}" srcId="{F8E97109-13EA-465B-937C-B0F244A818F3}" destId="{263B52C9-FDFF-47DF-9CB9-20D626ABFE49}" srcOrd="4" destOrd="0" parTransId="{6ED0B508-6D3D-481B-9C1B-EDB03B43812C}" sibTransId="{70CD97F0-DBE2-4209-A0A0-B85F29D1C439}"/>
    <dgm:cxn modelId="{06C6DF7C-DEC4-4558-A877-165C9B297BC2}" type="presOf" srcId="{FE77B22C-4769-44D3-B758-BF12CF2DC89B}" destId="{8E4D8D41-5E16-478A-8931-BC35828BAA47}" srcOrd="0" destOrd="0" presId="urn:microsoft.com/office/officeart/2005/8/layout/cycle2"/>
    <dgm:cxn modelId="{4FF4B68D-2FC2-4D40-95AD-376607BA3F45}" type="presOf" srcId="{70CD97F0-DBE2-4209-A0A0-B85F29D1C439}" destId="{0C073EF3-B03E-42A8-B896-AA0F3D708A8A}" srcOrd="1" destOrd="0" presId="urn:microsoft.com/office/officeart/2005/8/layout/cycle2"/>
    <dgm:cxn modelId="{9EA9C28F-40EE-4253-A400-743BD91B8319}" type="presOf" srcId="{606759FB-A33D-48E3-BD80-5FE6AF6D25EB}" destId="{DB0E1C4B-1895-49D0-B7CA-96E12623AC35}" srcOrd="0" destOrd="0" presId="urn:microsoft.com/office/officeart/2005/8/layout/cycle2"/>
    <dgm:cxn modelId="{6C354199-D31B-4D21-AD11-3EFC4CFB17FB}" type="presOf" srcId="{62E7151F-8F30-4FFA-8B6F-D37C7B8F54AE}" destId="{7376A553-9D6C-4539-AE62-09B4F5334D25}" srcOrd="0" destOrd="0" presId="urn:microsoft.com/office/officeart/2005/8/layout/cycle2"/>
    <dgm:cxn modelId="{370F07A2-C251-4056-BC72-2B32C717384E}" type="presOf" srcId="{263B52C9-FDFF-47DF-9CB9-20D626ABFE49}" destId="{CAA6A354-E07A-477E-9A5E-4BFDE2E6B2F5}" srcOrd="0" destOrd="0" presId="urn:microsoft.com/office/officeart/2005/8/layout/cycle2"/>
    <dgm:cxn modelId="{0BF9E7A2-D9DF-4996-8EDE-F33C4616BCA1}" type="presOf" srcId="{06F61274-B21B-43BF-844D-D632E4551B4F}" destId="{30576A75-9FA6-48E9-BFD1-07813ED83512}" srcOrd="0" destOrd="0" presId="urn:microsoft.com/office/officeart/2005/8/layout/cycle2"/>
    <dgm:cxn modelId="{21D185B9-F75C-47D7-911C-0C0821C373F6}" type="presOf" srcId="{0B9DA761-6CEE-462A-BA60-1AD627DD5FC9}" destId="{6A20AE3D-0377-48A7-ABE0-7DAFC327A961}" srcOrd="0" destOrd="0" presId="urn:microsoft.com/office/officeart/2005/8/layout/cycle2"/>
    <dgm:cxn modelId="{A5BD07C5-43CF-4CBC-85D4-2CA3F2BB6A2F}" type="presOf" srcId="{A76513B2-4E2F-4C24-B085-566FCE194767}" destId="{428B4218-928F-45F2-87CC-37A5F3D3D311}" srcOrd="0" destOrd="0" presId="urn:microsoft.com/office/officeart/2005/8/layout/cycle2"/>
    <dgm:cxn modelId="{B40BFAC9-C7CA-404C-A76E-8D50727F9376}" type="presOf" srcId="{C9BAC5D4-6B92-4D8B-8E4A-FCE15958AA4D}" destId="{1B561D4D-EFD3-4162-A23C-0BFA3ABE32A2}" srcOrd="0" destOrd="0" presId="urn:microsoft.com/office/officeart/2005/8/layout/cycle2"/>
    <dgm:cxn modelId="{478C53CE-04B3-4F37-910A-07E1D3D18990}" type="presOf" srcId="{F8E97109-13EA-465B-937C-B0F244A818F3}" destId="{4126167E-9776-4EEA-AC58-B29B58AACD5D}" srcOrd="0" destOrd="0" presId="urn:microsoft.com/office/officeart/2005/8/layout/cycle2"/>
    <dgm:cxn modelId="{D3A3C9DF-7010-48F7-9C41-FB299A1CC73F}" srcId="{F8E97109-13EA-465B-937C-B0F244A818F3}" destId="{101BC55A-179D-4CD3-A504-5B12E4663615}" srcOrd="1" destOrd="0" parTransId="{BAB9A53A-3274-4611-A90C-77F793C5E558}" sibTransId="{FE77B22C-4769-44D3-B758-BF12CF2DC89B}"/>
    <dgm:cxn modelId="{567437E2-5109-4FFF-B6F7-F9F04938968B}" type="presOf" srcId="{342DD8B2-1190-4C54-A5BB-209C1845322D}" destId="{6389DC95-FA58-4965-8EA0-8908E8038603}" srcOrd="0" destOrd="0" presId="urn:microsoft.com/office/officeart/2005/8/layout/cycle2"/>
    <dgm:cxn modelId="{1B42B3E6-C0BE-4986-8EF2-61313E93A8D5}" srcId="{F8E97109-13EA-465B-937C-B0F244A818F3}" destId="{C9BAC5D4-6B92-4D8B-8E4A-FCE15958AA4D}" srcOrd="3" destOrd="0" parTransId="{EDDB9094-C016-4A19-81E2-2397AC9C23F4}" sibTransId="{0B9DA761-6CEE-462A-BA60-1AD627DD5FC9}"/>
    <dgm:cxn modelId="{39A3B4E8-90DD-41C9-B51D-D1179C106CA4}" srcId="{F8E97109-13EA-465B-937C-B0F244A818F3}" destId="{606759FB-A33D-48E3-BD80-5FE6AF6D25EB}" srcOrd="5" destOrd="0" parTransId="{BC9A91DD-72C7-42A2-A109-4981D89F5B1F}" sibTransId="{342DD8B2-1190-4C54-A5BB-209C1845322D}"/>
    <dgm:cxn modelId="{A6C4B1EA-6B0F-4D50-A8F3-CC168F7B9575}" type="presOf" srcId="{06F61274-B21B-43BF-844D-D632E4551B4F}" destId="{8AFE023B-26CC-4110-BB40-1073C1E8CEAC}" srcOrd="1" destOrd="0" presId="urn:microsoft.com/office/officeart/2005/8/layout/cycle2"/>
    <dgm:cxn modelId="{CA17AC99-075B-4CB3-A5F0-99EBF9213095}" type="presParOf" srcId="{4126167E-9776-4EEA-AC58-B29B58AACD5D}" destId="{7376A553-9D6C-4539-AE62-09B4F5334D25}" srcOrd="0" destOrd="0" presId="urn:microsoft.com/office/officeart/2005/8/layout/cycle2"/>
    <dgm:cxn modelId="{F63E69F6-FF89-42AA-A2FE-F994539F5347}" type="presParOf" srcId="{4126167E-9776-4EEA-AC58-B29B58AACD5D}" destId="{30576A75-9FA6-48E9-BFD1-07813ED83512}" srcOrd="1" destOrd="0" presId="urn:microsoft.com/office/officeart/2005/8/layout/cycle2"/>
    <dgm:cxn modelId="{AFBB43B1-13F2-4BC3-8DF2-18E1A8AE9A95}" type="presParOf" srcId="{30576A75-9FA6-48E9-BFD1-07813ED83512}" destId="{8AFE023B-26CC-4110-BB40-1073C1E8CEAC}" srcOrd="0" destOrd="0" presId="urn:microsoft.com/office/officeart/2005/8/layout/cycle2"/>
    <dgm:cxn modelId="{5BF4B706-0F4C-40C3-B13E-3BDCAF2933E3}" type="presParOf" srcId="{4126167E-9776-4EEA-AC58-B29B58AACD5D}" destId="{B75C3D4D-8CFB-41F6-BC95-4C450335A616}" srcOrd="2" destOrd="0" presId="urn:microsoft.com/office/officeart/2005/8/layout/cycle2"/>
    <dgm:cxn modelId="{DBE44F37-F907-43C5-941A-70841F1E6BC7}" type="presParOf" srcId="{4126167E-9776-4EEA-AC58-B29B58AACD5D}" destId="{8E4D8D41-5E16-478A-8931-BC35828BAA47}" srcOrd="3" destOrd="0" presId="urn:microsoft.com/office/officeart/2005/8/layout/cycle2"/>
    <dgm:cxn modelId="{3BD1CFB3-B3D8-464F-B859-1210E0580674}" type="presParOf" srcId="{8E4D8D41-5E16-478A-8931-BC35828BAA47}" destId="{A8198487-314D-4D08-AD63-B015B4DE06DC}" srcOrd="0" destOrd="0" presId="urn:microsoft.com/office/officeart/2005/8/layout/cycle2"/>
    <dgm:cxn modelId="{638E82ED-2D55-427B-8B06-DBD706E0738C}" type="presParOf" srcId="{4126167E-9776-4EEA-AC58-B29B58AACD5D}" destId="{651F5F38-D8CD-47F3-A5EC-1C7DD0BC6052}" srcOrd="4" destOrd="0" presId="urn:microsoft.com/office/officeart/2005/8/layout/cycle2"/>
    <dgm:cxn modelId="{72411B04-FB77-4D70-A40E-3BAAABF1D189}" type="presParOf" srcId="{4126167E-9776-4EEA-AC58-B29B58AACD5D}" destId="{428B4218-928F-45F2-87CC-37A5F3D3D311}" srcOrd="5" destOrd="0" presId="urn:microsoft.com/office/officeart/2005/8/layout/cycle2"/>
    <dgm:cxn modelId="{7BEC2DC1-1C75-41E2-92A7-D4E7AFD86E3D}" type="presParOf" srcId="{428B4218-928F-45F2-87CC-37A5F3D3D311}" destId="{8586F1E2-767E-4E27-B0BE-0A93EE3C4160}" srcOrd="0" destOrd="0" presId="urn:microsoft.com/office/officeart/2005/8/layout/cycle2"/>
    <dgm:cxn modelId="{F5D8E4C0-84DA-43F3-90BB-296D48F84DC1}" type="presParOf" srcId="{4126167E-9776-4EEA-AC58-B29B58AACD5D}" destId="{1B561D4D-EFD3-4162-A23C-0BFA3ABE32A2}" srcOrd="6" destOrd="0" presId="urn:microsoft.com/office/officeart/2005/8/layout/cycle2"/>
    <dgm:cxn modelId="{13C2D337-80FF-428D-8E30-C86C3F0A64F0}" type="presParOf" srcId="{4126167E-9776-4EEA-AC58-B29B58AACD5D}" destId="{6A20AE3D-0377-48A7-ABE0-7DAFC327A961}" srcOrd="7" destOrd="0" presId="urn:microsoft.com/office/officeart/2005/8/layout/cycle2"/>
    <dgm:cxn modelId="{80ADA609-482F-4563-8B1A-460B0F577CAA}" type="presParOf" srcId="{6A20AE3D-0377-48A7-ABE0-7DAFC327A961}" destId="{9D653457-FD3A-4ECE-A942-F238F3A82083}" srcOrd="0" destOrd="0" presId="urn:microsoft.com/office/officeart/2005/8/layout/cycle2"/>
    <dgm:cxn modelId="{E416FA83-06D2-471A-AA35-743D55188847}" type="presParOf" srcId="{4126167E-9776-4EEA-AC58-B29B58AACD5D}" destId="{CAA6A354-E07A-477E-9A5E-4BFDE2E6B2F5}" srcOrd="8" destOrd="0" presId="urn:microsoft.com/office/officeart/2005/8/layout/cycle2"/>
    <dgm:cxn modelId="{4D162C74-5CED-49A8-8DA2-C4AEA53CAA40}" type="presParOf" srcId="{4126167E-9776-4EEA-AC58-B29B58AACD5D}" destId="{99906AD1-1144-4093-B0B3-6E82C71E961F}" srcOrd="9" destOrd="0" presId="urn:microsoft.com/office/officeart/2005/8/layout/cycle2"/>
    <dgm:cxn modelId="{8BCB9C7F-D050-4DC3-9A7A-1A13CA94407A}" type="presParOf" srcId="{99906AD1-1144-4093-B0B3-6E82C71E961F}" destId="{0C073EF3-B03E-42A8-B896-AA0F3D708A8A}" srcOrd="0" destOrd="0" presId="urn:microsoft.com/office/officeart/2005/8/layout/cycle2"/>
    <dgm:cxn modelId="{AAC62C0F-13C9-4027-9192-AE9929C74444}" type="presParOf" srcId="{4126167E-9776-4EEA-AC58-B29B58AACD5D}" destId="{DB0E1C4B-1895-49D0-B7CA-96E12623AC35}" srcOrd="10" destOrd="0" presId="urn:microsoft.com/office/officeart/2005/8/layout/cycle2"/>
    <dgm:cxn modelId="{652CEBD3-57D5-414B-9495-2907E4E7512A}" type="presParOf" srcId="{4126167E-9776-4EEA-AC58-B29B58AACD5D}" destId="{6389DC95-FA58-4965-8EA0-8908E8038603}" srcOrd="11" destOrd="0" presId="urn:microsoft.com/office/officeart/2005/8/layout/cycle2"/>
    <dgm:cxn modelId="{F3FBCE5A-F30F-4133-89A0-A18DFF849416}" type="presParOf" srcId="{6389DC95-FA58-4965-8EA0-8908E8038603}" destId="{41654007-FEFE-4D34-B96E-91DEEF980269}"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8E97109-13EA-465B-937C-B0F244A818F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62E7151F-8F30-4FFA-8B6F-D37C7B8F54AE}">
      <dgm:prSet phldrT="[Texte]"/>
      <dgm:spPr/>
      <dgm:t>
        <a:bodyPr/>
        <a:lstStyle/>
        <a:p>
          <a:r>
            <a:rPr lang="en-US" dirty="0"/>
            <a:t>More people</a:t>
          </a:r>
        </a:p>
      </dgm:t>
    </dgm:pt>
    <dgm:pt modelId="{9232635D-5312-42B0-BA57-0F09C4B56DF1}" type="parTrans" cxnId="{49EB360C-02C8-4CB6-A094-8106A0192502}">
      <dgm:prSet/>
      <dgm:spPr/>
      <dgm:t>
        <a:bodyPr/>
        <a:lstStyle/>
        <a:p>
          <a:endParaRPr lang="en-US"/>
        </a:p>
      </dgm:t>
    </dgm:pt>
    <dgm:pt modelId="{06F61274-B21B-43BF-844D-D632E4551B4F}" type="sibTrans" cxnId="{49EB360C-02C8-4CB6-A094-8106A0192502}">
      <dgm:prSet/>
      <dgm:spPr/>
      <dgm:t>
        <a:bodyPr/>
        <a:lstStyle/>
        <a:p>
          <a:endParaRPr lang="en-US"/>
        </a:p>
      </dgm:t>
    </dgm:pt>
    <dgm:pt modelId="{9B4DC6A7-7C46-4C6B-A261-AECC0649BB0D}">
      <dgm:prSet phldrT="[Texte]"/>
      <dgm:spPr/>
      <dgm:t>
        <a:bodyPr/>
        <a:lstStyle/>
        <a:p>
          <a:r>
            <a:rPr lang="en-US" dirty="0"/>
            <a:t>More value for the corporation</a:t>
          </a:r>
        </a:p>
      </dgm:t>
    </dgm:pt>
    <dgm:pt modelId="{77E7BFB1-A830-41FD-BC9C-364B3051F064}" type="parTrans" cxnId="{79DB2F35-07AA-42BB-841E-BD41D03251DC}">
      <dgm:prSet/>
      <dgm:spPr/>
      <dgm:t>
        <a:bodyPr/>
        <a:lstStyle/>
        <a:p>
          <a:endParaRPr lang="en-US"/>
        </a:p>
      </dgm:t>
    </dgm:pt>
    <dgm:pt modelId="{A76513B2-4E2F-4C24-B085-566FCE194767}" type="sibTrans" cxnId="{79DB2F35-07AA-42BB-841E-BD41D03251DC}">
      <dgm:prSet/>
      <dgm:spPr/>
      <dgm:t>
        <a:bodyPr/>
        <a:lstStyle/>
        <a:p>
          <a:endParaRPr lang="en-US"/>
        </a:p>
      </dgm:t>
    </dgm:pt>
    <dgm:pt modelId="{C9BAC5D4-6B92-4D8B-8E4A-FCE15958AA4D}">
      <dgm:prSet phldrT="[Texte]"/>
      <dgm:spPr/>
      <dgm:t>
        <a:bodyPr/>
        <a:lstStyle/>
        <a:p>
          <a:r>
            <a:rPr lang="en-US" dirty="0"/>
            <a:t>More corporate motivation and support</a:t>
          </a:r>
        </a:p>
      </dgm:t>
    </dgm:pt>
    <dgm:pt modelId="{EDDB9094-C016-4A19-81E2-2397AC9C23F4}" type="parTrans" cxnId="{1B42B3E6-C0BE-4986-8EF2-61313E93A8D5}">
      <dgm:prSet/>
      <dgm:spPr/>
      <dgm:t>
        <a:bodyPr/>
        <a:lstStyle/>
        <a:p>
          <a:endParaRPr lang="en-US"/>
        </a:p>
      </dgm:t>
    </dgm:pt>
    <dgm:pt modelId="{0B9DA761-6CEE-462A-BA60-1AD627DD5FC9}" type="sibTrans" cxnId="{1B42B3E6-C0BE-4986-8EF2-61313E93A8D5}">
      <dgm:prSet/>
      <dgm:spPr/>
      <dgm:t>
        <a:bodyPr/>
        <a:lstStyle/>
        <a:p>
          <a:endParaRPr lang="en-US"/>
        </a:p>
      </dgm:t>
    </dgm:pt>
    <dgm:pt modelId="{263B52C9-FDFF-47DF-9CB9-20D626ABFE49}">
      <dgm:prSet phldrT="[Texte]"/>
      <dgm:spPr/>
      <dgm:t>
        <a:bodyPr/>
        <a:lstStyle/>
        <a:p>
          <a:r>
            <a:rPr lang="en-US" dirty="0"/>
            <a:t>More engagement</a:t>
          </a:r>
        </a:p>
      </dgm:t>
    </dgm:pt>
    <dgm:pt modelId="{6ED0B508-6D3D-481B-9C1B-EDB03B43812C}" type="parTrans" cxnId="{BB825076-F455-4C92-81C3-4419A8842026}">
      <dgm:prSet/>
      <dgm:spPr/>
      <dgm:t>
        <a:bodyPr/>
        <a:lstStyle/>
        <a:p>
          <a:endParaRPr lang="en-US"/>
        </a:p>
      </dgm:t>
    </dgm:pt>
    <dgm:pt modelId="{70CD97F0-DBE2-4209-A0A0-B85F29D1C439}" type="sibTrans" cxnId="{BB825076-F455-4C92-81C3-4419A8842026}">
      <dgm:prSet/>
      <dgm:spPr/>
      <dgm:t>
        <a:bodyPr/>
        <a:lstStyle/>
        <a:p>
          <a:endParaRPr lang="en-US"/>
        </a:p>
      </dgm:t>
    </dgm:pt>
    <dgm:pt modelId="{606759FB-A33D-48E3-BD80-5FE6AF6D25EB}">
      <dgm:prSet phldrT="[Texte]"/>
      <dgm:spPr/>
      <dgm:t>
        <a:bodyPr/>
        <a:lstStyle/>
        <a:p>
          <a:r>
            <a:rPr lang="en-US" dirty="0"/>
            <a:t>More interesting content</a:t>
          </a:r>
        </a:p>
      </dgm:t>
    </dgm:pt>
    <dgm:pt modelId="{BC9A91DD-72C7-42A2-A109-4981D89F5B1F}" type="parTrans" cxnId="{39A3B4E8-90DD-41C9-B51D-D1179C106CA4}">
      <dgm:prSet/>
      <dgm:spPr/>
      <dgm:t>
        <a:bodyPr/>
        <a:lstStyle/>
        <a:p>
          <a:endParaRPr lang="en-US"/>
        </a:p>
      </dgm:t>
    </dgm:pt>
    <dgm:pt modelId="{342DD8B2-1190-4C54-A5BB-209C1845322D}" type="sibTrans" cxnId="{39A3B4E8-90DD-41C9-B51D-D1179C106CA4}">
      <dgm:prSet/>
      <dgm:spPr/>
      <dgm:t>
        <a:bodyPr/>
        <a:lstStyle/>
        <a:p>
          <a:endParaRPr lang="en-US"/>
        </a:p>
      </dgm:t>
    </dgm:pt>
    <dgm:pt modelId="{101BC55A-179D-4CD3-A504-5B12E4663615}">
      <dgm:prSet phldrT="[Texte]"/>
      <dgm:spPr/>
      <dgm:t>
        <a:bodyPr/>
        <a:lstStyle/>
        <a:p>
          <a:r>
            <a:rPr lang="en-US" dirty="0"/>
            <a:t>More opportunities to be relevant</a:t>
          </a:r>
        </a:p>
      </dgm:t>
    </dgm:pt>
    <dgm:pt modelId="{BAB9A53A-3274-4611-A90C-77F793C5E558}" type="parTrans" cxnId="{D3A3C9DF-7010-48F7-9C41-FB299A1CC73F}">
      <dgm:prSet/>
      <dgm:spPr/>
      <dgm:t>
        <a:bodyPr/>
        <a:lstStyle/>
        <a:p>
          <a:endParaRPr lang="en-US"/>
        </a:p>
      </dgm:t>
    </dgm:pt>
    <dgm:pt modelId="{FE77B22C-4769-44D3-B758-BF12CF2DC89B}" type="sibTrans" cxnId="{D3A3C9DF-7010-48F7-9C41-FB299A1CC73F}">
      <dgm:prSet/>
      <dgm:spPr/>
      <dgm:t>
        <a:bodyPr/>
        <a:lstStyle/>
        <a:p>
          <a:endParaRPr lang="en-US"/>
        </a:p>
      </dgm:t>
    </dgm:pt>
    <dgm:pt modelId="{4126167E-9776-4EEA-AC58-B29B58AACD5D}" type="pres">
      <dgm:prSet presAssocID="{F8E97109-13EA-465B-937C-B0F244A818F3}" presName="cycle" presStyleCnt="0">
        <dgm:presLayoutVars>
          <dgm:dir/>
          <dgm:resizeHandles val="exact"/>
        </dgm:presLayoutVars>
      </dgm:prSet>
      <dgm:spPr/>
    </dgm:pt>
    <dgm:pt modelId="{7376A553-9D6C-4539-AE62-09B4F5334D25}" type="pres">
      <dgm:prSet presAssocID="{62E7151F-8F30-4FFA-8B6F-D37C7B8F54AE}" presName="node" presStyleLbl="node1" presStyleIdx="0" presStyleCnt="6">
        <dgm:presLayoutVars>
          <dgm:bulletEnabled val="1"/>
        </dgm:presLayoutVars>
      </dgm:prSet>
      <dgm:spPr/>
    </dgm:pt>
    <dgm:pt modelId="{30576A75-9FA6-48E9-BFD1-07813ED83512}" type="pres">
      <dgm:prSet presAssocID="{06F61274-B21B-43BF-844D-D632E4551B4F}" presName="sibTrans" presStyleLbl="sibTrans2D1" presStyleIdx="0" presStyleCnt="6"/>
      <dgm:spPr/>
    </dgm:pt>
    <dgm:pt modelId="{8AFE023B-26CC-4110-BB40-1073C1E8CEAC}" type="pres">
      <dgm:prSet presAssocID="{06F61274-B21B-43BF-844D-D632E4551B4F}" presName="connectorText" presStyleLbl="sibTrans2D1" presStyleIdx="0" presStyleCnt="6"/>
      <dgm:spPr/>
    </dgm:pt>
    <dgm:pt modelId="{B75C3D4D-8CFB-41F6-BC95-4C450335A616}" type="pres">
      <dgm:prSet presAssocID="{101BC55A-179D-4CD3-A504-5B12E4663615}" presName="node" presStyleLbl="node1" presStyleIdx="1" presStyleCnt="6">
        <dgm:presLayoutVars>
          <dgm:bulletEnabled val="1"/>
        </dgm:presLayoutVars>
      </dgm:prSet>
      <dgm:spPr/>
    </dgm:pt>
    <dgm:pt modelId="{8E4D8D41-5E16-478A-8931-BC35828BAA47}" type="pres">
      <dgm:prSet presAssocID="{FE77B22C-4769-44D3-B758-BF12CF2DC89B}" presName="sibTrans" presStyleLbl="sibTrans2D1" presStyleIdx="1" presStyleCnt="6"/>
      <dgm:spPr/>
    </dgm:pt>
    <dgm:pt modelId="{A8198487-314D-4D08-AD63-B015B4DE06DC}" type="pres">
      <dgm:prSet presAssocID="{FE77B22C-4769-44D3-B758-BF12CF2DC89B}" presName="connectorText" presStyleLbl="sibTrans2D1" presStyleIdx="1" presStyleCnt="6"/>
      <dgm:spPr/>
    </dgm:pt>
    <dgm:pt modelId="{651F5F38-D8CD-47F3-A5EC-1C7DD0BC6052}" type="pres">
      <dgm:prSet presAssocID="{9B4DC6A7-7C46-4C6B-A261-AECC0649BB0D}" presName="node" presStyleLbl="node1" presStyleIdx="2" presStyleCnt="6">
        <dgm:presLayoutVars>
          <dgm:bulletEnabled val="1"/>
        </dgm:presLayoutVars>
      </dgm:prSet>
      <dgm:spPr/>
    </dgm:pt>
    <dgm:pt modelId="{428B4218-928F-45F2-87CC-37A5F3D3D311}" type="pres">
      <dgm:prSet presAssocID="{A76513B2-4E2F-4C24-B085-566FCE194767}" presName="sibTrans" presStyleLbl="sibTrans2D1" presStyleIdx="2" presStyleCnt="6"/>
      <dgm:spPr/>
    </dgm:pt>
    <dgm:pt modelId="{8586F1E2-767E-4E27-B0BE-0A93EE3C4160}" type="pres">
      <dgm:prSet presAssocID="{A76513B2-4E2F-4C24-B085-566FCE194767}" presName="connectorText" presStyleLbl="sibTrans2D1" presStyleIdx="2" presStyleCnt="6"/>
      <dgm:spPr/>
    </dgm:pt>
    <dgm:pt modelId="{1B561D4D-EFD3-4162-A23C-0BFA3ABE32A2}" type="pres">
      <dgm:prSet presAssocID="{C9BAC5D4-6B92-4D8B-8E4A-FCE15958AA4D}" presName="node" presStyleLbl="node1" presStyleIdx="3" presStyleCnt="6">
        <dgm:presLayoutVars>
          <dgm:bulletEnabled val="1"/>
        </dgm:presLayoutVars>
      </dgm:prSet>
      <dgm:spPr/>
    </dgm:pt>
    <dgm:pt modelId="{6A20AE3D-0377-48A7-ABE0-7DAFC327A961}" type="pres">
      <dgm:prSet presAssocID="{0B9DA761-6CEE-462A-BA60-1AD627DD5FC9}" presName="sibTrans" presStyleLbl="sibTrans2D1" presStyleIdx="3" presStyleCnt="6"/>
      <dgm:spPr/>
    </dgm:pt>
    <dgm:pt modelId="{9D653457-FD3A-4ECE-A942-F238F3A82083}" type="pres">
      <dgm:prSet presAssocID="{0B9DA761-6CEE-462A-BA60-1AD627DD5FC9}" presName="connectorText" presStyleLbl="sibTrans2D1" presStyleIdx="3" presStyleCnt="6"/>
      <dgm:spPr/>
    </dgm:pt>
    <dgm:pt modelId="{CAA6A354-E07A-477E-9A5E-4BFDE2E6B2F5}" type="pres">
      <dgm:prSet presAssocID="{263B52C9-FDFF-47DF-9CB9-20D626ABFE49}" presName="node" presStyleLbl="node1" presStyleIdx="4" presStyleCnt="6">
        <dgm:presLayoutVars>
          <dgm:bulletEnabled val="1"/>
        </dgm:presLayoutVars>
      </dgm:prSet>
      <dgm:spPr/>
    </dgm:pt>
    <dgm:pt modelId="{99906AD1-1144-4093-B0B3-6E82C71E961F}" type="pres">
      <dgm:prSet presAssocID="{70CD97F0-DBE2-4209-A0A0-B85F29D1C439}" presName="sibTrans" presStyleLbl="sibTrans2D1" presStyleIdx="4" presStyleCnt="6"/>
      <dgm:spPr/>
    </dgm:pt>
    <dgm:pt modelId="{0C073EF3-B03E-42A8-B896-AA0F3D708A8A}" type="pres">
      <dgm:prSet presAssocID="{70CD97F0-DBE2-4209-A0A0-B85F29D1C439}" presName="connectorText" presStyleLbl="sibTrans2D1" presStyleIdx="4" presStyleCnt="6"/>
      <dgm:spPr/>
    </dgm:pt>
    <dgm:pt modelId="{DB0E1C4B-1895-49D0-B7CA-96E12623AC35}" type="pres">
      <dgm:prSet presAssocID="{606759FB-A33D-48E3-BD80-5FE6AF6D25EB}" presName="node" presStyleLbl="node1" presStyleIdx="5" presStyleCnt="6">
        <dgm:presLayoutVars>
          <dgm:bulletEnabled val="1"/>
        </dgm:presLayoutVars>
      </dgm:prSet>
      <dgm:spPr/>
    </dgm:pt>
    <dgm:pt modelId="{6389DC95-FA58-4965-8EA0-8908E8038603}" type="pres">
      <dgm:prSet presAssocID="{342DD8B2-1190-4C54-A5BB-209C1845322D}" presName="sibTrans" presStyleLbl="sibTrans2D1" presStyleIdx="5" presStyleCnt="6"/>
      <dgm:spPr/>
    </dgm:pt>
    <dgm:pt modelId="{41654007-FEFE-4D34-B96E-91DEEF980269}" type="pres">
      <dgm:prSet presAssocID="{342DD8B2-1190-4C54-A5BB-209C1845322D}" presName="connectorText" presStyleLbl="sibTrans2D1" presStyleIdx="5" presStyleCnt="6"/>
      <dgm:spPr/>
    </dgm:pt>
  </dgm:ptLst>
  <dgm:cxnLst>
    <dgm:cxn modelId="{49EB360C-02C8-4CB6-A094-8106A0192502}" srcId="{F8E97109-13EA-465B-937C-B0F244A818F3}" destId="{62E7151F-8F30-4FFA-8B6F-D37C7B8F54AE}" srcOrd="0" destOrd="0" parTransId="{9232635D-5312-42B0-BA57-0F09C4B56DF1}" sibTransId="{06F61274-B21B-43BF-844D-D632E4551B4F}"/>
    <dgm:cxn modelId="{1F917F1F-DC98-449F-A9CF-625F2849B137}" type="presOf" srcId="{101BC55A-179D-4CD3-A504-5B12E4663615}" destId="{B75C3D4D-8CFB-41F6-BC95-4C450335A616}" srcOrd="0" destOrd="0" presId="urn:microsoft.com/office/officeart/2005/8/layout/cycle2"/>
    <dgm:cxn modelId="{73FE8227-88F9-48AF-BBC2-2A942FFD6078}" type="presOf" srcId="{A76513B2-4E2F-4C24-B085-566FCE194767}" destId="{8586F1E2-767E-4E27-B0BE-0A93EE3C4160}" srcOrd="1" destOrd="0" presId="urn:microsoft.com/office/officeart/2005/8/layout/cycle2"/>
    <dgm:cxn modelId="{9B5A6D30-6AE1-4D04-8D74-290B6609E915}" type="presOf" srcId="{70CD97F0-DBE2-4209-A0A0-B85F29D1C439}" destId="{99906AD1-1144-4093-B0B3-6E82C71E961F}" srcOrd="0" destOrd="0" presId="urn:microsoft.com/office/officeart/2005/8/layout/cycle2"/>
    <dgm:cxn modelId="{79DB2F35-07AA-42BB-841E-BD41D03251DC}" srcId="{F8E97109-13EA-465B-937C-B0F244A818F3}" destId="{9B4DC6A7-7C46-4C6B-A261-AECC0649BB0D}" srcOrd="2" destOrd="0" parTransId="{77E7BFB1-A830-41FD-BC9C-364B3051F064}" sibTransId="{A76513B2-4E2F-4C24-B085-566FCE194767}"/>
    <dgm:cxn modelId="{A6F5773A-059A-42FB-95EC-08322BBF9577}" type="presOf" srcId="{9B4DC6A7-7C46-4C6B-A261-AECC0649BB0D}" destId="{651F5F38-D8CD-47F3-A5EC-1C7DD0BC6052}" srcOrd="0" destOrd="0" presId="urn:microsoft.com/office/officeart/2005/8/layout/cycle2"/>
    <dgm:cxn modelId="{69A0445C-1694-40EE-9ECD-E22682E96E74}" type="presOf" srcId="{0B9DA761-6CEE-462A-BA60-1AD627DD5FC9}" destId="{9D653457-FD3A-4ECE-A942-F238F3A82083}" srcOrd="1" destOrd="0" presId="urn:microsoft.com/office/officeart/2005/8/layout/cycle2"/>
    <dgm:cxn modelId="{CCF00F43-B5DF-4EFF-A3B2-A3E61CFC9B01}" type="presOf" srcId="{FE77B22C-4769-44D3-B758-BF12CF2DC89B}" destId="{A8198487-314D-4D08-AD63-B015B4DE06DC}" srcOrd="1" destOrd="0" presId="urn:microsoft.com/office/officeart/2005/8/layout/cycle2"/>
    <dgm:cxn modelId="{14691845-AC19-4A6B-A19F-85E41E9E74AC}" type="presOf" srcId="{342DD8B2-1190-4C54-A5BB-209C1845322D}" destId="{41654007-FEFE-4D34-B96E-91DEEF980269}" srcOrd="1" destOrd="0" presId="urn:microsoft.com/office/officeart/2005/8/layout/cycle2"/>
    <dgm:cxn modelId="{BB825076-F455-4C92-81C3-4419A8842026}" srcId="{F8E97109-13EA-465B-937C-B0F244A818F3}" destId="{263B52C9-FDFF-47DF-9CB9-20D626ABFE49}" srcOrd="4" destOrd="0" parTransId="{6ED0B508-6D3D-481B-9C1B-EDB03B43812C}" sibTransId="{70CD97F0-DBE2-4209-A0A0-B85F29D1C439}"/>
    <dgm:cxn modelId="{06C6DF7C-DEC4-4558-A877-165C9B297BC2}" type="presOf" srcId="{FE77B22C-4769-44D3-B758-BF12CF2DC89B}" destId="{8E4D8D41-5E16-478A-8931-BC35828BAA47}" srcOrd="0" destOrd="0" presId="urn:microsoft.com/office/officeart/2005/8/layout/cycle2"/>
    <dgm:cxn modelId="{4FF4B68D-2FC2-4D40-95AD-376607BA3F45}" type="presOf" srcId="{70CD97F0-DBE2-4209-A0A0-B85F29D1C439}" destId="{0C073EF3-B03E-42A8-B896-AA0F3D708A8A}" srcOrd="1" destOrd="0" presId="urn:microsoft.com/office/officeart/2005/8/layout/cycle2"/>
    <dgm:cxn modelId="{9EA9C28F-40EE-4253-A400-743BD91B8319}" type="presOf" srcId="{606759FB-A33D-48E3-BD80-5FE6AF6D25EB}" destId="{DB0E1C4B-1895-49D0-B7CA-96E12623AC35}" srcOrd="0" destOrd="0" presId="urn:microsoft.com/office/officeart/2005/8/layout/cycle2"/>
    <dgm:cxn modelId="{6C354199-D31B-4D21-AD11-3EFC4CFB17FB}" type="presOf" srcId="{62E7151F-8F30-4FFA-8B6F-D37C7B8F54AE}" destId="{7376A553-9D6C-4539-AE62-09B4F5334D25}" srcOrd="0" destOrd="0" presId="urn:microsoft.com/office/officeart/2005/8/layout/cycle2"/>
    <dgm:cxn modelId="{370F07A2-C251-4056-BC72-2B32C717384E}" type="presOf" srcId="{263B52C9-FDFF-47DF-9CB9-20D626ABFE49}" destId="{CAA6A354-E07A-477E-9A5E-4BFDE2E6B2F5}" srcOrd="0" destOrd="0" presId="urn:microsoft.com/office/officeart/2005/8/layout/cycle2"/>
    <dgm:cxn modelId="{0BF9E7A2-D9DF-4996-8EDE-F33C4616BCA1}" type="presOf" srcId="{06F61274-B21B-43BF-844D-D632E4551B4F}" destId="{30576A75-9FA6-48E9-BFD1-07813ED83512}" srcOrd="0" destOrd="0" presId="urn:microsoft.com/office/officeart/2005/8/layout/cycle2"/>
    <dgm:cxn modelId="{21D185B9-F75C-47D7-911C-0C0821C373F6}" type="presOf" srcId="{0B9DA761-6CEE-462A-BA60-1AD627DD5FC9}" destId="{6A20AE3D-0377-48A7-ABE0-7DAFC327A961}" srcOrd="0" destOrd="0" presId="urn:microsoft.com/office/officeart/2005/8/layout/cycle2"/>
    <dgm:cxn modelId="{A5BD07C5-43CF-4CBC-85D4-2CA3F2BB6A2F}" type="presOf" srcId="{A76513B2-4E2F-4C24-B085-566FCE194767}" destId="{428B4218-928F-45F2-87CC-37A5F3D3D311}" srcOrd="0" destOrd="0" presId="urn:microsoft.com/office/officeart/2005/8/layout/cycle2"/>
    <dgm:cxn modelId="{B40BFAC9-C7CA-404C-A76E-8D50727F9376}" type="presOf" srcId="{C9BAC5D4-6B92-4D8B-8E4A-FCE15958AA4D}" destId="{1B561D4D-EFD3-4162-A23C-0BFA3ABE32A2}" srcOrd="0" destOrd="0" presId="urn:microsoft.com/office/officeart/2005/8/layout/cycle2"/>
    <dgm:cxn modelId="{478C53CE-04B3-4F37-910A-07E1D3D18990}" type="presOf" srcId="{F8E97109-13EA-465B-937C-B0F244A818F3}" destId="{4126167E-9776-4EEA-AC58-B29B58AACD5D}" srcOrd="0" destOrd="0" presId="urn:microsoft.com/office/officeart/2005/8/layout/cycle2"/>
    <dgm:cxn modelId="{D3A3C9DF-7010-48F7-9C41-FB299A1CC73F}" srcId="{F8E97109-13EA-465B-937C-B0F244A818F3}" destId="{101BC55A-179D-4CD3-A504-5B12E4663615}" srcOrd="1" destOrd="0" parTransId="{BAB9A53A-3274-4611-A90C-77F793C5E558}" sibTransId="{FE77B22C-4769-44D3-B758-BF12CF2DC89B}"/>
    <dgm:cxn modelId="{567437E2-5109-4FFF-B6F7-F9F04938968B}" type="presOf" srcId="{342DD8B2-1190-4C54-A5BB-209C1845322D}" destId="{6389DC95-FA58-4965-8EA0-8908E8038603}" srcOrd="0" destOrd="0" presId="urn:microsoft.com/office/officeart/2005/8/layout/cycle2"/>
    <dgm:cxn modelId="{1B42B3E6-C0BE-4986-8EF2-61313E93A8D5}" srcId="{F8E97109-13EA-465B-937C-B0F244A818F3}" destId="{C9BAC5D4-6B92-4D8B-8E4A-FCE15958AA4D}" srcOrd="3" destOrd="0" parTransId="{EDDB9094-C016-4A19-81E2-2397AC9C23F4}" sibTransId="{0B9DA761-6CEE-462A-BA60-1AD627DD5FC9}"/>
    <dgm:cxn modelId="{39A3B4E8-90DD-41C9-B51D-D1179C106CA4}" srcId="{F8E97109-13EA-465B-937C-B0F244A818F3}" destId="{606759FB-A33D-48E3-BD80-5FE6AF6D25EB}" srcOrd="5" destOrd="0" parTransId="{BC9A91DD-72C7-42A2-A109-4981D89F5B1F}" sibTransId="{342DD8B2-1190-4C54-A5BB-209C1845322D}"/>
    <dgm:cxn modelId="{A6C4B1EA-6B0F-4D50-A8F3-CC168F7B9575}" type="presOf" srcId="{06F61274-B21B-43BF-844D-D632E4551B4F}" destId="{8AFE023B-26CC-4110-BB40-1073C1E8CEAC}" srcOrd="1" destOrd="0" presId="urn:microsoft.com/office/officeart/2005/8/layout/cycle2"/>
    <dgm:cxn modelId="{CA17AC99-075B-4CB3-A5F0-99EBF9213095}" type="presParOf" srcId="{4126167E-9776-4EEA-AC58-B29B58AACD5D}" destId="{7376A553-9D6C-4539-AE62-09B4F5334D25}" srcOrd="0" destOrd="0" presId="urn:microsoft.com/office/officeart/2005/8/layout/cycle2"/>
    <dgm:cxn modelId="{F63E69F6-FF89-42AA-A2FE-F994539F5347}" type="presParOf" srcId="{4126167E-9776-4EEA-AC58-B29B58AACD5D}" destId="{30576A75-9FA6-48E9-BFD1-07813ED83512}" srcOrd="1" destOrd="0" presId="urn:microsoft.com/office/officeart/2005/8/layout/cycle2"/>
    <dgm:cxn modelId="{AFBB43B1-13F2-4BC3-8DF2-18E1A8AE9A95}" type="presParOf" srcId="{30576A75-9FA6-48E9-BFD1-07813ED83512}" destId="{8AFE023B-26CC-4110-BB40-1073C1E8CEAC}" srcOrd="0" destOrd="0" presId="urn:microsoft.com/office/officeart/2005/8/layout/cycle2"/>
    <dgm:cxn modelId="{5BF4B706-0F4C-40C3-B13E-3BDCAF2933E3}" type="presParOf" srcId="{4126167E-9776-4EEA-AC58-B29B58AACD5D}" destId="{B75C3D4D-8CFB-41F6-BC95-4C450335A616}" srcOrd="2" destOrd="0" presId="urn:microsoft.com/office/officeart/2005/8/layout/cycle2"/>
    <dgm:cxn modelId="{DBE44F37-F907-43C5-941A-70841F1E6BC7}" type="presParOf" srcId="{4126167E-9776-4EEA-AC58-B29B58AACD5D}" destId="{8E4D8D41-5E16-478A-8931-BC35828BAA47}" srcOrd="3" destOrd="0" presId="urn:microsoft.com/office/officeart/2005/8/layout/cycle2"/>
    <dgm:cxn modelId="{3BD1CFB3-B3D8-464F-B859-1210E0580674}" type="presParOf" srcId="{8E4D8D41-5E16-478A-8931-BC35828BAA47}" destId="{A8198487-314D-4D08-AD63-B015B4DE06DC}" srcOrd="0" destOrd="0" presId="urn:microsoft.com/office/officeart/2005/8/layout/cycle2"/>
    <dgm:cxn modelId="{638E82ED-2D55-427B-8B06-DBD706E0738C}" type="presParOf" srcId="{4126167E-9776-4EEA-AC58-B29B58AACD5D}" destId="{651F5F38-D8CD-47F3-A5EC-1C7DD0BC6052}" srcOrd="4" destOrd="0" presId="urn:microsoft.com/office/officeart/2005/8/layout/cycle2"/>
    <dgm:cxn modelId="{72411B04-FB77-4D70-A40E-3BAAABF1D189}" type="presParOf" srcId="{4126167E-9776-4EEA-AC58-B29B58AACD5D}" destId="{428B4218-928F-45F2-87CC-37A5F3D3D311}" srcOrd="5" destOrd="0" presId="urn:microsoft.com/office/officeart/2005/8/layout/cycle2"/>
    <dgm:cxn modelId="{7BEC2DC1-1C75-41E2-92A7-D4E7AFD86E3D}" type="presParOf" srcId="{428B4218-928F-45F2-87CC-37A5F3D3D311}" destId="{8586F1E2-767E-4E27-B0BE-0A93EE3C4160}" srcOrd="0" destOrd="0" presId="urn:microsoft.com/office/officeart/2005/8/layout/cycle2"/>
    <dgm:cxn modelId="{F5D8E4C0-84DA-43F3-90BB-296D48F84DC1}" type="presParOf" srcId="{4126167E-9776-4EEA-AC58-B29B58AACD5D}" destId="{1B561D4D-EFD3-4162-A23C-0BFA3ABE32A2}" srcOrd="6" destOrd="0" presId="urn:microsoft.com/office/officeart/2005/8/layout/cycle2"/>
    <dgm:cxn modelId="{13C2D337-80FF-428D-8E30-C86C3F0A64F0}" type="presParOf" srcId="{4126167E-9776-4EEA-AC58-B29B58AACD5D}" destId="{6A20AE3D-0377-48A7-ABE0-7DAFC327A961}" srcOrd="7" destOrd="0" presId="urn:microsoft.com/office/officeart/2005/8/layout/cycle2"/>
    <dgm:cxn modelId="{80ADA609-482F-4563-8B1A-460B0F577CAA}" type="presParOf" srcId="{6A20AE3D-0377-48A7-ABE0-7DAFC327A961}" destId="{9D653457-FD3A-4ECE-A942-F238F3A82083}" srcOrd="0" destOrd="0" presId="urn:microsoft.com/office/officeart/2005/8/layout/cycle2"/>
    <dgm:cxn modelId="{E416FA83-06D2-471A-AA35-743D55188847}" type="presParOf" srcId="{4126167E-9776-4EEA-AC58-B29B58AACD5D}" destId="{CAA6A354-E07A-477E-9A5E-4BFDE2E6B2F5}" srcOrd="8" destOrd="0" presId="urn:microsoft.com/office/officeart/2005/8/layout/cycle2"/>
    <dgm:cxn modelId="{4D162C74-5CED-49A8-8DA2-C4AEA53CAA40}" type="presParOf" srcId="{4126167E-9776-4EEA-AC58-B29B58AACD5D}" destId="{99906AD1-1144-4093-B0B3-6E82C71E961F}" srcOrd="9" destOrd="0" presId="urn:microsoft.com/office/officeart/2005/8/layout/cycle2"/>
    <dgm:cxn modelId="{8BCB9C7F-D050-4DC3-9A7A-1A13CA94407A}" type="presParOf" srcId="{99906AD1-1144-4093-B0B3-6E82C71E961F}" destId="{0C073EF3-B03E-42A8-B896-AA0F3D708A8A}" srcOrd="0" destOrd="0" presId="urn:microsoft.com/office/officeart/2005/8/layout/cycle2"/>
    <dgm:cxn modelId="{AAC62C0F-13C9-4027-9192-AE9929C74444}" type="presParOf" srcId="{4126167E-9776-4EEA-AC58-B29B58AACD5D}" destId="{DB0E1C4B-1895-49D0-B7CA-96E12623AC35}" srcOrd="10" destOrd="0" presId="urn:microsoft.com/office/officeart/2005/8/layout/cycle2"/>
    <dgm:cxn modelId="{652CEBD3-57D5-414B-9495-2907E4E7512A}" type="presParOf" srcId="{4126167E-9776-4EEA-AC58-B29B58AACD5D}" destId="{6389DC95-FA58-4965-8EA0-8908E8038603}" srcOrd="11" destOrd="0" presId="urn:microsoft.com/office/officeart/2005/8/layout/cycle2"/>
    <dgm:cxn modelId="{F3FBCE5A-F30F-4133-89A0-A18DFF849416}" type="presParOf" srcId="{6389DC95-FA58-4965-8EA0-8908E8038603}" destId="{41654007-FEFE-4D34-B96E-91DEEF980269}"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4453627-57B0-4538-AF5F-3E3A5AE92A16}"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fr-FR"/>
        </a:p>
      </dgm:t>
    </dgm:pt>
    <dgm:pt modelId="{2129840B-2843-4FD5-A9E5-D6AAE987D56F}">
      <dgm:prSet phldrT="[Texte]"/>
      <dgm:spPr>
        <a:solidFill>
          <a:srgbClr val="3494BA"/>
        </a:solidFill>
      </dgm:spPr>
      <dgm:t>
        <a:bodyPr/>
        <a:lstStyle/>
        <a:p>
          <a:r>
            <a:rPr lang="en-US" noProof="0" dirty="0">
              <a:solidFill>
                <a:schemeClr val="bg1"/>
              </a:solidFill>
            </a:rPr>
            <a:t>Arguments to engage in the Community</a:t>
          </a:r>
        </a:p>
      </dgm:t>
    </dgm:pt>
    <dgm:pt modelId="{73920017-53B8-42C9-8955-8075C6AC98E0}" type="parTrans" cxnId="{EE30A1FF-CC4C-439C-9E14-0D8385B57630}">
      <dgm:prSet/>
      <dgm:spPr/>
      <dgm:t>
        <a:bodyPr/>
        <a:lstStyle/>
        <a:p>
          <a:endParaRPr lang="fr-FR"/>
        </a:p>
      </dgm:t>
    </dgm:pt>
    <dgm:pt modelId="{AA0857BF-50CB-453F-83DF-14C5F47D33CD}" type="sibTrans" cxnId="{EE30A1FF-CC4C-439C-9E14-0D8385B57630}">
      <dgm:prSet/>
      <dgm:spPr/>
      <dgm:t>
        <a:bodyPr/>
        <a:lstStyle/>
        <a:p>
          <a:endParaRPr lang="fr-FR"/>
        </a:p>
      </dgm:t>
    </dgm:pt>
    <dgm:pt modelId="{A4A16339-C8B8-4939-97AB-B87A9F3DEC88}">
      <dgm:prSet phldrT="[Texte]"/>
      <dgm:spPr>
        <a:solidFill>
          <a:srgbClr val="3494BA"/>
        </a:solidFill>
      </dgm:spPr>
      <dgm:t>
        <a:bodyPr/>
        <a:lstStyle/>
        <a:p>
          <a:r>
            <a:rPr lang="en-US" noProof="0" dirty="0"/>
            <a:t>Value provided by the Community on a professional level</a:t>
          </a:r>
        </a:p>
      </dgm:t>
    </dgm:pt>
    <dgm:pt modelId="{D833D8BD-1897-437E-BF3C-A3AC45C37F09}" type="parTrans" cxnId="{62693D1C-12A9-468D-992B-EF3D7B414D30}">
      <dgm:prSet/>
      <dgm:spPr/>
      <dgm:t>
        <a:bodyPr/>
        <a:lstStyle/>
        <a:p>
          <a:endParaRPr lang="fr-FR"/>
        </a:p>
      </dgm:t>
    </dgm:pt>
    <dgm:pt modelId="{4E57A1C1-C477-4C12-A3D8-31D9F67FB426}" type="sibTrans" cxnId="{62693D1C-12A9-468D-992B-EF3D7B414D30}">
      <dgm:prSet/>
      <dgm:spPr/>
      <dgm:t>
        <a:bodyPr/>
        <a:lstStyle/>
        <a:p>
          <a:endParaRPr lang="fr-FR"/>
        </a:p>
      </dgm:t>
    </dgm:pt>
    <dgm:pt modelId="{A71421AF-D0BC-481A-8FF7-56CA8550B489}">
      <dgm:prSet phldrT="[Texte]"/>
      <dgm:spPr>
        <a:solidFill>
          <a:srgbClr val="3494BA"/>
        </a:solidFill>
      </dgm:spPr>
      <dgm:t>
        <a:bodyPr/>
        <a:lstStyle/>
        <a:p>
          <a:r>
            <a:rPr lang="en-US" noProof="0" dirty="0"/>
            <a:t>Value provided by the Community on a personal level</a:t>
          </a:r>
        </a:p>
      </dgm:t>
    </dgm:pt>
    <dgm:pt modelId="{26FCD2C9-0812-4199-88D1-45C2B13A4814}" type="parTrans" cxnId="{BC2CA4E3-32E4-4202-98C7-9CD74514ACA2}">
      <dgm:prSet/>
      <dgm:spPr/>
      <dgm:t>
        <a:bodyPr/>
        <a:lstStyle/>
        <a:p>
          <a:endParaRPr lang="fr-FR"/>
        </a:p>
      </dgm:t>
    </dgm:pt>
    <dgm:pt modelId="{2558E445-F12B-4D68-81BA-BAE050077EF4}" type="sibTrans" cxnId="{BC2CA4E3-32E4-4202-98C7-9CD74514ACA2}">
      <dgm:prSet/>
      <dgm:spPr/>
      <dgm:t>
        <a:bodyPr/>
        <a:lstStyle/>
        <a:p>
          <a:endParaRPr lang="fr-FR"/>
        </a:p>
      </dgm:t>
    </dgm:pt>
    <dgm:pt modelId="{AB4B7C9F-DB59-4A84-9441-754554B0FE04}">
      <dgm:prSet phldrT="[Texte]"/>
      <dgm:spPr>
        <a:solidFill>
          <a:srgbClr val="EC7B2B"/>
        </a:solidFill>
      </dgm:spPr>
      <dgm:t>
        <a:bodyPr/>
        <a:lstStyle/>
        <a:p>
          <a:r>
            <a:rPr lang="en-US" noProof="0" dirty="0"/>
            <a:t>Arguments to disengage from the Community</a:t>
          </a:r>
        </a:p>
      </dgm:t>
    </dgm:pt>
    <dgm:pt modelId="{D8A54461-E777-4249-A64B-16CD68065FDD}" type="parTrans" cxnId="{32E20A19-0B48-429F-9BD4-FAB71F353CCD}">
      <dgm:prSet/>
      <dgm:spPr/>
      <dgm:t>
        <a:bodyPr/>
        <a:lstStyle/>
        <a:p>
          <a:endParaRPr lang="fr-FR"/>
        </a:p>
      </dgm:t>
    </dgm:pt>
    <dgm:pt modelId="{34769596-64C8-4133-A0A2-DA4D83501A3D}" type="sibTrans" cxnId="{32E20A19-0B48-429F-9BD4-FAB71F353CCD}">
      <dgm:prSet/>
      <dgm:spPr/>
      <dgm:t>
        <a:bodyPr/>
        <a:lstStyle/>
        <a:p>
          <a:endParaRPr lang="fr-FR"/>
        </a:p>
      </dgm:t>
    </dgm:pt>
    <dgm:pt modelId="{AE29CD35-B490-4A1D-84B7-3686FBAEE9C5}">
      <dgm:prSet phldrT="[Texte]"/>
      <dgm:spPr>
        <a:solidFill>
          <a:srgbClr val="EC7B2B"/>
        </a:solidFill>
      </dgm:spPr>
      <dgm:t>
        <a:bodyPr/>
        <a:lstStyle/>
        <a:p>
          <a:r>
            <a:rPr lang="en-US" noProof="0" dirty="0">
              <a:solidFill>
                <a:schemeClr val="tx1"/>
              </a:solidFill>
            </a:rPr>
            <a:t>Professional priorities</a:t>
          </a:r>
        </a:p>
      </dgm:t>
    </dgm:pt>
    <dgm:pt modelId="{5BDE4B5E-78C2-4799-BE33-E6AAD63BBE06}" type="parTrans" cxnId="{225EB2F5-BAE6-4D40-968D-C65459D30BD4}">
      <dgm:prSet/>
      <dgm:spPr/>
      <dgm:t>
        <a:bodyPr/>
        <a:lstStyle/>
        <a:p>
          <a:endParaRPr lang="fr-FR"/>
        </a:p>
      </dgm:t>
    </dgm:pt>
    <dgm:pt modelId="{24D2B6F4-B40D-473F-82AB-8F0729217702}" type="sibTrans" cxnId="{225EB2F5-BAE6-4D40-968D-C65459D30BD4}">
      <dgm:prSet/>
      <dgm:spPr/>
      <dgm:t>
        <a:bodyPr/>
        <a:lstStyle/>
        <a:p>
          <a:endParaRPr lang="fr-FR"/>
        </a:p>
      </dgm:t>
    </dgm:pt>
    <dgm:pt modelId="{EFDC0516-554E-4118-B1F8-AC6CB388254F}">
      <dgm:prSet phldrT="[Texte]"/>
      <dgm:spPr>
        <a:solidFill>
          <a:srgbClr val="EC7B2B"/>
        </a:solidFill>
      </dgm:spPr>
      <dgm:t>
        <a:bodyPr/>
        <a:lstStyle/>
        <a:p>
          <a:r>
            <a:rPr lang="en-US" noProof="0" dirty="0">
              <a:solidFill>
                <a:schemeClr val="tx1"/>
              </a:solidFill>
            </a:rPr>
            <a:t>Logistical constraints </a:t>
          </a:r>
        </a:p>
      </dgm:t>
    </dgm:pt>
    <dgm:pt modelId="{E687A85C-D292-4BC3-8373-E135E75D4762}" type="parTrans" cxnId="{3E5B9473-DF9A-4DF4-B2FD-BD05BB93888A}">
      <dgm:prSet/>
      <dgm:spPr/>
      <dgm:t>
        <a:bodyPr/>
        <a:lstStyle/>
        <a:p>
          <a:endParaRPr lang="fr-FR"/>
        </a:p>
      </dgm:t>
    </dgm:pt>
    <dgm:pt modelId="{A4E999DC-3784-43E7-8AF8-A95597ED3950}" type="sibTrans" cxnId="{3E5B9473-DF9A-4DF4-B2FD-BD05BB93888A}">
      <dgm:prSet/>
      <dgm:spPr/>
      <dgm:t>
        <a:bodyPr/>
        <a:lstStyle/>
        <a:p>
          <a:endParaRPr lang="fr-FR"/>
        </a:p>
      </dgm:t>
    </dgm:pt>
    <dgm:pt modelId="{EC7761D0-B2E3-4E41-9154-29A2DC3C566B}">
      <dgm:prSet phldrT="[Texte]"/>
      <dgm:spPr>
        <a:solidFill>
          <a:srgbClr val="EC7B2B"/>
        </a:solidFill>
      </dgm:spPr>
      <dgm:t>
        <a:bodyPr/>
        <a:lstStyle/>
        <a:p>
          <a:r>
            <a:rPr lang="en-US" noProof="0" dirty="0">
              <a:solidFill>
                <a:schemeClr val="tx1"/>
              </a:solidFill>
            </a:rPr>
            <a:t>Personal priorities</a:t>
          </a:r>
        </a:p>
      </dgm:t>
    </dgm:pt>
    <dgm:pt modelId="{B3ADC4F7-E1BB-4663-A77D-70744043AED3}" type="parTrans" cxnId="{6EE871DA-2642-482A-951A-1AD0CEEAF1A3}">
      <dgm:prSet/>
      <dgm:spPr/>
      <dgm:t>
        <a:bodyPr/>
        <a:lstStyle/>
        <a:p>
          <a:endParaRPr lang="fr-FR"/>
        </a:p>
      </dgm:t>
    </dgm:pt>
    <dgm:pt modelId="{6848F4C6-5FEC-41D4-B9B0-18880E845800}" type="sibTrans" cxnId="{6EE871DA-2642-482A-951A-1AD0CEEAF1A3}">
      <dgm:prSet/>
      <dgm:spPr/>
      <dgm:t>
        <a:bodyPr/>
        <a:lstStyle/>
        <a:p>
          <a:endParaRPr lang="fr-FR"/>
        </a:p>
      </dgm:t>
    </dgm:pt>
    <dgm:pt modelId="{E29C6483-1EC6-44E2-8AAC-3C62CEC72881}">
      <dgm:prSet phldrT="[Texte]"/>
      <dgm:spPr>
        <a:solidFill>
          <a:srgbClr val="3494BA"/>
        </a:solidFill>
      </dgm:spPr>
      <dgm:t>
        <a:bodyPr/>
        <a:lstStyle/>
        <a:p>
          <a:r>
            <a:rPr lang="en-US" noProof="0" dirty="0"/>
            <a:t>Logistical convenience of community activities</a:t>
          </a:r>
        </a:p>
      </dgm:t>
    </dgm:pt>
    <dgm:pt modelId="{BA4C827B-E3D8-4551-AFBB-2AEA57C872E6}" type="parTrans" cxnId="{76241224-6935-4CD8-B569-70B8F58CA633}">
      <dgm:prSet/>
      <dgm:spPr/>
      <dgm:t>
        <a:bodyPr/>
        <a:lstStyle/>
        <a:p>
          <a:endParaRPr lang="en-US"/>
        </a:p>
      </dgm:t>
    </dgm:pt>
    <dgm:pt modelId="{8315E50F-A58D-46A8-8015-A28F52DEFFBA}" type="sibTrans" cxnId="{76241224-6935-4CD8-B569-70B8F58CA633}">
      <dgm:prSet/>
      <dgm:spPr/>
      <dgm:t>
        <a:bodyPr/>
        <a:lstStyle/>
        <a:p>
          <a:endParaRPr lang="en-US"/>
        </a:p>
      </dgm:t>
    </dgm:pt>
    <dgm:pt modelId="{067B2893-13F8-470E-B8C5-78EE87C96E4E}" type="pres">
      <dgm:prSet presAssocID="{A4453627-57B0-4538-AF5F-3E3A5AE92A16}" presName="outerComposite" presStyleCnt="0">
        <dgm:presLayoutVars>
          <dgm:chMax val="2"/>
          <dgm:animLvl val="lvl"/>
          <dgm:resizeHandles val="exact"/>
        </dgm:presLayoutVars>
      </dgm:prSet>
      <dgm:spPr/>
    </dgm:pt>
    <dgm:pt modelId="{44E81D97-66B6-42E7-91B2-198B9410560C}" type="pres">
      <dgm:prSet presAssocID="{A4453627-57B0-4538-AF5F-3E3A5AE92A16}" presName="dummyMaxCanvas" presStyleCnt="0"/>
      <dgm:spPr/>
    </dgm:pt>
    <dgm:pt modelId="{0A5A8852-148E-42CB-B26E-D7AB6EFE5639}" type="pres">
      <dgm:prSet presAssocID="{A4453627-57B0-4538-AF5F-3E3A5AE92A16}" presName="parentComposite" presStyleCnt="0"/>
      <dgm:spPr/>
    </dgm:pt>
    <dgm:pt modelId="{8FB7A985-A13C-4535-9554-2FEC635DADB2}" type="pres">
      <dgm:prSet presAssocID="{A4453627-57B0-4538-AF5F-3E3A5AE92A16}" presName="parent1" presStyleLbl="alignAccFollowNode1" presStyleIdx="0" presStyleCnt="4">
        <dgm:presLayoutVars>
          <dgm:chMax val="4"/>
        </dgm:presLayoutVars>
      </dgm:prSet>
      <dgm:spPr/>
    </dgm:pt>
    <dgm:pt modelId="{A397673A-7326-4686-80DB-276D2279729F}" type="pres">
      <dgm:prSet presAssocID="{A4453627-57B0-4538-AF5F-3E3A5AE92A16}" presName="parent2" presStyleLbl="alignAccFollowNode1" presStyleIdx="1" presStyleCnt="4">
        <dgm:presLayoutVars>
          <dgm:chMax val="4"/>
        </dgm:presLayoutVars>
      </dgm:prSet>
      <dgm:spPr/>
    </dgm:pt>
    <dgm:pt modelId="{9830282D-15AC-491B-AB91-DC7F85248DBC}" type="pres">
      <dgm:prSet presAssocID="{A4453627-57B0-4538-AF5F-3E3A5AE92A16}" presName="childrenComposite" presStyleCnt="0"/>
      <dgm:spPr/>
    </dgm:pt>
    <dgm:pt modelId="{2D2AE0A1-156B-4D83-9395-377B529FB4B9}" type="pres">
      <dgm:prSet presAssocID="{A4453627-57B0-4538-AF5F-3E3A5AE92A16}" presName="dummyMaxCanvas_ChildArea" presStyleCnt="0"/>
      <dgm:spPr/>
    </dgm:pt>
    <dgm:pt modelId="{5143B11A-B367-4080-AC29-85DBCD0225FB}" type="pres">
      <dgm:prSet presAssocID="{A4453627-57B0-4538-AF5F-3E3A5AE92A16}" presName="fulcrum" presStyleLbl="alignAccFollowNode1" presStyleIdx="2" presStyleCnt="4"/>
      <dgm:spPr/>
    </dgm:pt>
    <dgm:pt modelId="{737F23A0-7BFD-47F8-A846-DD131B4676DF}" type="pres">
      <dgm:prSet presAssocID="{A4453627-57B0-4538-AF5F-3E3A5AE92A16}" presName="balance_33" presStyleLbl="alignAccFollowNode1" presStyleIdx="3" presStyleCnt="4">
        <dgm:presLayoutVars>
          <dgm:bulletEnabled val="1"/>
        </dgm:presLayoutVars>
      </dgm:prSet>
      <dgm:spPr/>
    </dgm:pt>
    <dgm:pt modelId="{A854A76E-D983-47E1-9E03-7B600BA77826}" type="pres">
      <dgm:prSet presAssocID="{A4453627-57B0-4538-AF5F-3E3A5AE92A16}" presName="right_33_1" presStyleLbl="node1" presStyleIdx="0" presStyleCnt="6">
        <dgm:presLayoutVars>
          <dgm:bulletEnabled val="1"/>
        </dgm:presLayoutVars>
      </dgm:prSet>
      <dgm:spPr/>
    </dgm:pt>
    <dgm:pt modelId="{617C7C83-CD86-4EA3-9C15-322049BCE65C}" type="pres">
      <dgm:prSet presAssocID="{A4453627-57B0-4538-AF5F-3E3A5AE92A16}" presName="right_33_2" presStyleLbl="node1" presStyleIdx="1" presStyleCnt="6">
        <dgm:presLayoutVars>
          <dgm:bulletEnabled val="1"/>
        </dgm:presLayoutVars>
      </dgm:prSet>
      <dgm:spPr/>
    </dgm:pt>
    <dgm:pt modelId="{03AF0741-F1B8-478E-BADE-19AC256845AE}" type="pres">
      <dgm:prSet presAssocID="{A4453627-57B0-4538-AF5F-3E3A5AE92A16}" presName="right_33_3" presStyleLbl="node1" presStyleIdx="2" presStyleCnt="6">
        <dgm:presLayoutVars>
          <dgm:bulletEnabled val="1"/>
        </dgm:presLayoutVars>
      </dgm:prSet>
      <dgm:spPr/>
    </dgm:pt>
    <dgm:pt modelId="{33EDA83D-5ACE-462C-8CB0-94901517B7D7}" type="pres">
      <dgm:prSet presAssocID="{A4453627-57B0-4538-AF5F-3E3A5AE92A16}" presName="left_33_1" presStyleLbl="node1" presStyleIdx="3" presStyleCnt="6">
        <dgm:presLayoutVars>
          <dgm:bulletEnabled val="1"/>
        </dgm:presLayoutVars>
      </dgm:prSet>
      <dgm:spPr/>
    </dgm:pt>
    <dgm:pt modelId="{34F31D01-14F0-4D66-9848-F49EEDD4033D}" type="pres">
      <dgm:prSet presAssocID="{A4453627-57B0-4538-AF5F-3E3A5AE92A16}" presName="left_33_2" presStyleLbl="node1" presStyleIdx="4" presStyleCnt="6">
        <dgm:presLayoutVars>
          <dgm:bulletEnabled val="1"/>
        </dgm:presLayoutVars>
      </dgm:prSet>
      <dgm:spPr/>
    </dgm:pt>
    <dgm:pt modelId="{2EA7EB0F-1624-40DA-92C4-A8E13EC7A817}" type="pres">
      <dgm:prSet presAssocID="{A4453627-57B0-4538-AF5F-3E3A5AE92A16}" presName="left_33_3" presStyleLbl="node1" presStyleIdx="5" presStyleCnt="6">
        <dgm:presLayoutVars>
          <dgm:bulletEnabled val="1"/>
        </dgm:presLayoutVars>
      </dgm:prSet>
      <dgm:spPr/>
    </dgm:pt>
  </dgm:ptLst>
  <dgm:cxnLst>
    <dgm:cxn modelId="{32E20A19-0B48-429F-9BD4-FAB71F353CCD}" srcId="{A4453627-57B0-4538-AF5F-3E3A5AE92A16}" destId="{AB4B7C9F-DB59-4A84-9441-754554B0FE04}" srcOrd="1" destOrd="0" parTransId="{D8A54461-E777-4249-A64B-16CD68065FDD}" sibTransId="{34769596-64C8-4133-A0A2-DA4D83501A3D}"/>
    <dgm:cxn modelId="{62693D1C-12A9-468D-992B-EF3D7B414D30}" srcId="{2129840B-2843-4FD5-A9E5-D6AAE987D56F}" destId="{A4A16339-C8B8-4939-97AB-B87A9F3DEC88}" srcOrd="0" destOrd="0" parTransId="{D833D8BD-1897-437E-BF3C-A3AC45C37F09}" sibTransId="{4E57A1C1-C477-4C12-A3D8-31D9F67FB426}"/>
    <dgm:cxn modelId="{76241224-6935-4CD8-B569-70B8F58CA633}" srcId="{2129840B-2843-4FD5-A9E5-D6AAE987D56F}" destId="{E29C6483-1EC6-44E2-8AAC-3C62CEC72881}" srcOrd="1" destOrd="0" parTransId="{BA4C827B-E3D8-4551-AFBB-2AEA57C872E6}" sibTransId="{8315E50F-A58D-46A8-8015-A28F52DEFFBA}"/>
    <dgm:cxn modelId="{4416CB2F-925F-435F-B04C-73EDD0AE613B}" type="presOf" srcId="{EC7761D0-B2E3-4E41-9154-29A2DC3C566B}" destId="{03AF0741-F1B8-478E-BADE-19AC256845AE}" srcOrd="0" destOrd="0" presId="urn:microsoft.com/office/officeart/2005/8/layout/balance1"/>
    <dgm:cxn modelId="{964C2B35-57AD-4ADF-A99C-5AD2516C3A85}" type="presOf" srcId="{AB4B7C9F-DB59-4A84-9441-754554B0FE04}" destId="{A397673A-7326-4686-80DB-276D2279729F}" srcOrd="0" destOrd="0" presId="urn:microsoft.com/office/officeart/2005/8/layout/balance1"/>
    <dgm:cxn modelId="{D0D0C960-925A-49C3-83D8-A7F086A556E2}" type="presOf" srcId="{EFDC0516-554E-4118-B1F8-AC6CB388254F}" destId="{617C7C83-CD86-4EA3-9C15-322049BCE65C}" srcOrd="0" destOrd="0" presId="urn:microsoft.com/office/officeart/2005/8/layout/balance1"/>
    <dgm:cxn modelId="{EB75CD52-9204-49F8-899E-7B45619EF49D}" type="presOf" srcId="{2129840B-2843-4FD5-A9E5-D6AAE987D56F}" destId="{8FB7A985-A13C-4535-9554-2FEC635DADB2}" srcOrd="0" destOrd="0" presId="urn:microsoft.com/office/officeart/2005/8/layout/balance1"/>
    <dgm:cxn modelId="{3E5B9473-DF9A-4DF4-B2FD-BD05BB93888A}" srcId="{AB4B7C9F-DB59-4A84-9441-754554B0FE04}" destId="{EFDC0516-554E-4118-B1F8-AC6CB388254F}" srcOrd="1" destOrd="0" parTransId="{E687A85C-D292-4BC3-8373-E135E75D4762}" sibTransId="{A4E999DC-3784-43E7-8AF8-A95597ED3950}"/>
    <dgm:cxn modelId="{E343078F-5AC4-4BC0-964A-C33BF8C79FB0}" type="presOf" srcId="{A71421AF-D0BC-481A-8FF7-56CA8550B489}" destId="{2EA7EB0F-1624-40DA-92C4-A8E13EC7A817}" srcOrd="0" destOrd="0" presId="urn:microsoft.com/office/officeart/2005/8/layout/balance1"/>
    <dgm:cxn modelId="{9ECE029C-739D-4ABB-B25A-4F694503FE15}" type="presOf" srcId="{A4453627-57B0-4538-AF5F-3E3A5AE92A16}" destId="{067B2893-13F8-470E-B8C5-78EE87C96E4E}" srcOrd="0" destOrd="0" presId="urn:microsoft.com/office/officeart/2005/8/layout/balance1"/>
    <dgm:cxn modelId="{C2B016AA-26C0-4CD5-A37C-9A90C79FF84B}" type="presOf" srcId="{A4A16339-C8B8-4939-97AB-B87A9F3DEC88}" destId="{33EDA83D-5ACE-462C-8CB0-94901517B7D7}" srcOrd="0" destOrd="0" presId="urn:microsoft.com/office/officeart/2005/8/layout/balance1"/>
    <dgm:cxn modelId="{832CA4B6-25ED-4C5A-9997-B53CFCF5D9A9}" type="presOf" srcId="{AE29CD35-B490-4A1D-84B7-3686FBAEE9C5}" destId="{A854A76E-D983-47E1-9E03-7B600BA77826}" srcOrd="0" destOrd="0" presId="urn:microsoft.com/office/officeart/2005/8/layout/balance1"/>
    <dgm:cxn modelId="{BDAA74C2-4873-4F23-9CEF-7B4A72C1FB7D}" type="presOf" srcId="{E29C6483-1EC6-44E2-8AAC-3C62CEC72881}" destId="{34F31D01-14F0-4D66-9848-F49EEDD4033D}" srcOrd="0" destOrd="0" presId="urn:microsoft.com/office/officeart/2005/8/layout/balance1"/>
    <dgm:cxn modelId="{6EE871DA-2642-482A-951A-1AD0CEEAF1A3}" srcId="{AB4B7C9F-DB59-4A84-9441-754554B0FE04}" destId="{EC7761D0-B2E3-4E41-9154-29A2DC3C566B}" srcOrd="2" destOrd="0" parTransId="{B3ADC4F7-E1BB-4663-A77D-70744043AED3}" sibTransId="{6848F4C6-5FEC-41D4-B9B0-18880E845800}"/>
    <dgm:cxn modelId="{BC2CA4E3-32E4-4202-98C7-9CD74514ACA2}" srcId="{2129840B-2843-4FD5-A9E5-D6AAE987D56F}" destId="{A71421AF-D0BC-481A-8FF7-56CA8550B489}" srcOrd="2" destOrd="0" parTransId="{26FCD2C9-0812-4199-88D1-45C2B13A4814}" sibTransId="{2558E445-F12B-4D68-81BA-BAE050077EF4}"/>
    <dgm:cxn modelId="{225EB2F5-BAE6-4D40-968D-C65459D30BD4}" srcId="{AB4B7C9F-DB59-4A84-9441-754554B0FE04}" destId="{AE29CD35-B490-4A1D-84B7-3686FBAEE9C5}" srcOrd="0" destOrd="0" parTransId="{5BDE4B5E-78C2-4799-BE33-E6AAD63BBE06}" sibTransId="{24D2B6F4-B40D-473F-82AB-8F0729217702}"/>
    <dgm:cxn modelId="{EE30A1FF-CC4C-439C-9E14-0D8385B57630}" srcId="{A4453627-57B0-4538-AF5F-3E3A5AE92A16}" destId="{2129840B-2843-4FD5-A9E5-D6AAE987D56F}" srcOrd="0" destOrd="0" parTransId="{73920017-53B8-42C9-8955-8075C6AC98E0}" sibTransId="{AA0857BF-50CB-453F-83DF-14C5F47D33CD}"/>
    <dgm:cxn modelId="{DEECD6A2-3D0D-47AF-B02C-68FDD5962A31}" type="presParOf" srcId="{067B2893-13F8-470E-B8C5-78EE87C96E4E}" destId="{44E81D97-66B6-42E7-91B2-198B9410560C}" srcOrd="0" destOrd="0" presId="urn:microsoft.com/office/officeart/2005/8/layout/balance1"/>
    <dgm:cxn modelId="{C82A9BDD-B2B8-4FBF-90D5-BC3D8D3F9AFE}" type="presParOf" srcId="{067B2893-13F8-470E-B8C5-78EE87C96E4E}" destId="{0A5A8852-148E-42CB-B26E-D7AB6EFE5639}" srcOrd="1" destOrd="0" presId="urn:microsoft.com/office/officeart/2005/8/layout/balance1"/>
    <dgm:cxn modelId="{62DE075F-B256-46BD-AF25-25F3F32312D7}" type="presParOf" srcId="{0A5A8852-148E-42CB-B26E-D7AB6EFE5639}" destId="{8FB7A985-A13C-4535-9554-2FEC635DADB2}" srcOrd="0" destOrd="0" presId="urn:microsoft.com/office/officeart/2005/8/layout/balance1"/>
    <dgm:cxn modelId="{EEB87CAB-E7F4-444F-807E-07A946D4B673}" type="presParOf" srcId="{0A5A8852-148E-42CB-B26E-D7AB6EFE5639}" destId="{A397673A-7326-4686-80DB-276D2279729F}" srcOrd="1" destOrd="0" presId="urn:microsoft.com/office/officeart/2005/8/layout/balance1"/>
    <dgm:cxn modelId="{4971B60E-E93A-4CC5-9783-CD057E9F09F8}" type="presParOf" srcId="{067B2893-13F8-470E-B8C5-78EE87C96E4E}" destId="{9830282D-15AC-491B-AB91-DC7F85248DBC}" srcOrd="2" destOrd="0" presId="urn:microsoft.com/office/officeart/2005/8/layout/balance1"/>
    <dgm:cxn modelId="{00100FB4-0F95-4309-87F8-D1B7FC6204C7}" type="presParOf" srcId="{9830282D-15AC-491B-AB91-DC7F85248DBC}" destId="{2D2AE0A1-156B-4D83-9395-377B529FB4B9}" srcOrd="0" destOrd="0" presId="urn:microsoft.com/office/officeart/2005/8/layout/balance1"/>
    <dgm:cxn modelId="{4F7DF9D3-983A-4029-93AF-935B58E8356F}" type="presParOf" srcId="{9830282D-15AC-491B-AB91-DC7F85248DBC}" destId="{5143B11A-B367-4080-AC29-85DBCD0225FB}" srcOrd="1" destOrd="0" presId="urn:microsoft.com/office/officeart/2005/8/layout/balance1"/>
    <dgm:cxn modelId="{5912D9CC-ACA6-4746-9B81-327D9DF94449}" type="presParOf" srcId="{9830282D-15AC-491B-AB91-DC7F85248DBC}" destId="{737F23A0-7BFD-47F8-A846-DD131B4676DF}" srcOrd="2" destOrd="0" presId="urn:microsoft.com/office/officeart/2005/8/layout/balance1"/>
    <dgm:cxn modelId="{394B8130-7718-4EC8-B05F-4582581C4F54}" type="presParOf" srcId="{9830282D-15AC-491B-AB91-DC7F85248DBC}" destId="{A854A76E-D983-47E1-9E03-7B600BA77826}" srcOrd="3" destOrd="0" presId="urn:microsoft.com/office/officeart/2005/8/layout/balance1"/>
    <dgm:cxn modelId="{BE1B3910-2D73-4812-A800-9CAF3DCB4A73}" type="presParOf" srcId="{9830282D-15AC-491B-AB91-DC7F85248DBC}" destId="{617C7C83-CD86-4EA3-9C15-322049BCE65C}" srcOrd="4" destOrd="0" presId="urn:microsoft.com/office/officeart/2005/8/layout/balance1"/>
    <dgm:cxn modelId="{0616DB61-AD62-493D-86E4-0BC727CEC33C}" type="presParOf" srcId="{9830282D-15AC-491B-AB91-DC7F85248DBC}" destId="{03AF0741-F1B8-478E-BADE-19AC256845AE}" srcOrd="5" destOrd="0" presId="urn:microsoft.com/office/officeart/2005/8/layout/balance1"/>
    <dgm:cxn modelId="{43051874-48CA-4CC7-B252-E2BD8132B51F}" type="presParOf" srcId="{9830282D-15AC-491B-AB91-DC7F85248DBC}" destId="{33EDA83D-5ACE-462C-8CB0-94901517B7D7}" srcOrd="6" destOrd="0" presId="urn:microsoft.com/office/officeart/2005/8/layout/balance1"/>
    <dgm:cxn modelId="{D0D11D1A-5D3E-4AED-9665-A5F312387059}" type="presParOf" srcId="{9830282D-15AC-491B-AB91-DC7F85248DBC}" destId="{34F31D01-14F0-4D66-9848-F49EEDD4033D}" srcOrd="7" destOrd="0" presId="urn:microsoft.com/office/officeart/2005/8/layout/balance1"/>
    <dgm:cxn modelId="{831F1B85-2EEA-4E30-9EBA-D491FE689275}" type="presParOf" srcId="{9830282D-15AC-491B-AB91-DC7F85248DBC}" destId="{2EA7EB0F-1624-40DA-92C4-A8E13EC7A817}" srcOrd="8" destOrd="0" presId="urn:microsoft.com/office/officeart/2005/8/layout/balanc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4453627-57B0-4538-AF5F-3E3A5AE92A16}"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fr-FR"/>
        </a:p>
      </dgm:t>
    </dgm:pt>
    <dgm:pt modelId="{2129840B-2843-4FD5-A9E5-D6AAE987D56F}">
      <dgm:prSet phldrT="[Texte]"/>
      <dgm:spPr>
        <a:solidFill>
          <a:srgbClr val="3494BA"/>
        </a:solidFill>
      </dgm:spPr>
      <dgm:t>
        <a:bodyPr/>
        <a:lstStyle/>
        <a:p>
          <a:r>
            <a:rPr lang="en-US" noProof="0" dirty="0">
              <a:solidFill>
                <a:schemeClr val="bg1"/>
              </a:solidFill>
            </a:rPr>
            <a:t>Arguments to engage in the Community</a:t>
          </a:r>
        </a:p>
      </dgm:t>
    </dgm:pt>
    <dgm:pt modelId="{73920017-53B8-42C9-8955-8075C6AC98E0}" type="parTrans" cxnId="{EE30A1FF-CC4C-439C-9E14-0D8385B57630}">
      <dgm:prSet/>
      <dgm:spPr/>
      <dgm:t>
        <a:bodyPr/>
        <a:lstStyle/>
        <a:p>
          <a:endParaRPr lang="fr-FR"/>
        </a:p>
      </dgm:t>
    </dgm:pt>
    <dgm:pt modelId="{AA0857BF-50CB-453F-83DF-14C5F47D33CD}" type="sibTrans" cxnId="{EE30A1FF-CC4C-439C-9E14-0D8385B57630}">
      <dgm:prSet/>
      <dgm:spPr/>
      <dgm:t>
        <a:bodyPr/>
        <a:lstStyle/>
        <a:p>
          <a:endParaRPr lang="fr-FR"/>
        </a:p>
      </dgm:t>
    </dgm:pt>
    <dgm:pt modelId="{A4A16339-C8B8-4939-97AB-B87A9F3DEC88}">
      <dgm:prSet phldrT="[Texte]"/>
      <dgm:spPr>
        <a:solidFill>
          <a:srgbClr val="3494BA"/>
        </a:solidFill>
      </dgm:spPr>
      <dgm:t>
        <a:bodyPr/>
        <a:lstStyle/>
        <a:p>
          <a:r>
            <a:rPr lang="en-US" noProof="0" dirty="0"/>
            <a:t>Value provided by the Community on a professional level</a:t>
          </a:r>
        </a:p>
      </dgm:t>
    </dgm:pt>
    <dgm:pt modelId="{D833D8BD-1897-437E-BF3C-A3AC45C37F09}" type="parTrans" cxnId="{62693D1C-12A9-468D-992B-EF3D7B414D30}">
      <dgm:prSet/>
      <dgm:spPr/>
      <dgm:t>
        <a:bodyPr/>
        <a:lstStyle/>
        <a:p>
          <a:endParaRPr lang="fr-FR"/>
        </a:p>
      </dgm:t>
    </dgm:pt>
    <dgm:pt modelId="{4E57A1C1-C477-4C12-A3D8-31D9F67FB426}" type="sibTrans" cxnId="{62693D1C-12A9-468D-992B-EF3D7B414D30}">
      <dgm:prSet/>
      <dgm:spPr/>
      <dgm:t>
        <a:bodyPr/>
        <a:lstStyle/>
        <a:p>
          <a:endParaRPr lang="fr-FR"/>
        </a:p>
      </dgm:t>
    </dgm:pt>
    <dgm:pt modelId="{A71421AF-D0BC-481A-8FF7-56CA8550B489}">
      <dgm:prSet phldrT="[Texte]"/>
      <dgm:spPr>
        <a:solidFill>
          <a:srgbClr val="3494BA"/>
        </a:solidFill>
      </dgm:spPr>
      <dgm:t>
        <a:bodyPr/>
        <a:lstStyle/>
        <a:p>
          <a:r>
            <a:rPr lang="en-US" noProof="0" dirty="0"/>
            <a:t>Value provided by the Community on a personal level</a:t>
          </a:r>
        </a:p>
      </dgm:t>
    </dgm:pt>
    <dgm:pt modelId="{26FCD2C9-0812-4199-88D1-45C2B13A4814}" type="parTrans" cxnId="{BC2CA4E3-32E4-4202-98C7-9CD74514ACA2}">
      <dgm:prSet/>
      <dgm:spPr/>
      <dgm:t>
        <a:bodyPr/>
        <a:lstStyle/>
        <a:p>
          <a:endParaRPr lang="fr-FR"/>
        </a:p>
      </dgm:t>
    </dgm:pt>
    <dgm:pt modelId="{2558E445-F12B-4D68-81BA-BAE050077EF4}" type="sibTrans" cxnId="{BC2CA4E3-32E4-4202-98C7-9CD74514ACA2}">
      <dgm:prSet/>
      <dgm:spPr/>
      <dgm:t>
        <a:bodyPr/>
        <a:lstStyle/>
        <a:p>
          <a:endParaRPr lang="fr-FR"/>
        </a:p>
      </dgm:t>
    </dgm:pt>
    <dgm:pt modelId="{AB4B7C9F-DB59-4A84-9441-754554B0FE04}">
      <dgm:prSet phldrT="[Texte]"/>
      <dgm:spPr>
        <a:solidFill>
          <a:srgbClr val="EC7B2B"/>
        </a:solidFill>
      </dgm:spPr>
      <dgm:t>
        <a:bodyPr/>
        <a:lstStyle/>
        <a:p>
          <a:r>
            <a:rPr lang="en-US" noProof="0" dirty="0"/>
            <a:t>Arguments to disengage from the Community</a:t>
          </a:r>
        </a:p>
      </dgm:t>
    </dgm:pt>
    <dgm:pt modelId="{D8A54461-E777-4249-A64B-16CD68065FDD}" type="parTrans" cxnId="{32E20A19-0B48-429F-9BD4-FAB71F353CCD}">
      <dgm:prSet/>
      <dgm:spPr/>
      <dgm:t>
        <a:bodyPr/>
        <a:lstStyle/>
        <a:p>
          <a:endParaRPr lang="fr-FR"/>
        </a:p>
      </dgm:t>
    </dgm:pt>
    <dgm:pt modelId="{34769596-64C8-4133-A0A2-DA4D83501A3D}" type="sibTrans" cxnId="{32E20A19-0B48-429F-9BD4-FAB71F353CCD}">
      <dgm:prSet/>
      <dgm:spPr/>
      <dgm:t>
        <a:bodyPr/>
        <a:lstStyle/>
        <a:p>
          <a:endParaRPr lang="fr-FR"/>
        </a:p>
      </dgm:t>
    </dgm:pt>
    <dgm:pt modelId="{AE29CD35-B490-4A1D-84B7-3686FBAEE9C5}">
      <dgm:prSet phldrT="[Texte]"/>
      <dgm:spPr>
        <a:solidFill>
          <a:srgbClr val="EC7B2B"/>
        </a:solidFill>
      </dgm:spPr>
      <dgm:t>
        <a:bodyPr/>
        <a:lstStyle/>
        <a:p>
          <a:r>
            <a:rPr lang="en-US" noProof="0" dirty="0">
              <a:solidFill>
                <a:schemeClr val="tx1"/>
              </a:solidFill>
            </a:rPr>
            <a:t>Professional priorities</a:t>
          </a:r>
        </a:p>
      </dgm:t>
    </dgm:pt>
    <dgm:pt modelId="{5BDE4B5E-78C2-4799-BE33-E6AAD63BBE06}" type="parTrans" cxnId="{225EB2F5-BAE6-4D40-968D-C65459D30BD4}">
      <dgm:prSet/>
      <dgm:spPr/>
      <dgm:t>
        <a:bodyPr/>
        <a:lstStyle/>
        <a:p>
          <a:endParaRPr lang="fr-FR"/>
        </a:p>
      </dgm:t>
    </dgm:pt>
    <dgm:pt modelId="{24D2B6F4-B40D-473F-82AB-8F0729217702}" type="sibTrans" cxnId="{225EB2F5-BAE6-4D40-968D-C65459D30BD4}">
      <dgm:prSet/>
      <dgm:spPr/>
      <dgm:t>
        <a:bodyPr/>
        <a:lstStyle/>
        <a:p>
          <a:endParaRPr lang="fr-FR"/>
        </a:p>
      </dgm:t>
    </dgm:pt>
    <dgm:pt modelId="{EFDC0516-554E-4118-B1F8-AC6CB388254F}">
      <dgm:prSet phldrT="[Texte]"/>
      <dgm:spPr>
        <a:solidFill>
          <a:srgbClr val="EC7B2B"/>
        </a:solidFill>
      </dgm:spPr>
      <dgm:t>
        <a:bodyPr/>
        <a:lstStyle/>
        <a:p>
          <a:r>
            <a:rPr lang="en-US" noProof="0" dirty="0">
              <a:solidFill>
                <a:schemeClr val="tx1"/>
              </a:solidFill>
            </a:rPr>
            <a:t>Logistical constraints </a:t>
          </a:r>
        </a:p>
      </dgm:t>
    </dgm:pt>
    <dgm:pt modelId="{E687A85C-D292-4BC3-8373-E135E75D4762}" type="parTrans" cxnId="{3E5B9473-DF9A-4DF4-B2FD-BD05BB93888A}">
      <dgm:prSet/>
      <dgm:spPr/>
      <dgm:t>
        <a:bodyPr/>
        <a:lstStyle/>
        <a:p>
          <a:endParaRPr lang="fr-FR"/>
        </a:p>
      </dgm:t>
    </dgm:pt>
    <dgm:pt modelId="{A4E999DC-3784-43E7-8AF8-A95597ED3950}" type="sibTrans" cxnId="{3E5B9473-DF9A-4DF4-B2FD-BD05BB93888A}">
      <dgm:prSet/>
      <dgm:spPr/>
      <dgm:t>
        <a:bodyPr/>
        <a:lstStyle/>
        <a:p>
          <a:endParaRPr lang="fr-FR"/>
        </a:p>
      </dgm:t>
    </dgm:pt>
    <dgm:pt modelId="{EC7761D0-B2E3-4E41-9154-29A2DC3C566B}">
      <dgm:prSet phldrT="[Texte]"/>
      <dgm:spPr>
        <a:solidFill>
          <a:srgbClr val="EC7B2B"/>
        </a:solidFill>
      </dgm:spPr>
      <dgm:t>
        <a:bodyPr/>
        <a:lstStyle/>
        <a:p>
          <a:r>
            <a:rPr lang="en-US" noProof="0" dirty="0">
              <a:solidFill>
                <a:schemeClr val="tx1"/>
              </a:solidFill>
            </a:rPr>
            <a:t>Personal priorities</a:t>
          </a:r>
        </a:p>
      </dgm:t>
    </dgm:pt>
    <dgm:pt modelId="{B3ADC4F7-E1BB-4663-A77D-70744043AED3}" type="parTrans" cxnId="{6EE871DA-2642-482A-951A-1AD0CEEAF1A3}">
      <dgm:prSet/>
      <dgm:spPr/>
      <dgm:t>
        <a:bodyPr/>
        <a:lstStyle/>
        <a:p>
          <a:endParaRPr lang="fr-FR"/>
        </a:p>
      </dgm:t>
    </dgm:pt>
    <dgm:pt modelId="{6848F4C6-5FEC-41D4-B9B0-18880E845800}" type="sibTrans" cxnId="{6EE871DA-2642-482A-951A-1AD0CEEAF1A3}">
      <dgm:prSet/>
      <dgm:spPr/>
      <dgm:t>
        <a:bodyPr/>
        <a:lstStyle/>
        <a:p>
          <a:endParaRPr lang="fr-FR"/>
        </a:p>
      </dgm:t>
    </dgm:pt>
    <dgm:pt modelId="{E29C6483-1EC6-44E2-8AAC-3C62CEC72881}">
      <dgm:prSet phldrT="[Texte]"/>
      <dgm:spPr>
        <a:solidFill>
          <a:srgbClr val="3494BA"/>
        </a:solidFill>
      </dgm:spPr>
      <dgm:t>
        <a:bodyPr/>
        <a:lstStyle/>
        <a:p>
          <a:r>
            <a:rPr lang="en-US" noProof="0" dirty="0"/>
            <a:t>Logistical convenience of community activities</a:t>
          </a:r>
        </a:p>
      </dgm:t>
    </dgm:pt>
    <dgm:pt modelId="{BA4C827B-E3D8-4551-AFBB-2AEA57C872E6}" type="parTrans" cxnId="{76241224-6935-4CD8-B569-70B8F58CA633}">
      <dgm:prSet/>
      <dgm:spPr/>
      <dgm:t>
        <a:bodyPr/>
        <a:lstStyle/>
        <a:p>
          <a:endParaRPr lang="en-US"/>
        </a:p>
      </dgm:t>
    </dgm:pt>
    <dgm:pt modelId="{8315E50F-A58D-46A8-8015-A28F52DEFFBA}" type="sibTrans" cxnId="{76241224-6935-4CD8-B569-70B8F58CA633}">
      <dgm:prSet/>
      <dgm:spPr/>
      <dgm:t>
        <a:bodyPr/>
        <a:lstStyle/>
        <a:p>
          <a:endParaRPr lang="en-US"/>
        </a:p>
      </dgm:t>
    </dgm:pt>
    <dgm:pt modelId="{067B2893-13F8-470E-B8C5-78EE87C96E4E}" type="pres">
      <dgm:prSet presAssocID="{A4453627-57B0-4538-AF5F-3E3A5AE92A16}" presName="outerComposite" presStyleCnt="0">
        <dgm:presLayoutVars>
          <dgm:chMax val="2"/>
          <dgm:animLvl val="lvl"/>
          <dgm:resizeHandles val="exact"/>
        </dgm:presLayoutVars>
      </dgm:prSet>
      <dgm:spPr/>
    </dgm:pt>
    <dgm:pt modelId="{44E81D97-66B6-42E7-91B2-198B9410560C}" type="pres">
      <dgm:prSet presAssocID="{A4453627-57B0-4538-AF5F-3E3A5AE92A16}" presName="dummyMaxCanvas" presStyleCnt="0"/>
      <dgm:spPr/>
    </dgm:pt>
    <dgm:pt modelId="{0A5A8852-148E-42CB-B26E-D7AB6EFE5639}" type="pres">
      <dgm:prSet presAssocID="{A4453627-57B0-4538-AF5F-3E3A5AE92A16}" presName="parentComposite" presStyleCnt="0"/>
      <dgm:spPr/>
    </dgm:pt>
    <dgm:pt modelId="{8FB7A985-A13C-4535-9554-2FEC635DADB2}" type="pres">
      <dgm:prSet presAssocID="{A4453627-57B0-4538-AF5F-3E3A5AE92A16}" presName="parent1" presStyleLbl="alignAccFollowNode1" presStyleIdx="0" presStyleCnt="4">
        <dgm:presLayoutVars>
          <dgm:chMax val="4"/>
        </dgm:presLayoutVars>
      </dgm:prSet>
      <dgm:spPr/>
    </dgm:pt>
    <dgm:pt modelId="{A397673A-7326-4686-80DB-276D2279729F}" type="pres">
      <dgm:prSet presAssocID="{A4453627-57B0-4538-AF5F-3E3A5AE92A16}" presName="parent2" presStyleLbl="alignAccFollowNode1" presStyleIdx="1" presStyleCnt="4">
        <dgm:presLayoutVars>
          <dgm:chMax val="4"/>
        </dgm:presLayoutVars>
      </dgm:prSet>
      <dgm:spPr/>
    </dgm:pt>
    <dgm:pt modelId="{9830282D-15AC-491B-AB91-DC7F85248DBC}" type="pres">
      <dgm:prSet presAssocID="{A4453627-57B0-4538-AF5F-3E3A5AE92A16}" presName="childrenComposite" presStyleCnt="0"/>
      <dgm:spPr/>
    </dgm:pt>
    <dgm:pt modelId="{2D2AE0A1-156B-4D83-9395-377B529FB4B9}" type="pres">
      <dgm:prSet presAssocID="{A4453627-57B0-4538-AF5F-3E3A5AE92A16}" presName="dummyMaxCanvas_ChildArea" presStyleCnt="0"/>
      <dgm:spPr/>
    </dgm:pt>
    <dgm:pt modelId="{5143B11A-B367-4080-AC29-85DBCD0225FB}" type="pres">
      <dgm:prSet presAssocID="{A4453627-57B0-4538-AF5F-3E3A5AE92A16}" presName="fulcrum" presStyleLbl="alignAccFollowNode1" presStyleIdx="2" presStyleCnt="4"/>
      <dgm:spPr/>
    </dgm:pt>
    <dgm:pt modelId="{737F23A0-7BFD-47F8-A846-DD131B4676DF}" type="pres">
      <dgm:prSet presAssocID="{A4453627-57B0-4538-AF5F-3E3A5AE92A16}" presName="balance_33" presStyleLbl="alignAccFollowNode1" presStyleIdx="3" presStyleCnt="4">
        <dgm:presLayoutVars>
          <dgm:bulletEnabled val="1"/>
        </dgm:presLayoutVars>
      </dgm:prSet>
      <dgm:spPr/>
    </dgm:pt>
    <dgm:pt modelId="{A854A76E-D983-47E1-9E03-7B600BA77826}" type="pres">
      <dgm:prSet presAssocID="{A4453627-57B0-4538-AF5F-3E3A5AE92A16}" presName="right_33_1" presStyleLbl="node1" presStyleIdx="0" presStyleCnt="6">
        <dgm:presLayoutVars>
          <dgm:bulletEnabled val="1"/>
        </dgm:presLayoutVars>
      </dgm:prSet>
      <dgm:spPr/>
    </dgm:pt>
    <dgm:pt modelId="{617C7C83-CD86-4EA3-9C15-322049BCE65C}" type="pres">
      <dgm:prSet presAssocID="{A4453627-57B0-4538-AF5F-3E3A5AE92A16}" presName="right_33_2" presStyleLbl="node1" presStyleIdx="1" presStyleCnt="6">
        <dgm:presLayoutVars>
          <dgm:bulletEnabled val="1"/>
        </dgm:presLayoutVars>
      </dgm:prSet>
      <dgm:spPr/>
    </dgm:pt>
    <dgm:pt modelId="{03AF0741-F1B8-478E-BADE-19AC256845AE}" type="pres">
      <dgm:prSet presAssocID="{A4453627-57B0-4538-AF5F-3E3A5AE92A16}" presName="right_33_3" presStyleLbl="node1" presStyleIdx="2" presStyleCnt="6">
        <dgm:presLayoutVars>
          <dgm:bulletEnabled val="1"/>
        </dgm:presLayoutVars>
      </dgm:prSet>
      <dgm:spPr/>
    </dgm:pt>
    <dgm:pt modelId="{33EDA83D-5ACE-462C-8CB0-94901517B7D7}" type="pres">
      <dgm:prSet presAssocID="{A4453627-57B0-4538-AF5F-3E3A5AE92A16}" presName="left_33_1" presStyleLbl="node1" presStyleIdx="3" presStyleCnt="6">
        <dgm:presLayoutVars>
          <dgm:bulletEnabled val="1"/>
        </dgm:presLayoutVars>
      </dgm:prSet>
      <dgm:spPr/>
    </dgm:pt>
    <dgm:pt modelId="{34F31D01-14F0-4D66-9848-F49EEDD4033D}" type="pres">
      <dgm:prSet presAssocID="{A4453627-57B0-4538-AF5F-3E3A5AE92A16}" presName="left_33_2" presStyleLbl="node1" presStyleIdx="4" presStyleCnt="6">
        <dgm:presLayoutVars>
          <dgm:bulletEnabled val="1"/>
        </dgm:presLayoutVars>
      </dgm:prSet>
      <dgm:spPr/>
    </dgm:pt>
    <dgm:pt modelId="{2EA7EB0F-1624-40DA-92C4-A8E13EC7A817}" type="pres">
      <dgm:prSet presAssocID="{A4453627-57B0-4538-AF5F-3E3A5AE92A16}" presName="left_33_3" presStyleLbl="node1" presStyleIdx="5" presStyleCnt="6">
        <dgm:presLayoutVars>
          <dgm:bulletEnabled val="1"/>
        </dgm:presLayoutVars>
      </dgm:prSet>
      <dgm:spPr/>
    </dgm:pt>
  </dgm:ptLst>
  <dgm:cxnLst>
    <dgm:cxn modelId="{32E20A19-0B48-429F-9BD4-FAB71F353CCD}" srcId="{A4453627-57B0-4538-AF5F-3E3A5AE92A16}" destId="{AB4B7C9F-DB59-4A84-9441-754554B0FE04}" srcOrd="1" destOrd="0" parTransId="{D8A54461-E777-4249-A64B-16CD68065FDD}" sibTransId="{34769596-64C8-4133-A0A2-DA4D83501A3D}"/>
    <dgm:cxn modelId="{62693D1C-12A9-468D-992B-EF3D7B414D30}" srcId="{2129840B-2843-4FD5-A9E5-D6AAE987D56F}" destId="{A4A16339-C8B8-4939-97AB-B87A9F3DEC88}" srcOrd="0" destOrd="0" parTransId="{D833D8BD-1897-437E-BF3C-A3AC45C37F09}" sibTransId="{4E57A1C1-C477-4C12-A3D8-31D9F67FB426}"/>
    <dgm:cxn modelId="{76241224-6935-4CD8-B569-70B8F58CA633}" srcId="{2129840B-2843-4FD5-A9E5-D6AAE987D56F}" destId="{E29C6483-1EC6-44E2-8AAC-3C62CEC72881}" srcOrd="1" destOrd="0" parTransId="{BA4C827B-E3D8-4551-AFBB-2AEA57C872E6}" sibTransId="{8315E50F-A58D-46A8-8015-A28F52DEFFBA}"/>
    <dgm:cxn modelId="{4416CB2F-925F-435F-B04C-73EDD0AE613B}" type="presOf" srcId="{EC7761D0-B2E3-4E41-9154-29A2DC3C566B}" destId="{03AF0741-F1B8-478E-BADE-19AC256845AE}" srcOrd="0" destOrd="0" presId="urn:microsoft.com/office/officeart/2005/8/layout/balance1"/>
    <dgm:cxn modelId="{964C2B35-57AD-4ADF-A99C-5AD2516C3A85}" type="presOf" srcId="{AB4B7C9F-DB59-4A84-9441-754554B0FE04}" destId="{A397673A-7326-4686-80DB-276D2279729F}" srcOrd="0" destOrd="0" presId="urn:microsoft.com/office/officeart/2005/8/layout/balance1"/>
    <dgm:cxn modelId="{D0D0C960-925A-49C3-83D8-A7F086A556E2}" type="presOf" srcId="{EFDC0516-554E-4118-B1F8-AC6CB388254F}" destId="{617C7C83-CD86-4EA3-9C15-322049BCE65C}" srcOrd="0" destOrd="0" presId="urn:microsoft.com/office/officeart/2005/8/layout/balance1"/>
    <dgm:cxn modelId="{EB75CD52-9204-49F8-899E-7B45619EF49D}" type="presOf" srcId="{2129840B-2843-4FD5-A9E5-D6AAE987D56F}" destId="{8FB7A985-A13C-4535-9554-2FEC635DADB2}" srcOrd="0" destOrd="0" presId="urn:microsoft.com/office/officeart/2005/8/layout/balance1"/>
    <dgm:cxn modelId="{3E5B9473-DF9A-4DF4-B2FD-BD05BB93888A}" srcId="{AB4B7C9F-DB59-4A84-9441-754554B0FE04}" destId="{EFDC0516-554E-4118-B1F8-AC6CB388254F}" srcOrd="1" destOrd="0" parTransId="{E687A85C-D292-4BC3-8373-E135E75D4762}" sibTransId="{A4E999DC-3784-43E7-8AF8-A95597ED3950}"/>
    <dgm:cxn modelId="{E343078F-5AC4-4BC0-964A-C33BF8C79FB0}" type="presOf" srcId="{A71421AF-D0BC-481A-8FF7-56CA8550B489}" destId="{2EA7EB0F-1624-40DA-92C4-A8E13EC7A817}" srcOrd="0" destOrd="0" presId="urn:microsoft.com/office/officeart/2005/8/layout/balance1"/>
    <dgm:cxn modelId="{9ECE029C-739D-4ABB-B25A-4F694503FE15}" type="presOf" srcId="{A4453627-57B0-4538-AF5F-3E3A5AE92A16}" destId="{067B2893-13F8-470E-B8C5-78EE87C96E4E}" srcOrd="0" destOrd="0" presId="urn:microsoft.com/office/officeart/2005/8/layout/balance1"/>
    <dgm:cxn modelId="{C2B016AA-26C0-4CD5-A37C-9A90C79FF84B}" type="presOf" srcId="{A4A16339-C8B8-4939-97AB-B87A9F3DEC88}" destId="{33EDA83D-5ACE-462C-8CB0-94901517B7D7}" srcOrd="0" destOrd="0" presId="urn:microsoft.com/office/officeart/2005/8/layout/balance1"/>
    <dgm:cxn modelId="{832CA4B6-25ED-4C5A-9997-B53CFCF5D9A9}" type="presOf" srcId="{AE29CD35-B490-4A1D-84B7-3686FBAEE9C5}" destId="{A854A76E-D983-47E1-9E03-7B600BA77826}" srcOrd="0" destOrd="0" presId="urn:microsoft.com/office/officeart/2005/8/layout/balance1"/>
    <dgm:cxn modelId="{BDAA74C2-4873-4F23-9CEF-7B4A72C1FB7D}" type="presOf" srcId="{E29C6483-1EC6-44E2-8AAC-3C62CEC72881}" destId="{34F31D01-14F0-4D66-9848-F49EEDD4033D}" srcOrd="0" destOrd="0" presId="urn:microsoft.com/office/officeart/2005/8/layout/balance1"/>
    <dgm:cxn modelId="{6EE871DA-2642-482A-951A-1AD0CEEAF1A3}" srcId="{AB4B7C9F-DB59-4A84-9441-754554B0FE04}" destId="{EC7761D0-B2E3-4E41-9154-29A2DC3C566B}" srcOrd="2" destOrd="0" parTransId="{B3ADC4F7-E1BB-4663-A77D-70744043AED3}" sibTransId="{6848F4C6-5FEC-41D4-B9B0-18880E845800}"/>
    <dgm:cxn modelId="{BC2CA4E3-32E4-4202-98C7-9CD74514ACA2}" srcId="{2129840B-2843-4FD5-A9E5-D6AAE987D56F}" destId="{A71421AF-D0BC-481A-8FF7-56CA8550B489}" srcOrd="2" destOrd="0" parTransId="{26FCD2C9-0812-4199-88D1-45C2B13A4814}" sibTransId="{2558E445-F12B-4D68-81BA-BAE050077EF4}"/>
    <dgm:cxn modelId="{225EB2F5-BAE6-4D40-968D-C65459D30BD4}" srcId="{AB4B7C9F-DB59-4A84-9441-754554B0FE04}" destId="{AE29CD35-B490-4A1D-84B7-3686FBAEE9C5}" srcOrd="0" destOrd="0" parTransId="{5BDE4B5E-78C2-4799-BE33-E6AAD63BBE06}" sibTransId="{24D2B6F4-B40D-473F-82AB-8F0729217702}"/>
    <dgm:cxn modelId="{EE30A1FF-CC4C-439C-9E14-0D8385B57630}" srcId="{A4453627-57B0-4538-AF5F-3E3A5AE92A16}" destId="{2129840B-2843-4FD5-A9E5-D6AAE987D56F}" srcOrd="0" destOrd="0" parTransId="{73920017-53B8-42C9-8955-8075C6AC98E0}" sibTransId="{AA0857BF-50CB-453F-83DF-14C5F47D33CD}"/>
    <dgm:cxn modelId="{DEECD6A2-3D0D-47AF-B02C-68FDD5962A31}" type="presParOf" srcId="{067B2893-13F8-470E-B8C5-78EE87C96E4E}" destId="{44E81D97-66B6-42E7-91B2-198B9410560C}" srcOrd="0" destOrd="0" presId="urn:microsoft.com/office/officeart/2005/8/layout/balance1"/>
    <dgm:cxn modelId="{C82A9BDD-B2B8-4FBF-90D5-BC3D8D3F9AFE}" type="presParOf" srcId="{067B2893-13F8-470E-B8C5-78EE87C96E4E}" destId="{0A5A8852-148E-42CB-B26E-D7AB6EFE5639}" srcOrd="1" destOrd="0" presId="urn:microsoft.com/office/officeart/2005/8/layout/balance1"/>
    <dgm:cxn modelId="{62DE075F-B256-46BD-AF25-25F3F32312D7}" type="presParOf" srcId="{0A5A8852-148E-42CB-B26E-D7AB6EFE5639}" destId="{8FB7A985-A13C-4535-9554-2FEC635DADB2}" srcOrd="0" destOrd="0" presId="urn:microsoft.com/office/officeart/2005/8/layout/balance1"/>
    <dgm:cxn modelId="{EEB87CAB-E7F4-444F-807E-07A946D4B673}" type="presParOf" srcId="{0A5A8852-148E-42CB-B26E-D7AB6EFE5639}" destId="{A397673A-7326-4686-80DB-276D2279729F}" srcOrd="1" destOrd="0" presId="urn:microsoft.com/office/officeart/2005/8/layout/balance1"/>
    <dgm:cxn modelId="{4971B60E-E93A-4CC5-9783-CD057E9F09F8}" type="presParOf" srcId="{067B2893-13F8-470E-B8C5-78EE87C96E4E}" destId="{9830282D-15AC-491B-AB91-DC7F85248DBC}" srcOrd="2" destOrd="0" presId="urn:microsoft.com/office/officeart/2005/8/layout/balance1"/>
    <dgm:cxn modelId="{00100FB4-0F95-4309-87F8-D1B7FC6204C7}" type="presParOf" srcId="{9830282D-15AC-491B-AB91-DC7F85248DBC}" destId="{2D2AE0A1-156B-4D83-9395-377B529FB4B9}" srcOrd="0" destOrd="0" presId="urn:microsoft.com/office/officeart/2005/8/layout/balance1"/>
    <dgm:cxn modelId="{4F7DF9D3-983A-4029-93AF-935B58E8356F}" type="presParOf" srcId="{9830282D-15AC-491B-AB91-DC7F85248DBC}" destId="{5143B11A-B367-4080-AC29-85DBCD0225FB}" srcOrd="1" destOrd="0" presId="urn:microsoft.com/office/officeart/2005/8/layout/balance1"/>
    <dgm:cxn modelId="{5912D9CC-ACA6-4746-9B81-327D9DF94449}" type="presParOf" srcId="{9830282D-15AC-491B-AB91-DC7F85248DBC}" destId="{737F23A0-7BFD-47F8-A846-DD131B4676DF}" srcOrd="2" destOrd="0" presId="urn:microsoft.com/office/officeart/2005/8/layout/balance1"/>
    <dgm:cxn modelId="{394B8130-7718-4EC8-B05F-4582581C4F54}" type="presParOf" srcId="{9830282D-15AC-491B-AB91-DC7F85248DBC}" destId="{A854A76E-D983-47E1-9E03-7B600BA77826}" srcOrd="3" destOrd="0" presId="urn:microsoft.com/office/officeart/2005/8/layout/balance1"/>
    <dgm:cxn modelId="{BE1B3910-2D73-4812-A800-9CAF3DCB4A73}" type="presParOf" srcId="{9830282D-15AC-491B-AB91-DC7F85248DBC}" destId="{617C7C83-CD86-4EA3-9C15-322049BCE65C}" srcOrd="4" destOrd="0" presId="urn:microsoft.com/office/officeart/2005/8/layout/balance1"/>
    <dgm:cxn modelId="{0616DB61-AD62-493D-86E4-0BC727CEC33C}" type="presParOf" srcId="{9830282D-15AC-491B-AB91-DC7F85248DBC}" destId="{03AF0741-F1B8-478E-BADE-19AC256845AE}" srcOrd="5" destOrd="0" presId="urn:microsoft.com/office/officeart/2005/8/layout/balance1"/>
    <dgm:cxn modelId="{43051874-48CA-4CC7-B252-E2BD8132B51F}" type="presParOf" srcId="{9830282D-15AC-491B-AB91-DC7F85248DBC}" destId="{33EDA83D-5ACE-462C-8CB0-94901517B7D7}" srcOrd="6" destOrd="0" presId="urn:microsoft.com/office/officeart/2005/8/layout/balance1"/>
    <dgm:cxn modelId="{D0D11D1A-5D3E-4AED-9665-A5F312387059}" type="presParOf" srcId="{9830282D-15AC-491B-AB91-DC7F85248DBC}" destId="{34F31D01-14F0-4D66-9848-F49EEDD4033D}" srcOrd="7" destOrd="0" presId="urn:microsoft.com/office/officeart/2005/8/layout/balance1"/>
    <dgm:cxn modelId="{831F1B85-2EEA-4E30-9EBA-D491FE689275}" type="presParOf" srcId="{9830282D-15AC-491B-AB91-DC7F85248DBC}" destId="{2EA7EB0F-1624-40DA-92C4-A8E13EC7A817}" srcOrd="8"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4453627-57B0-4538-AF5F-3E3A5AE92A16}" type="doc">
      <dgm:prSet loTypeId="urn:microsoft.com/office/officeart/2005/8/layout/balance1" loCatId="relationship" qsTypeId="urn:microsoft.com/office/officeart/2005/8/quickstyle/simple1" qsCatId="simple" csTypeId="urn:microsoft.com/office/officeart/2005/8/colors/accent1_2" csCatId="accent1" phldr="1"/>
      <dgm:spPr/>
      <dgm:t>
        <a:bodyPr/>
        <a:lstStyle/>
        <a:p>
          <a:endParaRPr lang="fr-FR"/>
        </a:p>
      </dgm:t>
    </dgm:pt>
    <dgm:pt modelId="{2129840B-2843-4FD5-A9E5-D6AAE987D56F}">
      <dgm:prSet phldrT="[Texte]"/>
      <dgm:spPr>
        <a:solidFill>
          <a:srgbClr val="3494BA"/>
        </a:solidFill>
      </dgm:spPr>
      <dgm:t>
        <a:bodyPr/>
        <a:lstStyle/>
        <a:p>
          <a:r>
            <a:rPr lang="en-US" noProof="0" dirty="0">
              <a:solidFill>
                <a:schemeClr val="bg1"/>
              </a:solidFill>
            </a:rPr>
            <a:t>Arguments to engage in the Community</a:t>
          </a:r>
        </a:p>
      </dgm:t>
    </dgm:pt>
    <dgm:pt modelId="{73920017-53B8-42C9-8955-8075C6AC98E0}" type="parTrans" cxnId="{EE30A1FF-CC4C-439C-9E14-0D8385B57630}">
      <dgm:prSet/>
      <dgm:spPr/>
      <dgm:t>
        <a:bodyPr/>
        <a:lstStyle/>
        <a:p>
          <a:endParaRPr lang="fr-FR"/>
        </a:p>
      </dgm:t>
    </dgm:pt>
    <dgm:pt modelId="{AA0857BF-50CB-453F-83DF-14C5F47D33CD}" type="sibTrans" cxnId="{EE30A1FF-CC4C-439C-9E14-0D8385B57630}">
      <dgm:prSet/>
      <dgm:spPr/>
      <dgm:t>
        <a:bodyPr/>
        <a:lstStyle/>
        <a:p>
          <a:endParaRPr lang="fr-FR"/>
        </a:p>
      </dgm:t>
    </dgm:pt>
    <dgm:pt modelId="{A4A16339-C8B8-4939-97AB-B87A9F3DEC88}">
      <dgm:prSet phldrT="[Texte]"/>
      <dgm:spPr>
        <a:solidFill>
          <a:srgbClr val="3494BA"/>
        </a:solidFill>
      </dgm:spPr>
      <dgm:t>
        <a:bodyPr/>
        <a:lstStyle/>
        <a:p>
          <a:r>
            <a:rPr lang="en-US" noProof="0" dirty="0"/>
            <a:t>Value provided by the Community on a professional level</a:t>
          </a:r>
        </a:p>
      </dgm:t>
    </dgm:pt>
    <dgm:pt modelId="{D833D8BD-1897-437E-BF3C-A3AC45C37F09}" type="parTrans" cxnId="{62693D1C-12A9-468D-992B-EF3D7B414D30}">
      <dgm:prSet/>
      <dgm:spPr/>
      <dgm:t>
        <a:bodyPr/>
        <a:lstStyle/>
        <a:p>
          <a:endParaRPr lang="fr-FR"/>
        </a:p>
      </dgm:t>
    </dgm:pt>
    <dgm:pt modelId="{4E57A1C1-C477-4C12-A3D8-31D9F67FB426}" type="sibTrans" cxnId="{62693D1C-12A9-468D-992B-EF3D7B414D30}">
      <dgm:prSet/>
      <dgm:spPr/>
      <dgm:t>
        <a:bodyPr/>
        <a:lstStyle/>
        <a:p>
          <a:endParaRPr lang="fr-FR"/>
        </a:p>
      </dgm:t>
    </dgm:pt>
    <dgm:pt modelId="{A71421AF-D0BC-481A-8FF7-56CA8550B489}">
      <dgm:prSet phldrT="[Texte]"/>
      <dgm:spPr>
        <a:solidFill>
          <a:srgbClr val="3494BA"/>
        </a:solidFill>
      </dgm:spPr>
      <dgm:t>
        <a:bodyPr/>
        <a:lstStyle/>
        <a:p>
          <a:r>
            <a:rPr lang="en-US" noProof="0" dirty="0"/>
            <a:t>Value provided by the Community on a personal level</a:t>
          </a:r>
        </a:p>
      </dgm:t>
    </dgm:pt>
    <dgm:pt modelId="{26FCD2C9-0812-4199-88D1-45C2B13A4814}" type="parTrans" cxnId="{BC2CA4E3-32E4-4202-98C7-9CD74514ACA2}">
      <dgm:prSet/>
      <dgm:spPr/>
      <dgm:t>
        <a:bodyPr/>
        <a:lstStyle/>
        <a:p>
          <a:endParaRPr lang="fr-FR"/>
        </a:p>
      </dgm:t>
    </dgm:pt>
    <dgm:pt modelId="{2558E445-F12B-4D68-81BA-BAE050077EF4}" type="sibTrans" cxnId="{BC2CA4E3-32E4-4202-98C7-9CD74514ACA2}">
      <dgm:prSet/>
      <dgm:spPr/>
      <dgm:t>
        <a:bodyPr/>
        <a:lstStyle/>
        <a:p>
          <a:endParaRPr lang="fr-FR"/>
        </a:p>
      </dgm:t>
    </dgm:pt>
    <dgm:pt modelId="{AB4B7C9F-DB59-4A84-9441-754554B0FE04}">
      <dgm:prSet phldrT="[Texte]"/>
      <dgm:spPr>
        <a:solidFill>
          <a:srgbClr val="EC7B2B"/>
        </a:solidFill>
      </dgm:spPr>
      <dgm:t>
        <a:bodyPr/>
        <a:lstStyle/>
        <a:p>
          <a:r>
            <a:rPr lang="en-US" noProof="0" dirty="0"/>
            <a:t>Arguments to disengage from the Community</a:t>
          </a:r>
        </a:p>
      </dgm:t>
    </dgm:pt>
    <dgm:pt modelId="{D8A54461-E777-4249-A64B-16CD68065FDD}" type="parTrans" cxnId="{32E20A19-0B48-429F-9BD4-FAB71F353CCD}">
      <dgm:prSet/>
      <dgm:spPr/>
      <dgm:t>
        <a:bodyPr/>
        <a:lstStyle/>
        <a:p>
          <a:endParaRPr lang="fr-FR"/>
        </a:p>
      </dgm:t>
    </dgm:pt>
    <dgm:pt modelId="{34769596-64C8-4133-A0A2-DA4D83501A3D}" type="sibTrans" cxnId="{32E20A19-0B48-429F-9BD4-FAB71F353CCD}">
      <dgm:prSet/>
      <dgm:spPr/>
      <dgm:t>
        <a:bodyPr/>
        <a:lstStyle/>
        <a:p>
          <a:endParaRPr lang="fr-FR"/>
        </a:p>
      </dgm:t>
    </dgm:pt>
    <dgm:pt modelId="{AE29CD35-B490-4A1D-84B7-3686FBAEE9C5}">
      <dgm:prSet phldrT="[Texte]"/>
      <dgm:spPr>
        <a:solidFill>
          <a:srgbClr val="EC7B2B"/>
        </a:solidFill>
      </dgm:spPr>
      <dgm:t>
        <a:bodyPr/>
        <a:lstStyle/>
        <a:p>
          <a:r>
            <a:rPr lang="en-US" noProof="0" dirty="0">
              <a:solidFill>
                <a:schemeClr val="tx1"/>
              </a:solidFill>
            </a:rPr>
            <a:t>Professional priorities</a:t>
          </a:r>
        </a:p>
      </dgm:t>
    </dgm:pt>
    <dgm:pt modelId="{5BDE4B5E-78C2-4799-BE33-E6AAD63BBE06}" type="parTrans" cxnId="{225EB2F5-BAE6-4D40-968D-C65459D30BD4}">
      <dgm:prSet/>
      <dgm:spPr/>
      <dgm:t>
        <a:bodyPr/>
        <a:lstStyle/>
        <a:p>
          <a:endParaRPr lang="fr-FR"/>
        </a:p>
      </dgm:t>
    </dgm:pt>
    <dgm:pt modelId="{24D2B6F4-B40D-473F-82AB-8F0729217702}" type="sibTrans" cxnId="{225EB2F5-BAE6-4D40-968D-C65459D30BD4}">
      <dgm:prSet/>
      <dgm:spPr/>
      <dgm:t>
        <a:bodyPr/>
        <a:lstStyle/>
        <a:p>
          <a:endParaRPr lang="fr-FR"/>
        </a:p>
      </dgm:t>
    </dgm:pt>
    <dgm:pt modelId="{EFDC0516-554E-4118-B1F8-AC6CB388254F}">
      <dgm:prSet phldrT="[Texte]"/>
      <dgm:spPr>
        <a:solidFill>
          <a:srgbClr val="EC7B2B"/>
        </a:solidFill>
      </dgm:spPr>
      <dgm:t>
        <a:bodyPr/>
        <a:lstStyle/>
        <a:p>
          <a:r>
            <a:rPr lang="en-US" noProof="0" dirty="0">
              <a:solidFill>
                <a:schemeClr val="tx1"/>
              </a:solidFill>
            </a:rPr>
            <a:t>Logistical constraints </a:t>
          </a:r>
        </a:p>
      </dgm:t>
    </dgm:pt>
    <dgm:pt modelId="{E687A85C-D292-4BC3-8373-E135E75D4762}" type="parTrans" cxnId="{3E5B9473-DF9A-4DF4-B2FD-BD05BB93888A}">
      <dgm:prSet/>
      <dgm:spPr/>
      <dgm:t>
        <a:bodyPr/>
        <a:lstStyle/>
        <a:p>
          <a:endParaRPr lang="fr-FR"/>
        </a:p>
      </dgm:t>
    </dgm:pt>
    <dgm:pt modelId="{A4E999DC-3784-43E7-8AF8-A95597ED3950}" type="sibTrans" cxnId="{3E5B9473-DF9A-4DF4-B2FD-BD05BB93888A}">
      <dgm:prSet/>
      <dgm:spPr/>
      <dgm:t>
        <a:bodyPr/>
        <a:lstStyle/>
        <a:p>
          <a:endParaRPr lang="fr-FR"/>
        </a:p>
      </dgm:t>
    </dgm:pt>
    <dgm:pt modelId="{EC7761D0-B2E3-4E41-9154-29A2DC3C566B}">
      <dgm:prSet phldrT="[Texte]"/>
      <dgm:spPr>
        <a:solidFill>
          <a:srgbClr val="EC7B2B"/>
        </a:solidFill>
      </dgm:spPr>
      <dgm:t>
        <a:bodyPr/>
        <a:lstStyle/>
        <a:p>
          <a:r>
            <a:rPr lang="en-US" noProof="0" dirty="0">
              <a:solidFill>
                <a:schemeClr val="tx1"/>
              </a:solidFill>
            </a:rPr>
            <a:t>Personal priorities</a:t>
          </a:r>
        </a:p>
      </dgm:t>
    </dgm:pt>
    <dgm:pt modelId="{B3ADC4F7-E1BB-4663-A77D-70744043AED3}" type="parTrans" cxnId="{6EE871DA-2642-482A-951A-1AD0CEEAF1A3}">
      <dgm:prSet/>
      <dgm:spPr/>
      <dgm:t>
        <a:bodyPr/>
        <a:lstStyle/>
        <a:p>
          <a:endParaRPr lang="fr-FR"/>
        </a:p>
      </dgm:t>
    </dgm:pt>
    <dgm:pt modelId="{6848F4C6-5FEC-41D4-B9B0-18880E845800}" type="sibTrans" cxnId="{6EE871DA-2642-482A-951A-1AD0CEEAF1A3}">
      <dgm:prSet/>
      <dgm:spPr/>
      <dgm:t>
        <a:bodyPr/>
        <a:lstStyle/>
        <a:p>
          <a:endParaRPr lang="fr-FR"/>
        </a:p>
      </dgm:t>
    </dgm:pt>
    <dgm:pt modelId="{E29C6483-1EC6-44E2-8AAC-3C62CEC72881}">
      <dgm:prSet phldrT="[Texte]"/>
      <dgm:spPr>
        <a:solidFill>
          <a:srgbClr val="3494BA"/>
        </a:solidFill>
      </dgm:spPr>
      <dgm:t>
        <a:bodyPr/>
        <a:lstStyle/>
        <a:p>
          <a:r>
            <a:rPr lang="en-US" noProof="0" dirty="0"/>
            <a:t>Logistical convenience of community activities</a:t>
          </a:r>
        </a:p>
      </dgm:t>
    </dgm:pt>
    <dgm:pt modelId="{BA4C827B-E3D8-4551-AFBB-2AEA57C872E6}" type="parTrans" cxnId="{76241224-6935-4CD8-B569-70B8F58CA633}">
      <dgm:prSet/>
      <dgm:spPr/>
      <dgm:t>
        <a:bodyPr/>
        <a:lstStyle/>
        <a:p>
          <a:endParaRPr lang="en-US"/>
        </a:p>
      </dgm:t>
    </dgm:pt>
    <dgm:pt modelId="{8315E50F-A58D-46A8-8015-A28F52DEFFBA}" type="sibTrans" cxnId="{76241224-6935-4CD8-B569-70B8F58CA633}">
      <dgm:prSet/>
      <dgm:spPr/>
      <dgm:t>
        <a:bodyPr/>
        <a:lstStyle/>
        <a:p>
          <a:endParaRPr lang="en-US"/>
        </a:p>
      </dgm:t>
    </dgm:pt>
    <dgm:pt modelId="{067B2893-13F8-470E-B8C5-78EE87C96E4E}" type="pres">
      <dgm:prSet presAssocID="{A4453627-57B0-4538-AF5F-3E3A5AE92A16}" presName="outerComposite" presStyleCnt="0">
        <dgm:presLayoutVars>
          <dgm:chMax val="2"/>
          <dgm:animLvl val="lvl"/>
          <dgm:resizeHandles val="exact"/>
        </dgm:presLayoutVars>
      </dgm:prSet>
      <dgm:spPr/>
    </dgm:pt>
    <dgm:pt modelId="{44E81D97-66B6-42E7-91B2-198B9410560C}" type="pres">
      <dgm:prSet presAssocID="{A4453627-57B0-4538-AF5F-3E3A5AE92A16}" presName="dummyMaxCanvas" presStyleCnt="0"/>
      <dgm:spPr/>
    </dgm:pt>
    <dgm:pt modelId="{0A5A8852-148E-42CB-B26E-D7AB6EFE5639}" type="pres">
      <dgm:prSet presAssocID="{A4453627-57B0-4538-AF5F-3E3A5AE92A16}" presName="parentComposite" presStyleCnt="0"/>
      <dgm:spPr/>
    </dgm:pt>
    <dgm:pt modelId="{8FB7A985-A13C-4535-9554-2FEC635DADB2}" type="pres">
      <dgm:prSet presAssocID="{A4453627-57B0-4538-AF5F-3E3A5AE92A16}" presName="parent1" presStyleLbl="alignAccFollowNode1" presStyleIdx="0" presStyleCnt="4">
        <dgm:presLayoutVars>
          <dgm:chMax val="4"/>
        </dgm:presLayoutVars>
      </dgm:prSet>
      <dgm:spPr/>
    </dgm:pt>
    <dgm:pt modelId="{A397673A-7326-4686-80DB-276D2279729F}" type="pres">
      <dgm:prSet presAssocID="{A4453627-57B0-4538-AF5F-3E3A5AE92A16}" presName="parent2" presStyleLbl="alignAccFollowNode1" presStyleIdx="1" presStyleCnt="4">
        <dgm:presLayoutVars>
          <dgm:chMax val="4"/>
        </dgm:presLayoutVars>
      </dgm:prSet>
      <dgm:spPr/>
    </dgm:pt>
    <dgm:pt modelId="{9830282D-15AC-491B-AB91-DC7F85248DBC}" type="pres">
      <dgm:prSet presAssocID="{A4453627-57B0-4538-AF5F-3E3A5AE92A16}" presName="childrenComposite" presStyleCnt="0"/>
      <dgm:spPr/>
    </dgm:pt>
    <dgm:pt modelId="{2D2AE0A1-156B-4D83-9395-377B529FB4B9}" type="pres">
      <dgm:prSet presAssocID="{A4453627-57B0-4538-AF5F-3E3A5AE92A16}" presName="dummyMaxCanvas_ChildArea" presStyleCnt="0"/>
      <dgm:spPr/>
    </dgm:pt>
    <dgm:pt modelId="{5143B11A-B367-4080-AC29-85DBCD0225FB}" type="pres">
      <dgm:prSet presAssocID="{A4453627-57B0-4538-AF5F-3E3A5AE92A16}" presName="fulcrum" presStyleLbl="alignAccFollowNode1" presStyleIdx="2" presStyleCnt="4"/>
      <dgm:spPr/>
    </dgm:pt>
    <dgm:pt modelId="{737F23A0-7BFD-47F8-A846-DD131B4676DF}" type="pres">
      <dgm:prSet presAssocID="{A4453627-57B0-4538-AF5F-3E3A5AE92A16}" presName="balance_33" presStyleLbl="alignAccFollowNode1" presStyleIdx="3" presStyleCnt="4">
        <dgm:presLayoutVars>
          <dgm:bulletEnabled val="1"/>
        </dgm:presLayoutVars>
      </dgm:prSet>
      <dgm:spPr/>
    </dgm:pt>
    <dgm:pt modelId="{A854A76E-D983-47E1-9E03-7B600BA77826}" type="pres">
      <dgm:prSet presAssocID="{A4453627-57B0-4538-AF5F-3E3A5AE92A16}" presName="right_33_1" presStyleLbl="node1" presStyleIdx="0" presStyleCnt="6">
        <dgm:presLayoutVars>
          <dgm:bulletEnabled val="1"/>
        </dgm:presLayoutVars>
      </dgm:prSet>
      <dgm:spPr/>
    </dgm:pt>
    <dgm:pt modelId="{617C7C83-CD86-4EA3-9C15-322049BCE65C}" type="pres">
      <dgm:prSet presAssocID="{A4453627-57B0-4538-AF5F-3E3A5AE92A16}" presName="right_33_2" presStyleLbl="node1" presStyleIdx="1" presStyleCnt="6">
        <dgm:presLayoutVars>
          <dgm:bulletEnabled val="1"/>
        </dgm:presLayoutVars>
      </dgm:prSet>
      <dgm:spPr/>
    </dgm:pt>
    <dgm:pt modelId="{03AF0741-F1B8-478E-BADE-19AC256845AE}" type="pres">
      <dgm:prSet presAssocID="{A4453627-57B0-4538-AF5F-3E3A5AE92A16}" presName="right_33_3" presStyleLbl="node1" presStyleIdx="2" presStyleCnt="6">
        <dgm:presLayoutVars>
          <dgm:bulletEnabled val="1"/>
        </dgm:presLayoutVars>
      </dgm:prSet>
      <dgm:spPr/>
    </dgm:pt>
    <dgm:pt modelId="{33EDA83D-5ACE-462C-8CB0-94901517B7D7}" type="pres">
      <dgm:prSet presAssocID="{A4453627-57B0-4538-AF5F-3E3A5AE92A16}" presName="left_33_1" presStyleLbl="node1" presStyleIdx="3" presStyleCnt="6">
        <dgm:presLayoutVars>
          <dgm:bulletEnabled val="1"/>
        </dgm:presLayoutVars>
      </dgm:prSet>
      <dgm:spPr/>
    </dgm:pt>
    <dgm:pt modelId="{34F31D01-14F0-4D66-9848-F49EEDD4033D}" type="pres">
      <dgm:prSet presAssocID="{A4453627-57B0-4538-AF5F-3E3A5AE92A16}" presName="left_33_2" presStyleLbl="node1" presStyleIdx="4" presStyleCnt="6">
        <dgm:presLayoutVars>
          <dgm:bulletEnabled val="1"/>
        </dgm:presLayoutVars>
      </dgm:prSet>
      <dgm:spPr/>
    </dgm:pt>
    <dgm:pt modelId="{2EA7EB0F-1624-40DA-92C4-A8E13EC7A817}" type="pres">
      <dgm:prSet presAssocID="{A4453627-57B0-4538-AF5F-3E3A5AE92A16}" presName="left_33_3" presStyleLbl="node1" presStyleIdx="5" presStyleCnt="6">
        <dgm:presLayoutVars>
          <dgm:bulletEnabled val="1"/>
        </dgm:presLayoutVars>
      </dgm:prSet>
      <dgm:spPr/>
    </dgm:pt>
  </dgm:ptLst>
  <dgm:cxnLst>
    <dgm:cxn modelId="{32E20A19-0B48-429F-9BD4-FAB71F353CCD}" srcId="{A4453627-57B0-4538-AF5F-3E3A5AE92A16}" destId="{AB4B7C9F-DB59-4A84-9441-754554B0FE04}" srcOrd="1" destOrd="0" parTransId="{D8A54461-E777-4249-A64B-16CD68065FDD}" sibTransId="{34769596-64C8-4133-A0A2-DA4D83501A3D}"/>
    <dgm:cxn modelId="{62693D1C-12A9-468D-992B-EF3D7B414D30}" srcId="{2129840B-2843-4FD5-A9E5-D6AAE987D56F}" destId="{A4A16339-C8B8-4939-97AB-B87A9F3DEC88}" srcOrd="0" destOrd="0" parTransId="{D833D8BD-1897-437E-BF3C-A3AC45C37F09}" sibTransId="{4E57A1C1-C477-4C12-A3D8-31D9F67FB426}"/>
    <dgm:cxn modelId="{76241224-6935-4CD8-B569-70B8F58CA633}" srcId="{2129840B-2843-4FD5-A9E5-D6AAE987D56F}" destId="{E29C6483-1EC6-44E2-8AAC-3C62CEC72881}" srcOrd="1" destOrd="0" parTransId="{BA4C827B-E3D8-4551-AFBB-2AEA57C872E6}" sibTransId="{8315E50F-A58D-46A8-8015-A28F52DEFFBA}"/>
    <dgm:cxn modelId="{4416CB2F-925F-435F-B04C-73EDD0AE613B}" type="presOf" srcId="{EC7761D0-B2E3-4E41-9154-29A2DC3C566B}" destId="{03AF0741-F1B8-478E-BADE-19AC256845AE}" srcOrd="0" destOrd="0" presId="urn:microsoft.com/office/officeart/2005/8/layout/balance1"/>
    <dgm:cxn modelId="{964C2B35-57AD-4ADF-A99C-5AD2516C3A85}" type="presOf" srcId="{AB4B7C9F-DB59-4A84-9441-754554B0FE04}" destId="{A397673A-7326-4686-80DB-276D2279729F}" srcOrd="0" destOrd="0" presId="urn:microsoft.com/office/officeart/2005/8/layout/balance1"/>
    <dgm:cxn modelId="{D0D0C960-925A-49C3-83D8-A7F086A556E2}" type="presOf" srcId="{EFDC0516-554E-4118-B1F8-AC6CB388254F}" destId="{617C7C83-CD86-4EA3-9C15-322049BCE65C}" srcOrd="0" destOrd="0" presId="urn:microsoft.com/office/officeart/2005/8/layout/balance1"/>
    <dgm:cxn modelId="{EB75CD52-9204-49F8-899E-7B45619EF49D}" type="presOf" srcId="{2129840B-2843-4FD5-A9E5-D6AAE987D56F}" destId="{8FB7A985-A13C-4535-9554-2FEC635DADB2}" srcOrd="0" destOrd="0" presId="urn:microsoft.com/office/officeart/2005/8/layout/balance1"/>
    <dgm:cxn modelId="{3E5B9473-DF9A-4DF4-B2FD-BD05BB93888A}" srcId="{AB4B7C9F-DB59-4A84-9441-754554B0FE04}" destId="{EFDC0516-554E-4118-B1F8-AC6CB388254F}" srcOrd="1" destOrd="0" parTransId="{E687A85C-D292-4BC3-8373-E135E75D4762}" sibTransId="{A4E999DC-3784-43E7-8AF8-A95597ED3950}"/>
    <dgm:cxn modelId="{E343078F-5AC4-4BC0-964A-C33BF8C79FB0}" type="presOf" srcId="{A71421AF-D0BC-481A-8FF7-56CA8550B489}" destId="{2EA7EB0F-1624-40DA-92C4-A8E13EC7A817}" srcOrd="0" destOrd="0" presId="urn:microsoft.com/office/officeart/2005/8/layout/balance1"/>
    <dgm:cxn modelId="{9ECE029C-739D-4ABB-B25A-4F694503FE15}" type="presOf" srcId="{A4453627-57B0-4538-AF5F-3E3A5AE92A16}" destId="{067B2893-13F8-470E-B8C5-78EE87C96E4E}" srcOrd="0" destOrd="0" presId="urn:microsoft.com/office/officeart/2005/8/layout/balance1"/>
    <dgm:cxn modelId="{C2B016AA-26C0-4CD5-A37C-9A90C79FF84B}" type="presOf" srcId="{A4A16339-C8B8-4939-97AB-B87A9F3DEC88}" destId="{33EDA83D-5ACE-462C-8CB0-94901517B7D7}" srcOrd="0" destOrd="0" presId="urn:microsoft.com/office/officeart/2005/8/layout/balance1"/>
    <dgm:cxn modelId="{832CA4B6-25ED-4C5A-9997-B53CFCF5D9A9}" type="presOf" srcId="{AE29CD35-B490-4A1D-84B7-3686FBAEE9C5}" destId="{A854A76E-D983-47E1-9E03-7B600BA77826}" srcOrd="0" destOrd="0" presId="urn:microsoft.com/office/officeart/2005/8/layout/balance1"/>
    <dgm:cxn modelId="{BDAA74C2-4873-4F23-9CEF-7B4A72C1FB7D}" type="presOf" srcId="{E29C6483-1EC6-44E2-8AAC-3C62CEC72881}" destId="{34F31D01-14F0-4D66-9848-F49EEDD4033D}" srcOrd="0" destOrd="0" presId="urn:microsoft.com/office/officeart/2005/8/layout/balance1"/>
    <dgm:cxn modelId="{6EE871DA-2642-482A-951A-1AD0CEEAF1A3}" srcId="{AB4B7C9F-DB59-4A84-9441-754554B0FE04}" destId="{EC7761D0-B2E3-4E41-9154-29A2DC3C566B}" srcOrd="2" destOrd="0" parTransId="{B3ADC4F7-E1BB-4663-A77D-70744043AED3}" sibTransId="{6848F4C6-5FEC-41D4-B9B0-18880E845800}"/>
    <dgm:cxn modelId="{BC2CA4E3-32E4-4202-98C7-9CD74514ACA2}" srcId="{2129840B-2843-4FD5-A9E5-D6AAE987D56F}" destId="{A71421AF-D0BC-481A-8FF7-56CA8550B489}" srcOrd="2" destOrd="0" parTransId="{26FCD2C9-0812-4199-88D1-45C2B13A4814}" sibTransId="{2558E445-F12B-4D68-81BA-BAE050077EF4}"/>
    <dgm:cxn modelId="{225EB2F5-BAE6-4D40-968D-C65459D30BD4}" srcId="{AB4B7C9F-DB59-4A84-9441-754554B0FE04}" destId="{AE29CD35-B490-4A1D-84B7-3686FBAEE9C5}" srcOrd="0" destOrd="0" parTransId="{5BDE4B5E-78C2-4799-BE33-E6AAD63BBE06}" sibTransId="{24D2B6F4-B40D-473F-82AB-8F0729217702}"/>
    <dgm:cxn modelId="{EE30A1FF-CC4C-439C-9E14-0D8385B57630}" srcId="{A4453627-57B0-4538-AF5F-3E3A5AE92A16}" destId="{2129840B-2843-4FD5-A9E5-D6AAE987D56F}" srcOrd="0" destOrd="0" parTransId="{73920017-53B8-42C9-8955-8075C6AC98E0}" sibTransId="{AA0857BF-50CB-453F-83DF-14C5F47D33CD}"/>
    <dgm:cxn modelId="{DEECD6A2-3D0D-47AF-B02C-68FDD5962A31}" type="presParOf" srcId="{067B2893-13F8-470E-B8C5-78EE87C96E4E}" destId="{44E81D97-66B6-42E7-91B2-198B9410560C}" srcOrd="0" destOrd="0" presId="urn:microsoft.com/office/officeart/2005/8/layout/balance1"/>
    <dgm:cxn modelId="{C82A9BDD-B2B8-4FBF-90D5-BC3D8D3F9AFE}" type="presParOf" srcId="{067B2893-13F8-470E-B8C5-78EE87C96E4E}" destId="{0A5A8852-148E-42CB-B26E-D7AB6EFE5639}" srcOrd="1" destOrd="0" presId="urn:microsoft.com/office/officeart/2005/8/layout/balance1"/>
    <dgm:cxn modelId="{62DE075F-B256-46BD-AF25-25F3F32312D7}" type="presParOf" srcId="{0A5A8852-148E-42CB-B26E-D7AB6EFE5639}" destId="{8FB7A985-A13C-4535-9554-2FEC635DADB2}" srcOrd="0" destOrd="0" presId="urn:microsoft.com/office/officeart/2005/8/layout/balance1"/>
    <dgm:cxn modelId="{EEB87CAB-E7F4-444F-807E-07A946D4B673}" type="presParOf" srcId="{0A5A8852-148E-42CB-B26E-D7AB6EFE5639}" destId="{A397673A-7326-4686-80DB-276D2279729F}" srcOrd="1" destOrd="0" presId="urn:microsoft.com/office/officeart/2005/8/layout/balance1"/>
    <dgm:cxn modelId="{4971B60E-E93A-4CC5-9783-CD057E9F09F8}" type="presParOf" srcId="{067B2893-13F8-470E-B8C5-78EE87C96E4E}" destId="{9830282D-15AC-491B-AB91-DC7F85248DBC}" srcOrd="2" destOrd="0" presId="urn:microsoft.com/office/officeart/2005/8/layout/balance1"/>
    <dgm:cxn modelId="{00100FB4-0F95-4309-87F8-D1B7FC6204C7}" type="presParOf" srcId="{9830282D-15AC-491B-AB91-DC7F85248DBC}" destId="{2D2AE0A1-156B-4D83-9395-377B529FB4B9}" srcOrd="0" destOrd="0" presId="urn:microsoft.com/office/officeart/2005/8/layout/balance1"/>
    <dgm:cxn modelId="{4F7DF9D3-983A-4029-93AF-935B58E8356F}" type="presParOf" srcId="{9830282D-15AC-491B-AB91-DC7F85248DBC}" destId="{5143B11A-B367-4080-AC29-85DBCD0225FB}" srcOrd="1" destOrd="0" presId="urn:microsoft.com/office/officeart/2005/8/layout/balance1"/>
    <dgm:cxn modelId="{5912D9CC-ACA6-4746-9B81-327D9DF94449}" type="presParOf" srcId="{9830282D-15AC-491B-AB91-DC7F85248DBC}" destId="{737F23A0-7BFD-47F8-A846-DD131B4676DF}" srcOrd="2" destOrd="0" presId="urn:microsoft.com/office/officeart/2005/8/layout/balance1"/>
    <dgm:cxn modelId="{394B8130-7718-4EC8-B05F-4582581C4F54}" type="presParOf" srcId="{9830282D-15AC-491B-AB91-DC7F85248DBC}" destId="{A854A76E-D983-47E1-9E03-7B600BA77826}" srcOrd="3" destOrd="0" presId="urn:microsoft.com/office/officeart/2005/8/layout/balance1"/>
    <dgm:cxn modelId="{BE1B3910-2D73-4812-A800-9CAF3DCB4A73}" type="presParOf" srcId="{9830282D-15AC-491B-AB91-DC7F85248DBC}" destId="{617C7C83-CD86-4EA3-9C15-322049BCE65C}" srcOrd="4" destOrd="0" presId="urn:microsoft.com/office/officeart/2005/8/layout/balance1"/>
    <dgm:cxn modelId="{0616DB61-AD62-493D-86E4-0BC727CEC33C}" type="presParOf" srcId="{9830282D-15AC-491B-AB91-DC7F85248DBC}" destId="{03AF0741-F1B8-478E-BADE-19AC256845AE}" srcOrd="5" destOrd="0" presId="urn:microsoft.com/office/officeart/2005/8/layout/balance1"/>
    <dgm:cxn modelId="{43051874-48CA-4CC7-B252-E2BD8132B51F}" type="presParOf" srcId="{9830282D-15AC-491B-AB91-DC7F85248DBC}" destId="{33EDA83D-5ACE-462C-8CB0-94901517B7D7}" srcOrd="6" destOrd="0" presId="urn:microsoft.com/office/officeart/2005/8/layout/balance1"/>
    <dgm:cxn modelId="{D0D11D1A-5D3E-4AED-9665-A5F312387059}" type="presParOf" srcId="{9830282D-15AC-491B-AB91-DC7F85248DBC}" destId="{34F31D01-14F0-4D66-9848-F49EEDD4033D}" srcOrd="7" destOrd="0" presId="urn:microsoft.com/office/officeart/2005/8/layout/balance1"/>
    <dgm:cxn modelId="{831F1B85-2EEA-4E30-9EBA-D491FE689275}" type="presParOf" srcId="{9830282D-15AC-491B-AB91-DC7F85248DBC}" destId="{2EA7EB0F-1624-40DA-92C4-A8E13EC7A817}" srcOrd="8" destOrd="0" presId="urn:microsoft.com/office/officeart/2005/8/layout/balanc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C7F6BF-71EA-402A-B404-2BF5077554B3}">
      <dsp:nvSpPr>
        <dsp:cNvPr id="0" name=""/>
        <dsp:cNvSpPr/>
      </dsp:nvSpPr>
      <dsp:spPr>
        <a:xfrm>
          <a:off x="1258043" y="27433"/>
          <a:ext cx="1316785" cy="131678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r>
            <a:rPr lang="en-US" sz="1100" kern="1200" dirty="0"/>
            <a:t>Top Management</a:t>
          </a:r>
        </a:p>
      </dsp:txBody>
      <dsp:txXfrm>
        <a:off x="1433614" y="257870"/>
        <a:ext cx="965642" cy="592553"/>
      </dsp:txXfrm>
    </dsp:sp>
    <dsp:sp modelId="{0248D111-9D2D-4EBD-9057-65DA6DDDF885}">
      <dsp:nvSpPr>
        <dsp:cNvPr id="0" name=""/>
        <dsp:cNvSpPr/>
      </dsp:nvSpPr>
      <dsp:spPr>
        <a:xfrm>
          <a:off x="1733183" y="850423"/>
          <a:ext cx="1316785" cy="131678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r>
            <a:rPr lang="en-US" sz="1100" kern="1200" dirty="0"/>
            <a:t>Non-sponsoring &amp; involved hierarchy</a:t>
          </a:r>
        </a:p>
      </dsp:txBody>
      <dsp:txXfrm>
        <a:off x="2135900" y="1190593"/>
        <a:ext cx="790071" cy="724231"/>
      </dsp:txXfrm>
    </dsp:sp>
    <dsp:sp modelId="{BDA84CC1-9F86-4A73-82C0-8B45F7BF48B4}">
      <dsp:nvSpPr>
        <dsp:cNvPr id="0" name=""/>
        <dsp:cNvSpPr/>
      </dsp:nvSpPr>
      <dsp:spPr>
        <a:xfrm>
          <a:off x="782903" y="850423"/>
          <a:ext cx="1316785" cy="131678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r>
            <a:rPr lang="en-US" sz="1100" kern="1200" dirty="0"/>
            <a:t>Sponsoring hierarchy</a:t>
          </a:r>
        </a:p>
      </dsp:txBody>
      <dsp:txXfrm>
        <a:off x="906900" y="1190593"/>
        <a:ext cx="790071" cy="7242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C7F6BF-71EA-402A-B404-2BF5077554B3}">
      <dsp:nvSpPr>
        <dsp:cNvPr id="0" name=""/>
        <dsp:cNvSpPr/>
      </dsp:nvSpPr>
      <dsp:spPr>
        <a:xfrm>
          <a:off x="2882115" y="699537"/>
          <a:ext cx="3161705" cy="316170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marL="0" lvl="0" indent="0" algn="ctr" defTabSz="400050">
            <a:lnSpc>
              <a:spcPct val="90000"/>
            </a:lnSpc>
            <a:spcBef>
              <a:spcPct val="0"/>
            </a:spcBef>
            <a:spcAft>
              <a:spcPct val="35000"/>
            </a:spcAft>
            <a:buNone/>
          </a:pPr>
          <a:r>
            <a:rPr lang="en-US" sz="900" kern="1200" dirty="0"/>
            <a:t>Top Management</a:t>
          </a:r>
        </a:p>
      </dsp:txBody>
      <dsp:txXfrm>
        <a:off x="3303676" y="1252836"/>
        <a:ext cx="2318583" cy="1422767"/>
      </dsp:txXfrm>
    </dsp:sp>
    <dsp:sp modelId="{0248D111-9D2D-4EBD-9057-65DA6DDDF885}">
      <dsp:nvSpPr>
        <dsp:cNvPr id="0" name=""/>
        <dsp:cNvSpPr/>
      </dsp:nvSpPr>
      <dsp:spPr>
        <a:xfrm>
          <a:off x="3487244" y="1594142"/>
          <a:ext cx="3161705" cy="316170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marL="0" lvl="0" indent="0" algn="r" defTabSz="400050">
            <a:lnSpc>
              <a:spcPct val="90000"/>
            </a:lnSpc>
            <a:spcBef>
              <a:spcPct val="0"/>
            </a:spcBef>
            <a:spcAft>
              <a:spcPct val="35000"/>
            </a:spcAft>
            <a:buNone/>
          </a:pPr>
          <a:r>
            <a:rPr lang="en-US" sz="900" kern="1200" dirty="0"/>
            <a:t>Non-sponsoring &amp; involved hierarchy</a:t>
          </a:r>
        </a:p>
      </dsp:txBody>
      <dsp:txXfrm>
        <a:off x="4454199" y="2410916"/>
        <a:ext cx="1897023" cy="1738937"/>
      </dsp:txXfrm>
    </dsp:sp>
    <dsp:sp modelId="{BDA84CC1-9F86-4A73-82C0-8B45F7BF48B4}">
      <dsp:nvSpPr>
        <dsp:cNvPr id="0" name=""/>
        <dsp:cNvSpPr/>
      </dsp:nvSpPr>
      <dsp:spPr>
        <a:xfrm>
          <a:off x="2182451" y="1594142"/>
          <a:ext cx="3161705" cy="3161705"/>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t" anchorCtr="0">
          <a:noAutofit/>
        </a:bodyPr>
        <a:lstStyle/>
        <a:p>
          <a:pPr marL="0" lvl="0" indent="0" algn="l" defTabSz="400050">
            <a:lnSpc>
              <a:spcPct val="90000"/>
            </a:lnSpc>
            <a:spcBef>
              <a:spcPct val="0"/>
            </a:spcBef>
            <a:spcAft>
              <a:spcPct val="35000"/>
            </a:spcAft>
            <a:buNone/>
          </a:pPr>
          <a:r>
            <a:rPr lang="en-US" sz="900" kern="1200" dirty="0"/>
            <a:t>Sponsoring hierarchy</a:t>
          </a:r>
        </a:p>
      </dsp:txBody>
      <dsp:txXfrm>
        <a:off x="2480178" y="2410916"/>
        <a:ext cx="1897023" cy="17389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6A553-9D6C-4539-AE62-09B4F5334D25}">
      <dsp:nvSpPr>
        <dsp:cNvPr id="0" name=""/>
        <dsp:cNvSpPr/>
      </dsp:nvSpPr>
      <dsp:spPr>
        <a:xfrm>
          <a:off x="2618267" y="975"/>
          <a:ext cx="993162" cy="9931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More people</a:t>
          </a:r>
        </a:p>
      </dsp:txBody>
      <dsp:txXfrm>
        <a:off x="2763712" y="146420"/>
        <a:ext cx="702272" cy="702272"/>
      </dsp:txXfrm>
    </dsp:sp>
    <dsp:sp modelId="{30576A75-9FA6-48E9-BFD1-07813ED83512}">
      <dsp:nvSpPr>
        <dsp:cNvPr id="0" name=""/>
        <dsp:cNvSpPr/>
      </dsp:nvSpPr>
      <dsp:spPr>
        <a:xfrm rot="1800000">
          <a:off x="3622209" y="699183"/>
          <a:ext cx="264306" cy="335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1" kern="1200"/>
        </a:p>
      </dsp:txBody>
      <dsp:txXfrm>
        <a:off x="3627521" y="746398"/>
        <a:ext cx="185014" cy="201116"/>
      </dsp:txXfrm>
    </dsp:sp>
    <dsp:sp modelId="{B75C3D4D-8CFB-41F6-BC95-4C450335A616}">
      <dsp:nvSpPr>
        <dsp:cNvPr id="0" name=""/>
        <dsp:cNvSpPr/>
      </dsp:nvSpPr>
      <dsp:spPr>
        <a:xfrm>
          <a:off x="3910251" y="746902"/>
          <a:ext cx="993162" cy="9931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More opportunities to be relevant</a:t>
          </a:r>
        </a:p>
      </dsp:txBody>
      <dsp:txXfrm>
        <a:off x="4055696" y="892347"/>
        <a:ext cx="702272" cy="702272"/>
      </dsp:txXfrm>
    </dsp:sp>
    <dsp:sp modelId="{8E4D8D41-5E16-478A-8931-BC35828BAA47}">
      <dsp:nvSpPr>
        <dsp:cNvPr id="0" name=""/>
        <dsp:cNvSpPr/>
      </dsp:nvSpPr>
      <dsp:spPr>
        <a:xfrm rot="5400000">
          <a:off x="4274678" y="1814333"/>
          <a:ext cx="264306" cy="335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1" kern="1200"/>
        </a:p>
      </dsp:txBody>
      <dsp:txXfrm>
        <a:off x="4314324" y="1841725"/>
        <a:ext cx="185014" cy="201116"/>
      </dsp:txXfrm>
    </dsp:sp>
    <dsp:sp modelId="{651F5F38-D8CD-47F3-A5EC-1C7DD0BC6052}">
      <dsp:nvSpPr>
        <dsp:cNvPr id="0" name=""/>
        <dsp:cNvSpPr/>
      </dsp:nvSpPr>
      <dsp:spPr>
        <a:xfrm>
          <a:off x="3910251" y="2238756"/>
          <a:ext cx="993162" cy="9931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More value for the corporation</a:t>
          </a:r>
        </a:p>
      </dsp:txBody>
      <dsp:txXfrm>
        <a:off x="4055696" y="2384201"/>
        <a:ext cx="702272" cy="702272"/>
      </dsp:txXfrm>
    </dsp:sp>
    <dsp:sp modelId="{428B4218-928F-45F2-87CC-37A5F3D3D311}">
      <dsp:nvSpPr>
        <dsp:cNvPr id="0" name=""/>
        <dsp:cNvSpPr/>
      </dsp:nvSpPr>
      <dsp:spPr>
        <a:xfrm rot="9000000">
          <a:off x="3635165" y="2936964"/>
          <a:ext cx="264306" cy="335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1" kern="1200"/>
        </a:p>
      </dsp:txBody>
      <dsp:txXfrm rot="10800000">
        <a:off x="3709145" y="2984179"/>
        <a:ext cx="185014" cy="201116"/>
      </dsp:txXfrm>
    </dsp:sp>
    <dsp:sp modelId="{1B561D4D-EFD3-4162-A23C-0BFA3ABE32A2}">
      <dsp:nvSpPr>
        <dsp:cNvPr id="0" name=""/>
        <dsp:cNvSpPr/>
      </dsp:nvSpPr>
      <dsp:spPr>
        <a:xfrm>
          <a:off x="2618267" y="2984683"/>
          <a:ext cx="993162" cy="9931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More corporate motivation and support</a:t>
          </a:r>
        </a:p>
      </dsp:txBody>
      <dsp:txXfrm>
        <a:off x="2763712" y="3130128"/>
        <a:ext cx="702272" cy="702272"/>
      </dsp:txXfrm>
    </dsp:sp>
    <dsp:sp modelId="{6A20AE3D-0377-48A7-ABE0-7DAFC327A961}">
      <dsp:nvSpPr>
        <dsp:cNvPr id="0" name=""/>
        <dsp:cNvSpPr/>
      </dsp:nvSpPr>
      <dsp:spPr>
        <a:xfrm rot="12600000">
          <a:off x="2343182" y="2944444"/>
          <a:ext cx="264306" cy="335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1" kern="1200"/>
        </a:p>
      </dsp:txBody>
      <dsp:txXfrm rot="10800000">
        <a:off x="2417162" y="3031305"/>
        <a:ext cx="185014" cy="201116"/>
      </dsp:txXfrm>
    </dsp:sp>
    <dsp:sp modelId="{CAA6A354-E07A-477E-9A5E-4BFDE2E6B2F5}">
      <dsp:nvSpPr>
        <dsp:cNvPr id="0" name=""/>
        <dsp:cNvSpPr/>
      </dsp:nvSpPr>
      <dsp:spPr>
        <a:xfrm>
          <a:off x="1326284" y="2238756"/>
          <a:ext cx="993162" cy="9931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More engagement</a:t>
          </a:r>
        </a:p>
      </dsp:txBody>
      <dsp:txXfrm>
        <a:off x="1471729" y="2384201"/>
        <a:ext cx="702272" cy="702272"/>
      </dsp:txXfrm>
    </dsp:sp>
    <dsp:sp modelId="{99906AD1-1144-4093-B0B3-6E82C71E961F}">
      <dsp:nvSpPr>
        <dsp:cNvPr id="0" name=""/>
        <dsp:cNvSpPr/>
      </dsp:nvSpPr>
      <dsp:spPr>
        <a:xfrm rot="16200000">
          <a:off x="1690712" y="1829294"/>
          <a:ext cx="264306" cy="335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1" kern="1200"/>
        </a:p>
      </dsp:txBody>
      <dsp:txXfrm>
        <a:off x="1730358" y="1935978"/>
        <a:ext cx="185014" cy="201116"/>
      </dsp:txXfrm>
    </dsp:sp>
    <dsp:sp modelId="{DB0E1C4B-1895-49D0-B7CA-96E12623AC35}">
      <dsp:nvSpPr>
        <dsp:cNvPr id="0" name=""/>
        <dsp:cNvSpPr/>
      </dsp:nvSpPr>
      <dsp:spPr>
        <a:xfrm>
          <a:off x="1326284" y="746902"/>
          <a:ext cx="993162" cy="99316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More interesting content</a:t>
          </a:r>
        </a:p>
      </dsp:txBody>
      <dsp:txXfrm>
        <a:off x="1471729" y="892347"/>
        <a:ext cx="702272" cy="702272"/>
      </dsp:txXfrm>
    </dsp:sp>
    <dsp:sp modelId="{6389DC95-FA58-4965-8EA0-8908E8038603}">
      <dsp:nvSpPr>
        <dsp:cNvPr id="0" name=""/>
        <dsp:cNvSpPr/>
      </dsp:nvSpPr>
      <dsp:spPr>
        <a:xfrm rot="19800000">
          <a:off x="2330225" y="706664"/>
          <a:ext cx="264306" cy="3351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1" kern="1200"/>
        </a:p>
      </dsp:txBody>
      <dsp:txXfrm>
        <a:off x="2335537" y="793525"/>
        <a:ext cx="185014" cy="2011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6A553-9D6C-4539-AE62-09B4F5334D25}">
      <dsp:nvSpPr>
        <dsp:cNvPr id="0" name=""/>
        <dsp:cNvSpPr/>
      </dsp:nvSpPr>
      <dsp:spPr>
        <a:xfrm>
          <a:off x="1763370" y="657"/>
          <a:ext cx="668882" cy="6688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More people</a:t>
          </a:r>
        </a:p>
      </dsp:txBody>
      <dsp:txXfrm>
        <a:off x="1861326" y="98613"/>
        <a:ext cx="472970" cy="472970"/>
      </dsp:txXfrm>
    </dsp:sp>
    <dsp:sp modelId="{30576A75-9FA6-48E9-BFD1-07813ED83512}">
      <dsp:nvSpPr>
        <dsp:cNvPr id="0" name=""/>
        <dsp:cNvSpPr/>
      </dsp:nvSpPr>
      <dsp:spPr>
        <a:xfrm rot="1800000">
          <a:off x="2439512" y="470891"/>
          <a:ext cx="178007" cy="2257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443089" y="502690"/>
        <a:ext cx="124605" cy="135449"/>
      </dsp:txXfrm>
    </dsp:sp>
    <dsp:sp modelId="{B75C3D4D-8CFB-41F6-BC95-4C450335A616}">
      <dsp:nvSpPr>
        <dsp:cNvPr id="0" name=""/>
        <dsp:cNvSpPr/>
      </dsp:nvSpPr>
      <dsp:spPr>
        <a:xfrm>
          <a:off x="2633505" y="503029"/>
          <a:ext cx="668882" cy="6688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More opportunities to be relevant</a:t>
          </a:r>
        </a:p>
      </dsp:txBody>
      <dsp:txXfrm>
        <a:off x="2731461" y="600985"/>
        <a:ext cx="472970" cy="472970"/>
      </dsp:txXfrm>
    </dsp:sp>
    <dsp:sp modelId="{8E4D8D41-5E16-478A-8931-BC35828BAA47}">
      <dsp:nvSpPr>
        <dsp:cNvPr id="0" name=""/>
        <dsp:cNvSpPr/>
      </dsp:nvSpPr>
      <dsp:spPr>
        <a:xfrm rot="5400000">
          <a:off x="2878942" y="1221931"/>
          <a:ext cx="178007" cy="2257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905643" y="1240379"/>
        <a:ext cx="124605" cy="135449"/>
      </dsp:txXfrm>
    </dsp:sp>
    <dsp:sp modelId="{651F5F38-D8CD-47F3-A5EC-1C7DD0BC6052}">
      <dsp:nvSpPr>
        <dsp:cNvPr id="0" name=""/>
        <dsp:cNvSpPr/>
      </dsp:nvSpPr>
      <dsp:spPr>
        <a:xfrm>
          <a:off x="2633505" y="1507774"/>
          <a:ext cx="668882" cy="6688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More value for the corporation</a:t>
          </a:r>
        </a:p>
      </dsp:txBody>
      <dsp:txXfrm>
        <a:off x="2731461" y="1605730"/>
        <a:ext cx="472970" cy="472970"/>
      </dsp:txXfrm>
    </dsp:sp>
    <dsp:sp modelId="{428B4218-928F-45F2-87CC-37A5F3D3D311}">
      <dsp:nvSpPr>
        <dsp:cNvPr id="0" name=""/>
        <dsp:cNvSpPr/>
      </dsp:nvSpPr>
      <dsp:spPr>
        <a:xfrm rot="9000000">
          <a:off x="2448238" y="1978008"/>
          <a:ext cx="178007" cy="2257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rot="10800000">
        <a:off x="2498063" y="2009807"/>
        <a:ext cx="124605" cy="135449"/>
      </dsp:txXfrm>
    </dsp:sp>
    <dsp:sp modelId="{1B561D4D-EFD3-4162-A23C-0BFA3ABE32A2}">
      <dsp:nvSpPr>
        <dsp:cNvPr id="0" name=""/>
        <dsp:cNvSpPr/>
      </dsp:nvSpPr>
      <dsp:spPr>
        <a:xfrm>
          <a:off x="1763370" y="2010146"/>
          <a:ext cx="668882" cy="6688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More corporate motivation and support</a:t>
          </a:r>
        </a:p>
      </dsp:txBody>
      <dsp:txXfrm>
        <a:off x="1861326" y="2108102"/>
        <a:ext cx="472970" cy="472970"/>
      </dsp:txXfrm>
    </dsp:sp>
    <dsp:sp modelId="{6A20AE3D-0377-48A7-ABE0-7DAFC327A961}">
      <dsp:nvSpPr>
        <dsp:cNvPr id="0" name=""/>
        <dsp:cNvSpPr/>
      </dsp:nvSpPr>
      <dsp:spPr>
        <a:xfrm rot="12600000">
          <a:off x="1578104" y="1983046"/>
          <a:ext cx="178007" cy="2257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rot="10800000">
        <a:off x="1627929" y="2041546"/>
        <a:ext cx="124605" cy="135449"/>
      </dsp:txXfrm>
    </dsp:sp>
    <dsp:sp modelId="{CAA6A354-E07A-477E-9A5E-4BFDE2E6B2F5}">
      <dsp:nvSpPr>
        <dsp:cNvPr id="0" name=""/>
        <dsp:cNvSpPr/>
      </dsp:nvSpPr>
      <dsp:spPr>
        <a:xfrm>
          <a:off x="893236" y="1507774"/>
          <a:ext cx="668882" cy="6688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More engagement</a:t>
          </a:r>
        </a:p>
      </dsp:txBody>
      <dsp:txXfrm>
        <a:off x="991192" y="1605730"/>
        <a:ext cx="472970" cy="472970"/>
      </dsp:txXfrm>
    </dsp:sp>
    <dsp:sp modelId="{99906AD1-1144-4093-B0B3-6E82C71E961F}">
      <dsp:nvSpPr>
        <dsp:cNvPr id="0" name=""/>
        <dsp:cNvSpPr/>
      </dsp:nvSpPr>
      <dsp:spPr>
        <a:xfrm rot="16200000">
          <a:off x="1138674" y="1232007"/>
          <a:ext cx="178007" cy="2257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165375" y="1303857"/>
        <a:ext cx="124605" cy="135449"/>
      </dsp:txXfrm>
    </dsp:sp>
    <dsp:sp modelId="{DB0E1C4B-1895-49D0-B7CA-96E12623AC35}">
      <dsp:nvSpPr>
        <dsp:cNvPr id="0" name=""/>
        <dsp:cNvSpPr/>
      </dsp:nvSpPr>
      <dsp:spPr>
        <a:xfrm>
          <a:off x="893236" y="503029"/>
          <a:ext cx="668882" cy="66888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kern="1200" dirty="0"/>
            <a:t>More interesting content</a:t>
          </a:r>
        </a:p>
      </dsp:txBody>
      <dsp:txXfrm>
        <a:off x="991192" y="600985"/>
        <a:ext cx="472970" cy="472970"/>
      </dsp:txXfrm>
    </dsp:sp>
    <dsp:sp modelId="{6389DC95-FA58-4965-8EA0-8908E8038603}">
      <dsp:nvSpPr>
        <dsp:cNvPr id="0" name=""/>
        <dsp:cNvSpPr/>
      </dsp:nvSpPr>
      <dsp:spPr>
        <a:xfrm rot="19800000">
          <a:off x="1569378" y="475929"/>
          <a:ext cx="178007" cy="22574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572955" y="534429"/>
        <a:ext cx="124605" cy="1354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B7A985-A13C-4535-9554-2FEC635DADB2}">
      <dsp:nvSpPr>
        <dsp:cNvPr id="0" name=""/>
        <dsp:cNvSpPr/>
      </dsp:nvSpPr>
      <dsp:spPr>
        <a:xfrm>
          <a:off x="854946" y="0"/>
          <a:ext cx="1695985" cy="942214"/>
        </a:xfrm>
        <a:prstGeom prst="roundRect">
          <a:avLst>
            <a:gd name="adj" fmla="val 10000"/>
          </a:avLst>
        </a:prstGeom>
        <a:solidFill>
          <a:srgbClr val="3494B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noProof="0" dirty="0">
              <a:solidFill>
                <a:schemeClr val="bg1"/>
              </a:solidFill>
            </a:rPr>
            <a:t>Arguments to engage in the Community</a:t>
          </a:r>
        </a:p>
      </dsp:txBody>
      <dsp:txXfrm>
        <a:off x="882543" y="27597"/>
        <a:ext cx="1640791" cy="887020"/>
      </dsp:txXfrm>
    </dsp:sp>
    <dsp:sp modelId="{A397673A-7326-4686-80DB-276D2279729F}">
      <dsp:nvSpPr>
        <dsp:cNvPr id="0" name=""/>
        <dsp:cNvSpPr/>
      </dsp:nvSpPr>
      <dsp:spPr>
        <a:xfrm>
          <a:off x="3304703" y="0"/>
          <a:ext cx="1695985" cy="942214"/>
        </a:xfrm>
        <a:prstGeom prst="roundRect">
          <a:avLst>
            <a:gd name="adj" fmla="val 10000"/>
          </a:avLst>
        </a:prstGeom>
        <a:solidFill>
          <a:srgbClr val="EC7B2B"/>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noProof="0" dirty="0"/>
            <a:t>Arguments to disengage from the Community</a:t>
          </a:r>
        </a:p>
      </dsp:txBody>
      <dsp:txXfrm>
        <a:off x="3332300" y="27597"/>
        <a:ext cx="1640791" cy="887020"/>
      </dsp:txXfrm>
    </dsp:sp>
    <dsp:sp modelId="{5143B11A-B367-4080-AC29-85DBCD0225FB}">
      <dsp:nvSpPr>
        <dsp:cNvPr id="0" name=""/>
        <dsp:cNvSpPr/>
      </dsp:nvSpPr>
      <dsp:spPr>
        <a:xfrm>
          <a:off x="2574487" y="4004410"/>
          <a:ext cx="706660" cy="706660"/>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7F23A0-7BFD-47F8-A846-DD131B4676DF}">
      <dsp:nvSpPr>
        <dsp:cNvPr id="0" name=""/>
        <dsp:cNvSpPr/>
      </dsp:nvSpPr>
      <dsp:spPr>
        <a:xfrm>
          <a:off x="807836" y="3708555"/>
          <a:ext cx="4239963" cy="28643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54A76E-D983-47E1-9E03-7B600BA77826}">
      <dsp:nvSpPr>
        <dsp:cNvPr id="0" name=""/>
        <dsp:cNvSpPr/>
      </dsp:nvSpPr>
      <dsp:spPr>
        <a:xfrm>
          <a:off x="3304703" y="2883175"/>
          <a:ext cx="1695985" cy="791459"/>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solidFill>
                <a:schemeClr val="tx1"/>
              </a:solidFill>
            </a:rPr>
            <a:t>Professional priorities</a:t>
          </a:r>
        </a:p>
      </dsp:txBody>
      <dsp:txXfrm>
        <a:off x="3343339" y="2921811"/>
        <a:ext cx="1618713" cy="714187"/>
      </dsp:txXfrm>
    </dsp:sp>
    <dsp:sp modelId="{617C7C83-CD86-4EA3-9C15-322049BCE65C}">
      <dsp:nvSpPr>
        <dsp:cNvPr id="0" name=""/>
        <dsp:cNvSpPr/>
      </dsp:nvSpPr>
      <dsp:spPr>
        <a:xfrm>
          <a:off x="3304703" y="2035182"/>
          <a:ext cx="1695985" cy="791459"/>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solidFill>
                <a:schemeClr val="tx1"/>
              </a:solidFill>
            </a:rPr>
            <a:t>Logistical constraints </a:t>
          </a:r>
        </a:p>
      </dsp:txBody>
      <dsp:txXfrm>
        <a:off x="3343339" y="2073818"/>
        <a:ext cx="1618713" cy="714187"/>
      </dsp:txXfrm>
    </dsp:sp>
    <dsp:sp modelId="{03AF0741-F1B8-478E-BADE-19AC256845AE}">
      <dsp:nvSpPr>
        <dsp:cNvPr id="0" name=""/>
        <dsp:cNvSpPr/>
      </dsp:nvSpPr>
      <dsp:spPr>
        <a:xfrm>
          <a:off x="3304703" y="1187189"/>
          <a:ext cx="1695985" cy="791459"/>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solidFill>
                <a:schemeClr val="tx1"/>
              </a:solidFill>
            </a:rPr>
            <a:t>Personal priorities</a:t>
          </a:r>
        </a:p>
      </dsp:txBody>
      <dsp:txXfrm>
        <a:off x="3343339" y="1225825"/>
        <a:ext cx="1618713" cy="714187"/>
      </dsp:txXfrm>
    </dsp:sp>
    <dsp:sp modelId="{33EDA83D-5ACE-462C-8CB0-94901517B7D7}">
      <dsp:nvSpPr>
        <dsp:cNvPr id="0" name=""/>
        <dsp:cNvSpPr/>
      </dsp:nvSpPr>
      <dsp:spPr>
        <a:xfrm>
          <a:off x="854946" y="2883175"/>
          <a:ext cx="1695985" cy="791459"/>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Value provided by the Community on a professional level</a:t>
          </a:r>
        </a:p>
      </dsp:txBody>
      <dsp:txXfrm>
        <a:off x="893582" y="2921811"/>
        <a:ext cx="1618713" cy="714187"/>
      </dsp:txXfrm>
    </dsp:sp>
    <dsp:sp modelId="{34F31D01-14F0-4D66-9848-F49EEDD4033D}">
      <dsp:nvSpPr>
        <dsp:cNvPr id="0" name=""/>
        <dsp:cNvSpPr/>
      </dsp:nvSpPr>
      <dsp:spPr>
        <a:xfrm>
          <a:off x="854946" y="2035182"/>
          <a:ext cx="1695985" cy="791459"/>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Logistical convenience of community activities</a:t>
          </a:r>
        </a:p>
      </dsp:txBody>
      <dsp:txXfrm>
        <a:off x="893582" y="2073818"/>
        <a:ext cx="1618713" cy="714187"/>
      </dsp:txXfrm>
    </dsp:sp>
    <dsp:sp modelId="{2EA7EB0F-1624-40DA-92C4-A8E13EC7A817}">
      <dsp:nvSpPr>
        <dsp:cNvPr id="0" name=""/>
        <dsp:cNvSpPr/>
      </dsp:nvSpPr>
      <dsp:spPr>
        <a:xfrm>
          <a:off x="854946" y="1187189"/>
          <a:ext cx="1695985" cy="791459"/>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Value provided by the Community on a personal level</a:t>
          </a:r>
        </a:p>
      </dsp:txBody>
      <dsp:txXfrm>
        <a:off x="893582" y="1225825"/>
        <a:ext cx="1618713" cy="7141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B7A985-A13C-4535-9554-2FEC635DADB2}">
      <dsp:nvSpPr>
        <dsp:cNvPr id="0" name=""/>
        <dsp:cNvSpPr/>
      </dsp:nvSpPr>
      <dsp:spPr>
        <a:xfrm>
          <a:off x="477994" y="0"/>
          <a:ext cx="948213" cy="526785"/>
        </a:xfrm>
        <a:prstGeom prst="roundRect">
          <a:avLst>
            <a:gd name="adj" fmla="val 10000"/>
          </a:avLst>
        </a:prstGeom>
        <a:solidFill>
          <a:srgbClr val="3494B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solidFill>
                <a:schemeClr val="bg1"/>
              </a:solidFill>
            </a:rPr>
            <a:t>Arguments to engage in the Community</a:t>
          </a:r>
        </a:p>
      </dsp:txBody>
      <dsp:txXfrm>
        <a:off x="493423" y="15429"/>
        <a:ext cx="917355" cy="495927"/>
      </dsp:txXfrm>
    </dsp:sp>
    <dsp:sp modelId="{A397673A-7326-4686-80DB-276D2279729F}">
      <dsp:nvSpPr>
        <dsp:cNvPr id="0" name=""/>
        <dsp:cNvSpPr/>
      </dsp:nvSpPr>
      <dsp:spPr>
        <a:xfrm>
          <a:off x="1847636" y="0"/>
          <a:ext cx="948213" cy="526785"/>
        </a:xfrm>
        <a:prstGeom prst="roundRect">
          <a:avLst>
            <a:gd name="adj" fmla="val 10000"/>
          </a:avLst>
        </a:prstGeom>
        <a:solidFill>
          <a:srgbClr val="EC7B2B"/>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noProof="0" dirty="0"/>
            <a:t>Arguments to disengage from the Community</a:t>
          </a:r>
        </a:p>
      </dsp:txBody>
      <dsp:txXfrm>
        <a:off x="1863065" y="15429"/>
        <a:ext cx="917355" cy="495927"/>
      </dsp:txXfrm>
    </dsp:sp>
    <dsp:sp modelId="{5143B11A-B367-4080-AC29-85DBCD0225FB}">
      <dsp:nvSpPr>
        <dsp:cNvPr id="0" name=""/>
        <dsp:cNvSpPr/>
      </dsp:nvSpPr>
      <dsp:spPr>
        <a:xfrm>
          <a:off x="1439377" y="2238837"/>
          <a:ext cx="395089" cy="395089"/>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7F23A0-7BFD-47F8-A846-DD131B4676DF}">
      <dsp:nvSpPr>
        <dsp:cNvPr id="0" name=""/>
        <dsp:cNvSpPr/>
      </dsp:nvSpPr>
      <dsp:spPr>
        <a:xfrm>
          <a:off x="451655" y="2073427"/>
          <a:ext cx="2370534" cy="16014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54A76E-D983-47E1-9E03-7B600BA77826}">
      <dsp:nvSpPr>
        <dsp:cNvPr id="0" name=""/>
        <dsp:cNvSpPr/>
      </dsp:nvSpPr>
      <dsp:spPr>
        <a:xfrm>
          <a:off x="1847636" y="1611963"/>
          <a:ext cx="948213" cy="442499"/>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noProof="0" dirty="0">
              <a:solidFill>
                <a:schemeClr val="tx1"/>
              </a:solidFill>
            </a:rPr>
            <a:t>Professional priorities</a:t>
          </a:r>
        </a:p>
      </dsp:txBody>
      <dsp:txXfrm>
        <a:off x="1869237" y="1633564"/>
        <a:ext cx="905011" cy="399297"/>
      </dsp:txXfrm>
    </dsp:sp>
    <dsp:sp modelId="{617C7C83-CD86-4EA3-9C15-322049BCE65C}">
      <dsp:nvSpPr>
        <dsp:cNvPr id="0" name=""/>
        <dsp:cNvSpPr/>
      </dsp:nvSpPr>
      <dsp:spPr>
        <a:xfrm>
          <a:off x="1847636" y="1137856"/>
          <a:ext cx="948213" cy="442499"/>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noProof="0" dirty="0">
              <a:solidFill>
                <a:schemeClr val="tx1"/>
              </a:solidFill>
            </a:rPr>
            <a:t>Logistical constraints </a:t>
          </a:r>
        </a:p>
      </dsp:txBody>
      <dsp:txXfrm>
        <a:off x="1869237" y="1159457"/>
        <a:ext cx="905011" cy="399297"/>
      </dsp:txXfrm>
    </dsp:sp>
    <dsp:sp modelId="{03AF0741-F1B8-478E-BADE-19AC256845AE}">
      <dsp:nvSpPr>
        <dsp:cNvPr id="0" name=""/>
        <dsp:cNvSpPr/>
      </dsp:nvSpPr>
      <dsp:spPr>
        <a:xfrm>
          <a:off x="1847636" y="663749"/>
          <a:ext cx="948213" cy="442499"/>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noProof="0" dirty="0">
              <a:solidFill>
                <a:schemeClr val="tx1"/>
              </a:solidFill>
            </a:rPr>
            <a:t>Personal priorities</a:t>
          </a:r>
        </a:p>
      </dsp:txBody>
      <dsp:txXfrm>
        <a:off x="1869237" y="685350"/>
        <a:ext cx="905011" cy="399297"/>
      </dsp:txXfrm>
    </dsp:sp>
    <dsp:sp modelId="{33EDA83D-5ACE-462C-8CB0-94901517B7D7}">
      <dsp:nvSpPr>
        <dsp:cNvPr id="0" name=""/>
        <dsp:cNvSpPr/>
      </dsp:nvSpPr>
      <dsp:spPr>
        <a:xfrm>
          <a:off x="477994" y="1611963"/>
          <a:ext cx="948213" cy="442499"/>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noProof="0" dirty="0"/>
            <a:t>Value provided by the Community on a professional level</a:t>
          </a:r>
        </a:p>
      </dsp:txBody>
      <dsp:txXfrm>
        <a:off x="499595" y="1633564"/>
        <a:ext cx="905011" cy="399297"/>
      </dsp:txXfrm>
    </dsp:sp>
    <dsp:sp modelId="{34F31D01-14F0-4D66-9848-F49EEDD4033D}">
      <dsp:nvSpPr>
        <dsp:cNvPr id="0" name=""/>
        <dsp:cNvSpPr/>
      </dsp:nvSpPr>
      <dsp:spPr>
        <a:xfrm>
          <a:off x="477994" y="1137856"/>
          <a:ext cx="948213" cy="442499"/>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noProof="0" dirty="0"/>
            <a:t>Logistical convenience of community activities</a:t>
          </a:r>
        </a:p>
      </dsp:txBody>
      <dsp:txXfrm>
        <a:off x="499595" y="1159457"/>
        <a:ext cx="905011" cy="399297"/>
      </dsp:txXfrm>
    </dsp:sp>
    <dsp:sp modelId="{2EA7EB0F-1624-40DA-92C4-A8E13EC7A817}">
      <dsp:nvSpPr>
        <dsp:cNvPr id="0" name=""/>
        <dsp:cNvSpPr/>
      </dsp:nvSpPr>
      <dsp:spPr>
        <a:xfrm>
          <a:off x="477994" y="663749"/>
          <a:ext cx="948213" cy="442499"/>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kern="1200" noProof="0" dirty="0"/>
            <a:t>Value provided by the Community on a personal level</a:t>
          </a:r>
        </a:p>
      </dsp:txBody>
      <dsp:txXfrm>
        <a:off x="499595" y="685350"/>
        <a:ext cx="905011" cy="39929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B7A985-A13C-4535-9554-2FEC635DADB2}">
      <dsp:nvSpPr>
        <dsp:cNvPr id="0" name=""/>
        <dsp:cNvSpPr/>
      </dsp:nvSpPr>
      <dsp:spPr>
        <a:xfrm>
          <a:off x="721416" y="0"/>
          <a:ext cx="1431096" cy="795053"/>
        </a:xfrm>
        <a:prstGeom prst="roundRect">
          <a:avLst>
            <a:gd name="adj" fmla="val 10000"/>
          </a:avLst>
        </a:prstGeom>
        <a:solidFill>
          <a:srgbClr val="3494BA"/>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solidFill>
                <a:schemeClr val="bg1"/>
              </a:solidFill>
            </a:rPr>
            <a:t>Arguments to engage in the Community</a:t>
          </a:r>
        </a:p>
      </dsp:txBody>
      <dsp:txXfrm>
        <a:off x="744702" y="23286"/>
        <a:ext cx="1384524" cy="748481"/>
      </dsp:txXfrm>
    </dsp:sp>
    <dsp:sp modelId="{A397673A-7326-4686-80DB-276D2279729F}">
      <dsp:nvSpPr>
        <dsp:cNvPr id="0" name=""/>
        <dsp:cNvSpPr/>
      </dsp:nvSpPr>
      <dsp:spPr>
        <a:xfrm>
          <a:off x="2788555" y="0"/>
          <a:ext cx="1431096" cy="795053"/>
        </a:xfrm>
        <a:prstGeom prst="roundRect">
          <a:avLst>
            <a:gd name="adj" fmla="val 10000"/>
          </a:avLst>
        </a:prstGeom>
        <a:solidFill>
          <a:srgbClr val="EC7B2B"/>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Arguments to disengage from the Community</a:t>
          </a:r>
        </a:p>
      </dsp:txBody>
      <dsp:txXfrm>
        <a:off x="2811841" y="23286"/>
        <a:ext cx="1384524" cy="748481"/>
      </dsp:txXfrm>
    </dsp:sp>
    <dsp:sp modelId="{5143B11A-B367-4080-AC29-85DBCD0225FB}">
      <dsp:nvSpPr>
        <dsp:cNvPr id="0" name=""/>
        <dsp:cNvSpPr/>
      </dsp:nvSpPr>
      <dsp:spPr>
        <a:xfrm>
          <a:off x="2172388" y="3378977"/>
          <a:ext cx="596290" cy="596290"/>
        </a:xfrm>
        <a:prstGeom prst="triangl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7F23A0-7BFD-47F8-A846-DD131B4676DF}">
      <dsp:nvSpPr>
        <dsp:cNvPr id="0" name=""/>
        <dsp:cNvSpPr/>
      </dsp:nvSpPr>
      <dsp:spPr>
        <a:xfrm>
          <a:off x="681663" y="3129330"/>
          <a:ext cx="3577741" cy="24169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54A76E-D983-47E1-9E03-7B600BA77826}">
      <dsp:nvSpPr>
        <dsp:cNvPr id="0" name=""/>
        <dsp:cNvSpPr/>
      </dsp:nvSpPr>
      <dsp:spPr>
        <a:xfrm>
          <a:off x="2788555" y="2432864"/>
          <a:ext cx="1431096" cy="667845"/>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Professional priorities</a:t>
          </a:r>
        </a:p>
      </dsp:txBody>
      <dsp:txXfrm>
        <a:off x="2821157" y="2465466"/>
        <a:ext cx="1365892" cy="602641"/>
      </dsp:txXfrm>
    </dsp:sp>
    <dsp:sp modelId="{617C7C83-CD86-4EA3-9C15-322049BCE65C}">
      <dsp:nvSpPr>
        <dsp:cNvPr id="0" name=""/>
        <dsp:cNvSpPr/>
      </dsp:nvSpPr>
      <dsp:spPr>
        <a:xfrm>
          <a:off x="2788555" y="1717315"/>
          <a:ext cx="1431096" cy="667845"/>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Logistical constraints </a:t>
          </a:r>
        </a:p>
      </dsp:txBody>
      <dsp:txXfrm>
        <a:off x="2821157" y="1749917"/>
        <a:ext cx="1365892" cy="602641"/>
      </dsp:txXfrm>
    </dsp:sp>
    <dsp:sp modelId="{03AF0741-F1B8-478E-BADE-19AC256845AE}">
      <dsp:nvSpPr>
        <dsp:cNvPr id="0" name=""/>
        <dsp:cNvSpPr/>
      </dsp:nvSpPr>
      <dsp:spPr>
        <a:xfrm>
          <a:off x="2788555" y="1001767"/>
          <a:ext cx="1431096" cy="667845"/>
        </a:xfrm>
        <a:prstGeom prst="roundRect">
          <a:avLst/>
        </a:prstGeom>
        <a:solidFill>
          <a:srgbClr val="EC7B2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solidFill>
                <a:schemeClr val="tx1"/>
              </a:solidFill>
            </a:rPr>
            <a:t>Personal priorities</a:t>
          </a:r>
        </a:p>
      </dsp:txBody>
      <dsp:txXfrm>
        <a:off x="2821157" y="1034369"/>
        <a:ext cx="1365892" cy="602641"/>
      </dsp:txXfrm>
    </dsp:sp>
    <dsp:sp modelId="{33EDA83D-5ACE-462C-8CB0-94901517B7D7}">
      <dsp:nvSpPr>
        <dsp:cNvPr id="0" name=""/>
        <dsp:cNvSpPr/>
      </dsp:nvSpPr>
      <dsp:spPr>
        <a:xfrm>
          <a:off x="721416" y="2432864"/>
          <a:ext cx="1431096" cy="667845"/>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t>Value provided by the Community on a professional level</a:t>
          </a:r>
        </a:p>
      </dsp:txBody>
      <dsp:txXfrm>
        <a:off x="754018" y="2465466"/>
        <a:ext cx="1365892" cy="602641"/>
      </dsp:txXfrm>
    </dsp:sp>
    <dsp:sp modelId="{34F31D01-14F0-4D66-9848-F49EEDD4033D}">
      <dsp:nvSpPr>
        <dsp:cNvPr id="0" name=""/>
        <dsp:cNvSpPr/>
      </dsp:nvSpPr>
      <dsp:spPr>
        <a:xfrm>
          <a:off x="721416" y="1717315"/>
          <a:ext cx="1431096" cy="667845"/>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t>Logistical convenience of community activities</a:t>
          </a:r>
        </a:p>
      </dsp:txBody>
      <dsp:txXfrm>
        <a:off x="754018" y="1749917"/>
        <a:ext cx="1365892" cy="602641"/>
      </dsp:txXfrm>
    </dsp:sp>
    <dsp:sp modelId="{2EA7EB0F-1624-40DA-92C4-A8E13EC7A817}">
      <dsp:nvSpPr>
        <dsp:cNvPr id="0" name=""/>
        <dsp:cNvSpPr/>
      </dsp:nvSpPr>
      <dsp:spPr>
        <a:xfrm>
          <a:off x="721416" y="1001767"/>
          <a:ext cx="1431096" cy="667845"/>
        </a:xfrm>
        <a:prstGeom prst="roundRect">
          <a:avLst/>
        </a:prstGeom>
        <a:solidFill>
          <a:srgbClr val="3494B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noProof="0" dirty="0"/>
            <a:t>Value provided by the Community on a personal level</a:t>
          </a:r>
        </a:p>
      </dsp:txBody>
      <dsp:txXfrm>
        <a:off x="754018" y="1034369"/>
        <a:ext cx="1365892" cy="602641"/>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6.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7.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23/03/2021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a:t>
            </a:fld>
            <a:endParaRPr lang="fr-FR"/>
          </a:p>
        </p:txBody>
      </p:sp>
    </p:spTree>
    <p:extLst>
      <p:ext uri="{BB962C8B-B14F-4D97-AF65-F5344CB8AC3E}">
        <p14:creationId xmlns:p14="http://schemas.microsoft.com/office/powerpoint/2010/main" val="526547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13</a:t>
            </a:fld>
            <a:endParaRPr lang="fr-FR"/>
          </a:p>
        </p:txBody>
      </p:sp>
    </p:spTree>
    <p:extLst>
      <p:ext uri="{BB962C8B-B14F-4D97-AF65-F5344CB8AC3E}">
        <p14:creationId xmlns:p14="http://schemas.microsoft.com/office/powerpoint/2010/main" val="1751797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16</a:t>
            </a:fld>
            <a:endParaRPr lang="fr-FR"/>
          </a:p>
        </p:txBody>
      </p:sp>
    </p:spTree>
    <p:extLst>
      <p:ext uri="{BB962C8B-B14F-4D97-AF65-F5344CB8AC3E}">
        <p14:creationId xmlns:p14="http://schemas.microsoft.com/office/powerpoint/2010/main" val="3830455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18</a:t>
            </a:fld>
            <a:endParaRPr lang="fr-FR"/>
          </a:p>
        </p:txBody>
      </p:sp>
    </p:spTree>
    <p:extLst>
      <p:ext uri="{BB962C8B-B14F-4D97-AF65-F5344CB8AC3E}">
        <p14:creationId xmlns:p14="http://schemas.microsoft.com/office/powerpoint/2010/main" val="46139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23</a:t>
            </a:fld>
            <a:endParaRPr lang="fr-FR"/>
          </a:p>
        </p:txBody>
      </p:sp>
    </p:spTree>
    <p:extLst>
      <p:ext uri="{BB962C8B-B14F-4D97-AF65-F5344CB8AC3E}">
        <p14:creationId xmlns:p14="http://schemas.microsoft.com/office/powerpoint/2010/main" val="1680962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25</a:t>
            </a:fld>
            <a:endParaRPr lang="fr-FR"/>
          </a:p>
        </p:txBody>
      </p:sp>
    </p:spTree>
    <p:extLst>
      <p:ext uri="{BB962C8B-B14F-4D97-AF65-F5344CB8AC3E}">
        <p14:creationId xmlns:p14="http://schemas.microsoft.com/office/powerpoint/2010/main" val="2379705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27</a:t>
            </a:fld>
            <a:endParaRPr lang="fr-FR"/>
          </a:p>
        </p:txBody>
      </p:sp>
    </p:spTree>
    <p:extLst>
      <p:ext uri="{BB962C8B-B14F-4D97-AF65-F5344CB8AC3E}">
        <p14:creationId xmlns:p14="http://schemas.microsoft.com/office/powerpoint/2010/main" val="1951281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29</a:t>
            </a:fld>
            <a:endParaRPr lang="fr-FR"/>
          </a:p>
        </p:txBody>
      </p:sp>
    </p:spTree>
    <p:extLst>
      <p:ext uri="{BB962C8B-B14F-4D97-AF65-F5344CB8AC3E}">
        <p14:creationId xmlns:p14="http://schemas.microsoft.com/office/powerpoint/2010/main" val="3480551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38</a:t>
            </a:fld>
            <a:endParaRPr lang="fr-FR"/>
          </a:p>
        </p:txBody>
      </p:sp>
    </p:spTree>
    <p:extLst>
      <p:ext uri="{BB962C8B-B14F-4D97-AF65-F5344CB8AC3E}">
        <p14:creationId xmlns:p14="http://schemas.microsoft.com/office/powerpoint/2010/main" val="446974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43</a:t>
            </a:fld>
            <a:endParaRPr lang="fr-FR"/>
          </a:p>
        </p:txBody>
      </p:sp>
    </p:spTree>
    <p:extLst>
      <p:ext uri="{BB962C8B-B14F-4D97-AF65-F5344CB8AC3E}">
        <p14:creationId xmlns:p14="http://schemas.microsoft.com/office/powerpoint/2010/main" val="2463225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3/23/2021</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3/23/2021</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3/23/2021</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3/23/2021</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3/23/2021</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3/23/2021</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1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9.pn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svg"/><Relationship Id="rId18" Type="http://schemas.openxmlformats.org/officeDocument/2006/relationships/image" Target="../media/image3.png"/><Relationship Id="rId3" Type="http://schemas.openxmlformats.org/officeDocument/2006/relationships/image" Target="../media/image16.svg"/><Relationship Id="rId21" Type="http://schemas.openxmlformats.org/officeDocument/2006/relationships/image" Target="../media/image22.svg"/><Relationship Id="rId7" Type="http://schemas.openxmlformats.org/officeDocument/2006/relationships/image" Target="../media/image2.svg"/><Relationship Id="rId12" Type="http://schemas.openxmlformats.org/officeDocument/2006/relationships/image" Target="../media/image9.png"/><Relationship Id="rId17" Type="http://schemas.openxmlformats.org/officeDocument/2006/relationships/image" Target="../media/image14.svg"/><Relationship Id="rId2" Type="http://schemas.openxmlformats.org/officeDocument/2006/relationships/image" Target="../media/image15.png"/><Relationship Id="rId16" Type="http://schemas.openxmlformats.org/officeDocument/2006/relationships/image" Target="../media/image13.png"/><Relationship Id="rId20"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png"/><Relationship Id="rId11" Type="http://schemas.openxmlformats.org/officeDocument/2006/relationships/image" Target="../media/image8.svg"/><Relationship Id="rId5" Type="http://schemas.openxmlformats.org/officeDocument/2006/relationships/image" Target="../media/image20.svg"/><Relationship Id="rId15" Type="http://schemas.openxmlformats.org/officeDocument/2006/relationships/image" Target="../media/image12.svg"/><Relationship Id="rId10" Type="http://schemas.openxmlformats.org/officeDocument/2006/relationships/image" Target="../media/image7.png"/><Relationship Id="rId19" Type="http://schemas.openxmlformats.org/officeDocument/2006/relationships/image" Target="../media/image4.svg"/><Relationship Id="rId4" Type="http://schemas.openxmlformats.org/officeDocument/2006/relationships/image" Target="../media/image19.png"/><Relationship Id="rId9" Type="http://schemas.openxmlformats.org/officeDocument/2006/relationships/image" Target="../media/image6.svg"/><Relationship Id="rId1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image" Target="../media/image16.sv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22.svg"/><Relationship Id="rId4" Type="http://schemas.openxmlformats.org/officeDocument/2006/relationships/image" Target="../media/image2.svg"/><Relationship Id="rId9" Type="http://schemas.openxmlformats.org/officeDocument/2006/relationships/image" Target="../media/image21.png"/><Relationship Id="rId14" Type="http://schemas.openxmlformats.org/officeDocument/2006/relationships/image" Target="../media/image24.sv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sv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22.sv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diagramColors" Target="../diagrams/colors1.xml"/><Relationship Id="rId3" Type="http://schemas.openxmlformats.org/officeDocument/2006/relationships/image" Target="../media/image2.svg"/><Relationship Id="rId7" Type="http://schemas.openxmlformats.org/officeDocument/2006/relationships/image" Target="../media/image4.svg"/><Relationship Id="rId12" Type="http://schemas.openxmlformats.org/officeDocument/2006/relationships/diagramQuickStyle" Target="../diagrams/quickStyle1.xml"/><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3.png"/><Relationship Id="rId11" Type="http://schemas.openxmlformats.org/officeDocument/2006/relationships/diagramLayout" Target="../diagrams/layout1.xml"/><Relationship Id="rId5" Type="http://schemas.openxmlformats.org/officeDocument/2006/relationships/image" Target="../media/image10.svg"/><Relationship Id="rId10" Type="http://schemas.openxmlformats.org/officeDocument/2006/relationships/diagramData" Target="../diagrams/data1.xml"/><Relationship Id="rId4" Type="http://schemas.openxmlformats.org/officeDocument/2006/relationships/image" Target="../media/image9.png"/><Relationship Id="rId9" Type="http://schemas.openxmlformats.org/officeDocument/2006/relationships/image" Target="../media/image22.svg"/><Relationship Id="rId14" Type="http://schemas.microsoft.com/office/2007/relationships/diagramDrawing" Target="../diagrams/drawing1.xml"/></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diagramColors" Target="../diagrams/colors2.xml"/><Relationship Id="rId3" Type="http://schemas.openxmlformats.org/officeDocument/2006/relationships/image" Target="../media/image26.svg"/><Relationship Id="rId7" Type="http://schemas.openxmlformats.org/officeDocument/2006/relationships/image" Target="../media/image30.svg"/><Relationship Id="rId12" Type="http://schemas.openxmlformats.org/officeDocument/2006/relationships/diagramQuickStyle" Target="../diagrams/quickStyle2.xml"/><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diagramLayout" Target="../diagrams/layout2.xml"/><Relationship Id="rId5" Type="http://schemas.openxmlformats.org/officeDocument/2006/relationships/image" Target="../media/image28.svg"/><Relationship Id="rId10" Type="http://schemas.openxmlformats.org/officeDocument/2006/relationships/diagramData" Target="../diagrams/data2.xml"/><Relationship Id="rId4" Type="http://schemas.openxmlformats.org/officeDocument/2006/relationships/image" Target="../media/image27.png"/><Relationship Id="rId9" Type="http://schemas.openxmlformats.org/officeDocument/2006/relationships/image" Target="../media/image32.svg"/><Relationship Id="rId14" Type="http://schemas.microsoft.com/office/2007/relationships/diagramDrawing" Target="../diagrams/drawing2.xml"/></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svg"/><Relationship Id="rId7" Type="http://schemas.openxmlformats.org/officeDocument/2006/relationships/image" Target="../media/image16.sv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36.svg"/><Relationship Id="rId5" Type="http://schemas.openxmlformats.org/officeDocument/2006/relationships/image" Target="../media/image22.svg"/><Relationship Id="rId10" Type="http://schemas.openxmlformats.org/officeDocument/2006/relationships/image" Target="../media/image35.png"/><Relationship Id="rId4" Type="http://schemas.openxmlformats.org/officeDocument/2006/relationships/image" Target="../media/image21.png"/><Relationship Id="rId9" Type="http://schemas.openxmlformats.org/officeDocument/2006/relationships/image" Target="../media/image34.svg"/></Relationships>
</file>

<file path=ppt/slides/_rels/slide8.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svg"/><Relationship Id="rId3" Type="http://schemas.openxmlformats.org/officeDocument/2006/relationships/image" Target="../media/image38.svg"/><Relationship Id="rId7" Type="http://schemas.openxmlformats.org/officeDocument/2006/relationships/image" Target="../media/image42.svg"/><Relationship Id="rId12" Type="http://schemas.openxmlformats.org/officeDocument/2006/relationships/image" Target="../media/image47.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40.svg"/><Relationship Id="rId15" Type="http://schemas.openxmlformats.org/officeDocument/2006/relationships/image" Target="../media/image50.sv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svg"/><Relationship Id="rId14" Type="http://schemas.openxmlformats.org/officeDocument/2006/relationships/image" Target="../media/image49.png"/></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svg"/><Relationship Id="rId3" Type="http://schemas.openxmlformats.org/officeDocument/2006/relationships/image" Target="../media/image38.svg"/><Relationship Id="rId7" Type="http://schemas.openxmlformats.org/officeDocument/2006/relationships/image" Target="../media/image42.svg"/><Relationship Id="rId12" Type="http://schemas.openxmlformats.org/officeDocument/2006/relationships/image" Target="../media/image47.png"/><Relationship Id="rId2" Type="http://schemas.openxmlformats.org/officeDocument/2006/relationships/image" Target="../media/image37.png"/><Relationship Id="rId1" Type="http://schemas.openxmlformats.org/officeDocument/2006/relationships/slideLayout" Target="../slideLayouts/slideLayout6.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40.svg"/><Relationship Id="rId15" Type="http://schemas.openxmlformats.org/officeDocument/2006/relationships/image" Target="../media/image50.sv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svg"/><Relationship Id="rId14" Type="http://schemas.openxmlformats.org/officeDocument/2006/relationships/image" Target="../media/image49.pn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 Id="rId9" Type="http://schemas.openxmlformats.org/officeDocument/2006/relationships/image" Target="../media/image52.svg"/></Relationships>
</file>

<file path=ppt/slides/_rels/slide11.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image" Target="../media/image56.svg"/><Relationship Id="rId13" Type="http://schemas.openxmlformats.org/officeDocument/2006/relationships/image" Target="../media/image61.png"/><Relationship Id="rId18" Type="http://schemas.openxmlformats.org/officeDocument/2006/relationships/image" Target="../media/image66.svg"/><Relationship Id="rId3" Type="http://schemas.openxmlformats.org/officeDocument/2006/relationships/diagramLayout" Target="../diagrams/layout3.xml"/><Relationship Id="rId7" Type="http://schemas.openxmlformats.org/officeDocument/2006/relationships/image" Target="../media/image55.png"/><Relationship Id="rId12" Type="http://schemas.openxmlformats.org/officeDocument/2006/relationships/image" Target="../media/image60.svg"/><Relationship Id="rId17" Type="http://schemas.openxmlformats.org/officeDocument/2006/relationships/image" Target="../media/image65.png"/><Relationship Id="rId2" Type="http://schemas.openxmlformats.org/officeDocument/2006/relationships/diagramData" Target="../diagrams/data3.xml"/><Relationship Id="rId16" Type="http://schemas.openxmlformats.org/officeDocument/2006/relationships/image" Target="../media/image64.svg"/><Relationship Id="rId1" Type="http://schemas.openxmlformats.org/officeDocument/2006/relationships/slideLayout" Target="../slideLayouts/slideLayout2.xml"/><Relationship Id="rId6" Type="http://schemas.microsoft.com/office/2007/relationships/diagramDrawing" Target="../diagrams/drawing3.xml"/><Relationship Id="rId11" Type="http://schemas.openxmlformats.org/officeDocument/2006/relationships/image" Target="../media/image59.png"/><Relationship Id="rId5" Type="http://schemas.openxmlformats.org/officeDocument/2006/relationships/diagramColors" Target="../diagrams/colors3.xml"/><Relationship Id="rId15" Type="http://schemas.openxmlformats.org/officeDocument/2006/relationships/image" Target="../media/image63.png"/><Relationship Id="rId10" Type="http://schemas.openxmlformats.org/officeDocument/2006/relationships/image" Target="../media/image58.svg"/><Relationship Id="rId4" Type="http://schemas.openxmlformats.org/officeDocument/2006/relationships/diagramQuickStyle" Target="../diagrams/quickStyle3.xml"/><Relationship Id="rId9" Type="http://schemas.openxmlformats.org/officeDocument/2006/relationships/image" Target="../media/image57.png"/><Relationship Id="rId14" Type="http://schemas.openxmlformats.org/officeDocument/2006/relationships/image" Target="../media/image62.svg"/></Relationships>
</file>

<file path=ppt/slides/_rels/slide13.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svg"/><Relationship Id="rId18" Type="http://schemas.openxmlformats.org/officeDocument/2006/relationships/image" Target="../media/image65.png"/><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71.png"/><Relationship Id="rId17" Type="http://schemas.openxmlformats.org/officeDocument/2006/relationships/image" Target="../media/image64.svg"/><Relationship Id="rId2" Type="http://schemas.openxmlformats.org/officeDocument/2006/relationships/notesSlide" Target="../notesSlides/notesSlide2.xml"/><Relationship Id="rId16" Type="http://schemas.openxmlformats.org/officeDocument/2006/relationships/image" Target="../media/image63.png"/><Relationship Id="rId1" Type="http://schemas.openxmlformats.org/officeDocument/2006/relationships/slideLayout" Target="../slideLayouts/slideLayout6.xml"/><Relationship Id="rId6" Type="http://schemas.openxmlformats.org/officeDocument/2006/relationships/diagramColors" Target="../diagrams/colors4.xml"/><Relationship Id="rId11" Type="http://schemas.openxmlformats.org/officeDocument/2006/relationships/image" Target="../media/image70.svg"/><Relationship Id="rId5" Type="http://schemas.openxmlformats.org/officeDocument/2006/relationships/diagramQuickStyle" Target="../diagrams/quickStyle4.xml"/><Relationship Id="rId15" Type="http://schemas.openxmlformats.org/officeDocument/2006/relationships/image" Target="../media/image74.svg"/><Relationship Id="rId10" Type="http://schemas.openxmlformats.org/officeDocument/2006/relationships/image" Target="../media/image69.png"/><Relationship Id="rId19" Type="http://schemas.openxmlformats.org/officeDocument/2006/relationships/image" Target="../media/image66.svg"/><Relationship Id="rId4" Type="http://schemas.openxmlformats.org/officeDocument/2006/relationships/diagramLayout" Target="../diagrams/layout4.xml"/><Relationship Id="rId9" Type="http://schemas.openxmlformats.org/officeDocument/2006/relationships/image" Target="../media/image68.svg"/><Relationship Id="rId14" Type="http://schemas.openxmlformats.org/officeDocument/2006/relationships/image" Target="../media/image73.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svg"/><Relationship Id="rId7" Type="http://schemas.openxmlformats.org/officeDocument/2006/relationships/image" Target="../media/image16.sv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76.svg"/><Relationship Id="rId5" Type="http://schemas.openxmlformats.org/officeDocument/2006/relationships/image" Target="../media/image22.svg"/><Relationship Id="rId10" Type="http://schemas.openxmlformats.org/officeDocument/2006/relationships/image" Target="../media/image75.png"/><Relationship Id="rId4" Type="http://schemas.openxmlformats.org/officeDocument/2006/relationships/image" Target="../media/image21.png"/><Relationship Id="rId9" Type="http://schemas.openxmlformats.org/officeDocument/2006/relationships/image" Target="../media/image24.svg"/></Relationships>
</file>

<file path=ppt/slides/_rels/slide15.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83.png"/><Relationship Id="rId18" Type="http://schemas.openxmlformats.org/officeDocument/2006/relationships/image" Target="../media/image88.svg"/><Relationship Id="rId3" Type="http://schemas.openxmlformats.org/officeDocument/2006/relationships/diagramLayout" Target="../diagrams/layout5.xml"/><Relationship Id="rId7" Type="http://schemas.openxmlformats.org/officeDocument/2006/relationships/image" Target="../media/image77.png"/><Relationship Id="rId12" Type="http://schemas.openxmlformats.org/officeDocument/2006/relationships/image" Target="../media/image82.svg"/><Relationship Id="rId17" Type="http://schemas.openxmlformats.org/officeDocument/2006/relationships/image" Target="../media/image87.png"/><Relationship Id="rId2" Type="http://schemas.openxmlformats.org/officeDocument/2006/relationships/diagramData" Target="../diagrams/data5.xml"/><Relationship Id="rId16" Type="http://schemas.openxmlformats.org/officeDocument/2006/relationships/image" Target="../media/image86.svg"/><Relationship Id="rId1" Type="http://schemas.openxmlformats.org/officeDocument/2006/relationships/slideLayout" Target="../slideLayouts/slideLayout2.xml"/><Relationship Id="rId6" Type="http://schemas.microsoft.com/office/2007/relationships/diagramDrawing" Target="../diagrams/drawing5.xml"/><Relationship Id="rId11" Type="http://schemas.openxmlformats.org/officeDocument/2006/relationships/image" Target="../media/image81.png"/><Relationship Id="rId5" Type="http://schemas.openxmlformats.org/officeDocument/2006/relationships/diagramColors" Target="../diagrams/colors5.xml"/><Relationship Id="rId15" Type="http://schemas.openxmlformats.org/officeDocument/2006/relationships/image" Target="../media/image85.png"/><Relationship Id="rId10" Type="http://schemas.openxmlformats.org/officeDocument/2006/relationships/image" Target="../media/image80.svg"/><Relationship Id="rId4" Type="http://schemas.openxmlformats.org/officeDocument/2006/relationships/diagramQuickStyle" Target="../diagrams/quickStyle5.xml"/><Relationship Id="rId9" Type="http://schemas.openxmlformats.org/officeDocument/2006/relationships/image" Target="../media/image79.png"/><Relationship Id="rId14" Type="http://schemas.openxmlformats.org/officeDocument/2006/relationships/image" Target="../media/image84.svg"/></Relationships>
</file>

<file path=ppt/slides/_rels/slide16.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2.svg"/><Relationship Id="rId18" Type="http://schemas.openxmlformats.org/officeDocument/2006/relationships/image" Target="../media/image87.png"/><Relationship Id="rId3" Type="http://schemas.openxmlformats.org/officeDocument/2006/relationships/diagramData" Target="../diagrams/data6.xml"/><Relationship Id="rId7" Type="http://schemas.microsoft.com/office/2007/relationships/diagramDrawing" Target="../diagrams/drawing6.xml"/><Relationship Id="rId12" Type="http://schemas.openxmlformats.org/officeDocument/2006/relationships/image" Target="../media/image81.png"/><Relationship Id="rId17" Type="http://schemas.openxmlformats.org/officeDocument/2006/relationships/image" Target="../media/image86.svg"/><Relationship Id="rId2" Type="http://schemas.openxmlformats.org/officeDocument/2006/relationships/notesSlide" Target="../notesSlides/notesSlide3.xml"/><Relationship Id="rId16" Type="http://schemas.openxmlformats.org/officeDocument/2006/relationships/image" Target="../media/image85.png"/><Relationship Id="rId1" Type="http://schemas.openxmlformats.org/officeDocument/2006/relationships/slideLayout" Target="../slideLayouts/slideLayout6.xml"/><Relationship Id="rId6" Type="http://schemas.openxmlformats.org/officeDocument/2006/relationships/diagramColors" Target="../diagrams/colors6.xml"/><Relationship Id="rId11" Type="http://schemas.openxmlformats.org/officeDocument/2006/relationships/image" Target="../media/image80.svg"/><Relationship Id="rId5" Type="http://schemas.openxmlformats.org/officeDocument/2006/relationships/diagramQuickStyle" Target="../diagrams/quickStyle6.xml"/><Relationship Id="rId15" Type="http://schemas.openxmlformats.org/officeDocument/2006/relationships/image" Target="../media/image84.svg"/><Relationship Id="rId10" Type="http://schemas.openxmlformats.org/officeDocument/2006/relationships/image" Target="../media/image79.png"/><Relationship Id="rId19" Type="http://schemas.openxmlformats.org/officeDocument/2006/relationships/image" Target="../media/image88.svg"/><Relationship Id="rId4" Type="http://schemas.openxmlformats.org/officeDocument/2006/relationships/diagramLayout" Target="../diagrams/layout6.xml"/><Relationship Id="rId9" Type="http://schemas.openxmlformats.org/officeDocument/2006/relationships/image" Target="../media/image78.svg"/><Relationship Id="rId14" Type="http://schemas.openxmlformats.org/officeDocument/2006/relationships/image" Target="../media/image83.png"/></Relationships>
</file>

<file path=ppt/slides/_rels/slide17.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83.png"/><Relationship Id="rId18" Type="http://schemas.openxmlformats.org/officeDocument/2006/relationships/image" Target="../media/image88.svg"/><Relationship Id="rId3" Type="http://schemas.openxmlformats.org/officeDocument/2006/relationships/diagramLayout" Target="../diagrams/layout7.xml"/><Relationship Id="rId7" Type="http://schemas.openxmlformats.org/officeDocument/2006/relationships/image" Target="../media/image77.png"/><Relationship Id="rId12" Type="http://schemas.openxmlformats.org/officeDocument/2006/relationships/image" Target="../media/image82.svg"/><Relationship Id="rId17" Type="http://schemas.openxmlformats.org/officeDocument/2006/relationships/image" Target="../media/image87.png"/><Relationship Id="rId2" Type="http://schemas.openxmlformats.org/officeDocument/2006/relationships/diagramData" Target="../diagrams/data7.xml"/><Relationship Id="rId16" Type="http://schemas.openxmlformats.org/officeDocument/2006/relationships/image" Target="../media/image86.svg"/><Relationship Id="rId1" Type="http://schemas.openxmlformats.org/officeDocument/2006/relationships/slideLayout" Target="../slideLayouts/slideLayout2.xml"/><Relationship Id="rId6" Type="http://schemas.microsoft.com/office/2007/relationships/diagramDrawing" Target="../diagrams/drawing7.xml"/><Relationship Id="rId11" Type="http://schemas.openxmlformats.org/officeDocument/2006/relationships/image" Target="../media/image81.png"/><Relationship Id="rId5" Type="http://schemas.openxmlformats.org/officeDocument/2006/relationships/diagramColors" Target="../diagrams/colors7.xml"/><Relationship Id="rId15" Type="http://schemas.openxmlformats.org/officeDocument/2006/relationships/image" Target="../media/image85.png"/><Relationship Id="rId10" Type="http://schemas.openxmlformats.org/officeDocument/2006/relationships/image" Target="../media/image80.svg"/><Relationship Id="rId4" Type="http://schemas.openxmlformats.org/officeDocument/2006/relationships/diagramQuickStyle" Target="../diagrams/quickStyle7.xml"/><Relationship Id="rId9" Type="http://schemas.openxmlformats.org/officeDocument/2006/relationships/image" Target="../media/image79.png"/><Relationship Id="rId14" Type="http://schemas.openxmlformats.org/officeDocument/2006/relationships/image" Target="../media/image84.svg"/></Relationships>
</file>

<file path=ppt/slides/_rels/slide18.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54.svg"/><Relationship Id="rId3" Type="http://schemas.openxmlformats.org/officeDocument/2006/relationships/image" Target="../media/image15.png"/><Relationship Id="rId7" Type="http://schemas.openxmlformats.org/officeDocument/2006/relationships/image" Target="../media/image5.png"/><Relationship Id="rId12" Type="http://schemas.openxmlformats.org/officeDocument/2006/relationships/image" Target="../media/image5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4.svg"/><Relationship Id="rId11" Type="http://schemas.openxmlformats.org/officeDocument/2006/relationships/image" Target="../media/image91.svg"/><Relationship Id="rId5" Type="http://schemas.openxmlformats.org/officeDocument/2006/relationships/image" Target="../media/image23.png"/><Relationship Id="rId10" Type="http://schemas.openxmlformats.org/officeDocument/2006/relationships/image" Target="../media/image90.png"/><Relationship Id="rId4" Type="http://schemas.openxmlformats.org/officeDocument/2006/relationships/image" Target="../media/image16.svg"/><Relationship Id="rId9" Type="http://schemas.openxmlformats.org/officeDocument/2006/relationships/image" Target="../media/image89.png"/></Relationships>
</file>

<file path=ppt/slides/_rels/slide19.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76.svg"/><Relationship Id="rId3" Type="http://schemas.openxmlformats.org/officeDocument/2006/relationships/image" Target="../media/image93.svg"/><Relationship Id="rId7" Type="http://schemas.openxmlformats.org/officeDocument/2006/relationships/image" Target="../media/image97.svg"/><Relationship Id="rId12" Type="http://schemas.openxmlformats.org/officeDocument/2006/relationships/image" Target="../media/image75.png"/><Relationship Id="rId17" Type="http://schemas.openxmlformats.org/officeDocument/2006/relationships/image" Target="../media/image105.svg"/><Relationship Id="rId2" Type="http://schemas.openxmlformats.org/officeDocument/2006/relationships/image" Target="../media/image92.png"/><Relationship Id="rId16"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101.svg"/><Relationship Id="rId5" Type="http://schemas.openxmlformats.org/officeDocument/2006/relationships/image" Target="../media/image95.svg"/><Relationship Id="rId15" Type="http://schemas.openxmlformats.org/officeDocument/2006/relationships/image" Target="../media/image103.sv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svg"/><Relationship Id="rId14" Type="http://schemas.openxmlformats.org/officeDocument/2006/relationships/image" Target="../media/image102.png"/></Relationships>
</file>

<file path=ppt/slides/_rels/slide20.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76.svg"/><Relationship Id="rId3" Type="http://schemas.openxmlformats.org/officeDocument/2006/relationships/image" Target="../media/image93.svg"/><Relationship Id="rId7" Type="http://schemas.openxmlformats.org/officeDocument/2006/relationships/image" Target="../media/image97.svg"/><Relationship Id="rId12" Type="http://schemas.openxmlformats.org/officeDocument/2006/relationships/image" Target="../media/image75.png"/><Relationship Id="rId17" Type="http://schemas.openxmlformats.org/officeDocument/2006/relationships/image" Target="../media/image105.svg"/><Relationship Id="rId2" Type="http://schemas.openxmlformats.org/officeDocument/2006/relationships/image" Target="../media/image92.png"/><Relationship Id="rId16" Type="http://schemas.openxmlformats.org/officeDocument/2006/relationships/image" Target="../media/image104.png"/><Relationship Id="rId1" Type="http://schemas.openxmlformats.org/officeDocument/2006/relationships/slideLayout" Target="../slideLayouts/slideLayout6.xml"/><Relationship Id="rId6" Type="http://schemas.openxmlformats.org/officeDocument/2006/relationships/image" Target="../media/image96.png"/><Relationship Id="rId11" Type="http://schemas.openxmlformats.org/officeDocument/2006/relationships/image" Target="../media/image101.svg"/><Relationship Id="rId5" Type="http://schemas.openxmlformats.org/officeDocument/2006/relationships/image" Target="../media/image95.svg"/><Relationship Id="rId15" Type="http://schemas.openxmlformats.org/officeDocument/2006/relationships/image" Target="../media/image103.sv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svg"/><Relationship Id="rId14" Type="http://schemas.openxmlformats.org/officeDocument/2006/relationships/image" Target="../media/image102.png"/></Relationships>
</file>

<file path=ppt/slides/_rels/slide2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07.svg"/><Relationship Id="rId7" Type="http://schemas.openxmlformats.org/officeDocument/2006/relationships/image" Target="../media/image16.svg"/><Relationship Id="rId2" Type="http://schemas.openxmlformats.org/officeDocument/2006/relationships/image" Target="../media/image106.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54.svg"/><Relationship Id="rId4" Type="http://schemas.openxmlformats.org/officeDocument/2006/relationships/image" Target="../media/image53.png"/><Relationship Id="rId9" Type="http://schemas.openxmlformats.org/officeDocument/2006/relationships/image" Target="../media/image24.svg"/></Relationships>
</file>

<file path=ppt/slides/_rels/slide22.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76.svg"/><Relationship Id="rId18" Type="http://schemas.openxmlformats.org/officeDocument/2006/relationships/hyperlink" Target="https://en.wikipedia.org/wiki/Flow_(psychology)" TargetMode="External"/><Relationship Id="rId3" Type="http://schemas.openxmlformats.org/officeDocument/2006/relationships/image" Target="../media/image93.svg"/><Relationship Id="rId7" Type="http://schemas.openxmlformats.org/officeDocument/2006/relationships/image" Target="../media/image97.svg"/><Relationship Id="rId12" Type="http://schemas.openxmlformats.org/officeDocument/2006/relationships/image" Target="../media/image75.png"/><Relationship Id="rId17" Type="http://schemas.openxmlformats.org/officeDocument/2006/relationships/image" Target="../media/image109.svg"/><Relationship Id="rId2" Type="http://schemas.openxmlformats.org/officeDocument/2006/relationships/image" Target="../media/image92.png"/><Relationship Id="rId16"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101.svg"/><Relationship Id="rId5" Type="http://schemas.openxmlformats.org/officeDocument/2006/relationships/image" Target="../media/image95.svg"/><Relationship Id="rId15" Type="http://schemas.openxmlformats.org/officeDocument/2006/relationships/image" Target="../media/image103.sv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svg"/><Relationship Id="rId14" Type="http://schemas.openxmlformats.org/officeDocument/2006/relationships/image" Target="../media/image102.png"/></Relationships>
</file>

<file path=ppt/slides/_rels/slide23.xml.rels><?xml version="1.0" encoding="UTF-8" standalone="yes"?>
<Relationships xmlns="http://schemas.openxmlformats.org/package/2006/relationships"><Relationship Id="rId8" Type="http://schemas.openxmlformats.org/officeDocument/2006/relationships/image" Target="../media/image97.svg"/><Relationship Id="rId13" Type="http://schemas.openxmlformats.org/officeDocument/2006/relationships/image" Target="../media/image75.png"/><Relationship Id="rId18" Type="http://schemas.openxmlformats.org/officeDocument/2006/relationships/image" Target="../media/image109.svg"/><Relationship Id="rId3" Type="http://schemas.openxmlformats.org/officeDocument/2006/relationships/image" Target="../media/image92.png"/><Relationship Id="rId7" Type="http://schemas.openxmlformats.org/officeDocument/2006/relationships/image" Target="../media/image96.png"/><Relationship Id="rId12" Type="http://schemas.openxmlformats.org/officeDocument/2006/relationships/image" Target="../media/image101.svg"/><Relationship Id="rId17" Type="http://schemas.openxmlformats.org/officeDocument/2006/relationships/image" Target="../media/image108.png"/><Relationship Id="rId2" Type="http://schemas.openxmlformats.org/officeDocument/2006/relationships/notesSlide" Target="../notesSlides/notesSlide5.xml"/><Relationship Id="rId16" Type="http://schemas.openxmlformats.org/officeDocument/2006/relationships/image" Target="../media/image103.svg"/><Relationship Id="rId1" Type="http://schemas.openxmlformats.org/officeDocument/2006/relationships/slideLayout" Target="../slideLayouts/slideLayout6.xml"/><Relationship Id="rId6" Type="http://schemas.openxmlformats.org/officeDocument/2006/relationships/image" Target="../media/image95.svg"/><Relationship Id="rId11" Type="http://schemas.openxmlformats.org/officeDocument/2006/relationships/image" Target="../media/image100.png"/><Relationship Id="rId5" Type="http://schemas.openxmlformats.org/officeDocument/2006/relationships/image" Target="../media/image94.png"/><Relationship Id="rId15" Type="http://schemas.openxmlformats.org/officeDocument/2006/relationships/image" Target="../media/image102.png"/><Relationship Id="rId10" Type="http://schemas.openxmlformats.org/officeDocument/2006/relationships/image" Target="../media/image99.svg"/><Relationship Id="rId4" Type="http://schemas.openxmlformats.org/officeDocument/2006/relationships/image" Target="../media/image93.svg"/><Relationship Id="rId9" Type="http://schemas.openxmlformats.org/officeDocument/2006/relationships/image" Target="../media/image98.png"/><Relationship Id="rId14" Type="http://schemas.openxmlformats.org/officeDocument/2006/relationships/image" Target="../media/image76.svg"/></Relationships>
</file>

<file path=ppt/slides/_rels/slide24.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76.svg"/><Relationship Id="rId3" Type="http://schemas.openxmlformats.org/officeDocument/2006/relationships/image" Target="../media/image93.svg"/><Relationship Id="rId7" Type="http://schemas.openxmlformats.org/officeDocument/2006/relationships/image" Target="../media/image97.svg"/><Relationship Id="rId12" Type="http://schemas.openxmlformats.org/officeDocument/2006/relationships/image" Target="../media/image75.png"/><Relationship Id="rId17" Type="http://schemas.openxmlformats.org/officeDocument/2006/relationships/image" Target="../media/image109.svg"/><Relationship Id="rId2" Type="http://schemas.openxmlformats.org/officeDocument/2006/relationships/image" Target="../media/image92.png"/><Relationship Id="rId16"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101.svg"/><Relationship Id="rId5" Type="http://schemas.openxmlformats.org/officeDocument/2006/relationships/image" Target="../media/image95.svg"/><Relationship Id="rId15" Type="http://schemas.openxmlformats.org/officeDocument/2006/relationships/image" Target="../media/image103.sv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svg"/><Relationship Id="rId14" Type="http://schemas.openxmlformats.org/officeDocument/2006/relationships/image" Target="../media/image102.png"/></Relationships>
</file>

<file path=ppt/slides/_rels/slide25.xml.rels><?xml version="1.0" encoding="UTF-8" standalone="yes"?>
<Relationships xmlns="http://schemas.openxmlformats.org/package/2006/relationships"><Relationship Id="rId8" Type="http://schemas.openxmlformats.org/officeDocument/2006/relationships/image" Target="../media/image97.svg"/><Relationship Id="rId13" Type="http://schemas.openxmlformats.org/officeDocument/2006/relationships/image" Target="../media/image75.png"/><Relationship Id="rId18" Type="http://schemas.openxmlformats.org/officeDocument/2006/relationships/image" Target="../media/image109.svg"/><Relationship Id="rId3" Type="http://schemas.openxmlformats.org/officeDocument/2006/relationships/image" Target="../media/image92.png"/><Relationship Id="rId7" Type="http://schemas.openxmlformats.org/officeDocument/2006/relationships/image" Target="../media/image96.png"/><Relationship Id="rId12" Type="http://schemas.openxmlformats.org/officeDocument/2006/relationships/image" Target="../media/image101.svg"/><Relationship Id="rId17" Type="http://schemas.openxmlformats.org/officeDocument/2006/relationships/image" Target="../media/image108.png"/><Relationship Id="rId2" Type="http://schemas.openxmlformats.org/officeDocument/2006/relationships/notesSlide" Target="../notesSlides/notesSlide6.xml"/><Relationship Id="rId16" Type="http://schemas.openxmlformats.org/officeDocument/2006/relationships/image" Target="../media/image103.svg"/><Relationship Id="rId1" Type="http://schemas.openxmlformats.org/officeDocument/2006/relationships/slideLayout" Target="../slideLayouts/slideLayout6.xml"/><Relationship Id="rId6" Type="http://schemas.openxmlformats.org/officeDocument/2006/relationships/image" Target="../media/image95.svg"/><Relationship Id="rId11" Type="http://schemas.openxmlformats.org/officeDocument/2006/relationships/image" Target="../media/image100.png"/><Relationship Id="rId5" Type="http://schemas.openxmlformats.org/officeDocument/2006/relationships/image" Target="../media/image94.png"/><Relationship Id="rId15" Type="http://schemas.openxmlformats.org/officeDocument/2006/relationships/image" Target="../media/image102.png"/><Relationship Id="rId10" Type="http://schemas.openxmlformats.org/officeDocument/2006/relationships/image" Target="../media/image99.svg"/><Relationship Id="rId4" Type="http://schemas.openxmlformats.org/officeDocument/2006/relationships/image" Target="../media/image93.svg"/><Relationship Id="rId9" Type="http://schemas.openxmlformats.org/officeDocument/2006/relationships/image" Target="../media/image98.png"/><Relationship Id="rId14" Type="http://schemas.openxmlformats.org/officeDocument/2006/relationships/image" Target="../media/image76.svg"/></Relationships>
</file>

<file path=ppt/slides/_rels/slide26.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76.svg"/><Relationship Id="rId3" Type="http://schemas.openxmlformats.org/officeDocument/2006/relationships/image" Target="../media/image93.svg"/><Relationship Id="rId7" Type="http://schemas.openxmlformats.org/officeDocument/2006/relationships/image" Target="../media/image97.svg"/><Relationship Id="rId12" Type="http://schemas.openxmlformats.org/officeDocument/2006/relationships/image" Target="../media/image75.png"/><Relationship Id="rId17" Type="http://schemas.openxmlformats.org/officeDocument/2006/relationships/image" Target="../media/image109.svg"/><Relationship Id="rId2" Type="http://schemas.openxmlformats.org/officeDocument/2006/relationships/image" Target="../media/image92.png"/><Relationship Id="rId16"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101.svg"/><Relationship Id="rId5" Type="http://schemas.openxmlformats.org/officeDocument/2006/relationships/image" Target="../media/image95.svg"/><Relationship Id="rId15" Type="http://schemas.openxmlformats.org/officeDocument/2006/relationships/image" Target="../media/image103.sv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svg"/><Relationship Id="rId14" Type="http://schemas.openxmlformats.org/officeDocument/2006/relationships/image" Target="../media/image102.png"/></Relationships>
</file>

<file path=ppt/slides/_rels/slide27.xml.rels><?xml version="1.0" encoding="UTF-8" standalone="yes"?>
<Relationships xmlns="http://schemas.openxmlformats.org/package/2006/relationships"><Relationship Id="rId8" Type="http://schemas.openxmlformats.org/officeDocument/2006/relationships/image" Target="../media/image97.svg"/><Relationship Id="rId13" Type="http://schemas.openxmlformats.org/officeDocument/2006/relationships/image" Target="../media/image75.png"/><Relationship Id="rId18" Type="http://schemas.openxmlformats.org/officeDocument/2006/relationships/image" Target="../media/image109.svg"/><Relationship Id="rId3" Type="http://schemas.openxmlformats.org/officeDocument/2006/relationships/image" Target="../media/image92.png"/><Relationship Id="rId7" Type="http://schemas.openxmlformats.org/officeDocument/2006/relationships/image" Target="../media/image96.png"/><Relationship Id="rId12" Type="http://schemas.openxmlformats.org/officeDocument/2006/relationships/image" Target="../media/image101.svg"/><Relationship Id="rId17" Type="http://schemas.openxmlformats.org/officeDocument/2006/relationships/image" Target="../media/image108.png"/><Relationship Id="rId2" Type="http://schemas.openxmlformats.org/officeDocument/2006/relationships/notesSlide" Target="../notesSlides/notesSlide7.xml"/><Relationship Id="rId16" Type="http://schemas.openxmlformats.org/officeDocument/2006/relationships/image" Target="../media/image103.svg"/><Relationship Id="rId1" Type="http://schemas.openxmlformats.org/officeDocument/2006/relationships/slideLayout" Target="../slideLayouts/slideLayout6.xml"/><Relationship Id="rId6" Type="http://schemas.openxmlformats.org/officeDocument/2006/relationships/image" Target="../media/image95.svg"/><Relationship Id="rId11" Type="http://schemas.openxmlformats.org/officeDocument/2006/relationships/image" Target="../media/image100.png"/><Relationship Id="rId5" Type="http://schemas.openxmlformats.org/officeDocument/2006/relationships/image" Target="../media/image94.png"/><Relationship Id="rId15" Type="http://schemas.openxmlformats.org/officeDocument/2006/relationships/image" Target="../media/image102.png"/><Relationship Id="rId10" Type="http://schemas.openxmlformats.org/officeDocument/2006/relationships/image" Target="../media/image99.svg"/><Relationship Id="rId4" Type="http://schemas.openxmlformats.org/officeDocument/2006/relationships/image" Target="../media/image93.svg"/><Relationship Id="rId9" Type="http://schemas.openxmlformats.org/officeDocument/2006/relationships/image" Target="../media/image98.png"/><Relationship Id="rId14" Type="http://schemas.openxmlformats.org/officeDocument/2006/relationships/image" Target="../media/image76.svg"/></Relationships>
</file>

<file path=ppt/slides/_rels/slide28.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76.svg"/><Relationship Id="rId3" Type="http://schemas.openxmlformats.org/officeDocument/2006/relationships/image" Target="../media/image93.svg"/><Relationship Id="rId7" Type="http://schemas.openxmlformats.org/officeDocument/2006/relationships/image" Target="../media/image97.svg"/><Relationship Id="rId12" Type="http://schemas.openxmlformats.org/officeDocument/2006/relationships/image" Target="../media/image75.png"/><Relationship Id="rId17" Type="http://schemas.openxmlformats.org/officeDocument/2006/relationships/image" Target="../media/image109.svg"/><Relationship Id="rId2" Type="http://schemas.openxmlformats.org/officeDocument/2006/relationships/image" Target="../media/image92.png"/><Relationship Id="rId16"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101.svg"/><Relationship Id="rId5" Type="http://schemas.openxmlformats.org/officeDocument/2006/relationships/image" Target="../media/image95.svg"/><Relationship Id="rId15" Type="http://schemas.openxmlformats.org/officeDocument/2006/relationships/image" Target="../media/image103.sv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svg"/><Relationship Id="rId14" Type="http://schemas.openxmlformats.org/officeDocument/2006/relationships/image" Target="../media/image102.png"/></Relationships>
</file>

<file path=ppt/slides/_rels/slide29.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15.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16.svg"/></Relationships>
</file>

<file path=ppt/slides/_rels/slide30.xml.rels><?xml version="1.0" encoding="UTF-8" standalone="yes"?>
<Relationships xmlns="http://schemas.openxmlformats.org/package/2006/relationships"><Relationship Id="rId3" Type="http://schemas.openxmlformats.org/officeDocument/2006/relationships/image" Target="../media/image38.svg"/><Relationship Id="rId7" Type="http://schemas.openxmlformats.org/officeDocument/2006/relationships/image" Target="../media/image113.sv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svg"/><Relationship Id="rId4" Type="http://schemas.openxmlformats.org/officeDocument/2006/relationships/image" Target="../media/image110.png"/></Relationships>
</file>

<file path=ppt/slides/_rels/slide3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113.svg"/><Relationship Id="rId4" Type="http://schemas.openxmlformats.org/officeDocument/2006/relationships/image" Target="../media/image112.png"/></Relationships>
</file>

<file path=ppt/slides/_rels/slide32.xml.rels><?xml version="1.0" encoding="UTF-8" standalone="yes"?>
<Relationships xmlns="http://schemas.openxmlformats.org/package/2006/relationships"><Relationship Id="rId3" Type="http://schemas.openxmlformats.org/officeDocument/2006/relationships/image" Target="../media/image38.svg"/><Relationship Id="rId7" Type="http://schemas.openxmlformats.org/officeDocument/2006/relationships/image" Target="../media/image113.sv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svg"/><Relationship Id="rId4" Type="http://schemas.openxmlformats.org/officeDocument/2006/relationships/image" Target="../media/image110.png"/></Relationships>
</file>

<file path=ppt/slides/_rels/slide33.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111.svg"/><Relationship Id="rId4" Type="http://schemas.openxmlformats.org/officeDocument/2006/relationships/image" Target="../media/image110.png"/></Relationships>
</file>

<file path=ppt/slides/_rels/slide35.xml.rels><?xml version="1.0" encoding="UTF-8" standalone="yes"?>
<Relationships xmlns="http://schemas.openxmlformats.org/package/2006/relationships"><Relationship Id="rId3" Type="http://schemas.openxmlformats.org/officeDocument/2006/relationships/image" Target="../media/image38.svg"/><Relationship Id="rId7" Type="http://schemas.openxmlformats.org/officeDocument/2006/relationships/image" Target="../media/image113.svg"/><Relationship Id="rId2" Type="http://schemas.openxmlformats.org/officeDocument/2006/relationships/image" Target="../media/image37.png"/><Relationship Id="rId1" Type="http://schemas.openxmlformats.org/officeDocument/2006/relationships/slideLayout" Target="../slideLayouts/slideLayout6.xml"/><Relationship Id="rId6" Type="http://schemas.openxmlformats.org/officeDocument/2006/relationships/image" Target="../media/image112.png"/><Relationship Id="rId5" Type="http://schemas.openxmlformats.org/officeDocument/2006/relationships/image" Target="../media/image111.svg"/><Relationship Id="rId4" Type="http://schemas.openxmlformats.org/officeDocument/2006/relationships/image" Target="../media/image110.png"/></Relationships>
</file>

<file path=ppt/slides/_rels/slide36.xml.rels><?xml version="1.0" encoding="UTF-8" standalone="yes"?>
<Relationships xmlns="http://schemas.openxmlformats.org/package/2006/relationships"><Relationship Id="rId3" Type="http://schemas.openxmlformats.org/officeDocument/2006/relationships/image" Target="../media/image115.svg"/><Relationship Id="rId2" Type="http://schemas.openxmlformats.org/officeDocument/2006/relationships/image" Target="../media/image114.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7.svg"/><Relationship Id="rId18" Type="http://schemas.openxmlformats.org/officeDocument/2006/relationships/image" Target="../media/image132.png"/><Relationship Id="rId26" Type="http://schemas.openxmlformats.org/officeDocument/2006/relationships/image" Target="../media/image138.png"/><Relationship Id="rId3" Type="http://schemas.openxmlformats.org/officeDocument/2006/relationships/image" Target="../media/image117.svg"/><Relationship Id="rId21" Type="http://schemas.openxmlformats.org/officeDocument/2006/relationships/image" Target="../media/image135.svg"/><Relationship Id="rId7" Type="http://schemas.openxmlformats.org/officeDocument/2006/relationships/image" Target="../media/image121.svg"/><Relationship Id="rId12" Type="http://schemas.openxmlformats.org/officeDocument/2006/relationships/image" Target="../media/image126.png"/><Relationship Id="rId17" Type="http://schemas.openxmlformats.org/officeDocument/2006/relationships/image" Target="../media/image131.svg"/><Relationship Id="rId25" Type="http://schemas.openxmlformats.org/officeDocument/2006/relationships/image" Target="../media/image137.svg"/><Relationship Id="rId2" Type="http://schemas.openxmlformats.org/officeDocument/2006/relationships/image" Target="../media/image116.png"/><Relationship Id="rId16" Type="http://schemas.openxmlformats.org/officeDocument/2006/relationships/image" Target="../media/image130.png"/><Relationship Id="rId20" Type="http://schemas.openxmlformats.org/officeDocument/2006/relationships/image" Target="../media/image134.png"/><Relationship Id="rId29" Type="http://schemas.openxmlformats.org/officeDocument/2006/relationships/image" Target="../media/image141.svg"/><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125.svg"/><Relationship Id="rId24" Type="http://schemas.openxmlformats.org/officeDocument/2006/relationships/image" Target="../media/image136.png"/><Relationship Id="rId5" Type="http://schemas.openxmlformats.org/officeDocument/2006/relationships/image" Target="../media/image119.svg"/><Relationship Id="rId15" Type="http://schemas.openxmlformats.org/officeDocument/2006/relationships/image" Target="../media/image129.svg"/><Relationship Id="rId23" Type="http://schemas.openxmlformats.org/officeDocument/2006/relationships/image" Target="../media/image113.svg"/><Relationship Id="rId28" Type="http://schemas.openxmlformats.org/officeDocument/2006/relationships/image" Target="../media/image140.png"/><Relationship Id="rId10" Type="http://schemas.openxmlformats.org/officeDocument/2006/relationships/image" Target="../media/image124.png"/><Relationship Id="rId19" Type="http://schemas.openxmlformats.org/officeDocument/2006/relationships/image" Target="../media/image133.svg"/><Relationship Id="rId4" Type="http://schemas.openxmlformats.org/officeDocument/2006/relationships/image" Target="../media/image118.png"/><Relationship Id="rId9" Type="http://schemas.openxmlformats.org/officeDocument/2006/relationships/image" Target="../media/image123.svg"/><Relationship Id="rId14" Type="http://schemas.openxmlformats.org/officeDocument/2006/relationships/image" Target="../media/image128.png"/><Relationship Id="rId22" Type="http://schemas.openxmlformats.org/officeDocument/2006/relationships/image" Target="../media/image112.png"/><Relationship Id="rId27" Type="http://schemas.openxmlformats.org/officeDocument/2006/relationships/image" Target="../media/image139.svg"/></Relationships>
</file>

<file path=ppt/slides/_rels/slide38.xml.rels><?xml version="1.0" encoding="UTF-8" standalone="yes"?>
<Relationships xmlns="http://schemas.openxmlformats.org/package/2006/relationships"><Relationship Id="rId8" Type="http://schemas.openxmlformats.org/officeDocument/2006/relationships/image" Target="../media/image139.svg"/><Relationship Id="rId13" Type="http://schemas.openxmlformats.org/officeDocument/2006/relationships/image" Target="../media/image118.png"/><Relationship Id="rId18" Type="http://schemas.openxmlformats.org/officeDocument/2006/relationships/image" Target="../media/image123.svg"/><Relationship Id="rId26" Type="http://schemas.openxmlformats.org/officeDocument/2006/relationships/image" Target="../media/image131.svg"/><Relationship Id="rId3" Type="http://schemas.openxmlformats.org/officeDocument/2006/relationships/image" Target="../media/image112.png"/><Relationship Id="rId21" Type="http://schemas.openxmlformats.org/officeDocument/2006/relationships/image" Target="../media/image126.png"/><Relationship Id="rId7" Type="http://schemas.openxmlformats.org/officeDocument/2006/relationships/image" Target="../media/image138.png"/><Relationship Id="rId12" Type="http://schemas.openxmlformats.org/officeDocument/2006/relationships/image" Target="../media/image117.svg"/><Relationship Id="rId17" Type="http://schemas.openxmlformats.org/officeDocument/2006/relationships/image" Target="../media/image122.png"/><Relationship Id="rId25" Type="http://schemas.openxmlformats.org/officeDocument/2006/relationships/image" Target="../media/image130.png"/><Relationship Id="rId2" Type="http://schemas.openxmlformats.org/officeDocument/2006/relationships/notesSlide" Target="../notesSlides/notesSlide9.xml"/><Relationship Id="rId16" Type="http://schemas.openxmlformats.org/officeDocument/2006/relationships/image" Target="../media/image121.svg"/><Relationship Id="rId20" Type="http://schemas.openxmlformats.org/officeDocument/2006/relationships/image" Target="../media/image125.svg"/><Relationship Id="rId29" Type="http://schemas.openxmlformats.org/officeDocument/2006/relationships/image" Target="../media/image134.png"/><Relationship Id="rId1" Type="http://schemas.openxmlformats.org/officeDocument/2006/relationships/slideLayout" Target="../slideLayouts/slideLayout6.xml"/><Relationship Id="rId6" Type="http://schemas.openxmlformats.org/officeDocument/2006/relationships/image" Target="../media/image137.svg"/><Relationship Id="rId11" Type="http://schemas.openxmlformats.org/officeDocument/2006/relationships/image" Target="../media/image116.png"/><Relationship Id="rId24" Type="http://schemas.openxmlformats.org/officeDocument/2006/relationships/image" Target="../media/image129.svg"/><Relationship Id="rId5" Type="http://schemas.openxmlformats.org/officeDocument/2006/relationships/image" Target="../media/image136.png"/><Relationship Id="rId15" Type="http://schemas.openxmlformats.org/officeDocument/2006/relationships/image" Target="../media/image120.png"/><Relationship Id="rId23" Type="http://schemas.openxmlformats.org/officeDocument/2006/relationships/image" Target="../media/image128.png"/><Relationship Id="rId28" Type="http://schemas.openxmlformats.org/officeDocument/2006/relationships/image" Target="../media/image133.svg"/><Relationship Id="rId10" Type="http://schemas.openxmlformats.org/officeDocument/2006/relationships/image" Target="../media/image141.svg"/><Relationship Id="rId19" Type="http://schemas.openxmlformats.org/officeDocument/2006/relationships/image" Target="../media/image124.png"/><Relationship Id="rId4" Type="http://schemas.openxmlformats.org/officeDocument/2006/relationships/image" Target="../media/image113.svg"/><Relationship Id="rId9" Type="http://schemas.openxmlformats.org/officeDocument/2006/relationships/image" Target="../media/image140.png"/><Relationship Id="rId14" Type="http://schemas.openxmlformats.org/officeDocument/2006/relationships/image" Target="../media/image119.svg"/><Relationship Id="rId22" Type="http://schemas.openxmlformats.org/officeDocument/2006/relationships/image" Target="../media/image127.svg"/><Relationship Id="rId27" Type="http://schemas.openxmlformats.org/officeDocument/2006/relationships/image" Target="../media/image132.png"/><Relationship Id="rId30" Type="http://schemas.openxmlformats.org/officeDocument/2006/relationships/image" Target="../media/image135.svg"/></Relationships>
</file>

<file path=ppt/slides/_rels/slide39.xml.rels><?xml version="1.0" encoding="UTF-8" standalone="yes"?>
<Relationships xmlns="http://schemas.openxmlformats.org/package/2006/relationships"><Relationship Id="rId3" Type="http://schemas.openxmlformats.org/officeDocument/2006/relationships/image" Target="../media/image113.sv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3.sv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37.svg"/><Relationship Id="rId2" Type="http://schemas.openxmlformats.org/officeDocument/2006/relationships/image" Target="../media/image136.png"/><Relationship Id="rId1" Type="http://schemas.openxmlformats.org/officeDocument/2006/relationships/slideLayout" Target="../slideLayouts/slideLayout2.xml"/><Relationship Id="rId5" Type="http://schemas.openxmlformats.org/officeDocument/2006/relationships/image" Target="../media/image143.svg"/><Relationship Id="rId4" Type="http://schemas.openxmlformats.org/officeDocument/2006/relationships/image" Target="../media/image142.png"/></Relationships>
</file>

<file path=ppt/slides/_rels/slide4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43.svg"/><Relationship Id="rId5" Type="http://schemas.openxmlformats.org/officeDocument/2006/relationships/image" Target="../media/image142.png"/><Relationship Id="rId4" Type="http://schemas.openxmlformats.org/officeDocument/2006/relationships/image" Target="../media/image137.svg"/></Relationships>
</file>

<file path=ppt/slides/_rels/slide44.xml.rels><?xml version="1.0" encoding="UTF-8" standalone="yes"?>
<Relationships xmlns="http://schemas.openxmlformats.org/package/2006/relationships"><Relationship Id="rId3" Type="http://schemas.openxmlformats.org/officeDocument/2006/relationships/image" Target="../media/image143.svg"/><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3.svg"/><Relationship Id="rId2" Type="http://schemas.openxmlformats.org/officeDocument/2006/relationships/image" Target="../media/image1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Rectangle 30">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5" name="Rectangle 34">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 name="Freeform: Shape 36">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9" name="Freeform: Shape 38">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re 3">
            <a:extLst>
              <a:ext uri="{FF2B5EF4-FFF2-40B4-BE49-F238E27FC236}">
                <a16:creationId xmlns:a16="http://schemas.microsoft.com/office/drawing/2014/main" id="{DD394831-DF93-46A4-A449-B5143943734E}"/>
              </a:ext>
            </a:extLst>
          </p:cNvPr>
          <p:cNvSpPr>
            <a:spLocks noGrp="1"/>
          </p:cNvSpPr>
          <p:nvPr>
            <p:ph type="ctrTitle"/>
          </p:nvPr>
        </p:nvSpPr>
        <p:spPr>
          <a:xfrm>
            <a:off x="371094" y="1161288"/>
            <a:ext cx="3438144" cy="1239012"/>
          </a:xfrm>
        </p:spPr>
        <p:txBody>
          <a:bodyPr vert="horz" lIns="91440" tIns="45720" rIns="91440" bIns="45720" rtlCol="0" anchor="ctr">
            <a:normAutofit fontScale="90000"/>
          </a:bodyPr>
          <a:lstStyle/>
          <a:p>
            <a:r>
              <a:rPr lang="en-US" sz="2800" dirty="0"/>
              <a:t>The Corporate Community Boosters People challenges</a:t>
            </a:r>
          </a:p>
        </p:txBody>
      </p:sp>
      <p:sp>
        <p:nvSpPr>
          <p:cNvPr id="41" name="Rectangle 40">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Sous-titre 4">
            <a:extLst>
              <a:ext uri="{FF2B5EF4-FFF2-40B4-BE49-F238E27FC236}">
                <a16:creationId xmlns:a16="http://schemas.microsoft.com/office/drawing/2014/main" id="{36B5E41D-7A12-412D-B2B4-21467B4881FB}"/>
              </a:ext>
            </a:extLst>
          </p:cNvPr>
          <p:cNvSpPr>
            <a:spLocks noGrp="1"/>
          </p:cNvSpPr>
          <p:nvPr>
            <p:ph type="subTitle" idx="1"/>
          </p:nvPr>
        </p:nvSpPr>
        <p:spPr>
          <a:xfrm>
            <a:off x="576072" y="2890982"/>
            <a:ext cx="3233166" cy="3317794"/>
          </a:xfrm>
        </p:spPr>
        <p:txBody>
          <a:bodyPr>
            <a:normAutofit lnSpcReduction="10000"/>
          </a:bodyPr>
          <a:lstStyle/>
          <a:p>
            <a:r>
              <a:rPr lang="en-US" dirty="0"/>
              <a:t>Corporate Community Booster is not just a content job, or a value providing job, it is first a people job.</a:t>
            </a:r>
          </a:p>
        </p:txBody>
      </p:sp>
      <p:grpSp>
        <p:nvGrpSpPr>
          <p:cNvPr id="2" name="Groupe 1">
            <a:extLst>
              <a:ext uri="{FF2B5EF4-FFF2-40B4-BE49-F238E27FC236}">
                <a16:creationId xmlns:a16="http://schemas.microsoft.com/office/drawing/2014/main" id="{6A194855-3269-4300-8A6C-E4BE727D8FC6}"/>
              </a:ext>
            </a:extLst>
          </p:cNvPr>
          <p:cNvGrpSpPr/>
          <p:nvPr/>
        </p:nvGrpSpPr>
        <p:grpSpPr>
          <a:xfrm>
            <a:off x="4901184" y="1501051"/>
            <a:ext cx="6922006" cy="3956484"/>
            <a:chOff x="906464" y="1595695"/>
            <a:chExt cx="9398847" cy="5372195"/>
          </a:xfrm>
        </p:grpSpPr>
        <p:pic>
          <p:nvPicPr>
            <p:cNvPr id="18" name="Graphique 17" descr="Employé de bureau avec un remplissage uni">
              <a:extLst>
                <a:ext uri="{FF2B5EF4-FFF2-40B4-BE49-F238E27FC236}">
                  <a16:creationId xmlns:a16="http://schemas.microsoft.com/office/drawing/2014/main" id="{B4406935-1C88-4862-88CF-6FA8525B80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76511" y="1931679"/>
              <a:ext cx="914400" cy="914400"/>
            </a:xfrm>
            <a:prstGeom prst="rect">
              <a:avLst/>
            </a:prstGeom>
          </p:spPr>
        </p:pic>
        <p:pic>
          <p:nvPicPr>
            <p:cNvPr id="19" name="Graphique 18" descr="Employée de bureau avec un remplissage uni">
              <a:extLst>
                <a:ext uri="{FF2B5EF4-FFF2-40B4-BE49-F238E27FC236}">
                  <a16:creationId xmlns:a16="http://schemas.microsoft.com/office/drawing/2014/main" id="{D5F18A33-BA0E-489D-BF86-EBF9F86777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72431" y="1931679"/>
              <a:ext cx="914400" cy="914400"/>
            </a:xfrm>
            <a:prstGeom prst="rect">
              <a:avLst/>
            </a:prstGeom>
          </p:spPr>
        </p:pic>
        <p:pic>
          <p:nvPicPr>
            <p:cNvPr id="20" name="Graphique 19" descr="Écolière avec un remplissage uni">
              <a:extLst>
                <a:ext uri="{FF2B5EF4-FFF2-40B4-BE49-F238E27FC236}">
                  <a16:creationId xmlns:a16="http://schemas.microsoft.com/office/drawing/2014/main" id="{63A5187A-E918-40D0-9CF9-AD8657938B4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05817" y="5943600"/>
              <a:ext cx="914400" cy="914400"/>
            </a:xfrm>
            <a:prstGeom prst="rect">
              <a:avLst/>
            </a:prstGeom>
          </p:spPr>
        </p:pic>
        <p:pic>
          <p:nvPicPr>
            <p:cNvPr id="21" name="Graphique 20" descr="Personne avec une idée avec un remplissage uni">
              <a:extLst>
                <a:ext uri="{FF2B5EF4-FFF2-40B4-BE49-F238E27FC236}">
                  <a16:creationId xmlns:a16="http://schemas.microsoft.com/office/drawing/2014/main" id="{90538391-5D4B-451D-B36F-0A09F3B6D74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6464" y="3963942"/>
              <a:ext cx="1102794" cy="1102794"/>
            </a:xfrm>
            <a:prstGeom prst="rect">
              <a:avLst/>
            </a:prstGeom>
          </p:spPr>
        </p:pic>
        <p:pic>
          <p:nvPicPr>
            <p:cNvPr id="22" name="Graphique 21" descr="Couronne d'utilisateur féminine avec un remplissage uni">
              <a:extLst>
                <a:ext uri="{FF2B5EF4-FFF2-40B4-BE49-F238E27FC236}">
                  <a16:creationId xmlns:a16="http://schemas.microsoft.com/office/drawing/2014/main" id="{B3533015-606A-48DA-BDC4-E4FE24EEB44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398179" y="1595695"/>
              <a:ext cx="914400" cy="914400"/>
            </a:xfrm>
            <a:prstGeom prst="rect">
              <a:avLst/>
            </a:prstGeom>
          </p:spPr>
        </p:pic>
        <p:pic>
          <p:nvPicPr>
            <p:cNvPr id="23" name="Graphique 22" descr="Enseignant avec un remplissage uni">
              <a:extLst>
                <a:ext uri="{FF2B5EF4-FFF2-40B4-BE49-F238E27FC236}">
                  <a16:creationId xmlns:a16="http://schemas.microsoft.com/office/drawing/2014/main" id="{57E5F715-8F9F-4B38-99A0-FE0D580196A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72431" y="6053490"/>
              <a:ext cx="914400" cy="914400"/>
            </a:xfrm>
            <a:prstGeom prst="rect">
              <a:avLst/>
            </a:prstGeom>
          </p:spPr>
        </p:pic>
        <p:pic>
          <p:nvPicPr>
            <p:cNvPr id="24" name="Graphique 23" descr="Centre d’appels avec un remplissage uni">
              <a:extLst>
                <a:ext uri="{FF2B5EF4-FFF2-40B4-BE49-F238E27FC236}">
                  <a16:creationId xmlns:a16="http://schemas.microsoft.com/office/drawing/2014/main" id="{ED4630E0-87ED-4C8F-A0B7-05E6516B098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90911" y="3963942"/>
              <a:ext cx="914400" cy="914400"/>
            </a:xfrm>
            <a:prstGeom prst="rect">
              <a:avLst/>
            </a:prstGeom>
          </p:spPr>
        </p:pic>
      </p:grpSp>
      <p:pic>
        <p:nvPicPr>
          <p:cNvPr id="27" name="Graphique 26" descr="Personne confuse avec un remplissage uni">
            <a:extLst>
              <a:ext uri="{FF2B5EF4-FFF2-40B4-BE49-F238E27FC236}">
                <a16:creationId xmlns:a16="http://schemas.microsoft.com/office/drawing/2014/main" id="{1ECAA254-A46C-482B-9B58-249AFCBBF8AB}"/>
              </a:ext>
            </a:extLst>
          </p:cNvPr>
          <p:cNvPicPr>
            <a:picLocks noChangeAspect="1"/>
          </p:cNvPicPr>
          <p:nvPr/>
        </p:nvPicPr>
        <p:blipFill rotWithShape="1">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l="14825" r="14911" b="49785"/>
          <a:stretch/>
        </p:blipFill>
        <p:spPr>
          <a:xfrm>
            <a:off x="5392264" y="2303808"/>
            <a:ext cx="6313950" cy="4512329"/>
          </a:xfrm>
          <a:prstGeom prst="rect">
            <a:avLst/>
          </a:prstGeom>
        </p:spPr>
      </p:pic>
      <p:pic>
        <p:nvPicPr>
          <p:cNvPr id="30" name="Graphique 29" descr="Visage portant des lunettes de soleil à remplissage uni avec un remplissage uni">
            <a:extLst>
              <a:ext uri="{FF2B5EF4-FFF2-40B4-BE49-F238E27FC236}">
                <a16:creationId xmlns:a16="http://schemas.microsoft.com/office/drawing/2014/main" id="{47712162-1F71-4560-B2DA-FDE1FAD51AB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527589" y="2303808"/>
            <a:ext cx="2049630" cy="2049630"/>
          </a:xfrm>
          <a:prstGeom prst="rect">
            <a:avLst/>
          </a:prstGeom>
        </p:spPr>
      </p:pic>
    </p:spTree>
    <p:extLst>
      <p:ext uri="{BB962C8B-B14F-4D97-AF65-F5344CB8AC3E}">
        <p14:creationId xmlns:p14="http://schemas.microsoft.com/office/powerpoint/2010/main" val="1274161867"/>
      </p:ext>
    </p:extLst>
  </p:cSld>
  <p:clrMapOvr>
    <a:masterClrMapping/>
  </p:clrMapOvr>
  <mc:AlternateContent xmlns:mc="http://schemas.openxmlformats.org/markup-compatibility/2006" xmlns:p14="http://schemas.microsoft.com/office/powerpoint/2010/main">
    <mc:Choice Requires="p14">
      <p:transition spd="slow" p14:dur="2000" advTm="30508"/>
    </mc:Choice>
    <mc:Fallback xmlns="">
      <p:transition spd="slow" advTm="3050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FD8067-3852-4B46-9FFB-2A025260AA66}"/>
              </a:ext>
            </a:extLst>
          </p:cNvPr>
          <p:cNvSpPr>
            <a:spLocks noGrp="1"/>
          </p:cNvSpPr>
          <p:nvPr>
            <p:ph type="title"/>
          </p:nvPr>
        </p:nvSpPr>
        <p:spPr/>
        <p:txBody>
          <a:bodyPr>
            <a:normAutofit/>
          </a:bodyPr>
          <a:lstStyle/>
          <a:p>
            <a:r>
              <a:rPr lang="en-US" dirty="0"/>
              <a:t>360 expectations - oversimplified</a:t>
            </a:r>
          </a:p>
        </p:txBody>
      </p:sp>
      <p:pic>
        <p:nvPicPr>
          <p:cNvPr id="5" name="Graphique 4" descr="Personne confuse avec un remplissage uni">
            <a:extLst>
              <a:ext uri="{FF2B5EF4-FFF2-40B4-BE49-F238E27FC236}">
                <a16:creationId xmlns:a16="http://schemas.microsoft.com/office/drawing/2014/main" id="{5F289E08-ACF9-40D9-AE37-47D3045E567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4863799" y="3451227"/>
            <a:ext cx="1983159" cy="1417285"/>
          </a:xfrm>
          <a:prstGeom prst="rect">
            <a:avLst/>
          </a:prstGeom>
        </p:spPr>
      </p:pic>
      <p:pic>
        <p:nvPicPr>
          <p:cNvPr id="8" name="Graphique 7" descr="Visage étourdi avec un remplissage uni avec un remplissage uni">
            <a:extLst>
              <a:ext uri="{FF2B5EF4-FFF2-40B4-BE49-F238E27FC236}">
                <a16:creationId xmlns:a16="http://schemas.microsoft.com/office/drawing/2014/main" id="{38988291-9DF3-43A4-AC79-531A1D9A363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13588" y="3451227"/>
            <a:ext cx="674641" cy="674641"/>
          </a:xfrm>
          <a:prstGeom prst="rect">
            <a:avLst/>
          </a:prstGeom>
        </p:spPr>
      </p:pic>
      <p:pic>
        <p:nvPicPr>
          <p:cNvPr id="10" name="Graphique 9" descr="Employé de bureau avec un remplissage uni">
            <a:extLst>
              <a:ext uri="{FF2B5EF4-FFF2-40B4-BE49-F238E27FC236}">
                <a16:creationId xmlns:a16="http://schemas.microsoft.com/office/drawing/2014/main" id="{1873378A-7F70-462C-B33E-04028AD4252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476511" y="1931679"/>
            <a:ext cx="914400" cy="914400"/>
          </a:xfrm>
          <a:prstGeom prst="rect">
            <a:avLst/>
          </a:prstGeom>
        </p:spPr>
      </p:pic>
      <p:pic>
        <p:nvPicPr>
          <p:cNvPr id="14" name="Graphique 13" descr="Écolière avec un remplissage uni">
            <a:extLst>
              <a:ext uri="{FF2B5EF4-FFF2-40B4-BE49-F238E27FC236}">
                <a16:creationId xmlns:a16="http://schemas.microsoft.com/office/drawing/2014/main" id="{FDEEA02B-36F7-4143-8074-7784E28E4CE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05817" y="5943600"/>
            <a:ext cx="914400" cy="914400"/>
          </a:xfrm>
          <a:prstGeom prst="rect">
            <a:avLst/>
          </a:prstGeom>
        </p:spPr>
      </p:pic>
      <p:pic>
        <p:nvPicPr>
          <p:cNvPr id="16" name="Graphique 15" descr="Personne avec une idée avec un remplissage uni">
            <a:extLst>
              <a:ext uri="{FF2B5EF4-FFF2-40B4-BE49-F238E27FC236}">
                <a16:creationId xmlns:a16="http://schemas.microsoft.com/office/drawing/2014/main" id="{D43A6A5C-7A82-49BC-8BD9-35C2B29F81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6464" y="3963942"/>
            <a:ext cx="1102794" cy="1102794"/>
          </a:xfrm>
          <a:prstGeom prst="rect">
            <a:avLst/>
          </a:prstGeom>
        </p:spPr>
      </p:pic>
      <p:pic>
        <p:nvPicPr>
          <p:cNvPr id="18" name="Graphique 17" descr="Couronne d'utilisateur féminine avec un remplissage uni">
            <a:extLst>
              <a:ext uri="{FF2B5EF4-FFF2-40B4-BE49-F238E27FC236}">
                <a16:creationId xmlns:a16="http://schemas.microsoft.com/office/drawing/2014/main" id="{A0CBF91E-EC74-4910-8194-9EDDCC53A46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398179" y="1595695"/>
            <a:ext cx="914400" cy="914400"/>
          </a:xfrm>
          <a:prstGeom prst="rect">
            <a:avLst/>
          </a:prstGeom>
        </p:spPr>
      </p:pic>
      <p:pic>
        <p:nvPicPr>
          <p:cNvPr id="20" name="Graphique 19" descr="Enseignant avec un remplissage uni">
            <a:extLst>
              <a:ext uri="{FF2B5EF4-FFF2-40B4-BE49-F238E27FC236}">
                <a16:creationId xmlns:a16="http://schemas.microsoft.com/office/drawing/2014/main" id="{0F4CD3F7-D239-4496-8623-9C3505348C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472431" y="6053490"/>
            <a:ext cx="914400" cy="914400"/>
          </a:xfrm>
          <a:prstGeom prst="rect">
            <a:avLst/>
          </a:prstGeom>
        </p:spPr>
      </p:pic>
      <p:pic>
        <p:nvPicPr>
          <p:cNvPr id="22" name="Graphique 21" descr="Centre d’appels avec un remplissage uni">
            <a:extLst>
              <a:ext uri="{FF2B5EF4-FFF2-40B4-BE49-F238E27FC236}">
                <a16:creationId xmlns:a16="http://schemas.microsoft.com/office/drawing/2014/main" id="{B9FD2C1C-1D83-4757-955C-206644A9417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390911" y="3963942"/>
            <a:ext cx="914400" cy="914400"/>
          </a:xfrm>
          <a:prstGeom prst="rect">
            <a:avLst/>
          </a:prstGeom>
        </p:spPr>
      </p:pic>
      <p:sp>
        <p:nvSpPr>
          <p:cNvPr id="23" name="Bulle narrative : ronde 22">
            <a:extLst>
              <a:ext uri="{FF2B5EF4-FFF2-40B4-BE49-F238E27FC236}">
                <a16:creationId xmlns:a16="http://schemas.microsoft.com/office/drawing/2014/main" id="{F668F72A-4083-4823-B527-DDE8D41848D5}"/>
              </a:ext>
            </a:extLst>
          </p:cNvPr>
          <p:cNvSpPr/>
          <p:nvPr/>
        </p:nvSpPr>
        <p:spPr>
          <a:xfrm>
            <a:off x="1896409" y="2878422"/>
            <a:ext cx="2854894" cy="1023734"/>
          </a:xfrm>
          <a:prstGeom prst="wedgeEllipseCallout">
            <a:avLst>
              <a:gd name="adj1" fmla="val -21610"/>
              <a:gd name="adj2" fmla="val -62926"/>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24" name="Bulle narrative : ronde 23">
            <a:extLst>
              <a:ext uri="{FF2B5EF4-FFF2-40B4-BE49-F238E27FC236}">
                <a16:creationId xmlns:a16="http://schemas.microsoft.com/office/drawing/2014/main" id="{D75FCC8E-3218-415C-83BE-FAB05157B2F9}"/>
              </a:ext>
            </a:extLst>
          </p:cNvPr>
          <p:cNvSpPr/>
          <p:nvPr/>
        </p:nvSpPr>
        <p:spPr>
          <a:xfrm>
            <a:off x="6864674" y="2894058"/>
            <a:ext cx="2927395" cy="1124264"/>
          </a:xfrm>
          <a:prstGeom prst="wedgeEllipseCallout">
            <a:avLst>
              <a:gd name="adj1" fmla="val 18194"/>
              <a:gd name="adj2" fmla="val -81863"/>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25" name="Bulle narrative : ronde 24">
            <a:extLst>
              <a:ext uri="{FF2B5EF4-FFF2-40B4-BE49-F238E27FC236}">
                <a16:creationId xmlns:a16="http://schemas.microsoft.com/office/drawing/2014/main" id="{D0608C4C-05D2-4758-93D3-0D1FF4329D94}"/>
              </a:ext>
            </a:extLst>
          </p:cNvPr>
          <p:cNvSpPr/>
          <p:nvPr/>
        </p:nvSpPr>
        <p:spPr>
          <a:xfrm>
            <a:off x="6864675" y="4149057"/>
            <a:ext cx="2854894" cy="1066476"/>
          </a:xfrm>
          <a:prstGeom prst="wedgeEllipseCallout">
            <a:avLst>
              <a:gd name="adj1" fmla="val 50534"/>
              <a:gd name="adj2" fmla="val -290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26" name="Bulle narrative : ronde 25">
            <a:extLst>
              <a:ext uri="{FF2B5EF4-FFF2-40B4-BE49-F238E27FC236}">
                <a16:creationId xmlns:a16="http://schemas.microsoft.com/office/drawing/2014/main" id="{D5DF8230-B871-4BF3-B438-E6AAF81611B9}"/>
              </a:ext>
            </a:extLst>
          </p:cNvPr>
          <p:cNvSpPr/>
          <p:nvPr/>
        </p:nvSpPr>
        <p:spPr>
          <a:xfrm>
            <a:off x="1844671" y="4159870"/>
            <a:ext cx="2854894" cy="914400"/>
          </a:xfrm>
          <a:prstGeom prst="wedgeEllipseCallout">
            <a:avLst>
              <a:gd name="adj1" fmla="val -61102"/>
              <a:gd name="adj2" fmla="val 6487"/>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27" name="Bulle narrative : ronde 26">
            <a:extLst>
              <a:ext uri="{FF2B5EF4-FFF2-40B4-BE49-F238E27FC236}">
                <a16:creationId xmlns:a16="http://schemas.microsoft.com/office/drawing/2014/main" id="{26E23D74-B574-4D25-BE46-3CA9EF8B63A7}"/>
              </a:ext>
            </a:extLst>
          </p:cNvPr>
          <p:cNvSpPr/>
          <p:nvPr/>
        </p:nvSpPr>
        <p:spPr>
          <a:xfrm>
            <a:off x="4308501" y="2287478"/>
            <a:ext cx="3015810" cy="1007113"/>
          </a:xfrm>
          <a:prstGeom prst="wedgeEllipseCallout">
            <a:avLst>
              <a:gd name="adj1" fmla="val 1580"/>
              <a:gd name="adj2" fmla="val -6696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28" name="Bulle narrative : ronde 27">
            <a:extLst>
              <a:ext uri="{FF2B5EF4-FFF2-40B4-BE49-F238E27FC236}">
                <a16:creationId xmlns:a16="http://schemas.microsoft.com/office/drawing/2014/main" id="{D768A063-CF71-4020-9886-E8D4EF1EF753}"/>
              </a:ext>
            </a:extLst>
          </p:cNvPr>
          <p:cNvSpPr/>
          <p:nvPr/>
        </p:nvSpPr>
        <p:spPr>
          <a:xfrm>
            <a:off x="5855379" y="5346268"/>
            <a:ext cx="2854894" cy="1149857"/>
          </a:xfrm>
          <a:prstGeom prst="wedgeEllipseCallout">
            <a:avLst>
              <a:gd name="adj1" fmla="val 54168"/>
              <a:gd name="adj2" fmla="val 28418"/>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29" name="Bulle narrative : ronde 28">
            <a:extLst>
              <a:ext uri="{FF2B5EF4-FFF2-40B4-BE49-F238E27FC236}">
                <a16:creationId xmlns:a16="http://schemas.microsoft.com/office/drawing/2014/main" id="{236CDA45-9E98-41B3-A52F-DEB25458C0CA}"/>
              </a:ext>
            </a:extLst>
          </p:cNvPr>
          <p:cNvSpPr/>
          <p:nvPr/>
        </p:nvSpPr>
        <p:spPr>
          <a:xfrm>
            <a:off x="2856161" y="5304208"/>
            <a:ext cx="2854894" cy="1149858"/>
          </a:xfrm>
          <a:prstGeom prst="wedgeEllipseCallout">
            <a:avLst>
              <a:gd name="adj1" fmla="val -42445"/>
              <a:gd name="adj2" fmla="val 45322"/>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Provide value for me !</a:t>
            </a:r>
          </a:p>
        </p:txBody>
      </p:sp>
      <p:sp>
        <p:nvSpPr>
          <p:cNvPr id="30" name="ZoneTexte 29">
            <a:extLst>
              <a:ext uri="{FF2B5EF4-FFF2-40B4-BE49-F238E27FC236}">
                <a16:creationId xmlns:a16="http://schemas.microsoft.com/office/drawing/2014/main" id="{1510FC4D-245B-443C-8AAF-F8C55BBD879F}"/>
              </a:ext>
            </a:extLst>
          </p:cNvPr>
          <p:cNvSpPr txBox="1"/>
          <p:nvPr/>
        </p:nvSpPr>
        <p:spPr>
          <a:xfrm>
            <a:off x="6006500" y="1728216"/>
            <a:ext cx="1716350" cy="261610"/>
          </a:xfrm>
          <a:prstGeom prst="rect">
            <a:avLst/>
          </a:prstGeom>
          <a:noFill/>
        </p:spPr>
        <p:txBody>
          <a:bodyPr wrap="square" rtlCol="0">
            <a:spAutoFit/>
          </a:bodyPr>
          <a:lstStyle/>
          <a:p>
            <a:r>
              <a:rPr lang="en-US" sz="1100" b="1" dirty="0">
                <a:solidFill>
                  <a:srgbClr val="EC7B2B"/>
                </a:solidFill>
              </a:rPr>
              <a:t>Top Management</a:t>
            </a:r>
          </a:p>
        </p:txBody>
      </p:sp>
      <p:sp>
        <p:nvSpPr>
          <p:cNvPr id="31" name="ZoneTexte 30">
            <a:extLst>
              <a:ext uri="{FF2B5EF4-FFF2-40B4-BE49-F238E27FC236}">
                <a16:creationId xmlns:a16="http://schemas.microsoft.com/office/drawing/2014/main" id="{ED22D590-DEE6-4E39-B7AF-9ADD426FBB6C}"/>
              </a:ext>
            </a:extLst>
          </p:cNvPr>
          <p:cNvSpPr txBox="1"/>
          <p:nvPr/>
        </p:nvSpPr>
        <p:spPr>
          <a:xfrm>
            <a:off x="9212818" y="2226499"/>
            <a:ext cx="1716350" cy="430887"/>
          </a:xfrm>
          <a:prstGeom prst="rect">
            <a:avLst/>
          </a:prstGeom>
          <a:noFill/>
        </p:spPr>
        <p:txBody>
          <a:bodyPr wrap="square" rtlCol="0">
            <a:spAutoFit/>
          </a:bodyPr>
          <a:lstStyle/>
          <a:p>
            <a:r>
              <a:rPr lang="en-US" sz="1100" b="1" dirty="0">
                <a:solidFill>
                  <a:srgbClr val="EC7B2B"/>
                </a:solidFill>
              </a:rPr>
              <a:t>Non-sponsoring Hierarchy</a:t>
            </a:r>
          </a:p>
        </p:txBody>
      </p:sp>
      <p:sp>
        <p:nvSpPr>
          <p:cNvPr id="32" name="ZoneTexte 31">
            <a:extLst>
              <a:ext uri="{FF2B5EF4-FFF2-40B4-BE49-F238E27FC236}">
                <a16:creationId xmlns:a16="http://schemas.microsoft.com/office/drawing/2014/main" id="{ADDCE6CC-3E65-478D-9FC4-360B4B0F9CBF}"/>
              </a:ext>
            </a:extLst>
          </p:cNvPr>
          <p:cNvSpPr txBox="1"/>
          <p:nvPr/>
        </p:nvSpPr>
        <p:spPr>
          <a:xfrm>
            <a:off x="1102821" y="2379290"/>
            <a:ext cx="1369610" cy="261610"/>
          </a:xfrm>
          <a:prstGeom prst="rect">
            <a:avLst/>
          </a:prstGeom>
          <a:noFill/>
        </p:spPr>
        <p:txBody>
          <a:bodyPr wrap="square" rtlCol="0">
            <a:spAutoFit/>
          </a:bodyPr>
          <a:lstStyle/>
          <a:p>
            <a:pPr algn="r"/>
            <a:r>
              <a:rPr lang="en-US" sz="1100" b="1" dirty="0">
                <a:solidFill>
                  <a:srgbClr val="EC7B2B"/>
                </a:solidFill>
              </a:rPr>
              <a:t>Sponsors</a:t>
            </a:r>
          </a:p>
        </p:txBody>
      </p:sp>
      <p:sp>
        <p:nvSpPr>
          <p:cNvPr id="33" name="ZoneTexte 32">
            <a:extLst>
              <a:ext uri="{FF2B5EF4-FFF2-40B4-BE49-F238E27FC236}">
                <a16:creationId xmlns:a16="http://schemas.microsoft.com/office/drawing/2014/main" id="{8CFFA553-0601-4FFF-BBC8-CD85B3EB638A}"/>
              </a:ext>
            </a:extLst>
          </p:cNvPr>
          <p:cNvSpPr txBox="1"/>
          <p:nvPr/>
        </p:nvSpPr>
        <p:spPr>
          <a:xfrm>
            <a:off x="10111525" y="4251408"/>
            <a:ext cx="1123749" cy="769441"/>
          </a:xfrm>
          <a:prstGeom prst="rect">
            <a:avLst/>
          </a:prstGeom>
          <a:noFill/>
        </p:spPr>
        <p:txBody>
          <a:bodyPr wrap="square" rtlCol="0">
            <a:spAutoFit/>
          </a:bodyPr>
          <a:lstStyle/>
          <a:p>
            <a:r>
              <a:rPr lang="en-US" sz="1100" b="1" dirty="0">
                <a:solidFill>
                  <a:srgbClr val="EC7B2B"/>
                </a:solidFill>
              </a:rPr>
              <a:t>Non-active members (passive consumers)</a:t>
            </a:r>
          </a:p>
        </p:txBody>
      </p:sp>
      <p:sp>
        <p:nvSpPr>
          <p:cNvPr id="34" name="ZoneTexte 33">
            <a:extLst>
              <a:ext uri="{FF2B5EF4-FFF2-40B4-BE49-F238E27FC236}">
                <a16:creationId xmlns:a16="http://schemas.microsoft.com/office/drawing/2014/main" id="{F78E7F57-B55C-43AD-AE6F-FF29C803B6EB}"/>
              </a:ext>
            </a:extLst>
          </p:cNvPr>
          <p:cNvSpPr txBox="1"/>
          <p:nvPr/>
        </p:nvSpPr>
        <p:spPr>
          <a:xfrm>
            <a:off x="9181562" y="6102060"/>
            <a:ext cx="1123749" cy="430887"/>
          </a:xfrm>
          <a:prstGeom prst="rect">
            <a:avLst/>
          </a:prstGeom>
          <a:noFill/>
        </p:spPr>
        <p:txBody>
          <a:bodyPr wrap="square" rtlCol="0">
            <a:spAutoFit/>
          </a:bodyPr>
          <a:lstStyle/>
          <a:p>
            <a:r>
              <a:rPr lang="en-US" sz="1100" b="1" dirty="0">
                <a:solidFill>
                  <a:srgbClr val="EC7B2B"/>
                </a:solidFill>
              </a:rPr>
              <a:t>New members</a:t>
            </a:r>
          </a:p>
        </p:txBody>
      </p:sp>
      <p:sp>
        <p:nvSpPr>
          <p:cNvPr id="35" name="ZoneTexte 34">
            <a:extLst>
              <a:ext uri="{FF2B5EF4-FFF2-40B4-BE49-F238E27FC236}">
                <a16:creationId xmlns:a16="http://schemas.microsoft.com/office/drawing/2014/main" id="{F8D44F00-547B-439F-86B8-C7796942D2B6}"/>
              </a:ext>
            </a:extLst>
          </p:cNvPr>
          <p:cNvSpPr txBox="1"/>
          <p:nvPr/>
        </p:nvSpPr>
        <p:spPr>
          <a:xfrm>
            <a:off x="1457861" y="6174334"/>
            <a:ext cx="1123749" cy="430887"/>
          </a:xfrm>
          <a:prstGeom prst="rect">
            <a:avLst/>
          </a:prstGeom>
          <a:noFill/>
        </p:spPr>
        <p:txBody>
          <a:bodyPr wrap="square" rtlCol="0">
            <a:spAutoFit/>
          </a:bodyPr>
          <a:lstStyle/>
          <a:p>
            <a:pPr algn="r"/>
            <a:r>
              <a:rPr lang="en-US" sz="1100" b="1" dirty="0">
                <a:solidFill>
                  <a:srgbClr val="EC7B2B"/>
                </a:solidFill>
              </a:rPr>
              <a:t>Potential members</a:t>
            </a:r>
          </a:p>
        </p:txBody>
      </p:sp>
      <p:sp>
        <p:nvSpPr>
          <p:cNvPr id="36" name="ZoneTexte 35">
            <a:extLst>
              <a:ext uri="{FF2B5EF4-FFF2-40B4-BE49-F238E27FC236}">
                <a16:creationId xmlns:a16="http://schemas.microsoft.com/office/drawing/2014/main" id="{C2D08447-B3DC-4EE7-8FC9-8EF2CD9F26B9}"/>
              </a:ext>
            </a:extLst>
          </p:cNvPr>
          <p:cNvSpPr txBox="1"/>
          <p:nvPr/>
        </p:nvSpPr>
        <p:spPr>
          <a:xfrm>
            <a:off x="235074" y="4515339"/>
            <a:ext cx="867747" cy="430887"/>
          </a:xfrm>
          <a:prstGeom prst="rect">
            <a:avLst/>
          </a:prstGeom>
          <a:noFill/>
        </p:spPr>
        <p:txBody>
          <a:bodyPr wrap="square" rtlCol="0">
            <a:spAutoFit/>
          </a:bodyPr>
          <a:lstStyle/>
          <a:p>
            <a:pPr algn="r"/>
            <a:r>
              <a:rPr lang="en-US" sz="1100" b="1" dirty="0">
                <a:solidFill>
                  <a:srgbClr val="EC7B2B"/>
                </a:solidFill>
              </a:rPr>
              <a:t>Active members</a:t>
            </a:r>
          </a:p>
        </p:txBody>
      </p:sp>
      <p:grpSp>
        <p:nvGrpSpPr>
          <p:cNvPr id="13" name="Groupe 12">
            <a:extLst>
              <a:ext uri="{FF2B5EF4-FFF2-40B4-BE49-F238E27FC236}">
                <a16:creationId xmlns:a16="http://schemas.microsoft.com/office/drawing/2014/main" id="{E31B2484-2D63-4DEF-8CC8-0DD23D7AD9E9}"/>
              </a:ext>
            </a:extLst>
          </p:cNvPr>
          <p:cNvGrpSpPr/>
          <p:nvPr/>
        </p:nvGrpSpPr>
        <p:grpSpPr>
          <a:xfrm>
            <a:off x="2282977" y="1922090"/>
            <a:ext cx="914400" cy="914400"/>
            <a:chOff x="2472431" y="1931679"/>
            <a:chExt cx="914400" cy="914400"/>
          </a:xfrm>
        </p:grpSpPr>
        <p:pic>
          <p:nvPicPr>
            <p:cNvPr id="12" name="Graphique 11" descr="Employée de bureau avec un remplissage uni">
              <a:extLst>
                <a:ext uri="{FF2B5EF4-FFF2-40B4-BE49-F238E27FC236}">
                  <a16:creationId xmlns:a16="http://schemas.microsoft.com/office/drawing/2014/main" id="{DEA9B1B1-6F76-4301-98B6-BA43279B42F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2472431" y="1931679"/>
              <a:ext cx="914400" cy="914400"/>
            </a:xfrm>
            <a:prstGeom prst="rect">
              <a:avLst/>
            </a:prstGeom>
          </p:spPr>
        </p:pic>
        <p:pic>
          <p:nvPicPr>
            <p:cNvPr id="11" name="Graphique 10" descr="Euro avec un remplissage uni">
              <a:extLst>
                <a:ext uri="{FF2B5EF4-FFF2-40B4-BE49-F238E27FC236}">
                  <a16:creationId xmlns:a16="http://schemas.microsoft.com/office/drawing/2014/main" id="{2A0CC82B-6AE0-4760-B994-AF99B13B466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837714" y="2492740"/>
              <a:ext cx="167927" cy="167927"/>
            </a:xfrm>
            <a:prstGeom prst="rect">
              <a:avLst/>
            </a:prstGeom>
          </p:spPr>
        </p:pic>
      </p:grpSp>
      <p:sp>
        <p:nvSpPr>
          <p:cNvPr id="39" name="ZoneTexte 38">
            <a:extLst>
              <a:ext uri="{FF2B5EF4-FFF2-40B4-BE49-F238E27FC236}">
                <a16:creationId xmlns:a16="http://schemas.microsoft.com/office/drawing/2014/main" id="{C11E1B9E-70BE-408B-BA99-8E90A96029B2}"/>
              </a:ext>
            </a:extLst>
          </p:cNvPr>
          <p:cNvSpPr txBox="1"/>
          <p:nvPr/>
        </p:nvSpPr>
        <p:spPr>
          <a:xfrm>
            <a:off x="4941879" y="4878342"/>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spTree>
    <p:extLst>
      <p:ext uri="{BB962C8B-B14F-4D97-AF65-F5344CB8AC3E}">
        <p14:creationId xmlns:p14="http://schemas.microsoft.com/office/powerpoint/2010/main" val="2519258302"/>
      </p:ext>
    </p:extLst>
  </p:cSld>
  <p:clrMapOvr>
    <a:masterClrMapping/>
  </p:clrMapOvr>
  <mc:AlternateContent xmlns:mc="http://schemas.openxmlformats.org/markup-compatibility/2006" xmlns:p14="http://schemas.microsoft.com/office/powerpoint/2010/main">
    <mc:Choice Requires="p14">
      <p:transition spd="slow" p14:dur="2000" advTm="37583"/>
    </mc:Choice>
    <mc:Fallback xmlns="">
      <p:transition spd="slow" advTm="3758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C7B2B"/>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a:xfrm>
            <a:off x="1182624" y="2615184"/>
            <a:ext cx="9826752" cy="3694176"/>
          </a:xfrm>
        </p:spPr>
        <p:txBody>
          <a:bodyPr>
            <a:normAutofit/>
          </a:bodyPr>
          <a:lstStyle/>
          <a:p>
            <a:pPr marL="0" indent="0">
              <a:buNone/>
            </a:pPr>
            <a:r>
              <a:rPr lang="en-US" dirty="0"/>
              <a:t> </a:t>
            </a:r>
          </a:p>
        </p:txBody>
      </p:sp>
      <p:pic>
        <p:nvPicPr>
          <p:cNvPr id="13" name="Graphique 12" descr="Employé de bureau avec un remplissage uni">
            <a:extLst>
              <a:ext uri="{FF2B5EF4-FFF2-40B4-BE49-F238E27FC236}">
                <a16:creationId xmlns:a16="http://schemas.microsoft.com/office/drawing/2014/main" id="{08302923-2AAB-48A0-81BF-3B96D3EB2CD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75520" y="4557756"/>
            <a:ext cx="914400" cy="914400"/>
          </a:xfrm>
          <a:prstGeom prst="rect">
            <a:avLst/>
          </a:prstGeom>
        </p:spPr>
      </p:pic>
      <p:pic>
        <p:nvPicPr>
          <p:cNvPr id="14" name="Graphique 13" descr="Couronne d'utilisateur féminine avec un remplissage uni">
            <a:extLst>
              <a:ext uri="{FF2B5EF4-FFF2-40B4-BE49-F238E27FC236}">
                <a16:creationId xmlns:a16="http://schemas.microsoft.com/office/drawing/2014/main" id="{8E9B5B8F-D4B9-4AFA-8F4E-3A0EFE144F0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00192" y="3530626"/>
            <a:ext cx="914400" cy="914400"/>
          </a:xfrm>
          <a:prstGeom prst="rect">
            <a:avLst/>
          </a:prstGeom>
        </p:spPr>
      </p:pic>
      <p:grpSp>
        <p:nvGrpSpPr>
          <p:cNvPr id="15" name="Groupe 14">
            <a:extLst>
              <a:ext uri="{FF2B5EF4-FFF2-40B4-BE49-F238E27FC236}">
                <a16:creationId xmlns:a16="http://schemas.microsoft.com/office/drawing/2014/main" id="{E21B1D88-561C-4166-8C5E-EA63A94D779B}"/>
              </a:ext>
            </a:extLst>
          </p:cNvPr>
          <p:cNvGrpSpPr/>
          <p:nvPr/>
        </p:nvGrpSpPr>
        <p:grpSpPr>
          <a:xfrm>
            <a:off x="1330960" y="4743168"/>
            <a:ext cx="914400" cy="914400"/>
            <a:chOff x="2472431" y="1931679"/>
            <a:chExt cx="914400" cy="914400"/>
          </a:xfrm>
        </p:grpSpPr>
        <p:pic>
          <p:nvPicPr>
            <p:cNvPr id="16" name="Graphique 15" descr="Employée de bureau avec un remplissage uni">
              <a:extLst>
                <a:ext uri="{FF2B5EF4-FFF2-40B4-BE49-F238E27FC236}">
                  <a16:creationId xmlns:a16="http://schemas.microsoft.com/office/drawing/2014/main" id="{E9A78067-7EA4-4EC2-B307-6D01B5B9AF5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472431" y="1931679"/>
              <a:ext cx="914400" cy="914400"/>
            </a:xfrm>
            <a:prstGeom prst="rect">
              <a:avLst/>
            </a:prstGeom>
          </p:spPr>
        </p:pic>
        <p:pic>
          <p:nvPicPr>
            <p:cNvPr id="17" name="Graphique 16" descr="Euro avec un remplissage uni">
              <a:extLst>
                <a:ext uri="{FF2B5EF4-FFF2-40B4-BE49-F238E27FC236}">
                  <a16:creationId xmlns:a16="http://schemas.microsoft.com/office/drawing/2014/main" id="{68325F4F-34A9-49A7-A1DE-FB3CF74F47B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37714" y="2492740"/>
              <a:ext cx="167927" cy="167927"/>
            </a:xfrm>
            <a:prstGeom prst="rect">
              <a:avLst/>
            </a:prstGeom>
          </p:spPr>
        </p:pic>
      </p:grpSp>
      <p:sp>
        <p:nvSpPr>
          <p:cNvPr id="18" name="Bulle narrative : ronde 17">
            <a:extLst>
              <a:ext uri="{FF2B5EF4-FFF2-40B4-BE49-F238E27FC236}">
                <a16:creationId xmlns:a16="http://schemas.microsoft.com/office/drawing/2014/main" id="{B5107FA2-97CB-463F-BFD3-E86495FA1C75}"/>
              </a:ext>
            </a:extLst>
          </p:cNvPr>
          <p:cNvSpPr/>
          <p:nvPr/>
        </p:nvSpPr>
        <p:spPr>
          <a:xfrm>
            <a:off x="1564942" y="2691686"/>
            <a:ext cx="2793827" cy="1399690"/>
          </a:xfrm>
          <a:prstGeom prst="wedgeEllipseCallout">
            <a:avLst>
              <a:gd name="adj1" fmla="val -38155"/>
              <a:gd name="adj2" fmla="val 93326"/>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Members should spend at least 2 hours / week to develop the Community and its benefits, we already invested a lot.</a:t>
            </a:r>
          </a:p>
        </p:txBody>
      </p:sp>
      <p:sp>
        <p:nvSpPr>
          <p:cNvPr id="19" name="Bulle narrative : ronde 18">
            <a:extLst>
              <a:ext uri="{FF2B5EF4-FFF2-40B4-BE49-F238E27FC236}">
                <a16:creationId xmlns:a16="http://schemas.microsoft.com/office/drawing/2014/main" id="{9C10A634-C62F-4EBB-A701-E4C9F8B3E504}"/>
              </a:ext>
            </a:extLst>
          </p:cNvPr>
          <p:cNvSpPr/>
          <p:nvPr/>
        </p:nvSpPr>
        <p:spPr>
          <a:xfrm>
            <a:off x="8008279" y="2817394"/>
            <a:ext cx="2640535" cy="1273982"/>
          </a:xfrm>
          <a:prstGeom prst="wedgeEllipseCallout">
            <a:avLst>
              <a:gd name="adj1" fmla="val 30975"/>
              <a:gd name="adj2" fmla="val 9176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Members should not spend more than 1 hour / week because their time is required elsewhere</a:t>
            </a:r>
          </a:p>
        </p:txBody>
      </p:sp>
      <p:sp>
        <p:nvSpPr>
          <p:cNvPr id="20" name="Bulle narrative : ronde 19">
            <a:extLst>
              <a:ext uri="{FF2B5EF4-FFF2-40B4-BE49-F238E27FC236}">
                <a16:creationId xmlns:a16="http://schemas.microsoft.com/office/drawing/2014/main" id="{2AECB0A2-B69D-4973-B481-0BD101789CAA}"/>
              </a:ext>
            </a:extLst>
          </p:cNvPr>
          <p:cNvSpPr/>
          <p:nvPr/>
        </p:nvSpPr>
        <p:spPr>
          <a:xfrm>
            <a:off x="4775732" y="2679207"/>
            <a:ext cx="2640535" cy="706079"/>
          </a:xfrm>
          <a:prstGeom prst="wedgeEllipseCallout">
            <a:avLst>
              <a:gd name="adj1" fmla="val -2699"/>
              <a:gd name="adj2" fmla="val 6383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Your Community should foster unity and agreement</a:t>
            </a:r>
          </a:p>
        </p:txBody>
      </p:sp>
      <p:cxnSp>
        <p:nvCxnSpPr>
          <p:cNvPr id="22" name="Connecteur droit 21">
            <a:extLst>
              <a:ext uri="{FF2B5EF4-FFF2-40B4-BE49-F238E27FC236}">
                <a16:creationId xmlns:a16="http://schemas.microsoft.com/office/drawing/2014/main" id="{AFB4312C-B692-47AB-8DA2-1334C729CE4D}"/>
              </a:ext>
            </a:extLst>
          </p:cNvPr>
          <p:cNvCxnSpPr/>
          <p:nvPr/>
        </p:nvCxnSpPr>
        <p:spPr>
          <a:xfrm flipH="1">
            <a:off x="3257861" y="2615184"/>
            <a:ext cx="1634061"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3" name="Connecteur droit 22">
            <a:extLst>
              <a:ext uri="{FF2B5EF4-FFF2-40B4-BE49-F238E27FC236}">
                <a16:creationId xmlns:a16="http://schemas.microsoft.com/office/drawing/2014/main" id="{E06542FC-B64D-481C-8698-30301264A6CD}"/>
              </a:ext>
            </a:extLst>
          </p:cNvPr>
          <p:cNvCxnSpPr>
            <a:cxnSpLocks/>
          </p:cNvCxnSpPr>
          <p:nvPr/>
        </p:nvCxnSpPr>
        <p:spPr>
          <a:xfrm>
            <a:off x="7396192" y="2615184"/>
            <a:ext cx="1456690"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9" name="Connecteur droit 28">
            <a:extLst>
              <a:ext uri="{FF2B5EF4-FFF2-40B4-BE49-F238E27FC236}">
                <a16:creationId xmlns:a16="http://schemas.microsoft.com/office/drawing/2014/main" id="{3D827966-C72F-4811-8E26-3C888E9FD79D}"/>
              </a:ext>
            </a:extLst>
          </p:cNvPr>
          <p:cNvCxnSpPr>
            <a:cxnSpLocks/>
          </p:cNvCxnSpPr>
          <p:nvPr/>
        </p:nvCxnSpPr>
        <p:spPr>
          <a:xfrm flipH="1">
            <a:off x="3994951" y="4634144"/>
            <a:ext cx="4190261" cy="0"/>
          </a:xfrm>
          <a:prstGeom prst="line">
            <a:avLst/>
          </a:prstGeom>
          <a:ln w="57150"/>
        </p:spPr>
        <p:style>
          <a:lnRef idx="1">
            <a:schemeClr val="dk1"/>
          </a:lnRef>
          <a:fillRef idx="0">
            <a:schemeClr val="dk1"/>
          </a:fillRef>
          <a:effectRef idx="0">
            <a:schemeClr val="dk1"/>
          </a:effectRef>
          <a:fontRef idx="minor">
            <a:schemeClr val="tx1"/>
          </a:fontRef>
        </p:style>
      </p:cxnSp>
      <p:sp>
        <p:nvSpPr>
          <p:cNvPr id="32" name="Bulle narrative : ronde 31">
            <a:extLst>
              <a:ext uri="{FF2B5EF4-FFF2-40B4-BE49-F238E27FC236}">
                <a16:creationId xmlns:a16="http://schemas.microsoft.com/office/drawing/2014/main" id="{C68A925C-C414-47DD-BA0E-7D6289B01334}"/>
              </a:ext>
            </a:extLst>
          </p:cNvPr>
          <p:cNvSpPr/>
          <p:nvPr/>
        </p:nvSpPr>
        <p:spPr>
          <a:xfrm>
            <a:off x="5343064" y="4839823"/>
            <a:ext cx="2788738" cy="548369"/>
          </a:xfrm>
          <a:prstGeom prst="wedgeEllipseCallout">
            <a:avLst>
              <a:gd name="adj1" fmla="val -56253"/>
              <a:gd name="adj2" fmla="val 47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Now what do I do ?</a:t>
            </a:r>
          </a:p>
        </p:txBody>
      </p:sp>
      <p:grpSp>
        <p:nvGrpSpPr>
          <p:cNvPr id="33" name="Groupe 32">
            <a:extLst>
              <a:ext uri="{FF2B5EF4-FFF2-40B4-BE49-F238E27FC236}">
                <a16:creationId xmlns:a16="http://schemas.microsoft.com/office/drawing/2014/main" id="{0780CE30-7249-46FF-B8D2-D81296F7B7A3}"/>
              </a:ext>
            </a:extLst>
          </p:cNvPr>
          <p:cNvGrpSpPr/>
          <p:nvPr/>
        </p:nvGrpSpPr>
        <p:grpSpPr>
          <a:xfrm>
            <a:off x="3804229" y="4824494"/>
            <a:ext cx="1983159" cy="1565406"/>
            <a:chOff x="2192955" y="4690073"/>
            <a:chExt cx="1983159" cy="1565406"/>
          </a:xfrm>
        </p:grpSpPr>
        <p:pic>
          <p:nvPicPr>
            <p:cNvPr id="34" name="Graphique 33" descr="Personne confuse avec un remplissage uni">
              <a:extLst>
                <a:ext uri="{FF2B5EF4-FFF2-40B4-BE49-F238E27FC236}">
                  <a16:creationId xmlns:a16="http://schemas.microsoft.com/office/drawing/2014/main" id="{8CA63AAD-7AE8-444B-AFFC-AF3CF7CD2A5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14825" r="14911" b="49785"/>
            <a:stretch/>
          </p:blipFill>
          <p:spPr>
            <a:xfrm>
              <a:off x="2192955" y="4838194"/>
              <a:ext cx="1983159" cy="1417285"/>
            </a:xfrm>
            <a:prstGeom prst="rect">
              <a:avLst/>
            </a:prstGeom>
          </p:spPr>
        </p:pic>
        <p:pic>
          <p:nvPicPr>
            <p:cNvPr id="35" name="Graphique 34" descr="Visage grimaçant et transpirant avec remplissage uni avec un remplissage uni">
              <a:extLst>
                <a:ext uri="{FF2B5EF4-FFF2-40B4-BE49-F238E27FC236}">
                  <a16:creationId xmlns:a16="http://schemas.microsoft.com/office/drawing/2014/main" id="{E96A2764-7FC4-445C-929C-5DD1F839510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791472" y="4690073"/>
              <a:ext cx="803985" cy="803985"/>
            </a:xfrm>
            <a:prstGeom prst="rect">
              <a:avLst/>
            </a:prstGeom>
          </p:spPr>
        </p:pic>
      </p:grpSp>
      <p:sp>
        <p:nvSpPr>
          <p:cNvPr id="36" name="ZoneTexte 35">
            <a:extLst>
              <a:ext uri="{FF2B5EF4-FFF2-40B4-BE49-F238E27FC236}">
                <a16:creationId xmlns:a16="http://schemas.microsoft.com/office/drawing/2014/main" id="{90B68754-D976-4639-8EEB-5DA062DA6AD5}"/>
              </a:ext>
            </a:extLst>
          </p:cNvPr>
          <p:cNvSpPr txBox="1"/>
          <p:nvPr/>
        </p:nvSpPr>
        <p:spPr>
          <a:xfrm>
            <a:off x="5343064" y="4272254"/>
            <a:ext cx="1716350" cy="261610"/>
          </a:xfrm>
          <a:prstGeom prst="rect">
            <a:avLst/>
          </a:prstGeom>
          <a:noFill/>
        </p:spPr>
        <p:txBody>
          <a:bodyPr wrap="square" rtlCol="0">
            <a:spAutoFit/>
          </a:bodyPr>
          <a:lstStyle/>
          <a:p>
            <a:r>
              <a:rPr lang="en-US" sz="1100" b="1" dirty="0">
                <a:solidFill>
                  <a:srgbClr val="EC7B2B"/>
                </a:solidFill>
              </a:rPr>
              <a:t>Top Management</a:t>
            </a:r>
          </a:p>
        </p:txBody>
      </p:sp>
      <p:sp>
        <p:nvSpPr>
          <p:cNvPr id="37" name="ZoneTexte 36">
            <a:extLst>
              <a:ext uri="{FF2B5EF4-FFF2-40B4-BE49-F238E27FC236}">
                <a16:creationId xmlns:a16="http://schemas.microsoft.com/office/drawing/2014/main" id="{BF2E1573-0E34-4092-BC21-DFCF300C8F10}"/>
              </a:ext>
            </a:extLst>
          </p:cNvPr>
          <p:cNvSpPr txBox="1"/>
          <p:nvPr/>
        </p:nvSpPr>
        <p:spPr>
          <a:xfrm>
            <a:off x="9567346" y="5358609"/>
            <a:ext cx="1716350" cy="430887"/>
          </a:xfrm>
          <a:prstGeom prst="rect">
            <a:avLst/>
          </a:prstGeom>
          <a:noFill/>
        </p:spPr>
        <p:txBody>
          <a:bodyPr wrap="square" rtlCol="0">
            <a:spAutoFit/>
          </a:bodyPr>
          <a:lstStyle/>
          <a:p>
            <a:r>
              <a:rPr lang="en-US" sz="1100" b="1" dirty="0">
                <a:solidFill>
                  <a:srgbClr val="EC7B2B"/>
                </a:solidFill>
              </a:rPr>
              <a:t>Non-sponsoring Hierarchy</a:t>
            </a:r>
          </a:p>
        </p:txBody>
      </p:sp>
      <p:sp>
        <p:nvSpPr>
          <p:cNvPr id="38" name="ZoneTexte 37">
            <a:extLst>
              <a:ext uri="{FF2B5EF4-FFF2-40B4-BE49-F238E27FC236}">
                <a16:creationId xmlns:a16="http://schemas.microsoft.com/office/drawing/2014/main" id="{2ECB7DFE-DD3A-416F-B948-D49CAB5F121B}"/>
              </a:ext>
            </a:extLst>
          </p:cNvPr>
          <p:cNvSpPr txBox="1"/>
          <p:nvPr/>
        </p:nvSpPr>
        <p:spPr>
          <a:xfrm>
            <a:off x="1011438" y="5574053"/>
            <a:ext cx="1369610" cy="261610"/>
          </a:xfrm>
          <a:prstGeom prst="rect">
            <a:avLst/>
          </a:prstGeom>
          <a:noFill/>
        </p:spPr>
        <p:txBody>
          <a:bodyPr wrap="square" rtlCol="0">
            <a:spAutoFit/>
          </a:bodyPr>
          <a:lstStyle/>
          <a:p>
            <a:pPr algn="r"/>
            <a:r>
              <a:rPr lang="en-US" sz="1100" b="1" dirty="0">
                <a:solidFill>
                  <a:srgbClr val="EC7B2B"/>
                </a:solidFill>
              </a:rPr>
              <a:t>Sponsor</a:t>
            </a:r>
          </a:p>
        </p:txBody>
      </p:sp>
      <p:sp>
        <p:nvSpPr>
          <p:cNvPr id="39" name="ZoneTexte 38">
            <a:extLst>
              <a:ext uri="{FF2B5EF4-FFF2-40B4-BE49-F238E27FC236}">
                <a16:creationId xmlns:a16="http://schemas.microsoft.com/office/drawing/2014/main" id="{3B391040-458E-4F0A-96CC-2BDF0160E8FB}"/>
              </a:ext>
            </a:extLst>
          </p:cNvPr>
          <p:cNvSpPr txBox="1"/>
          <p:nvPr/>
        </p:nvSpPr>
        <p:spPr>
          <a:xfrm>
            <a:off x="5600192" y="5806128"/>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spTree>
    <p:extLst>
      <p:ext uri="{BB962C8B-B14F-4D97-AF65-F5344CB8AC3E}">
        <p14:creationId xmlns:p14="http://schemas.microsoft.com/office/powerpoint/2010/main" val="2771678934"/>
      </p:ext>
    </p:extLst>
  </p:cSld>
  <p:clrMapOvr>
    <a:masterClrMapping/>
  </p:clrMapOvr>
  <mc:AlternateContent xmlns:mc="http://schemas.openxmlformats.org/markup-compatibility/2006" xmlns:p14="http://schemas.microsoft.com/office/powerpoint/2010/main">
    <mc:Choice Requires="p14">
      <p:transition spd="slow" p14:dur="2000" advTm="65811"/>
    </mc:Choice>
    <mc:Fallback xmlns="">
      <p:transition spd="slow" advTm="6581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0C7112-BA00-4D5D-BE1E-4281CB9027BA}"/>
              </a:ext>
            </a:extLst>
          </p:cNvPr>
          <p:cNvSpPr>
            <a:spLocks noGrp="1"/>
          </p:cNvSpPr>
          <p:nvPr>
            <p:ph type="title"/>
          </p:nvPr>
        </p:nvSpPr>
        <p:spPr/>
        <p:txBody>
          <a:bodyPr>
            <a:normAutofit fontScale="90000"/>
          </a:bodyPr>
          <a:lstStyle/>
          <a:p>
            <a:r>
              <a:rPr lang="en-US" dirty="0"/>
              <a:t>Challenge P1</a:t>
            </a:r>
            <a:br>
              <a:rPr lang="en-US" dirty="0"/>
            </a:br>
            <a:r>
              <a:rPr lang="en-US" dirty="0"/>
              <a:t>Manage Sponsors &amp; hierarchy expectations</a:t>
            </a:r>
          </a:p>
        </p:txBody>
      </p:sp>
      <p:graphicFrame>
        <p:nvGraphicFramePr>
          <p:cNvPr id="12" name="Tableau 12">
            <a:extLst>
              <a:ext uri="{FF2B5EF4-FFF2-40B4-BE49-F238E27FC236}">
                <a16:creationId xmlns:a16="http://schemas.microsoft.com/office/drawing/2014/main" id="{BC898365-493F-470A-8FB6-8E172D241156}"/>
              </a:ext>
            </a:extLst>
          </p:cNvPr>
          <p:cNvGraphicFramePr>
            <a:graphicFrameLocks noGrp="1"/>
          </p:cNvGraphicFramePr>
          <p:nvPr>
            <p:ph idx="1"/>
            <p:extLst>
              <p:ext uri="{D42A27DB-BD31-4B8C-83A1-F6EECF244321}">
                <p14:modId xmlns:p14="http://schemas.microsoft.com/office/powerpoint/2010/main" val="724886019"/>
              </p:ext>
            </p:extLst>
          </p:nvPr>
        </p:nvGraphicFramePr>
        <p:xfrm>
          <a:off x="115409" y="2239763"/>
          <a:ext cx="12076591" cy="4496539"/>
        </p:xfrm>
        <a:graphic>
          <a:graphicData uri="http://schemas.openxmlformats.org/drawingml/2006/table">
            <a:tbl>
              <a:tblPr firstRow="1" firstCol="1" bandRow="1">
                <a:tableStyleId>{5C22544A-7EE6-4342-B048-85BDC9FD1C3A}</a:tableStyleId>
              </a:tblPr>
              <a:tblGrid>
                <a:gridCol w="2867488">
                  <a:extLst>
                    <a:ext uri="{9D8B030D-6E8A-4147-A177-3AD203B41FA5}">
                      <a16:colId xmlns:a16="http://schemas.microsoft.com/office/drawing/2014/main" val="2338295893"/>
                    </a:ext>
                  </a:extLst>
                </a:gridCol>
                <a:gridCol w="3170807">
                  <a:extLst>
                    <a:ext uri="{9D8B030D-6E8A-4147-A177-3AD203B41FA5}">
                      <a16:colId xmlns:a16="http://schemas.microsoft.com/office/drawing/2014/main" val="353229888"/>
                    </a:ext>
                  </a:extLst>
                </a:gridCol>
                <a:gridCol w="3019148">
                  <a:extLst>
                    <a:ext uri="{9D8B030D-6E8A-4147-A177-3AD203B41FA5}">
                      <a16:colId xmlns:a16="http://schemas.microsoft.com/office/drawing/2014/main" val="569496830"/>
                    </a:ext>
                  </a:extLst>
                </a:gridCol>
                <a:gridCol w="3019148">
                  <a:extLst>
                    <a:ext uri="{9D8B030D-6E8A-4147-A177-3AD203B41FA5}">
                      <a16:colId xmlns:a16="http://schemas.microsoft.com/office/drawing/2014/main" val="3322691317"/>
                    </a:ext>
                  </a:extLst>
                </a:gridCol>
              </a:tblGrid>
              <a:tr h="511240">
                <a:tc>
                  <a:txBody>
                    <a:bodyPr/>
                    <a:lstStyle/>
                    <a:p>
                      <a:endParaRPr lang="en-US" sz="1400" dirty="0"/>
                    </a:p>
                  </a:txBody>
                  <a:tcPr/>
                </a:tc>
                <a:tc>
                  <a:txBody>
                    <a:bodyPr/>
                    <a:lstStyle/>
                    <a:p>
                      <a:pPr algn="ctr"/>
                      <a:r>
                        <a:rPr lang="en-US" sz="1400" dirty="0"/>
                        <a:t>Sponsors</a:t>
                      </a:r>
                    </a:p>
                  </a:txBody>
                  <a:tcPr/>
                </a:tc>
                <a:tc>
                  <a:txBody>
                    <a:bodyPr/>
                    <a:lstStyle/>
                    <a:p>
                      <a:pPr algn="ctr"/>
                      <a:r>
                        <a:rPr lang="en-US" sz="1400" dirty="0"/>
                        <a:t>Top Management</a:t>
                      </a:r>
                    </a:p>
                  </a:txBody>
                  <a:tcPr/>
                </a:tc>
                <a:tc>
                  <a:txBody>
                    <a:bodyPr/>
                    <a:lstStyle/>
                    <a:p>
                      <a:pPr algn="ctr"/>
                      <a:r>
                        <a:rPr lang="en-US" sz="1400" dirty="0"/>
                        <a:t>Non-sponsoring &amp; involved hierarchy</a:t>
                      </a:r>
                    </a:p>
                  </a:txBody>
                  <a:tcPr/>
                </a:tc>
                <a:extLst>
                  <a:ext uri="{0D108BD9-81ED-4DB2-BD59-A6C34878D82A}">
                    <a16:rowId xmlns:a16="http://schemas.microsoft.com/office/drawing/2014/main" val="2100097876"/>
                  </a:ext>
                </a:extLst>
              </a:tr>
              <a:tr h="1082779">
                <a:tc>
                  <a:txBody>
                    <a:bodyPr/>
                    <a:lstStyle/>
                    <a:p>
                      <a:r>
                        <a:rPr lang="en-US" sz="1000" dirty="0"/>
                        <a:t>Description</a:t>
                      </a:r>
                    </a:p>
                    <a:p>
                      <a:r>
                        <a:rPr lang="en-US" sz="1000" b="0" dirty="0"/>
                        <a:t>Identifying the sponsors and stakeholders can help you at different stages of Community Development</a:t>
                      </a:r>
                    </a:p>
                  </a:txBody>
                  <a:tcPr/>
                </a:tc>
                <a:tc>
                  <a:txBody>
                    <a:bodyPr/>
                    <a:lstStyle/>
                    <a:p>
                      <a:pPr algn="ctr"/>
                      <a:r>
                        <a:rPr lang="en-US" sz="1000" dirty="0"/>
                        <a:t>High-powered members in your corporation who provide financial support, resources, legitimacy within the Corporation and decisional acceleration before other high- powered members. They may take responsibilities in your Community and are accountable to Top Management.</a:t>
                      </a:r>
                    </a:p>
                  </a:txBody>
                  <a:tcPr/>
                </a:tc>
                <a:tc>
                  <a:txBody>
                    <a:bodyPr/>
                    <a:lstStyle/>
                    <a:p>
                      <a:pPr algn="ctr"/>
                      <a:r>
                        <a:rPr lang="en-US" sz="1000" dirty="0"/>
                        <a:t>Very high-powered members of your Corporation for whom your Community is a new channel for the corporation development. They often look at your Community from far, but sometimes can be key to your Community development</a:t>
                      </a:r>
                    </a:p>
                  </a:txBody>
                  <a:tcPr/>
                </a:tc>
                <a:tc>
                  <a:txBody>
                    <a:bodyPr/>
                    <a:lstStyle/>
                    <a:p>
                      <a:pPr algn="ctr"/>
                      <a:r>
                        <a:rPr lang="en-US" sz="1000" dirty="0"/>
                        <a:t>High-powered members in your corporation who oversee the members or potential members of your Community. They are indirectly impacted by your activity, as members under their scope are accountable to them. </a:t>
                      </a:r>
                    </a:p>
                  </a:txBody>
                  <a:tcPr/>
                </a:tc>
                <a:extLst>
                  <a:ext uri="{0D108BD9-81ED-4DB2-BD59-A6C34878D82A}">
                    <a16:rowId xmlns:a16="http://schemas.microsoft.com/office/drawing/2014/main" val="1368511689"/>
                  </a:ext>
                </a:extLst>
              </a:tr>
              <a:tr h="353773">
                <a:tc>
                  <a:txBody>
                    <a:bodyPr/>
                    <a:lstStyle/>
                    <a:p>
                      <a:r>
                        <a:rPr lang="en-US" sz="1000" dirty="0"/>
                        <a:t>Explicit Expectations</a:t>
                      </a:r>
                    </a:p>
                    <a:p>
                      <a:r>
                        <a:rPr lang="en-US" sz="1000" b="0" dirty="0"/>
                        <a:t>Expectations that are listed in official statements. Help in your Community legitimacy and management.</a:t>
                      </a:r>
                    </a:p>
                  </a:txBody>
                  <a:tcPr/>
                </a:tc>
                <a:tc>
                  <a:txBody>
                    <a:bodyPr/>
                    <a:lstStyle/>
                    <a:p>
                      <a:r>
                        <a:rPr lang="en-US" sz="1000" dirty="0"/>
                        <a:t>Sponsors can help you in making most expectations official and explicit.</a:t>
                      </a:r>
                    </a:p>
                  </a:txBody>
                  <a:tcPr/>
                </a:tc>
                <a:tc>
                  <a:txBody>
                    <a:bodyPr/>
                    <a:lstStyle/>
                    <a:p>
                      <a:endParaRPr lang="en-US" sz="1000" dirty="0"/>
                    </a:p>
                  </a:txBody>
                  <a:tcPr/>
                </a:tc>
                <a:tc>
                  <a:txBody>
                    <a:bodyPr/>
                    <a:lstStyle/>
                    <a:p>
                      <a:endParaRPr lang="en-US" sz="1000" dirty="0"/>
                    </a:p>
                  </a:txBody>
                  <a:tcPr/>
                </a:tc>
                <a:extLst>
                  <a:ext uri="{0D108BD9-81ED-4DB2-BD59-A6C34878D82A}">
                    <a16:rowId xmlns:a16="http://schemas.microsoft.com/office/drawing/2014/main" val="3898825738"/>
                  </a:ext>
                </a:extLst>
              </a:tr>
              <a:tr h="353773">
                <a:tc>
                  <a:txBody>
                    <a:bodyPr/>
                    <a:lstStyle/>
                    <a:p>
                      <a:r>
                        <a:rPr lang="en-US" sz="1000" dirty="0"/>
                        <a:t>Implicit Expectations</a:t>
                      </a:r>
                    </a:p>
                    <a:p>
                      <a:r>
                        <a:rPr lang="en-US" sz="1000" b="0" dirty="0"/>
                        <a:t>Untold expectations you guess over time.</a:t>
                      </a:r>
                    </a:p>
                  </a:txBody>
                  <a:tcPr/>
                </a:tc>
                <a:tc>
                  <a:txBody>
                    <a:bodyPr/>
                    <a:lstStyle/>
                    <a:p>
                      <a:endParaRPr lang="en-US" sz="1000" dirty="0"/>
                    </a:p>
                  </a:txBody>
                  <a:tcPr/>
                </a:tc>
                <a:tc>
                  <a:txBody>
                    <a:bodyPr/>
                    <a:lstStyle/>
                    <a:p>
                      <a:endParaRPr lang="en-US" sz="1000" dirty="0"/>
                    </a:p>
                  </a:txBody>
                  <a:tcPr/>
                </a:tc>
                <a:tc>
                  <a:txBody>
                    <a:bodyPr/>
                    <a:lstStyle/>
                    <a:p>
                      <a:endParaRPr lang="en-US" sz="1000"/>
                    </a:p>
                  </a:txBody>
                  <a:tcPr/>
                </a:tc>
                <a:extLst>
                  <a:ext uri="{0D108BD9-81ED-4DB2-BD59-A6C34878D82A}">
                    <a16:rowId xmlns:a16="http://schemas.microsoft.com/office/drawing/2014/main" val="4220384632"/>
                  </a:ext>
                </a:extLst>
              </a:tr>
              <a:tr h="475061">
                <a:tc>
                  <a:txBody>
                    <a:bodyPr/>
                    <a:lstStyle/>
                    <a:p>
                      <a:r>
                        <a:rPr lang="en-US" sz="1000" dirty="0"/>
                        <a:t>Incompatible expectations </a:t>
                      </a:r>
                    </a:p>
                    <a:p>
                      <a:r>
                        <a:rPr lang="en-US" sz="1000" b="0" dirty="0"/>
                        <a:t>When Stakeholders do not agree, knowingly or unknowingly.</a:t>
                      </a:r>
                    </a:p>
                  </a:txBody>
                  <a:tcPr/>
                </a:tc>
                <a:tc>
                  <a:txBody>
                    <a:bodyPr/>
                    <a:lstStyle/>
                    <a:p>
                      <a:endParaRPr lang="en-US" sz="1000" dirty="0"/>
                    </a:p>
                  </a:txBody>
                  <a:tcPr/>
                </a:tc>
                <a:tc>
                  <a:txBody>
                    <a:bodyPr/>
                    <a:lstStyle/>
                    <a:p>
                      <a:pPr algn="ctr"/>
                      <a:r>
                        <a:rPr lang="en-US" sz="1000" dirty="0"/>
                        <a:t>Top management can intervene to arbitrate expectations that are incompatible between themselves.</a:t>
                      </a:r>
                    </a:p>
                  </a:txBody>
                  <a:tcPr/>
                </a:tc>
                <a:tc>
                  <a:txBody>
                    <a:bodyPr/>
                    <a:lstStyle/>
                    <a:p>
                      <a:endParaRPr lang="en-US" sz="1000" dirty="0"/>
                    </a:p>
                  </a:txBody>
                  <a:tcPr/>
                </a:tc>
                <a:extLst>
                  <a:ext uri="{0D108BD9-81ED-4DB2-BD59-A6C34878D82A}">
                    <a16:rowId xmlns:a16="http://schemas.microsoft.com/office/drawing/2014/main" val="2552872239"/>
                  </a:ext>
                </a:extLst>
              </a:tr>
              <a:tr h="458612">
                <a:tc>
                  <a:txBody>
                    <a:bodyPr/>
                    <a:lstStyle/>
                    <a:p>
                      <a:r>
                        <a:rPr lang="en-US" sz="1000" dirty="0"/>
                        <a:t>Common expectations</a:t>
                      </a:r>
                    </a:p>
                    <a:p>
                      <a:r>
                        <a:rPr lang="en-US" sz="1000" b="0" dirty="0"/>
                        <a:t>Expectations that are common to several stakeholders. </a:t>
                      </a:r>
                      <a:endParaRPr lang="en-US" sz="1000" dirty="0"/>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dirty="0"/>
                        <a:t>Building your Community according to these common expectations remove some arbitration cost and delay</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975772272"/>
                  </a:ext>
                </a:extLst>
              </a:tr>
              <a:tr h="458612">
                <a:tc>
                  <a:txBody>
                    <a:bodyPr/>
                    <a:lstStyle/>
                    <a:p>
                      <a:r>
                        <a:rPr lang="en-US" sz="1000" b="1" dirty="0">
                          <a:solidFill>
                            <a:schemeClr val="bg1"/>
                          </a:solidFill>
                        </a:rPr>
                        <a:t>Unexpected opportunities &amp; threats</a:t>
                      </a:r>
                    </a:p>
                    <a:p>
                      <a:r>
                        <a:rPr lang="en-US" sz="1000" b="0" dirty="0"/>
                        <a:t>Opportunities and threats related to stakeholders, that are not mentioned as expectations but still to be taken into account</a:t>
                      </a:r>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extLst>
                  <a:ext uri="{0D108BD9-81ED-4DB2-BD59-A6C34878D82A}">
                    <a16:rowId xmlns:a16="http://schemas.microsoft.com/office/drawing/2014/main" val="4099914510"/>
                  </a:ext>
                </a:extLst>
              </a:tr>
            </a:tbl>
          </a:graphicData>
        </a:graphic>
      </p:graphicFrame>
      <p:pic>
        <p:nvPicPr>
          <p:cNvPr id="4" name="Graphique 3" descr="Employé de bureau avec un remplissage uni">
            <a:extLst>
              <a:ext uri="{FF2B5EF4-FFF2-40B4-BE49-F238E27FC236}">
                <a16:creationId xmlns:a16="http://schemas.microsoft.com/office/drawing/2014/main" id="{7011D2B5-07D7-48B1-8669-A969E0F115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81517" y="1365310"/>
            <a:ext cx="914400" cy="914400"/>
          </a:xfrm>
          <a:prstGeom prst="rect">
            <a:avLst/>
          </a:prstGeom>
        </p:spPr>
      </p:pic>
      <p:pic>
        <p:nvPicPr>
          <p:cNvPr id="5" name="Graphique 4" descr="Couronne d'utilisateur féminine avec un remplissage uni">
            <a:extLst>
              <a:ext uri="{FF2B5EF4-FFF2-40B4-BE49-F238E27FC236}">
                <a16:creationId xmlns:a16="http://schemas.microsoft.com/office/drawing/2014/main" id="{81C70C45-5235-4F46-8359-612B98FA0F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29800" y="1459603"/>
            <a:ext cx="914400" cy="914400"/>
          </a:xfrm>
          <a:prstGeom prst="rect">
            <a:avLst/>
          </a:prstGeom>
        </p:spPr>
      </p:pic>
      <p:grpSp>
        <p:nvGrpSpPr>
          <p:cNvPr id="8" name="Groupe 7">
            <a:extLst>
              <a:ext uri="{FF2B5EF4-FFF2-40B4-BE49-F238E27FC236}">
                <a16:creationId xmlns:a16="http://schemas.microsoft.com/office/drawing/2014/main" id="{D382CF0C-D0C8-4AEB-ABA1-0DB1771A25C2}"/>
              </a:ext>
            </a:extLst>
          </p:cNvPr>
          <p:cNvGrpSpPr/>
          <p:nvPr/>
        </p:nvGrpSpPr>
        <p:grpSpPr>
          <a:xfrm>
            <a:off x="4110724" y="1355742"/>
            <a:ext cx="914400" cy="914400"/>
            <a:chOff x="2472431" y="1931679"/>
            <a:chExt cx="914400" cy="914400"/>
          </a:xfrm>
        </p:grpSpPr>
        <p:pic>
          <p:nvPicPr>
            <p:cNvPr id="9" name="Graphique 8" descr="Employée de bureau avec un remplissage uni">
              <a:extLst>
                <a:ext uri="{FF2B5EF4-FFF2-40B4-BE49-F238E27FC236}">
                  <a16:creationId xmlns:a16="http://schemas.microsoft.com/office/drawing/2014/main" id="{8F6DDC36-5A53-4F44-9F79-1BB82B04DFF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2431" y="1931679"/>
              <a:ext cx="914400" cy="914400"/>
            </a:xfrm>
            <a:prstGeom prst="rect">
              <a:avLst/>
            </a:prstGeom>
          </p:spPr>
        </p:pic>
        <p:pic>
          <p:nvPicPr>
            <p:cNvPr id="10" name="Graphique 9" descr="Euro avec un remplissage uni">
              <a:extLst>
                <a:ext uri="{FF2B5EF4-FFF2-40B4-BE49-F238E27FC236}">
                  <a16:creationId xmlns:a16="http://schemas.microsoft.com/office/drawing/2014/main" id="{8B61282E-5DC2-4B4C-8C35-F52158374E8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37714" y="2492740"/>
              <a:ext cx="167927" cy="167927"/>
            </a:xfrm>
            <a:prstGeom prst="rect">
              <a:avLst/>
            </a:prstGeom>
          </p:spPr>
        </p:pic>
      </p:grpSp>
    </p:spTree>
    <p:extLst>
      <p:ext uri="{BB962C8B-B14F-4D97-AF65-F5344CB8AC3E}">
        <p14:creationId xmlns:p14="http://schemas.microsoft.com/office/powerpoint/2010/main" val="505918755"/>
      </p:ext>
    </p:extLst>
  </p:cSld>
  <p:clrMapOvr>
    <a:masterClrMapping/>
  </p:clrMapOvr>
  <mc:AlternateContent xmlns:mc="http://schemas.openxmlformats.org/markup-compatibility/2006" xmlns:p14="http://schemas.microsoft.com/office/powerpoint/2010/main">
    <mc:Choice Requires="p14">
      <p:transition spd="slow" p14:dur="2000" advTm="90423"/>
    </mc:Choice>
    <mc:Fallback xmlns="">
      <p:transition spd="slow" advTm="9042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lstStyle/>
          <a:p>
            <a:r>
              <a:rPr lang="fr-FR" dirty="0"/>
              <a:t>Share </a:t>
            </a:r>
            <a:r>
              <a:rPr lang="fr-FR" dirty="0" err="1"/>
              <a:t>your</a:t>
            </a:r>
            <a:r>
              <a:rPr lang="fr-FR" dirty="0"/>
              <a:t> opinions and </a:t>
            </a:r>
            <a:r>
              <a:rPr lang="fr-FR" dirty="0" err="1"/>
              <a:t>experiences</a:t>
            </a:r>
            <a:endParaRPr lang="fr-FR" dirty="0"/>
          </a:p>
        </p:txBody>
      </p:sp>
      <p:sp>
        <p:nvSpPr>
          <p:cNvPr id="5" name="Espace réservé du contenu 4">
            <a:extLst>
              <a:ext uri="{FF2B5EF4-FFF2-40B4-BE49-F238E27FC236}">
                <a16:creationId xmlns:a16="http://schemas.microsoft.com/office/drawing/2014/main" id="{73F5A2EF-B23B-4388-BFE7-136B6FC5AE57}"/>
              </a:ext>
            </a:extLst>
          </p:cNvPr>
          <p:cNvSpPr>
            <a:spLocks noGrp="1"/>
          </p:cNvSpPr>
          <p:nvPr>
            <p:ph sz="half" idx="1"/>
          </p:nvPr>
        </p:nvSpPr>
        <p:spPr/>
        <p:txBody>
          <a:bodyPr>
            <a:normAutofit fontScale="92500" lnSpcReduction="20000"/>
          </a:bodyPr>
          <a:lstStyle/>
          <a:p>
            <a:pPr marL="0" indent="0">
              <a:buNone/>
            </a:pPr>
            <a:r>
              <a:rPr lang="fr-FR" dirty="0"/>
              <a:t> </a:t>
            </a:r>
          </a:p>
        </p:txBody>
      </p:sp>
      <p:sp>
        <p:nvSpPr>
          <p:cNvPr id="6" name="Espace réservé du contenu 5">
            <a:extLst>
              <a:ext uri="{FF2B5EF4-FFF2-40B4-BE49-F238E27FC236}">
                <a16:creationId xmlns:a16="http://schemas.microsoft.com/office/drawing/2014/main" id="{35E785EA-22B2-435F-A744-95324317BB8D}"/>
              </a:ext>
            </a:extLst>
          </p:cNvPr>
          <p:cNvSpPr>
            <a:spLocks noGrp="1"/>
          </p:cNvSpPr>
          <p:nvPr>
            <p:ph sz="half" idx="2"/>
          </p:nvPr>
        </p:nvSpPr>
        <p:spPr/>
        <p:txBody>
          <a:bodyPr>
            <a:normAutofit fontScale="92500" lnSpcReduction="20000"/>
          </a:bodyPr>
          <a:lstStyle/>
          <a:p>
            <a:pPr marL="0" indent="0">
              <a:buNone/>
            </a:pPr>
            <a:r>
              <a:rPr lang="en-US" dirty="0"/>
              <a:t>What are the top expectations of your Sponsoring hierarchy ? Of your non-sponsoring hierarchy ?</a:t>
            </a:r>
          </a:p>
          <a:p>
            <a:pPr marL="0" indent="0">
              <a:buNone/>
            </a:pPr>
            <a:endParaRPr lang="en-US" dirty="0"/>
          </a:p>
          <a:p>
            <a:pPr marL="0" indent="0">
              <a:buNone/>
            </a:pPr>
            <a:r>
              <a:rPr lang="en-US" dirty="0"/>
              <a:t>Have you ever encountered incompatible or even conflictual expectations ? How did you manage it ? </a:t>
            </a:r>
          </a:p>
        </p:txBody>
      </p:sp>
      <p:pic>
        <p:nvPicPr>
          <p:cNvPr id="7" name="Graphique 6" descr="Employé de bureau avec un remplissage uni">
            <a:extLst>
              <a:ext uri="{FF2B5EF4-FFF2-40B4-BE49-F238E27FC236}">
                <a16:creationId xmlns:a16="http://schemas.microsoft.com/office/drawing/2014/main" id="{9FA0DE79-B493-4C80-88EF-8C8A64C2DD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66138" y="4850873"/>
            <a:ext cx="914400" cy="914400"/>
          </a:xfrm>
          <a:prstGeom prst="rect">
            <a:avLst/>
          </a:prstGeom>
        </p:spPr>
      </p:pic>
      <p:pic>
        <p:nvPicPr>
          <p:cNvPr id="8" name="Graphique 7" descr="Couronne d'utilisateur féminine avec un remplissage uni">
            <a:extLst>
              <a:ext uri="{FF2B5EF4-FFF2-40B4-BE49-F238E27FC236}">
                <a16:creationId xmlns:a16="http://schemas.microsoft.com/office/drawing/2014/main" id="{D5B46B19-A83F-41DE-85A4-BE65316076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87621" y="2727664"/>
            <a:ext cx="914400" cy="914400"/>
          </a:xfrm>
          <a:prstGeom prst="rect">
            <a:avLst/>
          </a:prstGeom>
        </p:spPr>
      </p:pic>
      <p:grpSp>
        <p:nvGrpSpPr>
          <p:cNvPr id="9" name="Groupe 8">
            <a:extLst>
              <a:ext uri="{FF2B5EF4-FFF2-40B4-BE49-F238E27FC236}">
                <a16:creationId xmlns:a16="http://schemas.microsoft.com/office/drawing/2014/main" id="{C5251477-83C4-415A-A445-0FD7B3B770D0}"/>
              </a:ext>
            </a:extLst>
          </p:cNvPr>
          <p:cNvGrpSpPr/>
          <p:nvPr/>
        </p:nvGrpSpPr>
        <p:grpSpPr>
          <a:xfrm>
            <a:off x="1519253" y="4850873"/>
            <a:ext cx="914400" cy="914400"/>
            <a:chOff x="2472431" y="1931679"/>
            <a:chExt cx="914400" cy="914400"/>
          </a:xfrm>
        </p:grpSpPr>
        <p:pic>
          <p:nvPicPr>
            <p:cNvPr id="10" name="Graphique 9" descr="Employée de bureau avec un remplissage uni">
              <a:extLst>
                <a:ext uri="{FF2B5EF4-FFF2-40B4-BE49-F238E27FC236}">
                  <a16:creationId xmlns:a16="http://schemas.microsoft.com/office/drawing/2014/main" id="{98984932-77CA-4513-9BE0-B6E2EC3F394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2431" y="1931679"/>
              <a:ext cx="914400" cy="914400"/>
            </a:xfrm>
            <a:prstGeom prst="rect">
              <a:avLst/>
            </a:prstGeom>
          </p:spPr>
        </p:pic>
        <p:pic>
          <p:nvPicPr>
            <p:cNvPr id="11" name="Graphique 10" descr="Euro avec un remplissage uni">
              <a:extLst>
                <a:ext uri="{FF2B5EF4-FFF2-40B4-BE49-F238E27FC236}">
                  <a16:creationId xmlns:a16="http://schemas.microsoft.com/office/drawing/2014/main" id="{4E276854-87E5-4E2B-9FA6-DC7338C0CC1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37714" y="2492740"/>
              <a:ext cx="167927" cy="167927"/>
            </a:xfrm>
            <a:prstGeom prst="rect">
              <a:avLst/>
            </a:prstGeom>
          </p:spPr>
        </p:pic>
      </p:grpSp>
      <p:graphicFrame>
        <p:nvGraphicFramePr>
          <p:cNvPr id="2" name="Diagramme 1">
            <a:extLst>
              <a:ext uri="{FF2B5EF4-FFF2-40B4-BE49-F238E27FC236}">
                <a16:creationId xmlns:a16="http://schemas.microsoft.com/office/drawing/2014/main" id="{F125A532-2574-4351-8B88-4154BA6FBD2C}"/>
              </a:ext>
            </a:extLst>
          </p:cNvPr>
          <p:cNvGraphicFramePr/>
          <p:nvPr>
            <p:extLst>
              <p:ext uri="{D42A27DB-BD31-4B8C-83A1-F6EECF244321}">
                <p14:modId xmlns:p14="http://schemas.microsoft.com/office/powerpoint/2010/main" val="2295706241"/>
              </p:ext>
            </p:extLst>
          </p:nvPr>
        </p:nvGraphicFramePr>
        <p:xfrm>
          <a:off x="1747666" y="3570631"/>
          <a:ext cx="3832872" cy="2194642"/>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422625700"/>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rmAutofit fontScale="90000"/>
          </a:bodyPr>
          <a:lstStyle/>
          <a:p>
            <a:r>
              <a:rPr lang="en-US" dirty="0"/>
              <a:t>Exercise #P1</a:t>
            </a:r>
            <a:br>
              <a:rPr lang="en-US" dirty="0"/>
            </a:br>
            <a:r>
              <a:rPr lang="en-US" dirty="0"/>
              <a:t>Identify expectations</a:t>
            </a:r>
          </a:p>
        </p:txBody>
      </p:sp>
      <p:pic>
        <p:nvPicPr>
          <p:cNvPr id="7" name="Graphique 6" descr="Employé de bureau avec un remplissage uni">
            <a:extLst>
              <a:ext uri="{FF2B5EF4-FFF2-40B4-BE49-F238E27FC236}">
                <a16:creationId xmlns:a16="http://schemas.microsoft.com/office/drawing/2014/main" id="{9FA0DE79-B493-4C80-88EF-8C8A64C2DD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23738" y="5765273"/>
            <a:ext cx="914400" cy="914400"/>
          </a:xfrm>
          <a:prstGeom prst="rect">
            <a:avLst/>
          </a:prstGeom>
        </p:spPr>
      </p:pic>
      <p:pic>
        <p:nvPicPr>
          <p:cNvPr id="8" name="Graphique 7" descr="Couronne d'utilisateur féminine avec un remplissage uni">
            <a:extLst>
              <a:ext uri="{FF2B5EF4-FFF2-40B4-BE49-F238E27FC236}">
                <a16:creationId xmlns:a16="http://schemas.microsoft.com/office/drawing/2014/main" id="{D5B46B19-A83F-41DE-85A4-BE65316076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462674" y="1970551"/>
            <a:ext cx="914400" cy="914400"/>
          </a:xfrm>
          <a:prstGeom prst="rect">
            <a:avLst/>
          </a:prstGeom>
        </p:spPr>
      </p:pic>
      <p:grpSp>
        <p:nvGrpSpPr>
          <p:cNvPr id="9" name="Groupe 8">
            <a:extLst>
              <a:ext uri="{FF2B5EF4-FFF2-40B4-BE49-F238E27FC236}">
                <a16:creationId xmlns:a16="http://schemas.microsoft.com/office/drawing/2014/main" id="{C5251477-83C4-415A-A445-0FD7B3B770D0}"/>
              </a:ext>
            </a:extLst>
          </p:cNvPr>
          <p:cNvGrpSpPr/>
          <p:nvPr/>
        </p:nvGrpSpPr>
        <p:grpSpPr>
          <a:xfrm>
            <a:off x="1439740" y="5636065"/>
            <a:ext cx="914400" cy="914400"/>
            <a:chOff x="2472431" y="1931679"/>
            <a:chExt cx="914400" cy="914400"/>
          </a:xfrm>
        </p:grpSpPr>
        <p:pic>
          <p:nvPicPr>
            <p:cNvPr id="10" name="Graphique 9" descr="Employée de bureau avec un remplissage uni">
              <a:extLst>
                <a:ext uri="{FF2B5EF4-FFF2-40B4-BE49-F238E27FC236}">
                  <a16:creationId xmlns:a16="http://schemas.microsoft.com/office/drawing/2014/main" id="{98984932-77CA-4513-9BE0-B6E2EC3F394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2431" y="1931679"/>
              <a:ext cx="914400" cy="914400"/>
            </a:xfrm>
            <a:prstGeom prst="rect">
              <a:avLst/>
            </a:prstGeom>
          </p:spPr>
        </p:pic>
        <p:pic>
          <p:nvPicPr>
            <p:cNvPr id="11" name="Graphique 10" descr="Euro avec un remplissage uni">
              <a:extLst>
                <a:ext uri="{FF2B5EF4-FFF2-40B4-BE49-F238E27FC236}">
                  <a16:creationId xmlns:a16="http://schemas.microsoft.com/office/drawing/2014/main" id="{4E276854-87E5-4E2B-9FA6-DC7338C0CC1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837714" y="2492740"/>
              <a:ext cx="167927" cy="167927"/>
            </a:xfrm>
            <a:prstGeom prst="rect">
              <a:avLst/>
            </a:prstGeom>
          </p:spPr>
        </p:pic>
      </p:grpSp>
      <p:graphicFrame>
        <p:nvGraphicFramePr>
          <p:cNvPr id="2" name="Diagramme 1">
            <a:extLst>
              <a:ext uri="{FF2B5EF4-FFF2-40B4-BE49-F238E27FC236}">
                <a16:creationId xmlns:a16="http://schemas.microsoft.com/office/drawing/2014/main" id="{F125A532-2574-4351-8B88-4154BA6FBD2C}"/>
              </a:ext>
            </a:extLst>
          </p:cNvPr>
          <p:cNvGraphicFramePr/>
          <p:nvPr/>
        </p:nvGraphicFramePr>
        <p:xfrm>
          <a:off x="737423" y="1728216"/>
          <a:ext cx="9203028" cy="526950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13" name="Rectangle 12">
            <a:extLst>
              <a:ext uri="{FF2B5EF4-FFF2-40B4-BE49-F238E27FC236}">
                <a16:creationId xmlns:a16="http://schemas.microsoft.com/office/drawing/2014/main" id="{0F095AE3-E9A9-4D11-A231-F529BCBBF77B}"/>
              </a:ext>
            </a:extLst>
          </p:cNvPr>
          <p:cNvSpPr/>
          <p:nvPr/>
        </p:nvSpPr>
        <p:spPr>
          <a:xfrm>
            <a:off x="4399744" y="4932218"/>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4" name="Rectangle 13">
            <a:extLst>
              <a:ext uri="{FF2B5EF4-FFF2-40B4-BE49-F238E27FC236}">
                <a16:creationId xmlns:a16="http://schemas.microsoft.com/office/drawing/2014/main" id="{AD317D61-ECA8-428A-A3AD-F2364DE91280}"/>
              </a:ext>
            </a:extLst>
          </p:cNvPr>
          <p:cNvSpPr/>
          <p:nvPr/>
        </p:nvSpPr>
        <p:spPr>
          <a:xfrm>
            <a:off x="4878571" y="5102444"/>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5" name="Rectangle 14">
            <a:extLst>
              <a:ext uri="{FF2B5EF4-FFF2-40B4-BE49-F238E27FC236}">
                <a16:creationId xmlns:a16="http://schemas.microsoft.com/office/drawing/2014/main" id="{E801B22B-07DE-4738-8792-E23ECE36B2A3}"/>
              </a:ext>
            </a:extLst>
          </p:cNvPr>
          <p:cNvSpPr/>
          <p:nvPr/>
        </p:nvSpPr>
        <p:spPr>
          <a:xfrm>
            <a:off x="5384541" y="5102443"/>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6" name="Rectangle 15">
            <a:extLst>
              <a:ext uri="{FF2B5EF4-FFF2-40B4-BE49-F238E27FC236}">
                <a16:creationId xmlns:a16="http://schemas.microsoft.com/office/drawing/2014/main" id="{3D190D8C-E65C-4E82-A8AE-5EA331E078B4}"/>
              </a:ext>
            </a:extLst>
          </p:cNvPr>
          <p:cNvSpPr/>
          <p:nvPr/>
        </p:nvSpPr>
        <p:spPr>
          <a:xfrm>
            <a:off x="4989160" y="4603679"/>
            <a:ext cx="346850" cy="34045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7" name="Rectangle 16">
            <a:extLst>
              <a:ext uri="{FF2B5EF4-FFF2-40B4-BE49-F238E27FC236}">
                <a16:creationId xmlns:a16="http://schemas.microsoft.com/office/drawing/2014/main" id="{0CB53C5F-2796-4EC8-B784-0A96331216E9}"/>
              </a:ext>
            </a:extLst>
          </p:cNvPr>
          <p:cNvSpPr/>
          <p:nvPr/>
        </p:nvSpPr>
        <p:spPr>
          <a:xfrm>
            <a:off x="4521027" y="4362970"/>
            <a:ext cx="346850" cy="34045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8" name="Rectangle 17">
            <a:extLst>
              <a:ext uri="{FF2B5EF4-FFF2-40B4-BE49-F238E27FC236}">
                <a16:creationId xmlns:a16="http://schemas.microsoft.com/office/drawing/2014/main" id="{8C4AA300-EB47-47E8-9B6E-7763BD1AB8A7}"/>
              </a:ext>
            </a:extLst>
          </p:cNvPr>
          <p:cNvSpPr/>
          <p:nvPr/>
        </p:nvSpPr>
        <p:spPr>
          <a:xfrm>
            <a:off x="3774551" y="4584412"/>
            <a:ext cx="346850" cy="340453"/>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9" name="Rectangle 18">
            <a:extLst>
              <a:ext uri="{FF2B5EF4-FFF2-40B4-BE49-F238E27FC236}">
                <a16:creationId xmlns:a16="http://schemas.microsoft.com/office/drawing/2014/main" id="{AC253800-F484-4A14-80AB-F94F2817E47E}"/>
              </a:ext>
            </a:extLst>
          </p:cNvPr>
          <p:cNvSpPr/>
          <p:nvPr/>
        </p:nvSpPr>
        <p:spPr>
          <a:xfrm>
            <a:off x="6508585" y="5693265"/>
            <a:ext cx="346850" cy="3404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0" name="Rectangle 19">
            <a:extLst>
              <a:ext uri="{FF2B5EF4-FFF2-40B4-BE49-F238E27FC236}">
                <a16:creationId xmlns:a16="http://schemas.microsoft.com/office/drawing/2014/main" id="{08EA7E33-F973-444D-884D-7ABDD23D8C9B}"/>
              </a:ext>
            </a:extLst>
          </p:cNvPr>
          <p:cNvSpPr/>
          <p:nvPr/>
        </p:nvSpPr>
        <p:spPr>
          <a:xfrm>
            <a:off x="905163" y="2706323"/>
            <a:ext cx="770771" cy="756556"/>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Explicit expectation</a:t>
            </a:r>
          </a:p>
        </p:txBody>
      </p:sp>
      <p:sp>
        <p:nvSpPr>
          <p:cNvPr id="21" name="Rectangle 20">
            <a:extLst>
              <a:ext uri="{FF2B5EF4-FFF2-40B4-BE49-F238E27FC236}">
                <a16:creationId xmlns:a16="http://schemas.microsoft.com/office/drawing/2014/main" id="{3F2A41C4-5DC8-4FD9-A5F3-84757C1B48B4}"/>
              </a:ext>
            </a:extLst>
          </p:cNvPr>
          <p:cNvSpPr/>
          <p:nvPr/>
        </p:nvSpPr>
        <p:spPr>
          <a:xfrm>
            <a:off x="905163" y="3606414"/>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Implicit expectation</a:t>
            </a:r>
          </a:p>
        </p:txBody>
      </p:sp>
    </p:spTree>
    <p:extLst>
      <p:ext uri="{BB962C8B-B14F-4D97-AF65-F5344CB8AC3E}">
        <p14:creationId xmlns:p14="http://schemas.microsoft.com/office/powerpoint/2010/main" val="1798382843"/>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DDFD867-00C3-4AA9-AEA6-DB2497D6CAD7}"/>
              </a:ext>
            </a:extLst>
          </p:cNvPr>
          <p:cNvSpPr>
            <a:spLocks noGrp="1"/>
          </p:cNvSpPr>
          <p:nvPr>
            <p:ph type="title"/>
          </p:nvPr>
        </p:nvSpPr>
        <p:spPr/>
        <p:txBody>
          <a:bodyPr/>
          <a:lstStyle/>
          <a:p>
            <a:r>
              <a:rPr lang="fr-FR" dirty="0"/>
              <a:t>Use case / Example story</a:t>
            </a:r>
          </a:p>
        </p:txBody>
      </p:sp>
      <p:sp>
        <p:nvSpPr>
          <p:cNvPr id="6" name="Espace réservé du contenu 5">
            <a:extLst>
              <a:ext uri="{FF2B5EF4-FFF2-40B4-BE49-F238E27FC236}">
                <a16:creationId xmlns:a16="http://schemas.microsoft.com/office/drawing/2014/main" id="{928154FF-FD78-4170-85FA-E5EE022BA6B1}"/>
              </a:ext>
            </a:extLst>
          </p:cNvPr>
          <p:cNvSpPr>
            <a:spLocks noGrp="1"/>
          </p:cNvSpPr>
          <p:nvPr>
            <p:ph idx="1"/>
          </p:nvPr>
        </p:nvSpPr>
        <p:spPr/>
        <p:txBody>
          <a:bodyPr/>
          <a:lstStyle/>
          <a:p>
            <a:pPr marL="0" indent="0">
              <a:buNone/>
            </a:pPr>
            <a:r>
              <a:rPr lang="fr-FR" dirty="0"/>
              <a:t> </a:t>
            </a:r>
          </a:p>
        </p:txBody>
      </p:sp>
      <p:grpSp>
        <p:nvGrpSpPr>
          <p:cNvPr id="4" name="Groupe 3">
            <a:extLst>
              <a:ext uri="{FF2B5EF4-FFF2-40B4-BE49-F238E27FC236}">
                <a16:creationId xmlns:a16="http://schemas.microsoft.com/office/drawing/2014/main" id="{7F183DFE-60B9-42AC-BFB8-C3A2FB54D004}"/>
              </a:ext>
            </a:extLst>
          </p:cNvPr>
          <p:cNvGrpSpPr/>
          <p:nvPr/>
        </p:nvGrpSpPr>
        <p:grpSpPr>
          <a:xfrm>
            <a:off x="1288435" y="4674588"/>
            <a:ext cx="914400" cy="914400"/>
            <a:chOff x="2472431" y="1931679"/>
            <a:chExt cx="914400" cy="914400"/>
          </a:xfrm>
        </p:grpSpPr>
        <p:pic>
          <p:nvPicPr>
            <p:cNvPr id="7" name="Graphique 6" descr="Employée de bureau avec un remplissage uni">
              <a:extLst>
                <a:ext uri="{FF2B5EF4-FFF2-40B4-BE49-F238E27FC236}">
                  <a16:creationId xmlns:a16="http://schemas.microsoft.com/office/drawing/2014/main" id="{F8AE4C3D-B45B-49BF-999D-C889E215D3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72431" y="1931679"/>
              <a:ext cx="914400" cy="914400"/>
            </a:xfrm>
            <a:prstGeom prst="rect">
              <a:avLst/>
            </a:prstGeom>
          </p:spPr>
        </p:pic>
        <p:pic>
          <p:nvPicPr>
            <p:cNvPr id="8" name="Graphique 7" descr="Euro avec un remplissage uni">
              <a:extLst>
                <a:ext uri="{FF2B5EF4-FFF2-40B4-BE49-F238E27FC236}">
                  <a16:creationId xmlns:a16="http://schemas.microsoft.com/office/drawing/2014/main" id="{DCB7D206-37CE-47E7-B17E-957AB1E505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37714" y="2492740"/>
              <a:ext cx="167927" cy="167927"/>
            </a:xfrm>
            <a:prstGeom prst="rect">
              <a:avLst/>
            </a:prstGeom>
          </p:spPr>
        </p:pic>
      </p:grpSp>
      <p:sp>
        <p:nvSpPr>
          <p:cNvPr id="9" name="Bulle narrative : ronde 8">
            <a:extLst>
              <a:ext uri="{FF2B5EF4-FFF2-40B4-BE49-F238E27FC236}">
                <a16:creationId xmlns:a16="http://schemas.microsoft.com/office/drawing/2014/main" id="{3B55A052-55B5-4860-8798-0CA4E2F12CD5}"/>
              </a:ext>
            </a:extLst>
          </p:cNvPr>
          <p:cNvSpPr/>
          <p:nvPr/>
        </p:nvSpPr>
        <p:spPr>
          <a:xfrm>
            <a:off x="1538309" y="2976294"/>
            <a:ext cx="2793827" cy="1072446"/>
          </a:xfrm>
          <a:prstGeom prst="wedgeEllipseCallout">
            <a:avLst>
              <a:gd name="adj1" fmla="val -38155"/>
              <a:gd name="adj2" fmla="val 109054"/>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How many members in your Community ?</a:t>
            </a:r>
          </a:p>
        </p:txBody>
      </p:sp>
      <p:pic>
        <p:nvPicPr>
          <p:cNvPr id="11" name="Graphique 10" descr="Personne confuse avec un remplissage uni">
            <a:extLst>
              <a:ext uri="{FF2B5EF4-FFF2-40B4-BE49-F238E27FC236}">
                <a16:creationId xmlns:a16="http://schemas.microsoft.com/office/drawing/2014/main" id="{1BAA0F29-F111-4807-BFBC-BEC0D1F25EFB}"/>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825" r="14911" b="49785"/>
          <a:stretch/>
        </p:blipFill>
        <p:spPr>
          <a:xfrm>
            <a:off x="3340556" y="4822709"/>
            <a:ext cx="1983159" cy="1417285"/>
          </a:xfrm>
          <a:prstGeom prst="rect">
            <a:avLst/>
          </a:prstGeom>
        </p:spPr>
      </p:pic>
      <p:pic>
        <p:nvPicPr>
          <p:cNvPr id="3" name="Graphique 2" descr="Visage de diable avec remplissage solide avec un remplissage uni">
            <a:extLst>
              <a:ext uri="{FF2B5EF4-FFF2-40B4-BE49-F238E27FC236}">
                <a16:creationId xmlns:a16="http://schemas.microsoft.com/office/drawing/2014/main" id="{3A06437D-136A-433B-A7F4-C3B728B7B46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979163" y="4778816"/>
            <a:ext cx="705943" cy="705943"/>
          </a:xfrm>
          <a:prstGeom prst="rect">
            <a:avLst/>
          </a:prstGeom>
        </p:spPr>
      </p:pic>
      <p:sp>
        <p:nvSpPr>
          <p:cNvPr id="13" name="Bulle narrative : ronde 12">
            <a:extLst>
              <a:ext uri="{FF2B5EF4-FFF2-40B4-BE49-F238E27FC236}">
                <a16:creationId xmlns:a16="http://schemas.microsoft.com/office/drawing/2014/main" id="{6A21A426-76D1-4AA1-B39D-6EA0AE7CC484}"/>
              </a:ext>
            </a:extLst>
          </p:cNvPr>
          <p:cNvSpPr/>
          <p:nvPr/>
        </p:nvSpPr>
        <p:spPr>
          <a:xfrm>
            <a:off x="2708748" y="4258472"/>
            <a:ext cx="1270415" cy="715305"/>
          </a:xfrm>
          <a:prstGeom prst="wedgeEllipseCallout">
            <a:avLst>
              <a:gd name="adj1" fmla="val 48110"/>
              <a:gd name="adj2" fmla="val 51107"/>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250 !!!</a:t>
            </a:r>
          </a:p>
        </p:txBody>
      </p:sp>
      <p:sp>
        <p:nvSpPr>
          <p:cNvPr id="14" name="Phylactère : pensées 13">
            <a:extLst>
              <a:ext uri="{FF2B5EF4-FFF2-40B4-BE49-F238E27FC236}">
                <a16:creationId xmlns:a16="http://schemas.microsoft.com/office/drawing/2014/main" id="{2DB10E60-E8A3-4146-87D2-8681C4145AAB}"/>
              </a:ext>
            </a:extLst>
          </p:cNvPr>
          <p:cNvSpPr/>
          <p:nvPr/>
        </p:nvSpPr>
        <p:spPr>
          <a:xfrm>
            <a:off x="4764350" y="4142266"/>
            <a:ext cx="2467992" cy="611078"/>
          </a:xfrm>
          <a:prstGeom prst="cloudCallout">
            <a:avLst>
              <a:gd name="adj1" fmla="val -55006"/>
              <a:gd name="adj2" fmla="val 770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But most of them are passive !</a:t>
            </a:r>
          </a:p>
        </p:txBody>
      </p:sp>
      <p:pic>
        <p:nvPicPr>
          <p:cNvPr id="15" name="Graphique 14" descr="Personne confuse avec un remplissage uni">
            <a:extLst>
              <a:ext uri="{FF2B5EF4-FFF2-40B4-BE49-F238E27FC236}">
                <a16:creationId xmlns:a16="http://schemas.microsoft.com/office/drawing/2014/main" id="{7168A969-4F72-4A3E-AEDB-89E73C986D54}"/>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825" r="14911" b="49785"/>
          <a:stretch/>
        </p:blipFill>
        <p:spPr>
          <a:xfrm>
            <a:off x="7798626" y="4822708"/>
            <a:ext cx="1983159" cy="1417285"/>
          </a:xfrm>
          <a:prstGeom prst="rect">
            <a:avLst/>
          </a:prstGeom>
        </p:spPr>
      </p:pic>
      <p:pic>
        <p:nvPicPr>
          <p:cNvPr id="17" name="Graphique 16" descr="Visage d’ange avec remplissage uni avec un remplissage uni">
            <a:extLst>
              <a:ext uri="{FF2B5EF4-FFF2-40B4-BE49-F238E27FC236}">
                <a16:creationId xmlns:a16="http://schemas.microsoft.com/office/drawing/2014/main" id="{0BED417E-40B8-4AD4-B63E-65ACCBC2259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37235" y="4753344"/>
            <a:ext cx="705944" cy="705944"/>
          </a:xfrm>
          <a:prstGeom prst="rect">
            <a:avLst/>
          </a:prstGeom>
        </p:spPr>
      </p:pic>
      <p:sp>
        <p:nvSpPr>
          <p:cNvPr id="18" name="Bulle narrative : ronde 17">
            <a:extLst>
              <a:ext uri="{FF2B5EF4-FFF2-40B4-BE49-F238E27FC236}">
                <a16:creationId xmlns:a16="http://schemas.microsoft.com/office/drawing/2014/main" id="{245F5703-1FAA-4F60-9AC8-C930184A9E5A}"/>
              </a:ext>
            </a:extLst>
          </p:cNvPr>
          <p:cNvSpPr/>
          <p:nvPr/>
        </p:nvSpPr>
        <p:spPr>
          <a:xfrm>
            <a:off x="7798626" y="3900819"/>
            <a:ext cx="1270415" cy="715305"/>
          </a:xfrm>
          <a:prstGeom prst="wedgeEllipseCallout">
            <a:avLst>
              <a:gd name="adj1" fmla="val 36230"/>
              <a:gd name="adj2" fmla="val 62277"/>
            </a:avLst>
          </a:prstGeom>
          <a:solidFill>
            <a:srgbClr val="3494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70</a:t>
            </a:r>
          </a:p>
        </p:txBody>
      </p:sp>
      <p:sp>
        <p:nvSpPr>
          <p:cNvPr id="19" name="Phylactère : pensées 18">
            <a:extLst>
              <a:ext uri="{FF2B5EF4-FFF2-40B4-BE49-F238E27FC236}">
                <a16:creationId xmlns:a16="http://schemas.microsoft.com/office/drawing/2014/main" id="{88FD5950-5879-47B6-B879-D5B11B150113}"/>
              </a:ext>
            </a:extLst>
          </p:cNvPr>
          <p:cNvSpPr/>
          <p:nvPr/>
        </p:nvSpPr>
        <p:spPr>
          <a:xfrm>
            <a:off x="9257376" y="3764007"/>
            <a:ext cx="1851517" cy="1058701"/>
          </a:xfrm>
          <a:prstGeom prst="cloudCallout">
            <a:avLst>
              <a:gd name="adj1" fmla="val -55006"/>
              <a:gd name="adj2" fmla="val 770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And most of them are active !</a:t>
            </a:r>
          </a:p>
        </p:txBody>
      </p:sp>
    </p:spTree>
    <p:extLst>
      <p:ext uri="{BB962C8B-B14F-4D97-AF65-F5344CB8AC3E}">
        <p14:creationId xmlns:p14="http://schemas.microsoft.com/office/powerpoint/2010/main" val="2325718426"/>
      </p:ext>
    </p:extLst>
  </p:cSld>
  <p:clrMapOvr>
    <a:masterClrMapping/>
  </p:clrMapOvr>
  <mc:AlternateContent xmlns:mc="http://schemas.openxmlformats.org/markup-compatibility/2006" xmlns:p14="http://schemas.microsoft.com/office/powerpoint/2010/main">
    <mc:Choice Requires="p14">
      <p:transition spd="slow" p14:dur="2000" advTm="34757"/>
    </mc:Choice>
    <mc:Fallback xmlns="">
      <p:transition spd="slow" advTm="3475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C9E84D5-882D-489B-B9B2-0E7B746FF10B}"/>
              </a:ext>
            </a:extLst>
          </p:cNvPr>
          <p:cNvSpPr>
            <a:spLocks noGrp="1"/>
          </p:cNvSpPr>
          <p:nvPr>
            <p:ph type="title"/>
          </p:nvPr>
        </p:nvSpPr>
        <p:spPr/>
        <p:txBody>
          <a:bodyPr>
            <a:normAutofit fontScale="90000"/>
          </a:bodyPr>
          <a:lstStyle/>
          <a:p>
            <a:r>
              <a:rPr lang="fr-FR" dirty="0"/>
              <a:t>Challenge P2</a:t>
            </a:r>
            <a:br>
              <a:rPr lang="fr-FR" dirty="0"/>
            </a:br>
            <a:r>
              <a:rPr lang="fr-FR" dirty="0" err="1"/>
              <a:t>Measure</a:t>
            </a:r>
            <a:r>
              <a:rPr lang="fr-FR" dirty="0"/>
              <a:t> the performance of a Community</a:t>
            </a:r>
          </a:p>
        </p:txBody>
      </p:sp>
      <p:sp>
        <p:nvSpPr>
          <p:cNvPr id="5" name="Espace réservé du contenu 4">
            <a:extLst>
              <a:ext uri="{FF2B5EF4-FFF2-40B4-BE49-F238E27FC236}">
                <a16:creationId xmlns:a16="http://schemas.microsoft.com/office/drawing/2014/main" id="{FD2849E1-CF10-484B-9E48-E55B98D160F3}"/>
              </a:ext>
            </a:extLst>
          </p:cNvPr>
          <p:cNvSpPr>
            <a:spLocks noGrp="1"/>
          </p:cNvSpPr>
          <p:nvPr>
            <p:ph idx="1"/>
          </p:nvPr>
        </p:nvSpPr>
        <p:spPr>
          <a:xfrm>
            <a:off x="3398146" y="2335981"/>
            <a:ext cx="4751555" cy="3694176"/>
          </a:xfrm>
        </p:spPr>
        <p:txBody>
          <a:bodyPr>
            <a:normAutofit fontScale="55000" lnSpcReduction="20000"/>
          </a:bodyPr>
          <a:lstStyle/>
          <a:p>
            <a:pPr marL="0" indent="0">
              <a:buNone/>
            </a:pPr>
            <a:r>
              <a:rPr lang="en-US" dirty="0"/>
              <a:t>Headcount is often used as a measure of a Corporate Community Performance, mostly because headcount is usual when counting other types of groups (companies, customers, …)</a:t>
            </a:r>
          </a:p>
          <a:p>
            <a:pPr marL="0" indent="0">
              <a:buNone/>
            </a:pPr>
            <a:endParaRPr lang="en-US" dirty="0"/>
          </a:p>
          <a:p>
            <a:pPr marL="0" indent="0">
              <a:buNone/>
            </a:pPr>
            <a:r>
              <a:rPr lang="en-US" dirty="0"/>
              <a:t>However, as most Corporate Communities are part time and not mandatory, level of activity can vary among members from almost nothing (just sign up) to real engagement.</a:t>
            </a:r>
          </a:p>
          <a:p>
            <a:pPr marL="0" indent="0">
              <a:buNone/>
            </a:pPr>
            <a:endParaRPr lang="en-US" dirty="0"/>
          </a:p>
          <a:p>
            <a:pPr marL="0" indent="0">
              <a:buNone/>
            </a:pPr>
            <a:r>
              <a:rPr lang="en-US" dirty="0"/>
              <a:t>Therefore, as headcount is often unavoidable as a Community performance measurement in Corporation, measurement should be completed with other indicators. </a:t>
            </a:r>
          </a:p>
        </p:txBody>
      </p:sp>
      <p:sp>
        <p:nvSpPr>
          <p:cNvPr id="6" name="Arc partiel 5">
            <a:extLst>
              <a:ext uri="{FF2B5EF4-FFF2-40B4-BE49-F238E27FC236}">
                <a16:creationId xmlns:a16="http://schemas.microsoft.com/office/drawing/2014/main" id="{F806B590-F67F-4C44-826F-0E0A9395E3AF}"/>
              </a:ext>
            </a:extLst>
          </p:cNvPr>
          <p:cNvSpPr/>
          <p:nvPr/>
        </p:nvSpPr>
        <p:spPr>
          <a:xfrm>
            <a:off x="580028" y="2547171"/>
            <a:ext cx="753182" cy="753182"/>
          </a:xfrm>
          <a:prstGeom prst="pie">
            <a:avLst>
              <a:gd name="adj1" fmla="val 17853816"/>
              <a:gd name="adj2" fmla="val 162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Arc partiel 6">
            <a:extLst>
              <a:ext uri="{FF2B5EF4-FFF2-40B4-BE49-F238E27FC236}">
                <a16:creationId xmlns:a16="http://schemas.microsoft.com/office/drawing/2014/main" id="{8199EC10-36DE-404E-9457-A7F7B73C476A}"/>
              </a:ext>
            </a:extLst>
          </p:cNvPr>
          <p:cNvSpPr/>
          <p:nvPr/>
        </p:nvSpPr>
        <p:spPr>
          <a:xfrm>
            <a:off x="575929" y="2547171"/>
            <a:ext cx="753182" cy="753182"/>
          </a:xfrm>
          <a:prstGeom prst="pie">
            <a:avLst>
              <a:gd name="adj1" fmla="val 15660000"/>
              <a:gd name="adj2" fmla="val 18737514"/>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c partiel 7">
            <a:extLst>
              <a:ext uri="{FF2B5EF4-FFF2-40B4-BE49-F238E27FC236}">
                <a16:creationId xmlns:a16="http://schemas.microsoft.com/office/drawing/2014/main" id="{3DDF6BBC-0609-40E6-A015-FCAC92AFF323}"/>
              </a:ext>
            </a:extLst>
          </p:cNvPr>
          <p:cNvSpPr/>
          <p:nvPr/>
        </p:nvSpPr>
        <p:spPr>
          <a:xfrm>
            <a:off x="1423060" y="2547171"/>
            <a:ext cx="753182" cy="753182"/>
          </a:xfrm>
          <a:prstGeom prst="pie">
            <a:avLst>
              <a:gd name="adj1" fmla="val 17213135"/>
              <a:gd name="adj2" fmla="val 162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Arc partiel 8">
            <a:extLst>
              <a:ext uri="{FF2B5EF4-FFF2-40B4-BE49-F238E27FC236}">
                <a16:creationId xmlns:a16="http://schemas.microsoft.com/office/drawing/2014/main" id="{7D752D0D-8F40-482E-98BD-93CE36A71B40}"/>
              </a:ext>
            </a:extLst>
          </p:cNvPr>
          <p:cNvSpPr/>
          <p:nvPr/>
        </p:nvSpPr>
        <p:spPr>
          <a:xfrm>
            <a:off x="1423060" y="2547171"/>
            <a:ext cx="753182" cy="753182"/>
          </a:xfrm>
          <a:prstGeom prst="pie">
            <a:avLst>
              <a:gd name="adj1" fmla="val 15660000"/>
              <a:gd name="adj2" fmla="val 17470677"/>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Arc partiel 9">
            <a:extLst>
              <a:ext uri="{FF2B5EF4-FFF2-40B4-BE49-F238E27FC236}">
                <a16:creationId xmlns:a16="http://schemas.microsoft.com/office/drawing/2014/main" id="{5A4F89DD-82C4-4898-99CF-47C91DF2732E}"/>
              </a:ext>
            </a:extLst>
          </p:cNvPr>
          <p:cNvSpPr/>
          <p:nvPr/>
        </p:nvSpPr>
        <p:spPr>
          <a:xfrm>
            <a:off x="580028" y="2547171"/>
            <a:ext cx="753182" cy="753182"/>
          </a:xfrm>
          <a:prstGeom prst="pie">
            <a:avLst>
              <a:gd name="adj1" fmla="val 18730964"/>
              <a:gd name="adj2" fmla="val 19878051"/>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Arc partiel 10">
            <a:extLst>
              <a:ext uri="{FF2B5EF4-FFF2-40B4-BE49-F238E27FC236}">
                <a16:creationId xmlns:a16="http://schemas.microsoft.com/office/drawing/2014/main" id="{8D87A9AB-D7F0-4FD4-8E49-7B96BA5E72B6}"/>
              </a:ext>
            </a:extLst>
          </p:cNvPr>
          <p:cNvSpPr/>
          <p:nvPr/>
        </p:nvSpPr>
        <p:spPr>
          <a:xfrm>
            <a:off x="1423060" y="2547171"/>
            <a:ext cx="753182" cy="753182"/>
          </a:xfrm>
          <a:prstGeom prst="pie">
            <a:avLst>
              <a:gd name="adj1" fmla="val 17437443"/>
              <a:gd name="adj2" fmla="val 18300260"/>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c partiel 11">
            <a:extLst>
              <a:ext uri="{FF2B5EF4-FFF2-40B4-BE49-F238E27FC236}">
                <a16:creationId xmlns:a16="http://schemas.microsoft.com/office/drawing/2014/main" id="{F8F2920F-C742-444A-BC40-058BB4769C0F}"/>
              </a:ext>
            </a:extLst>
          </p:cNvPr>
          <p:cNvSpPr/>
          <p:nvPr/>
        </p:nvSpPr>
        <p:spPr>
          <a:xfrm>
            <a:off x="2309418" y="2547171"/>
            <a:ext cx="753182" cy="753182"/>
          </a:xfrm>
          <a:prstGeom prst="pie">
            <a:avLst>
              <a:gd name="adj1" fmla="val 17213135"/>
              <a:gd name="adj2" fmla="val 162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Arc partiel 12">
            <a:extLst>
              <a:ext uri="{FF2B5EF4-FFF2-40B4-BE49-F238E27FC236}">
                <a16:creationId xmlns:a16="http://schemas.microsoft.com/office/drawing/2014/main" id="{583E8B3D-820E-4129-8C1C-D129BCC6F6F6}"/>
              </a:ext>
            </a:extLst>
          </p:cNvPr>
          <p:cNvSpPr/>
          <p:nvPr/>
        </p:nvSpPr>
        <p:spPr>
          <a:xfrm>
            <a:off x="2309418" y="2547171"/>
            <a:ext cx="753182" cy="753182"/>
          </a:xfrm>
          <a:prstGeom prst="pie">
            <a:avLst>
              <a:gd name="adj1" fmla="val 15660000"/>
              <a:gd name="adj2" fmla="val 16458222"/>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partiel 13">
            <a:extLst>
              <a:ext uri="{FF2B5EF4-FFF2-40B4-BE49-F238E27FC236}">
                <a16:creationId xmlns:a16="http://schemas.microsoft.com/office/drawing/2014/main" id="{ADEEB3F0-17C0-4FFB-BC49-2422AAC47E97}"/>
              </a:ext>
            </a:extLst>
          </p:cNvPr>
          <p:cNvSpPr/>
          <p:nvPr/>
        </p:nvSpPr>
        <p:spPr>
          <a:xfrm>
            <a:off x="2309418" y="2547171"/>
            <a:ext cx="753182" cy="753182"/>
          </a:xfrm>
          <a:prstGeom prst="pie">
            <a:avLst>
              <a:gd name="adj1" fmla="val 16457986"/>
              <a:gd name="adj2" fmla="val 17249797"/>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5" name="Graphique 14" descr="Utilisateur avec un remplissage uni">
            <a:extLst>
              <a:ext uri="{FF2B5EF4-FFF2-40B4-BE49-F238E27FC236}">
                <a16:creationId xmlns:a16="http://schemas.microsoft.com/office/drawing/2014/main" id="{A28D0C1D-1D99-4E3E-B31A-3C67DAD8E5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7350" y="2618592"/>
            <a:ext cx="610340" cy="610340"/>
          </a:xfrm>
          <a:prstGeom prst="rect">
            <a:avLst/>
          </a:prstGeom>
        </p:spPr>
      </p:pic>
      <p:pic>
        <p:nvPicPr>
          <p:cNvPr id="16" name="Graphique 15" descr="Utilisateur avec un remplissage uni">
            <a:extLst>
              <a:ext uri="{FF2B5EF4-FFF2-40B4-BE49-F238E27FC236}">
                <a16:creationId xmlns:a16="http://schemas.microsoft.com/office/drawing/2014/main" id="{0853AE30-8DEF-43F9-8C41-E728037AD2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94481" y="2618592"/>
            <a:ext cx="610340" cy="610340"/>
          </a:xfrm>
          <a:prstGeom prst="rect">
            <a:avLst/>
          </a:prstGeom>
        </p:spPr>
      </p:pic>
      <p:pic>
        <p:nvPicPr>
          <p:cNvPr id="17" name="Graphique 16" descr="Utilisateur avec un remplissage uni">
            <a:extLst>
              <a:ext uri="{FF2B5EF4-FFF2-40B4-BE49-F238E27FC236}">
                <a16:creationId xmlns:a16="http://schemas.microsoft.com/office/drawing/2014/main" id="{EED4A7FE-194F-46E1-91E0-DB752A1D566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3999" y="2618592"/>
            <a:ext cx="610340" cy="610340"/>
          </a:xfrm>
          <a:prstGeom prst="rect">
            <a:avLst/>
          </a:prstGeom>
        </p:spPr>
      </p:pic>
      <p:sp>
        <p:nvSpPr>
          <p:cNvPr id="18" name="ZoneTexte 17">
            <a:extLst>
              <a:ext uri="{FF2B5EF4-FFF2-40B4-BE49-F238E27FC236}">
                <a16:creationId xmlns:a16="http://schemas.microsoft.com/office/drawing/2014/main" id="{9A21FA96-5C6A-4860-A44A-4A2422AA52C9}"/>
              </a:ext>
            </a:extLst>
          </p:cNvPr>
          <p:cNvSpPr txBox="1"/>
          <p:nvPr/>
        </p:nvSpPr>
        <p:spPr>
          <a:xfrm>
            <a:off x="799935" y="2860647"/>
            <a:ext cx="305170" cy="369332"/>
          </a:xfrm>
          <a:prstGeom prst="rect">
            <a:avLst/>
          </a:prstGeom>
          <a:noFill/>
        </p:spPr>
        <p:txBody>
          <a:bodyPr wrap="square" rtlCol="0">
            <a:spAutoFit/>
          </a:bodyPr>
          <a:lstStyle/>
          <a:p>
            <a:r>
              <a:rPr lang="en-US"/>
              <a:t>1</a:t>
            </a:r>
          </a:p>
        </p:txBody>
      </p:sp>
      <p:sp>
        <p:nvSpPr>
          <p:cNvPr id="19" name="ZoneTexte 18">
            <a:extLst>
              <a:ext uri="{FF2B5EF4-FFF2-40B4-BE49-F238E27FC236}">
                <a16:creationId xmlns:a16="http://schemas.microsoft.com/office/drawing/2014/main" id="{8AF53C92-EF01-4147-8807-8FDC06373B58}"/>
              </a:ext>
            </a:extLst>
          </p:cNvPr>
          <p:cNvSpPr txBox="1"/>
          <p:nvPr/>
        </p:nvSpPr>
        <p:spPr>
          <a:xfrm>
            <a:off x="1638953" y="2846454"/>
            <a:ext cx="305170" cy="369332"/>
          </a:xfrm>
          <a:prstGeom prst="rect">
            <a:avLst/>
          </a:prstGeom>
          <a:noFill/>
        </p:spPr>
        <p:txBody>
          <a:bodyPr wrap="square" rtlCol="0">
            <a:spAutoFit/>
          </a:bodyPr>
          <a:lstStyle/>
          <a:p>
            <a:r>
              <a:rPr lang="en-US" dirty="0"/>
              <a:t>2</a:t>
            </a:r>
          </a:p>
        </p:txBody>
      </p:sp>
      <p:sp>
        <p:nvSpPr>
          <p:cNvPr id="20" name="ZoneTexte 19">
            <a:extLst>
              <a:ext uri="{FF2B5EF4-FFF2-40B4-BE49-F238E27FC236}">
                <a16:creationId xmlns:a16="http://schemas.microsoft.com/office/drawing/2014/main" id="{5D650AA0-F516-48F2-B572-2D60B4399CBF}"/>
              </a:ext>
            </a:extLst>
          </p:cNvPr>
          <p:cNvSpPr txBox="1"/>
          <p:nvPr/>
        </p:nvSpPr>
        <p:spPr>
          <a:xfrm>
            <a:off x="2527332" y="2846454"/>
            <a:ext cx="305170" cy="369332"/>
          </a:xfrm>
          <a:prstGeom prst="rect">
            <a:avLst/>
          </a:prstGeom>
          <a:noFill/>
        </p:spPr>
        <p:txBody>
          <a:bodyPr wrap="square" rtlCol="0">
            <a:spAutoFit/>
          </a:bodyPr>
          <a:lstStyle/>
          <a:p>
            <a:r>
              <a:rPr lang="en-US"/>
              <a:t>3</a:t>
            </a:r>
          </a:p>
        </p:txBody>
      </p:sp>
      <p:pic>
        <p:nvPicPr>
          <p:cNvPr id="21" name="Graphique 20" descr="Badge d'employé avec un remplissage uni">
            <a:extLst>
              <a:ext uri="{FF2B5EF4-FFF2-40B4-BE49-F238E27FC236}">
                <a16:creationId xmlns:a16="http://schemas.microsoft.com/office/drawing/2014/main" id="{4C952C4C-93DC-4F52-B851-0522469B9F9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5822" y="3718208"/>
            <a:ext cx="328740" cy="328740"/>
          </a:xfrm>
          <a:prstGeom prst="rect">
            <a:avLst/>
          </a:prstGeom>
        </p:spPr>
      </p:pic>
      <p:pic>
        <p:nvPicPr>
          <p:cNvPr id="22" name="Graphique 21" descr="Badge d'employé avec un remplissage uni">
            <a:extLst>
              <a:ext uri="{FF2B5EF4-FFF2-40B4-BE49-F238E27FC236}">
                <a16:creationId xmlns:a16="http://schemas.microsoft.com/office/drawing/2014/main" id="{CD587723-099F-4608-9205-E1B8FE9194B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3786" y="3718208"/>
            <a:ext cx="328740" cy="328740"/>
          </a:xfrm>
          <a:prstGeom prst="rect">
            <a:avLst/>
          </a:prstGeom>
        </p:spPr>
      </p:pic>
      <p:pic>
        <p:nvPicPr>
          <p:cNvPr id="23" name="Graphique 22" descr="Badge d'employé avec un remplissage uni">
            <a:extLst>
              <a:ext uri="{FF2B5EF4-FFF2-40B4-BE49-F238E27FC236}">
                <a16:creationId xmlns:a16="http://schemas.microsoft.com/office/drawing/2014/main" id="{2728009A-7854-42DE-9193-98C6EFC6723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67956" y="3718208"/>
            <a:ext cx="328740" cy="328740"/>
          </a:xfrm>
          <a:prstGeom prst="rect">
            <a:avLst/>
          </a:prstGeom>
        </p:spPr>
      </p:pic>
      <p:pic>
        <p:nvPicPr>
          <p:cNvPr id="24" name="Graphique 23" descr="Badge d'employé avec un remplissage uni">
            <a:extLst>
              <a:ext uri="{FF2B5EF4-FFF2-40B4-BE49-F238E27FC236}">
                <a16:creationId xmlns:a16="http://schemas.microsoft.com/office/drawing/2014/main" id="{A1B098E5-C1F9-40CE-9D79-8344716F77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5822" y="4066094"/>
            <a:ext cx="328740" cy="328740"/>
          </a:xfrm>
          <a:prstGeom prst="rect">
            <a:avLst/>
          </a:prstGeom>
        </p:spPr>
      </p:pic>
      <p:pic>
        <p:nvPicPr>
          <p:cNvPr id="25" name="Graphique 24" descr="Badge d'employé avec un remplissage uni">
            <a:extLst>
              <a:ext uri="{FF2B5EF4-FFF2-40B4-BE49-F238E27FC236}">
                <a16:creationId xmlns:a16="http://schemas.microsoft.com/office/drawing/2014/main" id="{FF9FF001-6B39-4AC2-A10C-2E8FE36C2B6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3786" y="4066094"/>
            <a:ext cx="328740" cy="328740"/>
          </a:xfrm>
          <a:prstGeom prst="rect">
            <a:avLst/>
          </a:prstGeom>
        </p:spPr>
      </p:pic>
      <p:pic>
        <p:nvPicPr>
          <p:cNvPr id="26" name="Graphique 25" descr="Badge d'employé avec un remplissage uni">
            <a:extLst>
              <a:ext uri="{FF2B5EF4-FFF2-40B4-BE49-F238E27FC236}">
                <a16:creationId xmlns:a16="http://schemas.microsoft.com/office/drawing/2014/main" id="{1E8AD22D-715A-4C32-8C84-E76ADBE3F5D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67956" y="4066094"/>
            <a:ext cx="328740" cy="328740"/>
          </a:xfrm>
          <a:prstGeom prst="rect">
            <a:avLst/>
          </a:prstGeom>
        </p:spPr>
      </p:pic>
      <p:pic>
        <p:nvPicPr>
          <p:cNvPr id="27" name="Graphique 26" descr="Badge d'employé avec un remplissage uni">
            <a:extLst>
              <a:ext uri="{FF2B5EF4-FFF2-40B4-BE49-F238E27FC236}">
                <a16:creationId xmlns:a16="http://schemas.microsoft.com/office/drawing/2014/main" id="{D2CA1307-9401-413C-8BE2-3E564AAA564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5822" y="4397861"/>
            <a:ext cx="328740" cy="328740"/>
          </a:xfrm>
          <a:prstGeom prst="rect">
            <a:avLst/>
          </a:prstGeom>
        </p:spPr>
      </p:pic>
      <p:pic>
        <p:nvPicPr>
          <p:cNvPr id="28" name="Graphique 27" descr="Badge d'employé avec un remplissage uni">
            <a:extLst>
              <a:ext uri="{FF2B5EF4-FFF2-40B4-BE49-F238E27FC236}">
                <a16:creationId xmlns:a16="http://schemas.microsoft.com/office/drawing/2014/main" id="{C74BD9C1-6551-4F7A-90BA-E865E817FF6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3786" y="4397861"/>
            <a:ext cx="328740" cy="328740"/>
          </a:xfrm>
          <a:prstGeom prst="rect">
            <a:avLst/>
          </a:prstGeom>
        </p:spPr>
      </p:pic>
      <p:pic>
        <p:nvPicPr>
          <p:cNvPr id="29" name="Graphique 28" descr="Badge d'employé avec un remplissage uni">
            <a:extLst>
              <a:ext uri="{FF2B5EF4-FFF2-40B4-BE49-F238E27FC236}">
                <a16:creationId xmlns:a16="http://schemas.microsoft.com/office/drawing/2014/main" id="{F5321B44-D099-4A46-A55D-592E89E47EB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67956" y="4397861"/>
            <a:ext cx="328740" cy="328740"/>
          </a:xfrm>
          <a:prstGeom prst="rect">
            <a:avLst/>
          </a:prstGeom>
        </p:spPr>
      </p:pic>
      <p:sp>
        <p:nvSpPr>
          <p:cNvPr id="30" name="Rectangle 29">
            <a:extLst>
              <a:ext uri="{FF2B5EF4-FFF2-40B4-BE49-F238E27FC236}">
                <a16:creationId xmlns:a16="http://schemas.microsoft.com/office/drawing/2014/main" id="{2E782874-5F9F-47B9-9C31-6EE575DC3229}"/>
              </a:ext>
            </a:extLst>
          </p:cNvPr>
          <p:cNvSpPr/>
          <p:nvPr/>
        </p:nvSpPr>
        <p:spPr>
          <a:xfrm>
            <a:off x="645822" y="5071845"/>
            <a:ext cx="2256573" cy="115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8F5B381-4F80-473E-95D9-FDDBC4416C20}"/>
              </a:ext>
            </a:extLst>
          </p:cNvPr>
          <p:cNvSpPr/>
          <p:nvPr/>
        </p:nvSpPr>
        <p:spPr>
          <a:xfrm>
            <a:off x="645823" y="5187881"/>
            <a:ext cx="918552" cy="9967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A623E67-8486-4C26-A3C5-804DF510ED12}"/>
              </a:ext>
            </a:extLst>
          </p:cNvPr>
          <p:cNvSpPr/>
          <p:nvPr/>
        </p:nvSpPr>
        <p:spPr>
          <a:xfrm>
            <a:off x="645822" y="5287713"/>
            <a:ext cx="477897" cy="9967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ZoneTexte 32">
            <a:extLst>
              <a:ext uri="{FF2B5EF4-FFF2-40B4-BE49-F238E27FC236}">
                <a16:creationId xmlns:a16="http://schemas.microsoft.com/office/drawing/2014/main" id="{E1BF69A6-34D3-4593-9E33-6738667133B1}"/>
              </a:ext>
            </a:extLst>
          </p:cNvPr>
          <p:cNvSpPr txBox="1"/>
          <p:nvPr/>
        </p:nvSpPr>
        <p:spPr>
          <a:xfrm>
            <a:off x="237658" y="5575275"/>
            <a:ext cx="2665961" cy="923330"/>
          </a:xfrm>
          <a:prstGeom prst="rect">
            <a:avLst/>
          </a:prstGeom>
          <a:noFill/>
        </p:spPr>
        <p:txBody>
          <a:bodyPr wrap="square" rtlCol="0">
            <a:spAutoFit/>
          </a:bodyPr>
          <a:lstStyle/>
          <a:p>
            <a:pPr algn="ctr"/>
            <a:r>
              <a:rPr lang="en-US" b="1" dirty="0"/>
              <a:t>3 communities</a:t>
            </a:r>
          </a:p>
          <a:p>
            <a:pPr algn="ctr"/>
            <a:r>
              <a:rPr lang="en-US" b="1" dirty="0"/>
              <a:t>Same headcount</a:t>
            </a:r>
          </a:p>
          <a:p>
            <a:pPr algn="ctr"/>
            <a:r>
              <a:rPr lang="en-US" b="1" dirty="0"/>
              <a:t>Different real activity</a:t>
            </a:r>
          </a:p>
        </p:txBody>
      </p:sp>
      <p:sp>
        <p:nvSpPr>
          <p:cNvPr id="34" name="ZoneTexte 33">
            <a:extLst>
              <a:ext uri="{FF2B5EF4-FFF2-40B4-BE49-F238E27FC236}">
                <a16:creationId xmlns:a16="http://schemas.microsoft.com/office/drawing/2014/main" id="{C45ABE7A-C578-46C1-A16F-F139CF89F524}"/>
              </a:ext>
            </a:extLst>
          </p:cNvPr>
          <p:cNvSpPr txBox="1"/>
          <p:nvPr/>
        </p:nvSpPr>
        <p:spPr>
          <a:xfrm>
            <a:off x="9091147" y="5714926"/>
            <a:ext cx="2665961" cy="369332"/>
          </a:xfrm>
          <a:prstGeom prst="rect">
            <a:avLst/>
          </a:prstGeom>
          <a:noFill/>
        </p:spPr>
        <p:txBody>
          <a:bodyPr wrap="square" rtlCol="0">
            <a:spAutoFit/>
          </a:bodyPr>
          <a:lstStyle/>
          <a:p>
            <a:pPr algn="ctr"/>
            <a:r>
              <a:rPr lang="en-US" b="1" dirty="0"/>
              <a:t>Example of indicators</a:t>
            </a:r>
          </a:p>
        </p:txBody>
      </p:sp>
      <p:pic>
        <p:nvPicPr>
          <p:cNvPr id="35" name="Graphique 34" descr="Base de données avec un remplissage uni">
            <a:extLst>
              <a:ext uri="{FF2B5EF4-FFF2-40B4-BE49-F238E27FC236}">
                <a16:creationId xmlns:a16="http://schemas.microsoft.com/office/drawing/2014/main" id="{D4B16C11-1730-4A1D-9E7B-2D5CCEBE402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770758" y="2530829"/>
            <a:ext cx="769523" cy="769523"/>
          </a:xfrm>
          <a:prstGeom prst="rect">
            <a:avLst/>
          </a:prstGeom>
        </p:spPr>
      </p:pic>
      <p:pic>
        <p:nvPicPr>
          <p:cNvPr id="36" name="Graphique 35" descr="Signe pouce en haut avec un remplissage uni">
            <a:extLst>
              <a:ext uri="{FF2B5EF4-FFF2-40B4-BE49-F238E27FC236}">
                <a16:creationId xmlns:a16="http://schemas.microsoft.com/office/drawing/2014/main" id="{FF2072A2-A1EA-4AA6-BF18-4081693AF05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828383" y="3511126"/>
            <a:ext cx="679602" cy="679602"/>
          </a:xfrm>
          <a:prstGeom prst="rect">
            <a:avLst/>
          </a:prstGeom>
        </p:spPr>
      </p:pic>
      <p:sp>
        <p:nvSpPr>
          <p:cNvPr id="37" name="ZoneTexte 36">
            <a:extLst>
              <a:ext uri="{FF2B5EF4-FFF2-40B4-BE49-F238E27FC236}">
                <a16:creationId xmlns:a16="http://schemas.microsoft.com/office/drawing/2014/main" id="{12B2E5E9-5487-4CD8-B1AE-06100F563B56}"/>
              </a:ext>
            </a:extLst>
          </p:cNvPr>
          <p:cNvSpPr txBox="1"/>
          <p:nvPr/>
        </p:nvSpPr>
        <p:spPr>
          <a:xfrm>
            <a:off x="9507985" y="2618592"/>
            <a:ext cx="2249124" cy="646331"/>
          </a:xfrm>
          <a:prstGeom prst="rect">
            <a:avLst/>
          </a:prstGeom>
          <a:noFill/>
        </p:spPr>
        <p:txBody>
          <a:bodyPr wrap="square" rtlCol="0">
            <a:spAutoFit/>
          </a:bodyPr>
          <a:lstStyle/>
          <a:p>
            <a:pPr algn="ctr"/>
            <a:r>
              <a:rPr lang="en-US" sz="1200" b="1" dirty="0"/>
              <a:t>“We do things”</a:t>
            </a:r>
          </a:p>
          <a:p>
            <a:pPr algn="ctr"/>
            <a:r>
              <a:rPr lang="en-US" sz="1200" b="1" dirty="0"/>
              <a:t>Amount of content </a:t>
            </a:r>
            <a:r>
              <a:rPr lang="en-US" sz="1200" dirty="0"/>
              <a:t>(+Content consumption stats)</a:t>
            </a:r>
            <a:endParaRPr lang="en-US" sz="1200" b="1" dirty="0"/>
          </a:p>
        </p:txBody>
      </p:sp>
      <p:sp>
        <p:nvSpPr>
          <p:cNvPr id="38" name="ZoneTexte 37">
            <a:extLst>
              <a:ext uri="{FF2B5EF4-FFF2-40B4-BE49-F238E27FC236}">
                <a16:creationId xmlns:a16="http://schemas.microsoft.com/office/drawing/2014/main" id="{83557FA5-86BF-48E9-A847-8802AADBA830}"/>
              </a:ext>
            </a:extLst>
          </p:cNvPr>
          <p:cNvSpPr txBox="1"/>
          <p:nvPr/>
        </p:nvSpPr>
        <p:spPr>
          <a:xfrm>
            <a:off x="9371606" y="3589062"/>
            <a:ext cx="2385502" cy="830997"/>
          </a:xfrm>
          <a:prstGeom prst="rect">
            <a:avLst/>
          </a:prstGeom>
          <a:noFill/>
        </p:spPr>
        <p:txBody>
          <a:bodyPr wrap="square" rtlCol="0">
            <a:spAutoFit/>
          </a:bodyPr>
          <a:lstStyle/>
          <a:p>
            <a:pPr algn="ctr"/>
            <a:r>
              <a:rPr lang="en-US" sz="1200" b="1" dirty="0"/>
              <a:t>“People like our things”</a:t>
            </a:r>
          </a:p>
          <a:p>
            <a:pPr algn="ctr"/>
            <a:r>
              <a:rPr lang="en-US" sz="1200" b="1" dirty="0"/>
              <a:t>Number of positive feedbacks </a:t>
            </a:r>
            <a:r>
              <a:rPr lang="en-US" sz="1200" dirty="0"/>
              <a:t>(likes, comments, congratulations, …) </a:t>
            </a:r>
          </a:p>
        </p:txBody>
      </p:sp>
      <p:pic>
        <p:nvPicPr>
          <p:cNvPr id="3" name="Graphique 2" descr="Calendrier mensuel avec un remplissage uni">
            <a:extLst>
              <a:ext uri="{FF2B5EF4-FFF2-40B4-BE49-F238E27FC236}">
                <a16:creationId xmlns:a16="http://schemas.microsoft.com/office/drawing/2014/main" id="{E75E91D8-B5DC-483E-8735-C7E7834D3F0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38462" y="4529729"/>
            <a:ext cx="769523" cy="769523"/>
          </a:xfrm>
          <a:prstGeom prst="rect">
            <a:avLst/>
          </a:prstGeom>
        </p:spPr>
      </p:pic>
      <p:sp>
        <p:nvSpPr>
          <p:cNvPr id="39" name="ZoneTexte 38">
            <a:extLst>
              <a:ext uri="{FF2B5EF4-FFF2-40B4-BE49-F238E27FC236}">
                <a16:creationId xmlns:a16="http://schemas.microsoft.com/office/drawing/2014/main" id="{13DD319B-3E99-40C6-80EF-65B11DCE30F0}"/>
              </a:ext>
            </a:extLst>
          </p:cNvPr>
          <p:cNvSpPr txBox="1"/>
          <p:nvPr/>
        </p:nvSpPr>
        <p:spPr>
          <a:xfrm>
            <a:off x="9431722" y="4591326"/>
            <a:ext cx="2385501" cy="830997"/>
          </a:xfrm>
          <a:prstGeom prst="rect">
            <a:avLst/>
          </a:prstGeom>
          <a:noFill/>
        </p:spPr>
        <p:txBody>
          <a:bodyPr wrap="square" rtlCol="0">
            <a:spAutoFit/>
          </a:bodyPr>
          <a:lstStyle/>
          <a:p>
            <a:pPr algn="ctr"/>
            <a:r>
              <a:rPr lang="en-US" sz="1200" b="1" dirty="0"/>
              <a:t>“Things happen”</a:t>
            </a:r>
          </a:p>
          <a:p>
            <a:pPr algn="ctr"/>
            <a:r>
              <a:rPr lang="en-US" sz="1200" b="1" dirty="0"/>
              <a:t>Event-related indicators  </a:t>
            </a:r>
            <a:r>
              <a:rPr lang="en-US" sz="1200" dirty="0"/>
              <a:t>(number of events, average attendance, …) </a:t>
            </a:r>
          </a:p>
        </p:txBody>
      </p:sp>
    </p:spTree>
    <p:extLst>
      <p:ext uri="{BB962C8B-B14F-4D97-AF65-F5344CB8AC3E}">
        <p14:creationId xmlns:p14="http://schemas.microsoft.com/office/powerpoint/2010/main" val="124689792"/>
      </p:ext>
    </p:extLst>
  </p:cSld>
  <p:clrMapOvr>
    <a:masterClrMapping/>
  </p:clrMapOvr>
  <mc:AlternateContent xmlns:mc="http://schemas.openxmlformats.org/markup-compatibility/2006" xmlns:p14="http://schemas.microsoft.com/office/powerpoint/2010/main">
    <mc:Choice Requires="p14">
      <p:transition spd="slow" p14:dur="2000" advTm="80642"/>
    </mc:Choice>
    <mc:Fallback xmlns="">
      <p:transition spd="slow" advTm="8064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4B5CAE6-9DBD-4501-9E01-2BECE81E0C42}"/>
              </a:ext>
            </a:extLst>
          </p:cNvPr>
          <p:cNvSpPr>
            <a:spLocks noGrp="1"/>
          </p:cNvSpPr>
          <p:nvPr>
            <p:ph type="title"/>
          </p:nvPr>
        </p:nvSpPr>
        <p:spPr/>
        <p:txBody>
          <a:bodyPr/>
          <a:lstStyle/>
          <a:p>
            <a:r>
              <a:rPr lang="en-US" dirty="0"/>
              <a:t>Share your opinions / experiences</a:t>
            </a:r>
          </a:p>
        </p:txBody>
      </p:sp>
      <p:sp>
        <p:nvSpPr>
          <p:cNvPr id="5" name="Espace réservé du contenu 4">
            <a:extLst>
              <a:ext uri="{FF2B5EF4-FFF2-40B4-BE49-F238E27FC236}">
                <a16:creationId xmlns:a16="http://schemas.microsoft.com/office/drawing/2014/main" id="{7F0FA9C6-776E-41E2-ADD7-90D181B28B4B}"/>
              </a:ext>
            </a:extLst>
          </p:cNvPr>
          <p:cNvSpPr>
            <a:spLocks noGrp="1"/>
          </p:cNvSpPr>
          <p:nvPr>
            <p:ph sz="half" idx="1"/>
          </p:nvPr>
        </p:nvSpPr>
        <p:spPr/>
        <p:txBody>
          <a:bodyPr/>
          <a:lstStyle/>
          <a:p>
            <a:pPr marL="0" indent="0">
              <a:buNone/>
            </a:pPr>
            <a:r>
              <a:rPr lang="en-US"/>
              <a:t>  </a:t>
            </a:r>
          </a:p>
        </p:txBody>
      </p:sp>
      <p:sp>
        <p:nvSpPr>
          <p:cNvPr id="6" name="Espace réservé du contenu 5">
            <a:extLst>
              <a:ext uri="{FF2B5EF4-FFF2-40B4-BE49-F238E27FC236}">
                <a16:creationId xmlns:a16="http://schemas.microsoft.com/office/drawing/2014/main" id="{0988800A-78D9-4E75-BC25-C1AE17BC5A8D}"/>
              </a:ext>
            </a:extLst>
          </p:cNvPr>
          <p:cNvSpPr>
            <a:spLocks noGrp="1"/>
          </p:cNvSpPr>
          <p:nvPr>
            <p:ph sz="half" idx="2"/>
          </p:nvPr>
        </p:nvSpPr>
        <p:spPr/>
        <p:txBody>
          <a:bodyPr/>
          <a:lstStyle/>
          <a:p>
            <a:pPr marL="0" indent="0">
              <a:buNone/>
            </a:pPr>
            <a:r>
              <a:rPr lang="en-US" dirty="0"/>
              <a:t>What are your Community Performance Indicators ? Do you use headcount ? Why ?</a:t>
            </a:r>
          </a:p>
          <a:p>
            <a:pPr marL="0" indent="0">
              <a:buNone/>
            </a:pPr>
            <a:endParaRPr lang="en-US" dirty="0"/>
          </a:p>
          <a:p>
            <a:pPr marL="0" indent="0">
              <a:buNone/>
            </a:pPr>
            <a:r>
              <a:rPr lang="en-US" dirty="0"/>
              <a:t>What Indicators would fit your Community the best ?</a:t>
            </a:r>
          </a:p>
        </p:txBody>
      </p:sp>
      <p:sp>
        <p:nvSpPr>
          <p:cNvPr id="7" name="Arc partiel 6">
            <a:extLst>
              <a:ext uri="{FF2B5EF4-FFF2-40B4-BE49-F238E27FC236}">
                <a16:creationId xmlns:a16="http://schemas.microsoft.com/office/drawing/2014/main" id="{97018327-A573-4653-87ED-42625193980D}"/>
              </a:ext>
            </a:extLst>
          </p:cNvPr>
          <p:cNvSpPr/>
          <p:nvPr/>
        </p:nvSpPr>
        <p:spPr>
          <a:xfrm>
            <a:off x="1603713" y="2870007"/>
            <a:ext cx="753182" cy="753182"/>
          </a:xfrm>
          <a:prstGeom prst="pie">
            <a:avLst>
              <a:gd name="adj1" fmla="val 17853816"/>
              <a:gd name="adj2" fmla="val 162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Arc partiel 7">
            <a:extLst>
              <a:ext uri="{FF2B5EF4-FFF2-40B4-BE49-F238E27FC236}">
                <a16:creationId xmlns:a16="http://schemas.microsoft.com/office/drawing/2014/main" id="{29DB2FA9-9B8B-48CD-9FD0-9F8BF0A92CCC}"/>
              </a:ext>
            </a:extLst>
          </p:cNvPr>
          <p:cNvSpPr/>
          <p:nvPr/>
        </p:nvSpPr>
        <p:spPr>
          <a:xfrm>
            <a:off x="1599614" y="2870007"/>
            <a:ext cx="753182" cy="753182"/>
          </a:xfrm>
          <a:prstGeom prst="pie">
            <a:avLst>
              <a:gd name="adj1" fmla="val 15660000"/>
              <a:gd name="adj2" fmla="val 18737514"/>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Arc partiel 8">
            <a:extLst>
              <a:ext uri="{FF2B5EF4-FFF2-40B4-BE49-F238E27FC236}">
                <a16:creationId xmlns:a16="http://schemas.microsoft.com/office/drawing/2014/main" id="{D3C84DF4-E4AB-4947-BB98-84270E70FF46}"/>
              </a:ext>
            </a:extLst>
          </p:cNvPr>
          <p:cNvSpPr/>
          <p:nvPr/>
        </p:nvSpPr>
        <p:spPr>
          <a:xfrm>
            <a:off x="2446745" y="2870007"/>
            <a:ext cx="753182" cy="753182"/>
          </a:xfrm>
          <a:prstGeom prst="pie">
            <a:avLst>
              <a:gd name="adj1" fmla="val 17213135"/>
              <a:gd name="adj2" fmla="val 162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Arc partiel 9">
            <a:extLst>
              <a:ext uri="{FF2B5EF4-FFF2-40B4-BE49-F238E27FC236}">
                <a16:creationId xmlns:a16="http://schemas.microsoft.com/office/drawing/2014/main" id="{D17E23A3-8719-4D00-A51C-1058F724C4A7}"/>
              </a:ext>
            </a:extLst>
          </p:cNvPr>
          <p:cNvSpPr/>
          <p:nvPr/>
        </p:nvSpPr>
        <p:spPr>
          <a:xfrm>
            <a:off x="2446745" y="2870007"/>
            <a:ext cx="753182" cy="753182"/>
          </a:xfrm>
          <a:prstGeom prst="pie">
            <a:avLst>
              <a:gd name="adj1" fmla="val 15660000"/>
              <a:gd name="adj2" fmla="val 17470677"/>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Arc partiel 10">
            <a:extLst>
              <a:ext uri="{FF2B5EF4-FFF2-40B4-BE49-F238E27FC236}">
                <a16:creationId xmlns:a16="http://schemas.microsoft.com/office/drawing/2014/main" id="{032E0355-C1B1-4E50-A23E-B44E800F54E3}"/>
              </a:ext>
            </a:extLst>
          </p:cNvPr>
          <p:cNvSpPr/>
          <p:nvPr/>
        </p:nvSpPr>
        <p:spPr>
          <a:xfrm>
            <a:off x="1603713" y="2870007"/>
            <a:ext cx="753182" cy="753182"/>
          </a:xfrm>
          <a:prstGeom prst="pie">
            <a:avLst>
              <a:gd name="adj1" fmla="val 18730964"/>
              <a:gd name="adj2" fmla="val 19878051"/>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c partiel 11">
            <a:extLst>
              <a:ext uri="{FF2B5EF4-FFF2-40B4-BE49-F238E27FC236}">
                <a16:creationId xmlns:a16="http://schemas.microsoft.com/office/drawing/2014/main" id="{99498399-87BC-47EC-9668-FAD6A819863F}"/>
              </a:ext>
            </a:extLst>
          </p:cNvPr>
          <p:cNvSpPr/>
          <p:nvPr/>
        </p:nvSpPr>
        <p:spPr>
          <a:xfrm>
            <a:off x="2446745" y="2870007"/>
            <a:ext cx="753182" cy="753182"/>
          </a:xfrm>
          <a:prstGeom prst="pie">
            <a:avLst>
              <a:gd name="adj1" fmla="val 17437443"/>
              <a:gd name="adj2" fmla="val 18300260"/>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Arc partiel 12">
            <a:extLst>
              <a:ext uri="{FF2B5EF4-FFF2-40B4-BE49-F238E27FC236}">
                <a16:creationId xmlns:a16="http://schemas.microsoft.com/office/drawing/2014/main" id="{07221AE1-2315-4328-85D6-0C7AD8759654}"/>
              </a:ext>
            </a:extLst>
          </p:cNvPr>
          <p:cNvSpPr/>
          <p:nvPr/>
        </p:nvSpPr>
        <p:spPr>
          <a:xfrm>
            <a:off x="3333103" y="2870007"/>
            <a:ext cx="753182" cy="753182"/>
          </a:xfrm>
          <a:prstGeom prst="pie">
            <a:avLst>
              <a:gd name="adj1" fmla="val 17213135"/>
              <a:gd name="adj2" fmla="val 162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partiel 13">
            <a:extLst>
              <a:ext uri="{FF2B5EF4-FFF2-40B4-BE49-F238E27FC236}">
                <a16:creationId xmlns:a16="http://schemas.microsoft.com/office/drawing/2014/main" id="{9C343534-72CF-41F0-875C-412C0A98321A}"/>
              </a:ext>
            </a:extLst>
          </p:cNvPr>
          <p:cNvSpPr/>
          <p:nvPr/>
        </p:nvSpPr>
        <p:spPr>
          <a:xfrm>
            <a:off x="3333103" y="2870007"/>
            <a:ext cx="753182" cy="753182"/>
          </a:xfrm>
          <a:prstGeom prst="pie">
            <a:avLst>
              <a:gd name="adj1" fmla="val 15660000"/>
              <a:gd name="adj2" fmla="val 16458222"/>
            </a:avLst>
          </a:prstGeom>
          <a:solidFill>
            <a:srgbClr val="ED7D3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Arc partiel 14">
            <a:extLst>
              <a:ext uri="{FF2B5EF4-FFF2-40B4-BE49-F238E27FC236}">
                <a16:creationId xmlns:a16="http://schemas.microsoft.com/office/drawing/2014/main" id="{F6CFFC4C-1B64-4F2B-A7CC-28B189AC6339}"/>
              </a:ext>
            </a:extLst>
          </p:cNvPr>
          <p:cNvSpPr/>
          <p:nvPr/>
        </p:nvSpPr>
        <p:spPr>
          <a:xfrm>
            <a:off x="3333103" y="2870007"/>
            <a:ext cx="753182" cy="753182"/>
          </a:xfrm>
          <a:prstGeom prst="pie">
            <a:avLst>
              <a:gd name="adj1" fmla="val 16457986"/>
              <a:gd name="adj2" fmla="val 17249797"/>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6" name="Graphique 15" descr="Utilisateur avec un remplissage uni">
            <a:extLst>
              <a:ext uri="{FF2B5EF4-FFF2-40B4-BE49-F238E27FC236}">
                <a16:creationId xmlns:a16="http://schemas.microsoft.com/office/drawing/2014/main" id="{72E73CF0-221F-41FC-9D49-5FAF2E975F9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71035" y="2941428"/>
            <a:ext cx="610340" cy="610340"/>
          </a:xfrm>
          <a:prstGeom prst="rect">
            <a:avLst/>
          </a:prstGeom>
        </p:spPr>
      </p:pic>
      <p:pic>
        <p:nvPicPr>
          <p:cNvPr id="17" name="Graphique 16" descr="Utilisateur avec un remplissage uni">
            <a:extLst>
              <a:ext uri="{FF2B5EF4-FFF2-40B4-BE49-F238E27FC236}">
                <a16:creationId xmlns:a16="http://schemas.microsoft.com/office/drawing/2014/main" id="{EC35413B-3DB4-4B53-996F-FA6F9B2FB2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18166" y="2941428"/>
            <a:ext cx="610340" cy="610340"/>
          </a:xfrm>
          <a:prstGeom prst="rect">
            <a:avLst/>
          </a:prstGeom>
        </p:spPr>
      </p:pic>
      <p:pic>
        <p:nvPicPr>
          <p:cNvPr id="18" name="Graphique 17" descr="Utilisateur avec un remplissage uni">
            <a:extLst>
              <a:ext uri="{FF2B5EF4-FFF2-40B4-BE49-F238E27FC236}">
                <a16:creationId xmlns:a16="http://schemas.microsoft.com/office/drawing/2014/main" id="{743190D7-80B3-4633-A8C0-F1986FB69C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7684" y="2941428"/>
            <a:ext cx="610340" cy="610340"/>
          </a:xfrm>
          <a:prstGeom prst="rect">
            <a:avLst/>
          </a:prstGeom>
        </p:spPr>
      </p:pic>
      <p:sp>
        <p:nvSpPr>
          <p:cNvPr id="19" name="ZoneTexte 18">
            <a:extLst>
              <a:ext uri="{FF2B5EF4-FFF2-40B4-BE49-F238E27FC236}">
                <a16:creationId xmlns:a16="http://schemas.microsoft.com/office/drawing/2014/main" id="{57998C6A-E858-4DB2-A4F1-0BB7D608CA01}"/>
              </a:ext>
            </a:extLst>
          </p:cNvPr>
          <p:cNvSpPr txBox="1"/>
          <p:nvPr/>
        </p:nvSpPr>
        <p:spPr>
          <a:xfrm>
            <a:off x="1823620" y="3183483"/>
            <a:ext cx="305170" cy="369332"/>
          </a:xfrm>
          <a:prstGeom prst="rect">
            <a:avLst/>
          </a:prstGeom>
          <a:noFill/>
        </p:spPr>
        <p:txBody>
          <a:bodyPr wrap="square" rtlCol="0">
            <a:spAutoFit/>
          </a:bodyPr>
          <a:lstStyle/>
          <a:p>
            <a:r>
              <a:rPr lang="en-US"/>
              <a:t>1</a:t>
            </a:r>
          </a:p>
        </p:txBody>
      </p:sp>
      <p:sp>
        <p:nvSpPr>
          <p:cNvPr id="20" name="ZoneTexte 19">
            <a:extLst>
              <a:ext uri="{FF2B5EF4-FFF2-40B4-BE49-F238E27FC236}">
                <a16:creationId xmlns:a16="http://schemas.microsoft.com/office/drawing/2014/main" id="{F42EE86D-17ED-4A36-92CC-99FFB20159F1}"/>
              </a:ext>
            </a:extLst>
          </p:cNvPr>
          <p:cNvSpPr txBox="1"/>
          <p:nvPr/>
        </p:nvSpPr>
        <p:spPr>
          <a:xfrm>
            <a:off x="2662638" y="3169290"/>
            <a:ext cx="305170" cy="369332"/>
          </a:xfrm>
          <a:prstGeom prst="rect">
            <a:avLst/>
          </a:prstGeom>
          <a:noFill/>
        </p:spPr>
        <p:txBody>
          <a:bodyPr wrap="square" rtlCol="0">
            <a:spAutoFit/>
          </a:bodyPr>
          <a:lstStyle/>
          <a:p>
            <a:r>
              <a:rPr lang="en-US"/>
              <a:t>2</a:t>
            </a:r>
          </a:p>
        </p:txBody>
      </p:sp>
      <p:sp>
        <p:nvSpPr>
          <p:cNvPr id="21" name="ZoneTexte 20">
            <a:extLst>
              <a:ext uri="{FF2B5EF4-FFF2-40B4-BE49-F238E27FC236}">
                <a16:creationId xmlns:a16="http://schemas.microsoft.com/office/drawing/2014/main" id="{16E09667-4003-4F43-8955-C0C8A899B452}"/>
              </a:ext>
            </a:extLst>
          </p:cNvPr>
          <p:cNvSpPr txBox="1"/>
          <p:nvPr/>
        </p:nvSpPr>
        <p:spPr>
          <a:xfrm>
            <a:off x="3551017" y="3169290"/>
            <a:ext cx="305170" cy="369332"/>
          </a:xfrm>
          <a:prstGeom prst="rect">
            <a:avLst/>
          </a:prstGeom>
          <a:noFill/>
        </p:spPr>
        <p:txBody>
          <a:bodyPr wrap="square" rtlCol="0">
            <a:spAutoFit/>
          </a:bodyPr>
          <a:lstStyle/>
          <a:p>
            <a:r>
              <a:rPr lang="en-US"/>
              <a:t>3</a:t>
            </a:r>
          </a:p>
        </p:txBody>
      </p:sp>
      <p:pic>
        <p:nvPicPr>
          <p:cNvPr id="22" name="Graphique 21" descr="Badge d'employé avec un remplissage uni">
            <a:extLst>
              <a:ext uri="{FF2B5EF4-FFF2-40B4-BE49-F238E27FC236}">
                <a16:creationId xmlns:a16="http://schemas.microsoft.com/office/drawing/2014/main" id="{75B1FAF6-3314-42B8-AC42-D935E5E8E1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69507" y="4041044"/>
            <a:ext cx="328740" cy="328740"/>
          </a:xfrm>
          <a:prstGeom prst="rect">
            <a:avLst/>
          </a:prstGeom>
        </p:spPr>
      </p:pic>
      <p:pic>
        <p:nvPicPr>
          <p:cNvPr id="23" name="Graphique 22" descr="Badge d'employé avec un remplissage uni">
            <a:extLst>
              <a:ext uri="{FF2B5EF4-FFF2-40B4-BE49-F238E27FC236}">
                <a16:creationId xmlns:a16="http://schemas.microsoft.com/office/drawing/2014/main" id="{23A8F193-D3A5-42F8-BFA1-E2D57C368E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37471" y="4041044"/>
            <a:ext cx="328740" cy="328740"/>
          </a:xfrm>
          <a:prstGeom prst="rect">
            <a:avLst/>
          </a:prstGeom>
        </p:spPr>
      </p:pic>
      <p:pic>
        <p:nvPicPr>
          <p:cNvPr id="24" name="Graphique 23" descr="Badge d'employé avec un remplissage uni">
            <a:extLst>
              <a:ext uri="{FF2B5EF4-FFF2-40B4-BE49-F238E27FC236}">
                <a16:creationId xmlns:a16="http://schemas.microsoft.com/office/drawing/2014/main" id="{DB497C02-7472-42B2-90D2-CD02F21EEB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91641" y="4041044"/>
            <a:ext cx="328740" cy="328740"/>
          </a:xfrm>
          <a:prstGeom prst="rect">
            <a:avLst/>
          </a:prstGeom>
        </p:spPr>
      </p:pic>
      <p:pic>
        <p:nvPicPr>
          <p:cNvPr id="25" name="Graphique 24" descr="Badge d'employé avec un remplissage uni">
            <a:extLst>
              <a:ext uri="{FF2B5EF4-FFF2-40B4-BE49-F238E27FC236}">
                <a16:creationId xmlns:a16="http://schemas.microsoft.com/office/drawing/2014/main" id="{0CC57EF3-6C97-4DB3-A8E4-D854A96F41D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69507" y="4388930"/>
            <a:ext cx="328740" cy="328740"/>
          </a:xfrm>
          <a:prstGeom prst="rect">
            <a:avLst/>
          </a:prstGeom>
        </p:spPr>
      </p:pic>
      <p:pic>
        <p:nvPicPr>
          <p:cNvPr id="26" name="Graphique 25" descr="Badge d'employé avec un remplissage uni">
            <a:extLst>
              <a:ext uri="{FF2B5EF4-FFF2-40B4-BE49-F238E27FC236}">
                <a16:creationId xmlns:a16="http://schemas.microsoft.com/office/drawing/2014/main" id="{F3FAF4A8-5D55-4037-B29C-A198183FBA5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37471" y="4388930"/>
            <a:ext cx="328740" cy="328740"/>
          </a:xfrm>
          <a:prstGeom prst="rect">
            <a:avLst/>
          </a:prstGeom>
        </p:spPr>
      </p:pic>
      <p:pic>
        <p:nvPicPr>
          <p:cNvPr id="27" name="Graphique 26" descr="Badge d'employé avec un remplissage uni">
            <a:extLst>
              <a:ext uri="{FF2B5EF4-FFF2-40B4-BE49-F238E27FC236}">
                <a16:creationId xmlns:a16="http://schemas.microsoft.com/office/drawing/2014/main" id="{45672778-4659-46DD-BDEB-28489519AF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91641" y="4388930"/>
            <a:ext cx="328740" cy="328740"/>
          </a:xfrm>
          <a:prstGeom prst="rect">
            <a:avLst/>
          </a:prstGeom>
        </p:spPr>
      </p:pic>
      <p:pic>
        <p:nvPicPr>
          <p:cNvPr id="28" name="Graphique 27" descr="Badge d'employé avec un remplissage uni">
            <a:extLst>
              <a:ext uri="{FF2B5EF4-FFF2-40B4-BE49-F238E27FC236}">
                <a16:creationId xmlns:a16="http://schemas.microsoft.com/office/drawing/2014/main" id="{7FB598A2-4109-4606-82C0-FB229E26D38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69507" y="4720697"/>
            <a:ext cx="328740" cy="328740"/>
          </a:xfrm>
          <a:prstGeom prst="rect">
            <a:avLst/>
          </a:prstGeom>
        </p:spPr>
      </p:pic>
      <p:pic>
        <p:nvPicPr>
          <p:cNvPr id="29" name="Graphique 28" descr="Badge d'employé avec un remplissage uni">
            <a:extLst>
              <a:ext uri="{FF2B5EF4-FFF2-40B4-BE49-F238E27FC236}">
                <a16:creationId xmlns:a16="http://schemas.microsoft.com/office/drawing/2014/main" id="{5746A137-6AE1-4F24-86BC-FF1618D801A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37471" y="4720697"/>
            <a:ext cx="328740" cy="328740"/>
          </a:xfrm>
          <a:prstGeom prst="rect">
            <a:avLst/>
          </a:prstGeom>
        </p:spPr>
      </p:pic>
      <p:pic>
        <p:nvPicPr>
          <p:cNvPr id="30" name="Graphique 29" descr="Badge d'employé avec un remplissage uni">
            <a:extLst>
              <a:ext uri="{FF2B5EF4-FFF2-40B4-BE49-F238E27FC236}">
                <a16:creationId xmlns:a16="http://schemas.microsoft.com/office/drawing/2014/main" id="{A20131F8-25D1-44E2-A0AA-A68B612B721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391641" y="4720697"/>
            <a:ext cx="328740" cy="328740"/>
          </a:xfrm>
          <a:prstGeom prst="rect">
            <a:avLst/>
          </a:prstGeom>
        </p:spPr>
      </p:pic>
      <p:sp>
        <p:nvSpPr>
          <p:cNvPr id="31" name="Rectangle 30">
            <a:extLst>
              <a:ext uri="{FF2B5EF4-FFF2-40B4-BE49-F238E27FC236}">
                <a16:creationId xmlns:a16="http://schemas.microsoft.com/office/drawing/2014/main" id="{80CB29F5-8B7B-4C61-8D8F-064F2FB63957}"/>
              </a:ext>
            </a:extLst>
          </p:cNvPr>
          <p:cNvSpPr/>
          <p:nvPr/>
        </p:nvSpPr>
        <p:spPr>
          <a:xfrm>
            <a:off x="1669507" y="5394681"/>
            <a:ext cx="2256573" cy="115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C7A0054-731F-4D89-9957-6AC6CF1C0E79}"/>
              </a:ext>
            </a:extLst>
          </p:cNvPr>
          <p:cNvSpPr/>
          <p:nvPr/>
        </p:nvSpPr>
        <p:spPr>
          <a:xfrm>
            <a:off x="1669508" y="5510717"/>
            <a:ext cx="918552" cy="99676"/>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E1A030F-FE88-4F34-9999-E033370A568D}"/>
              </a:ext>
            </a:extLst>
          </p:cNvPr>
          <p:cNvSpPr/>
          <p:nvPr/>
        </p:nvSpPr>
        <p:spPr>
          <a:xfrm>
            <a:off x="1669507" y="5610549"/>
            <a:ext cx="477897" cy="9967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Graphique 33" descr="Base de données avec un remplissage uni">
            <a:extLst>
              <a:ext uri="{FF2B5EF4-FFF2-40B4-BE49-F238E27FC236}">
                <a16:creationId xmlns:a16="http://schemas.microsoft.com/office/drawing/2014/main" id="{A563870F-870D-4FB9-A5AB-6F85D327247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211379" y="2870007"/>
            <a:ext cx="769523" cy="769523"/>
          </a:xfrm>
          <a:prstGeom prst="rect">
            <a:avLst/>
          </a:prstGeom>
        </p:spPr>
      </p:pic>
      <p:pic>
        <p:nvPicPr>
          <p:cNvPr id="35" name="Graphique 34" descr="Signe pouce en haut avec un remplissage uni">
            <a:extLst>
              <a:ext uri="{FF2B5EF4-FFF2-40B4-BE49-F238E27FC236}">
                <a16:creationId xmlns:a16="http://schemas.microsoft.com/office/drawing/2014/main" id="{ACE64981-FED4-4A4A-A4D7-A5CC940E1CA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269004" y="3850304"/>
            <a:ext cx="679602" cy="679602"/>
          </a:xfrm>
          <a:prstGeom prst="rect">
            <a:avLst/>
          </a:prstGeom>
        </p:spPr>
      </p:pic>
      <p:pic>
        <p:nvPicPr>
          <p:cNvPr id="36" name="Graphique 35" descr="Calendrier mensuel avec un remplissage uni">
            <a:extLst>
              <a:ext uri="{FF2B5EF4-FFF2-40B4-BE49-F238E27FC236}">
                <a16:creationId xmlns:a16="http://schemas.microsoft.com/office/drawing/2014/main" id="{FA084579-16FE-477A-A67F-FB634BFA8A2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179083" y="4868907"/>
            <a:ext cx="769523" cy="769523"/>
          </a:xfrm>
          <a:prstGeom prst="rect">
            <a:avLst/>
          </a:prstGeom>
        </p:spPr>
      </p:pic>
    </p:spTree>
    <p:extLst>
      <p:ext uri="{BB962C8B-B14F-4D97-AF65-F5344CB8AC3E}">
        <p14:creationId xmlns:p14="http://schemas.microsoft.com/office/powerpoint/2010/main" val="3336957267"/>
      </p:ext>
    </p:extLst>
  </p:cSld>
  <p:clrMapOvr>
    <a:masterClrMapping/>
  </p:clrMapOvr>
  <mc:AlternateContent xmlns:mc="http://schemas.openxmlformats.org/markup-compatibility/2006" xmlns:p14="http://schemas.microsoft.com/office/powerpoint/2010/main">
    <mc:Choice Requires="p14">
      <p:transition spd="slow" p14:dur="2000" advTm="24407"/>
    </mc:Choice>
    <mc:Fallback xmlns="">
      <p:transition spd="slow" advTm="2440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rmAutofit fontScale="90000"/>
          </a:bodyPr>
          <a:lstStyle/>
          <a:p>
            <a:r>
              <a:rPr lang="en-US" dirty="0"/>
              <a:t>Exercise #P2</a:t>
            </a:r>
            <a:br>
              <a:rPr lang="en-US" dirty="0"/>
            </a:br>
            <a:r>
              <a:rPr lang="en-US" dirty="0"/>
              <a:t>Brainstorm Community performance indicators</a:t>
            </a:r>
          </a:p>
        </p:txBody>
      </p:sp>
      <p:pic>
        <p:nvPicPr>
          <p:cNvPr id="22" name="Graphique 21" descr="Base de données avec un remplissage uni">
            <a:extLst>
              <a:ext uri="{FF2B5EF4-FFF2-40B4-BE49-F238E27FC236}">
                <a16:creationId xmlns:a16="http://schemas.microsoft.com/office/drawing/2014/main" id="{1744ACE3-F41C-4ADE-A226-E6D461A95C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44219" y="1997311"/>
            <a:ext cx="1134424" cy="1134424"/>
          </a:xfrm>
          <a:prstGeom prst="rect">
            <a:avLst/>
          </a:prstGeom>
        </p:spPr>
      </p:pic>
      <p:pic>
        <p:nvPicPr>
          <p:cNvPr id="23" name="Graphique 22" descr="Signe pouce en haut avec un remplissage uni">
            <a:extLst>
              <a:ext uri="{FF2B5EF4-FFF2-40B4-BE49-F238E27FC236}">
                <a16:creationId xmlns:a16="http://schemas.microsoft.com/office/drawing/2014/main" id="{6FB9F748-1D2B-4E6C-BCE0-F2383C3B4A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62827" y="3200057"/>
            <a:ext cx="1001863" cy="1001863"/>
          </a:xfrm>
          <a:prstGeom prst="rect">
            <a:avLst/>
          </a:prstGeom>
        </p:spPr>
      </p:pic>
      <p:pic>
        <p:nvPicPr>
          <p:cNvPr id="24" name="Graphique 23" descr="Calendrier mensuel avec un remplissage uni">
            <a:extLst>
              <a:ext uri="{FF2B5EF4-FFF2-40B4-BE49-F238E27FC236}">
                <a16:creationId xmlns:a16="http://schemas.microsoft.com/office/drawing/2014/main" id="{9A4F0136-8274-467A-95AB-466DE45CA4C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9846" y="4476591"/>
            <a:ext cx="1134424" cy="1134424"/>
          </a:xfrm>
          <a:prstGeom prst="rect">
            <a:avLst/>
          </a:prstGeom>
        </p:spPr>
      </p:pic>
      <p:pic>
        <p:nvPicPr>
          <p:cNvPr id="25" name="Graphique 24" descr="Badge d'employé avec un remplissage uni">
            <a:extLst>
              <a:ext uri="{FF2B5EF4-FFF2-40B4-BE49-F238E27FC236}">
                <a16:creationId xmlns:a16="http://schemas.microsoft.com/office/drawing/2014/main" id="{0B0AD7B1-7706-4EFF-9052-8FED741F562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57930" y="5989293"/>
            <a:ext cx="484626" cy="484626"/>
          </a:xfrm>
          <a:prstGeom prst="rect">
            <a:avLst/>
          </a:prstGeom>
        </p:spPr>
      </p:pic>
      <p:pic>
        <p:nvPicPr>
          <p:cNvPr id="26" name="Graphique 25" descr="Badge d'employé avec un remplissage uni">
            <a:extLst>
              <a:ext uri="{FF2B5EF4-FFF2-40B4-BE49-F238E27FC236}">
                <a16:creationId xmlns:a16="http://schemas.microsoft.com/office/drawing/2014/main" id="{36AC946F-20AB-4744-BD2A-C6C4B25CCDA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25894" y="5989293"/>
            <a:ext cx="484626" cy="484626"/>
          </a:xfrm>
          <a:prstGeom prst="rect">
            <a:avLst/>
          </a:prstGeom>
        </p:spPr>
      </p:pic>
      <p:pic>
        <p:nvPicPr>
          <p:cNvPr id="27" name="Graphique 26" descr="Badge d'employé avec un remplissage uni">
            <a:extLst>
              <a:ext uri="{FF2B5EF4-FFF2-40B4-BE49-F238E27FC236}">
                <a16:creationId xmlns:a16="http://schemas.microsoft.com/office/drawing/2014/main" id="{DF96BF0F-FD71-4E54-B2F3-E9C0001ABD9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80064" y="5989293"/>
            <a:ext cx="484626" cy="484626"/>
          </a:xfrm>
          <a:prstGeom prst="rect">
            <a:avLst/>
          </a:prstGeom>
        </p:spPr>
      </p:pic>
      <p:sp>
        <p:nvSpPr>
          <p:cNvPr id="28" name="Rectangle 27">
            <a:extLst>
              <a:ext uri="{FF2B5EF4-FFF2-40B4-BE49-F238E27FC236}">
                <a16:creationId xmlns:a16="http://schemas.microsoft.com/office/drawing/2014/main" id="{18F476D4-06A8-43F4-B7CC-4B475AAC7251}"/>
              </a:ext>
            </a:extLst>
          </p:cNvPr>
          <p:cNvSpPr/>
          <p:nvPr/>
        </p:nvSpPr>
        <p:spPr>
          <a:xfrm>
            <a:off x="2455667"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29" name="Rectangle 28">
            <a:extLst>
              <a:ext uri="{FF2B5EF4-FFF2-40B4-BE49-F238E27FC236}">
                <a16:creationId xmlns:a16="http://schemas.microsoft.com/office/drawing/2014/main" id="{93055D8E-A54B-4CF7-800C-812615E59973}"/>
              </a:ext>
            </a:extLst>
          </p:cNvPr>
          <p:cNvSpPr/>
          <p:nvPr/>
        </p:nvSpPr>
        <p:spPr>
          <a:xfrm>
            <a:off x="2455667"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0" name="Rectangle 29">
            <a:extLst>
              <a:ext uri="{FF2B5EF4-FFF2-40B4-BE49-F238E27FC236}">
                <a16:creationId xmlns:a16="http://schemas.microsoft.com/office/drawing/2014/main" id="{7052C8B6-E067-4C6C-BEDA-1815EC3D0120}"/>
              </a:ext>
            </a:extLst>
          </p:cNvPr>
          <p:cNvSpPr/>
          <p:nvPr/>
        </p:nvSpPr>
        <p:spPr>
          <a:xfrm>
            <a:off x="2455666"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1" name="Rectangle 30">
            <a:extLst>
              <a:ext uri="{FF2B5EF4-FFF2-40B4-BE49-F238E27FC236}">
                <a16:creationId xmlns:a16="http://schemas.microsoft.com/office/drawing/2014/main" id="{72A53D43-D3EC-48CA-AD04-9D2C4EC6A39B}"/>
              </a:ext>
            </a:extLst>
          </p:cNvPr>
          <p:cNvSpPr/>
          <p:nvPr/>
        </p:nvSpPr>
        <p:spPr>
          <a:xfrm>
            <a:off x="2455665"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2" name="Rectangle 31">
            <a:extLst>
              <a:ext uri="{FF2B5EF4-FFF2-40B4-BE49-F238E27FC236}">
                <a16:creationId xmlns:a16="http://schemas.microsoft.com/office/drawing/2014/main" id="{2E8496D7-EC56-4DF7-90F0-4C918E8ACA45}"/>
              </a:ext>
            </a:extLst>
          </p:cNvPr>
          <p:cNvSpPr/>
          <p:nvPr/>
        </p:nvSpPr>
        <p:spPr>
          <a:xfrm>
            <a:off x="3354011"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3" name="Rectangle 32">
            <a:extLst>
              <a:ext uri="{FF2B5EF4-FFF2-40B4-BE49-F238E27FC236}">
                <a16:creationId xmlns:a16="http://schemas.microsoft.com/office/drawing/2014/main" id="{EFCDBFEA-9E35-4256-8004-26035A2B7EBE}"/>
              </a:ext>
            </a:extLst>
          </p:cNvPr>
          <p:cNvSpPr/>
          <p:nvPr/>
        </p:nvSpPr>
        <p:spPr>
          <a:xfrm>
            <a:off x="3354011"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4" name="Rectangle 33">
            <a:extLst>
              <a:ext uri="{FF2B5EF4-FFF2-40B4-BE49-F238E27FC236}">
                <a16:creationId xmlns:a16="http://schemas.microsoft.com/office/drawing/2014/main" id="{1BDC2183-2787-453B-88E9-4868D7BF7E1E}"/>
              </a:ext>
            </a:extLst>
          </p:cNvPr>
          <p:cNvSpPr/>
          <p:nvPr/>
        </p:nvSpPr>
        <p:spPr>
          <a:xfrm>
            <a:off x="3354010"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5" name="Rectangle 34">
            <a:extLst>
              <a:ext uri="{FF2B5EF4-FFF2-40B4-BE49-F238E27FC236}">
                <a16:creationId xmlns:a16="http://schemas.microsoft.com/office/drawing/2014/main" id="{4F39B9FF-EBA7-43D8-86E4-E0DC7014CB9C}"/>
              </a:ext>
            </a:extLst>
          </p:cNvPr>
          <p:cNvSpPr/>
          <p:nvPr/>
        </p:nvSpPr>
        <p:spPr>
          <a:xfrm>
            <a:off x="3354009"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6" name="Rectangle 35">
            <a:extLst>
              <a:ext uri="{FF2B5EF4-FFF2-40B4-BE49-F238E27FC236}">
                <a16:creationId xmlns:a16="http://schemas.microsoft.com/office/drawing/2014/main" id="{A829191A-5EF5-4877-A848-7FEF0D9011F2}"/>
              </a:ext>
            </a:extLst>
          </p:cNvPr>
          <p:cNvSpPr/>
          <p:nvPr/>
        </p:nvSpPr>
        <p:spPr>
          <a:xfrm>
            <a:off x="4252353"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7" name="Rectangle 36">
            <a:extLst>
              <a:ext uri="{FF2B5EF4-FFF2-40B4-BE49-F238E27FC236}">
                <a16:creationId xmlns:a16="http://schemas.microsoft.com/office/drawing/2014/main" id="{7319F1F2-1B4A-421C-9E22-8DE0A8A4FE5D}"/>
              </a:ext>
            </a:extLst>
          </p:cNvPr>
          <p:cNvSpPr/>
          <p:nvPr/>
        </p:nvSpPr>
        <p:spPr>
          <a:xfrm>
            <a:off x="4252353"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8" name="Rectangle 37">
            <a:extLst>
              <a:ext uri="{FF2B5EF4-FFF2-40B4-BE49-F238E27FC236}">
                <a16:creationId xmlns:a16="http://schemas.microsoft.com/office/drawing/2014/main" id="{D3C1AB60-E271-4E25-AA97-34B7FE53606E}"/>
              </a:ext>
            </a:extLst>
          </p:cNvPr>
          <p:cNvSpPr/>
          <p:nvPr/>
        </p:nvSpPr>
        <p:spPr>
          <a:xfrm>
            <a:off x="4252352"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39" name="Rectangle 38">
            <a:extLst>
              <a:ext uri="{FF2B5EF4-FFF2-40B4-BE49-F238E27FC236}">
                <a16:creationId xmlns:a16="http://schemas.microsoft.com/office/drawing/2014/main" id="{7C6BD57F-A6E6-4D51-B886-ABB2633FE3E6}"/>
              </a:ext>
            </a:extLst>
          </p:cNvPr>
          <p:cNvSpPr/>
          <p:nvPr/>
        </p:nvSpPr>
        <p:spPr>
          <a:xfrm>
            <a:off x="4252351"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0" name="Rectangle 39">
            <a:extLst>
              <a:ext uri="{FF2B5EF4-FFF2-40B4-BE49-F238E27FC236}">
                <a16:creationId xmlns:a16="http://schemas.microsoft.com/office/drawing/2014/main" id="{FF79E316-D69E-427A-A638-7998A9A61C14}"/>
              </a:ext>
            </a:extLst>
          </p:cNvPr>
          <p:cNvSpPr/>
          <p:nvPr/>
        </p:nvSpPr>
        <p:spPr>
          <a:xfrm>
            <a:off x="5150695" y="248351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1" name="Rectangle 40">
            <a:extLst>
              <a:ext uri="{FF2B5EF4-FFF2-40B4-BE49-F238E27FC236}">
                <a16:creationId xmlns:a16="http://schemas.microsoft.com/office/drawing/2014/main" id="{647F3E95-85D8-43DD-9E1B-CB3A780234D0}"/>
              </a:ext>
            </a:extLst>
          </p:cNvPr>
          <p:cNvSpPr/>
          <p:nvPr/>
        </p:nvSpPr>
        <p:spPr>
          <a:xfrm>
            <a:off x="5150695" y="353692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2" name="Rectangle 41">
            <a:extLst>
              <a:ext uri="{FF2B5EF4-FFF2-40B4-BE49-F238E27FC236}">
                <a16:creationId xmlns:a16="http://schemas.microsoft.com/office/drawing/2014/main" id="{F0765EDE-ACD0-407A-83F7-9F318BF17A2E}"/>
              </a:ext>
            </a:extLst>
          </p:cNvPr>
          <p:cNvSpPr/>
          <p:nvPr/>
        </p:nvSpPr>
        <p:spPr>
          <a:xfrm>
            <a:off x="5150694" y="4590331"/>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43" name="Rectangle 42">
            <a:extLst>
              <a:ext uri="{FF2B5EF4-FFF2-40B4-BE49-F238E27FC236}">
                <a16:creationId xmlns:a16="http://schemas.microsoft.com/office/drawing/2014/main" id="{7BED54AE-FB49-4C6F-94EB-1E6522F2BC1A}"/>
              </a:ext>
            </a:extLst>
          </p:cNvPr>
          <p:cNvSpPr/>
          <p:nvPr/>
        </p:nvSpPr>
        <p:spPr>
          <a:xfrm>
            <a:off x="5150693" y="57173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2686022027"/>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01867C2-F3E1-41E4-9303-F02257989EBF}"/>
              </a:ext>
            </a:extLst>
          </p:cNvPr>
          <p:cNvSpPr>
            <a:spLocks noGrp="1"/>
          </p:cNvSpPr>
          <p:nvPr>
            <p:ph type="title"/>
          </p:nvPr>
        </p:nvSpPr>
        <p:spPr/>
        <p:txBody>
          <a:bodyPr/>
          <a:lstStyle/>
          <a:p>
            <a:r>
              <a:rPr lang="fr-FR" dirty="0"/>
              <a:t>Use case / Example story</a:t>
            </a:r>
          </a:p>
        </p:txBody>
      </p:sp>
      <p:sp>
        <p:nvSpPr>
          <p:cNvPr id="6" name="Espace réservé du contenu 5">
            <a:extLst>
              <a:ext uri="{FF2B5EF4-FFF2-40B4-BE49-F238E27FC236}">
                <a16:creationId xmlns:a16="http://schemas.microsoft.com/office/drawing/2014/main" id="{E3510AAD-4395-450E-8E7E-15F03473B6D4}"/>
              </a:ext>
            </a:extLst>
          </p:cNvPr>
          <p:cNvSpPr>
            <a:spLocks noGrp="1"/>
          </p:cNvSpPr>
          <p:nvPr>
            <p:ph idx="1"/>
          </p:nvPr>
        </p:nvSpPr>
        <p:spPr/>
        <p:txBody>
          <a:bodyPr/>
          <a:lstStyle/>
          <a:p>
            <a:pPr marL="0" indent="0">
              <a:buNone/>
            </a:pPr>
            <a:r>
              <a:rPr lang="fr-FR" dirty="0"/>
              <a:t> </a:t>
            </a:r>
          </a:p>
        </p:txBody>
      </p:sp>
      <p:sp>
        <p:nvSpPr>
          <p:cNvPr id="4" name="Bulle narrative : ronde 3">
            <a:extLst>
              <a:ext uri="{FF2B5EF4-FFF2-40B4-BE49-F238E27FC236}">
                <a16:creationId xmlns:a16="http://schemas.microsoft.com/office/drawing/2014/main" id="{EC86169D-8601-4A46-8AFD-017C5F995A97}"/>
              </a:ext>
            </a:extLst>
          </p:cNvPr>
          <p:cNvSpPr/>
          <p:nvPr/>
        </p:nvSpPr>
        <p:spPr>
          <a:xfrm>
            <a:off x="4936605" y="2636689"/>
            <a:ext cx="2640535" cy="1605316"/>
          </a:xfrm>
          <a:prstGeom prst="wedgeEllipseCallout">
            <a:avLst>
              <a:gd name="adj1" fmla="val 30975"/>
              <a:gd name="adj2" fmla="val 9176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There is so much to discover in your Community ! </a:t>
            </a:r>
          </a:p>
          <a:p>
            <a:pPr algn="ctr"/>
            <a:endParaRPr lang="en-US" sz="1100" dirty="0">
              <a:solidFill>
                <a:schemeClr val="tx1"/>
              </a:solidFill>
            </a:endParaRPr>
          </a:p>
          <a:p>
            <a:pPr algn="ctr"/>
            <a:r>
              <a:rPr lang="en-US" sz="1100" dirty="0">
                <a:solidFill>
                  <a:schemeClr val="tx1"/>
                </a:solidFill>
              </a:rPr>
              <a:t>I will bring people in !</a:t>
            </a:r>
          </a:p>
        </p:txBody>
      </p:sp>
      <p:pic>
        <p:nvPicPr>
          <p:cNvPr id="7" name="Graphique 6" descr="Héroïne avec un remplissage uni">
            <a:extLst>
              <a:ext uri="{FF2B5EF4-FFF2-40B4-BE49-F238E27FC236}">
                <a16:creationId xmlns:a16="http://schemas.microsoft.com/office/drawing/2014/main" id="{F7E13D26-477C-44E3-97C3-309DACD7333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6571010" y="4891925"/>
            <a:ext cx="1263326" cy="1280275"/>
          </a:xfrm>
          <a:prstGeom prst="rect">
            <a:avLst/>
          </a:prstGeom>
        </p:spPr>
      </p:pic>
    </p:spTree>
    <p:extLst>
      <p:ext uri="{BB962C8B-B14F-4D97-AF65-F5344CB8AC3E}">
        <p14:creationId xmlns:p14="http://schemas.microsoft.com/office/powerpoint/2010/main" val="4139604321"/>
      </p:ext>
    </p:extLst>
  </p:cSld>
  <p:clrMapOvr>
    <a:masterClrMapping/>
  </p:clrMapOvr>
  <mc:AlternateContent xmlns:mc="http://schemas.openxmlformats.org/markup-compatibility/2006" xmlns:p14="http://schemas.microsoft.com/office/powerpoint/2010/main">
    <mc:Choice Requires="p14">
      <p:transition spd="slow" p14:dur="2000" advTm="12968"/>
    </mc:Choice>
    <mc:Fallback xmlns="">
      <p:transition spd="slow" advTm="1296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97042-0CB9-4B82-A645-B072E8F681A0}"/>
              </a:ext>
            </a:extLst>
          </p:cNvPr>
          <p:cNvSpPr>
            <a:spLocks noGrp="1"/>
          </p:cNvSpPr>
          <p:nvPr>
            <p:ph type="title"/>
          </p:nvPr>
        </p:nvSpPr>
        <p:spPr/>
        <p:txBody>
          <a:bodyPr>
            <a:normAutofit fontScale="90000"/>
          </a:bodyPr>
          <a:lstStyle/>
          <a:p>
            <a:r>
              <a:rPr lang="en-US" dirty="0"/>
              <a:t>Challenge P3</a:t>
            </a:r>
            <a:br>
              <a:rPr lang="en-US" dirty="0"/>
            </a:br>
            <a:r>
              <a:rPr lang="en-US" dirty="0"/>
              <a:t>Understand your own version of the Golden Engagement Circle</a:t>
            </a:r>
          </a:p>
        </p:txBody>
      </p:sp>
      <p:sp>
        <p:nvSpPr>
          <p:cNvPr id="4" name="Espace réservé du contenu 3">
            <a:extLst>
              <a:ext uri="{FF2B5EF4-FFF2-40B4-BE49-F238E27FC236}">
                <a16:creationId xmlns:a16="http://schemas.microsoft.com/office/drawing/2014/main" id="{DD8CF3D1-1AF4-4864-9310-C23FBE985348}"/>
              </a:ext>
            </a:extLst>
          </p:cNvPr>
          <p:cNvSpPr>
            <a:spLocks noGrp="1"/>
          </p:cNvSpPr>
          <p:nvPr>
            <p:ph sz="half" idx="4294967295"/>
          </p:nvPr>
        </p:nvSpPr>
        <p:spPr>
          <a:xfrm>
            <a:off x="6730773" y="2559464"/>
            <a:ext cx="4055415" cy="3694112"/>
          </a:xfrm>
        </p:spPr>
        <p:txBody>
          <a:bodyPr>
            <a:normAutofit fontScale="62500" lnSpcReduction="20000"/>
          </a:bodyPr>
          <a:lstStyle/>
          <a:p>
            <a:pPr marL="0" indent="0">
              <a:buNone/>
            </a:pPr>
            <a:r>
              <a:rPr lang="en-US" dirty="0"/>
              <a:t>The Golden Engagement Circle is a state of the Community in which positive impacts trigger each other. </a:t>
            </a:r>
          </a:p>
          <a:p>
            <a:pPr marL="0" indent="0">
              <a:buNone/>
            </a:pPr>
            <a:endParaRPr lang="en-US" dirty="0"/>
          </a:p>
          <a:p>
            <a:pPr marL="0" indent="0">
              <a:buNone/>
            </a:pPr>
            <a:r>
              <a:rPr lang="en-US" dirty="0"/>
              <a:t>It is often the state Community Boosters want when mentioning “what happens after we reach Critical mass”</a:t>
            </a:r>
          </a:p>
          <a:p>
            <a:pPr marL="0" indent="0">
              <a:buNone/>
            </a:pPr>
            <a:endParaRPr lang="en-US" dirty="0"/>
          </a:p>
          <a:p>
            <a:pPr marL="0" indent="0">
              <a:buNone/>
            </a:pPr>
            <a:r>
              <a:rPr lang="en-US" dirty="0"/>
              <a:t>The challenge Community Boosters in this state is to amplify (or at least maintain) this circle.</a:t>
            </a:r>
          </a:p>
        </p:txBody>
      </p:sp>
      <p:graphicFrame>
        <p:nvGraphicFramePr>
          <p:cNvPr id="3" name="Diagramme 2">
            <a:extLst>
              <a:ext uri="{FF2B5EF4-FFF2-40B4-BE49-F238E27FC236}">
                <a16:creationId xmlns:a16="http://schemas.microsoft.com/office/drawing/2014/main" id="{B51545ED-CB0D-4802-9B7A-0644C61D953C}"/>
              </a:ext>
            </a:extLst>
          </p:cNvPr>
          <p:cNvGraphicFramePr/>
          <p:nvPr>
            <p:extLst>
              <p:ext uri="{D42A27DB-BD31-4B8C-83A1-F6EECF244321}">
                <p14:modId xmlns:p14="http://schemas.microsoft.com/office/powerpoint/2010/main" val="3691504057"/>
              </p:ext>
            </p:extLst>
          </p:nvPr>
        </p:nvGraphicFramePr>
        <p:xfrm>
          <a:off x="367045" y="2352060"/>
          <a:ext cx="6229698" cy="39788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descr="Groupe">
            <a:extLst>
              <a:ext uri="{FF2B5EF4-FFF2-40B4-BE49-F238E27FC236}">
                <a16:creationId xmlns:a16="http://schemas.microsoft.com/office/drawing/2014/main" id="{85386CA8-12FE-4159-AF7E-BE5B38CA582F}"/>
              </a:ext>
            </a:extLst>
          </p:cNvPr>
          <p:cNvSpPr/>
          <p:nvPr/>
        </p:nvSpPr>
        <p:spPr>
          <a:xfrm>
            <a:off x="3149272" y="1645669"/>
            <a:ext cx="665244" cy="665244"/>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7" name="Rectangle 6" descr="Poignée de main">
            <a:extLst>
              <a:ext uri="{FF2B5EF4-FFF2-40B4-BE49-F238E27FC236}">
                <a16:creationId xmlns:a16="http://schemas.microsoft.com/office/drawing/2014/main" id="{7E0BA1BF-1C51-429C-AFBA-079FD6B1387A}"/>
              </a:ext>
            </a:extLst>
          </p:cNvPr>
          <p:cNvSpPr/>
          <p:nvPr/>
        </p:nvSpPr>
        <p:spPr>
          <a:xfrm>
            <a:off x="5430755" y="3015853"/>
            <a:ext cx="665244" cy="665244"/>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9" name="Rectangle 8" descr="Chat">
            <a:extLst>
              <a:ext uri="{FF2B5EF4-FFF2-40B4-BE49-F238E27FC236}">
                <a16:creationId xmlns:a16="http://schemas.microsoft.com/office/drawing/2014/main" id="{6CB21173-D9E9-4F6E-BBE8-34CE0543BDCF}"/>
              </a:ext>
            </a:extLst>
          </p:cNvPr>
          <p:cNvSpPr/>
          <p:nvPr/>
        </p:nvSpPr>
        <p:spPr>
          <a:xfrm>
            <a:off x="956129" y="5202297"/>
            <a:ext cx="665244" cy="665244"/>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0" name="Rectangle 9" descr="Ampoule">
            <a:extLst>
              <a:ext uri="{FF2B5EF4-FFF2-40B4-BE49-F238E27FC236}">
                <a16:creationId xmlns:a16="http://schemas.microsoft.com/office/drawing/2014/main" id="{84B76624-36EF-40E6-8330-D6744BEEF046}"/>
              </a:ext>
            </a:extLst>
          </p:cNvPr>
          <p:cNvSpPr/>
          <p:nvPr/>
        </p:nvSpPr>
        <p:spPr>
          <a:xfrm>
            <a:off x="740568" y="3249185"/>
            <a:ext cx="665244" cy="665244"/>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pic>
        <p:nvPicPr>
          <p:cNvPr id="11" name="Graphique 10" descr="Graphique à barres avec tendance à la hausse avec un remplissage uni">
            <a:extLst>
              <a:ext uri="{FF2B5EF4-FFF2-40B4-BE49-F238E27FC236}">
                <a16:creationId xmlns:a16="http://schemas.microsoft.com/office/drawing/2014/main" id="{C9E4BCA3-3DD9-4A44-A8DE-8299B2E0AD5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430755" y="5202296"/>
            <a:ext cx="665245" cy="665245"/>
          </a:xfrm>
          <a:prstGeom prst="rect">
            <a:avLst/>
          </a:prstGeom>
        </p:spPr>
      </p:pic>
      <p:pic>
        <p:nvPicPr>
          <p:cNvPr id="13" name="Graphique 12" descr="Main ouverte avec un remplissage uni">
            <a:extLst>
              <a:ext uri="{FF2B5EF4-FFF2-40B4-BE49-F238E27FC236}">
                <a16:creationId xmlns:a16="http://schemas.microsoft.com/office/drawing/2014/main" id="{DC9A4E7F-5812-48A1-A6A1-89B6EFED544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228263" y="6330881"/>
            <a:ext cx="586253" cy="586253"/>
          </a:xfrm>
          <a:prstGeom prst="rect">
            <a:avLst/>
          </a:prstGeom>
        </p:spPr>
      </p:pic>
    </p:spTree>
    <p:extLst>
      <p:ext uri="{BB962C8B-B14F-4D97-AF65-F5344CB8AC3E}">
        <p14:creationId xmlns:p14="http://schemas.microsoft.com/office/powerpoint/2010/main" val="1443321507"/>
      </p:ext>
    </p:extLst>
  </p:cSld>
  <p:clrMapOvr>
    <a:masterClrMapping/>
  </p:clrMapOvr>
  <mc:AlternateContent xmlns:mc="http://schemas.openxmlformats.org/markup-compatibility/2006" xmlns:p14="http://schemas.microsoft.com/office/powerpoint/2010/main">
    <mc:Choice Requires="p14">
      <p:transition spd="slow" p14:dur="2000" advTm="70472"/>
    </mc:Choice>
    <mc:Fallback xmlns="">
      <p:transition spd="slow" advTm="7047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Have you experienced the Golden Engagement Circle with your Community ? Describe what happened</a:t>
            </a:r>
          </a:p>
          <a:p>
            <a:pPr marL="0" indent="0">
              <a:buNone/>
            </a:pPr>
            <a:endParaRPr lang="en-US" noProof="1"/>
          </a:p>
          <a:p>
            <a:pPr marL="0" indent="0">
              <a:buNone/>
            </a:pPr>
            <a:r>
              <a:rPr lang="en-US" noProof="1"/>
              <a:t>How did you maintain it or amplify it ?</a:t>
            </a:r>
          </a:p>
        </p:txBody>
      </p:sp>
      <p:grpSp>
        <p:nvGrpSpPr>
          <p:cNvPr id="3" name="Groupe 2">
            <a:extLst>
              <a:ext uri="{FF2B5EF4-FFF2-40B4-BE49-F238E27FC236}">
                <a16:creationId xmlns:a16="http://schemas.microsoft.com/office/drawing/2014/main" id="{98C07B96-9D4D-4C76-AB81-AA8B21D255C0}"/>
              </a:ext>
            </a:extLst>
          </p:cNvPr>
          <p:cNvGrpSpPr/>
          <p:nvPr/>
        </p:nvGrpSpPr>
        <p:grpSpPr>
          <a:xfrm>
            <a:off x="1281445" y="2643604"/>
            <a:ext cx="4195624" cy="3155432"/>
            <a:chOff x="367045" y="1645669"/>
            <a:chExt cx="6229698" cy="4685212"/>
          </a:xfrm>
        </p:grpSpPr>
        <p:graphicFrame>
          <p:nvGraphicFramePr>
            <p:cNvPr id="6" name="Diagramme 5">
              <a:extLst>
                <a:ext uri="{FF2B5EF4-FFF2-40B4-BE49-F238E27FC236}">
                  <a16:creationId xmlns:a16="http://schemas.microsoft.com/office/drawing/2014/main" id="{A3C14362-64E7-402A-924F-E1F9B82595EC}"/>
                </a:ext>
              </a:extLst>
            </p:cNvPr>
            <p:cNvGraphicFramePr/>
            <p:nvPr>
              <p:extLst>
                <p:ext uri="{D42A27DB-BD31-4B8C-83A1-F6EECF244321}">
                  <p14:modId xmlns:p14="http://schemas.microsoft.com/office/powerpoint/2010/main" val="2280690546"/>
                </p:ext>
              </p:extLst>
            </p:nvPr>
          </p:nvGraphicFramePr>
          <p:xfrm>
            <a:off x="367045" y="2352060"/>
            <a:ext cx="6229698" cy="39788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descr="Groupe">
              <a:extLst>
                <a:ext uri="{FF2B5EF4-FFF2-40B4-BE49-F238E27FC236}">
                  <a16:creationId xmlns:a16="http://schemas.microsoft.com/office/drawing/2014/main" id="{8E2DF59D-DD7A-4D4C-8AE0-7FEC248F9BB0}"/>
                </a:ext>
              </a:extLst>
            </p:cNvPr>
            <p:cNvSpPr/>
            <p:nvPr/>
          </p:nvSpPr>
          <p:spPr>
            <a:xfrm>
              <a:off x="3149272" y="1645669"/>
              <a:ext cx="665244" cy="665244"/>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8" name="Rectangle 7" descr="Poignée de main">
              <a:extLst>
                <a:ext uri="{FF2B5EF4-FFF2-40B4-BE49-F238E27FC236}">
                  <a16:creationId xmlns:a16="http://schemas.microsoft.com/office/drawing/2014/main" id="{518DF9A5-456B-4243-9594-30ABDDDF1EFF}"/>
                </a:ext>
              </a:extLst>
            </p:cNvPr>
            <p:cNvSpPr/>
            <p:nvPr/>
          </p:nvSpPr>
          <p:spPr>
            <a:xfrm>
              <a:off x="5430755" y="3015853"/>
              <a:ext cx="665244" cy="665244"/>
            </a:xfrm>
            <a:prstGeom prst="rect">
              <a:avLst/>
            </a:prstGeom>
            <a: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9" name="Rectangle 8" descr="Chat">
              <a:extLst>
                <a:ext uri="{FF2B5EF4-FFF2-40B4-BE49-F238E27FC236}">
                  <a16:creationId xmlns:a16="http://schemas.microsoft.com/office/drawing/2014/main" id="{4CE21757-857E-4565-B403-9284E61B9D82}"/>
                </a:ext>
              </a:extLst>
            </p:cNvPr>
            <p:cNvSpPr/>
            <p:nvPr/>
          </p:nvSpPr>
          <p:spPr>
            <a:xfrm>
              <a:off x="956129" y="5202297"/>
              <a:ext cx="665244" cy="665244"/>
            </a:xfrm>
            <a:prstGeom prst="rect">
              <a:avLst/>
            </a:prstGeom>
            <a: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0" name="Rectangle 9" descr="Ampoule">
              <a:extLst>
                <a:ext uri="{FF2B5EF4-FFF2-40B4-BE49-F238E27FC236}">
                  <a16:creationId xmlns:a16="http://schemas.microsoft.com/office/drawing/2014/main" id="{38E18348-3F23-4444-97F4-04EA02DEE158}"/>
                </a:ext>
              </a:extLst>
            </p:cNvPr>
            <p:cNvSpPr/>
            <p:nvPr/>
          </p:nvSpPr>
          <p:spPr>
            <a:xfrm>
              <a:off x="740568" y="3249185"/>
              <a:ext cx="665244" cy="665244"/>
            </a:xfrm>
            <a:prstGeom prst="rect">
              <a:avLst/>
            </a:prstGeom>
            <a: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pic>
          <p:nvPicPr>
            <p:cNvPr id="11" name="Graphique 10" descr="Graphique à barres avec tendance à la hausse avec un remplissage uni">
              <a:extLst>
                <a:ext uri="{FF2B5EF4-FFF2-40B4-BE49-F238E27FC236}">
                  <a16:creationId xmlns:a16="http://schemas.microsoft.com/office/drawing/2014/main" id="{47544374-D50D-43F6-A421-A274C08EF7D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430755" y="5202296"/>
              <a:ext cx="665245" cy="665245"/>
            </a:xfrm>
            <a:prstGeom prst="rect">
              <a:avLst/>
            </a:prstGeom>
          </p:spPr>
        </p:pic>
      </p:grpSp>
      <p:pic>
        <p:nvPicPr>
          <p:cNvPr id="12" name="Graphique 11" descr="Main ouverte avec un remplissage uni">
            <a:extLst>
              <a:ext uri="{FF2B5EF4-FFF2-40B4-BE49-F238E27FC236}">
                <a16:creationId xmlns:a16="http://schemas.microsoft.com/office/drawing/2014/main" id="{280FB18C-3F30-48B3-BD83-C5114259DBF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086130" y="5692492"/>
            <a:ext cx="586253" cy="586253"/>
          </a:xfrm>
          <a:prstGeom prst="rect">
            <a:avLst/>
          </a:prstGeom>
        </p:spPr>
      </p:pic>
    </p:spTree>
    <p:extLst>
      <p:ext uri="{BB962C8B-B14F-4D97-AF65-F5344CB8AC3E}">
        <p14:creationId xmlns:p14="http://schemas.microsoft.com/office/powerpoint/2010/main" val="3988302795"/>
      </p:ext>
    </p:extLst>
  </p:cSld>
  <p:clrMapOvr>
    <a:masterClrMapping/>
  </p:clrMapOvr>
  <mc:AlternateContent xmlns:mc="http://schemas.openxmlformats.org/markup-compatibility/2006" xmlns:p14="http://schemas.microsoft.com/office/powerpoint/2010/main">
    <mc:Choice Requires="p14">
      <p:transition spd="slow" p14:dur="2000" advTm="20655"/>
    </mc:Choice>
    <mc:Fallback xmlns="">
      <p:transition spd="slow" advTm="2065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3D87332-1B42-4075-81B7-0165C84D2CE4}"/>
              </a:ext>
            </a:extLst>
          </p:cNvPr>
          <p:cNvSpPr>
            <a:spLocks noGrp="1"/>
          </p:cNvSpPr>
          <p:nvPr>
            <p:ph type="title"/>
          </p:nvPr>
        </p:nvSpPr>
        <p:spPr/>
        <p:txBody>
          <a:bodyPr/>
          <a:lstStyle/>
          <a:p>
            <a:r>
              <a:rPr lang="fr-FR" dirty="0"/>
              <a:t>Use Case / Example story</a:t>
            </a:r>
          </a:p>
        </p:txBody>
      </p:sp>
      <p:sp>
        <p:nvSpPr>
          <p:cNvPr id="6" name="Espace réservé du contenu 5">
            <a:extLst>
              <a:ext uri="{FF2B5EF4-FFF2-40B4-BE49-F238E27FC236}">
                <a16:creationId xmlns:a16="http://schemas.microsoft.com/office/drawing/2014/main" id="{D24C662C-F314-41D9-BF6C-49CF6F8594F2}"/>
              </a:ext>
            </a:extLst>
          </p:cNvPr>
          <p:cNvSpPr>
            <a:spLocks noGrp="1"/>
          </p:cNvSpPr>
          <p:nvPr>
            <p:ph idx="1"/>
          </p:nvPr>
        </p:nvSpPr>
        <p:spPr/>
        <p:txBody>
          <a:bodyPr/>
          <a:lstStyle/>
          <a:p>
            <a:pPr marL="0" indent="0">
              <a:buNone/>
            </a:pPr>
            <a:r>
              <a:rPr lang="fr-FR" dirty="0"/>
              <a:t> </a:t>
            </a:r>
          </a:p>
        </p:txBody>
      </p:sp>
      <p:grpSp>
        <p:nvGrpSpPr>
          <p:cNvPr id="4" name="Groupe 3">
            <a:extLst>
              <a:ext uri="{FF2B5EF4-FFF2-40B4-BE49-F238E27FC236}">
                <a16:creationId xmlns:a16="http://schemas.microsoft.com/office/drawing/2014/main" id="{125E2CB5-BAED-4828-8198-48BA4B42B63A}"/>
              </a:ext>
            </a:extLst>
          </p:cNvPr>
          <p:cNvGrpSpPr/>
          <p:nvPr/>
        </p:nvGrpSpPr>
        <p:grpSpPr>
          <a:xfrm>
            <a:off x="2231507" y="4452988"/>
            <a:ext cx="1765565" cy="1765565"/>
            <a:chOff x="2472431" y="1931679"/>
            <a:chExt cx="914400" cy="914400"/>
          </a:xfrm>
        </p:grpSpPr>
        <p:pic>
          <p:nvPicPr>
            <p:cNvPr id="7" name="Graphique 6" descr="Employée de bureau avec un remplissage uni">
              <a:extLst>
                <a:ext uri="{FF2B5EF4-FFF2-40B4-BE49-F238E27FC236}">
                  <a16:creationId xmlns:a16="http://schemas.microsoft.com/office/drawing/2014/main" id="{8EF5828B-F18D-4CB6-826E-68D8999806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72431" y="1931679"/>
              <a:ext cx="914400" cy="914400"/>
            </a:xfrm>
            <a:prstGeom prst="rect">
              <a:avLst/>
            </a:prstGeom>
          </p:spPr>
        </p:pic>
        <p:pic>
          <p:nvPicPr>
            <p:cNvPr id="8" name="Graphique 7" descr="Euro avec un remplissage uni">
              <a:extLst>
                <a:ext uri="{FF2B5EF4-FFF2-40B4-BE49-F238E27FC236}">
                  <a16:creationId xmlns:a16="http://schemas.microsoft.com/office/drawing/2014/main" id="{19993E65-10FC-4DDD-89B1-19662AD0EE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37714" y="2492740"/>
              <a:ext cx="167927" cy="167927"/>
            </a:xfrm>
            <a:prstGeom prst="rect">
              <a:avLst/>
            </a:prstGeom>
          </p:spPr>
        </p:pic>
      </p:grpSp>
      <p:sp>
        <p:nvSpPr>
          <p:cNvPr id="9" name="Bulle narrative : ronde 8">
            <a:extLst>
              <a:ext uri="{FF2B5EF4-FFF2-40B4-BE49-F238E27FC236}">
                <a16:creationId xmlns:a16="http://schemas.microsoft.com/office/drawing/2014/main" id="{C5098343-E0BE-4220-AF60-AC91D1435D9B}"/>
              </a:ext>
            </a:extLst>
          </p:cNvPr>
          <p:cNvSpPr/>
          <p:nvPr/>
        </p:nvSpPr>
        <p:spPr>
          <a:xfrm>
            <a:off x="1196290" y="2971800"/>
            <a:ext cx="2793827" cy="914400"/>
          </a:xfrm>
          <a:prstGeom prst="wedgeEllipseCallout">
            <a:avLst>
              <a:gd name="adj1" fmla="val 16818"/>
              <a:gd name="adj2" fmla="val 109831"/>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There is so much you can do with this Community !!!</a:t>
            </a:r>
          </a:p>
        </p:txBody>
      </p:sp>
      <p:grpSp>
        <p:nvGrpSpPr>
          <p:cNvPr id="10" name="Groupe 9">
            <a:extLst>
              <a:ext uri="{FF2B5EF4-FFF2-40B4-BE49-F238E27FC236}">
                <a16:creationId xmlns:a16="http://schemas.microsoft.com/office/drawing/2014/main" id="{E3DFE16C-ABE2-4B68-B6E8-54DBE44FC2B3}"/>
              </a:ext>
            </a:extLst>
          </p:cNvPr>
          <p:cNvGrpSpPr/>
          <p:nvPr/>
        </p:nvGrpSpPr>
        <p:grpSpPr>
          <a:xfrm>
            <a:off x="4577730" y="4699500"/>
            <a:ext cx="1983159" cy="1565406"/>
            <a:chOff x="2192955" y="4690073"/>
            <a:chExt cx="1983159" cy="1565406"/>
          </a:xfrm>
        </p:grpSpPr>
        <p:pic>
          <p:nvPicPr>
            <p:cNvPr id="11" name="Graphique 10" descr="Personne confuse avec un remplissage uni">
              <a:extLst>
                <a:ext uri="{FF2B5EF4-FFF2-40B4-BE49-F238E27FC236}">
                  <a16:creationId xmlns:a16="http://schemas.microsoft.com/office/drawing/2014/main" id="{E0752A18-00D5-42C2-B863-C7C57B9EE644}"/>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825" r="14911" b="49785"/>
            <a:stretch/>
          </p:blipFill>
          <p:spPr>
            <a:xfrm>
              <a:off x="2192955" y="4838194"/>
              <a:ext cx="1983159" cy="1417285"/>
            </a:xfrm>
            <a:prstGeom prst="rect">
              <a:avLst/>
            </a:prstGeom>
          </p:spPr>
        </p:pic>
        <p:pic>
          <p:nvPicPr>
            <p:cNvPr id="12" name="Graphique 11" descr="Visage grimaçant et transpirant avec remplissage uni avec un remplissage uni">
              <a:extLst>
                <a:ext uri="{FF2B5EF4-FFF2-40B4-BE49-F238E27FC236}">
                  <a16:creationId xmlns:a16="http://schemas.microsoft.com/office/drawing/2014/main" id="{60F31A2F-FA33-456E-B8F9-D64749C5932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91472" y="4690073"/>
              <a:ext cx="803985" cy="803985"/>
            </a:xfrm>
            <a:prstGeom prst="rect">
              <a:avLst/>
            </a:prstGeom>
          </p:spPr>
        </p:pic>
      </p:grpSp>
      <p:sp>
        <p:nvSpPr>
          <p:cNvPr id="2" name="Phylactère : pensées 1">
            <a:extLst>
              <a:ext uri="{FF2B5EF4-FFF2-40B4-BE49-F238E27FC236}">
                <a16:creationId xmlns:a16="http://schemas.microsoft.com/office/drawing/2014/main" id="{818A6AE7-B08F-4B27-91CB-5D763FBAE565}"/>
              </a:ext>
            </a:extLst>
          </p:cNvPr>
          <p:cNvSpPr/>
          <p:nvPr/>
        </p:nvSpPr>
        <p:spPr>
          <a:xfrm>
            <a:off x="6578749" y="2814221"/>
            <a:ext cx="4260886" cy="2610035"/>
          </a:xfrm>
          <a:prstGeom prst="cloudCallout">
            <a:avLst>
              <a:gd name="adj1" fmla="val -64309"/>
              <a:gd name="adj2" fmla="val 2629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que 12" descr="Écolière avec un remplissage uni">
            <a:extLst>
              <a:ext uri="{FF2B5EF4-FFF2-40B4-BE49-F238E27FC236}">
                <a16:creationId xmlns:a16="http://schemas.microsoft.com/office/drawing/2014/main" id="{095447AA-D863-47A6-90DA-981F710DA31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280611" y="3676980"/>
            <a:ext cx="832415" cy="832415"/>
          </a:xfrm>
          <a:prstGeom prst="rect">
            <a:avLst/>
          </a:prstGeom>
        </p:spPr>
      </p:pic>
      <p:sp>
        <p:nvSpPr>
          <p:cNvPr id="14" name="Bulle narrative : ronde 13">
            <a:extLst>
              <a:ext uri="{FF2B5EF4-FFF2-40B4-BE49-F238E27FC236}">
                <a16:creationId xmlns:a16="http://schemas.microsoft.com/office/drawing/2014/main" id="{42041358-26F5-467F-8105-4546FF3B985C}"/>
              </a:ext>
            </a:extLst>
          </p:cNvPr>
          <p:cNvSpPr/>
          <p:nvPr/>
        </p:nvSpPr>
        <p:spPr>
          <a:xfrm>
            <a:off x="7191028" y="3429000"/>
            <a:ext cx="2089584" cy="914400"/>
          </a:xfrm>
          <a:prstGeom prst="wedgeEllipseCallout">
            <a:avLst>
              <a:gd name="adj1" fmla="val 57179"/>
              <a:gd name="adj2" fmla="val 16627"/>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bg1"/>
                </a:solidFill>
              </a:rPr>
              <a:t>I don’t have time !</a:t>
            </a:r>
          </a:p>
        </p:txBody>
      </p:sp>
    </p:spTree>
    <p:extLst>
      <p:ext uri="{BB962C8B-B14F-4D97-AF65-F5344CB8AC3E}">
        <p14:creationId xmlns:p14="http://schemas.microsoft.com/office/powerpoint/2010/main" val="997554585"/>
      </p:ext>
    </p:extLst>
  </p:cSld>
  <p:clrMapOvr>
    <a:masterClrMapping/>
  </p:clrMapOvr>
  <mc:AlternateContent xmlns:mc="http://schemas.openxmlformats.org/markup-compatibility/2006" xmlns:p14="http://schemas.microsoft.com/office/powerpoint/2010/main">
    <mc:Choice Requires="p14">
      <p:transition spd="slow" p14:dur="2000" advTm="19572"/>
    </mc:Choice>
    <mc:Fallback xmlns="">
      <p:transition spd="slow" advTm="19572"/>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B97042-0CB9-4B82-A645-B072E8F681A0}"/>
              </a:ext>
            </a:extLst>
          </p:cNvPr>
          <p:cNvSpPr>
            <a:spLocks noGrp="1"/>
          </p:cNvSpPr>
          <p:nvPr>
            <p:ph type="title"/>
          </p:nvPr>
        </p:nvSpPr>
        <p:spPr/>
        <p:txBody>
          <a:bodyPr>
            <a:normAutofit fontScale="90000"/>
          </a:bodyPr>
          <a:lstStyle/>
          <a:p>
            <a:r>
              <a:rPr lang="en-US" dirty="0"/>
              <a:t>Challenge P4</a:t>
            </a:r>
            <a:br>
              <a:rPr lang="en-US" dirty="0"/>
            </a:br>
            <a:r>
              <a:rPr lang="en-US" dirty="0"/>
              <a:t>Identify your members’ Engagement and available time</a:t>
            </a:r>
          </a:p>
        </p:txBody>
      </p:sp>
      <p:grpSp>
        <p:nvGrpSpPr>
          <p:cNvPr id="21" name="Groupe 20">
            <a:extLst>
              <a:ext uri="{FF2B5EF4-FFF2-40B4-BE49-F238E27FC236}">
                <a16:creationId xmlns:a16="http://schemas.microsoft.com/office/drawing/2014/main" id="{48ECB21E-D29E-44EF-B383-8D504FB34993}"/>
              </a:ext>
            </a:extLst>
          </p:cNvPr>
          <p:cNvGrpSpPr/>
          <p:nvPr/>
        </p:nvGrpSpPr>
        <p:grpSpPr>
          <a:xfrm>
            <a:off x="5797486" y="2017336"/>
            <a:ext cx="5855636" cy="4711071"/>
            <a:chOff x="5797486" y="2017336"/>
            <a:chExt cx="5855636" cy="4711071"/>
          </a:xfrm>
        </p:grpSpPr>
        <p:graphicFrame>
          <p:nvGraphicFramePr>
            <p:cNvPr id="12" name="Diagramme 11">
              <a:extLst>
                <a:ext uri="{FF2B5EF4-FFF2-40B4-BE49-F238E27FC236}">
                  <a16:creationId xmlns:a16="http://schemas.microsoft.com/office/drawing/2014/main" id="{8B99AE7D-311B-470D-8390-AC6DE2AADBB8}"/>
                </a:ext>
              </a:extLst>
            </p:cNvPr>
            <p:cNvGraphicFramePr/>
            <p:nvPr>
              <p:extLst>
                <p:ext uri="{D42A27DB-BD31-4B8C-83A1-F6EECF244321}">
                  <p14:modId xmlns:p14="http://schemas.microsoft.com/office/powerpoint/2010/main" val="2673821807"/>
                </p:ext>
              </p:extLst>
            </p:nvPr>
          </p:nvGraphicFramePr>
          <p:xfrm>
            <a:off x="5797486" y="2017336"/>
            <a:ext cx="5855636" cy="4711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 name="Graphique 13" descr="Bébé avec un remplissage uni">
              <a:extLst>
                <a:ext uri="{FF2B5EF4-FFF2-40B4-BE49-F238E27FC236}">
                  <a16:creationId xmlns:a16="http://schemas.microsoft.com/office/drawing/2014/main" id="{2D0D6217-66B2-497D-A577-6FC5A397D8B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01955" y="3208444"/>
              <a:ext cx="696013" cy="696013"/>
            </a:xfrm>
            <a:prstGeom prst="rect">
              <a:avLst/>
            </a:prstGeom>
          </p:spPr>
        </p:pic>
        <p:pic>
          <p:nvPicPr>
            <p:cNvPr id="15" name="Graphique 14" descr="Train avec un remplissage uni">
              <a:extLst>
                <a:ext uri="{FF2B5EF4-FFF2-40B4-BE49-F238E27FC236}">
                  <a16:creationId xmlns:a16="http://schemas.microsoft.com/office/drawing/2014/main" id="{606060F0-7DAC-43BA-89F1-3DCD7D473A4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01955" y="4145161"/>
              <a:ext cx="582891" cy="582891"/>
            </a:xfrm>
            <a:prstGeom prst="rect">
              <a:avLst/>
            </a:prstGeom>
          </p:spPr>
        </p:pic>
        <p:pic>
          <p:nvPicPr>
            <p:cNvPr id="16" name="Graphique 15" descr="Dossier ouvert avec un remplissage uni">
              <a:extLst>
                <a:ext uri="{FF2B5EF4-FFF2-40B4-BE49-F238E27FC236}">
                  <a16:creationId xmlns:a16="http://schemas.microsoft.com/office/drawing/2014/main" id="{F60071E6-0912-4DE3-B161-1E27559E843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37662" y="5017172"/>
              <a:ext cx="511479" cy="511479"/>
            </a:xfrm>
            <a:prstGeom prst="rect">
              <a:avLst/>
            </a:prstGeom>
          </p:spPr>
        </p:pic>
        <p:pic>
          <p:nvPicPr>
            <p:cNvPr id="8" name="Graphique 7" descr="Tendance à la hausse avec un remplissage uni">
              <a:extLst>
                <a:ext uri="{FF2B5EF4-FFF2-40B4-BE49-F238E27FC236}">
                  <a16:creationId xmlns:a16="http://schemas.microsoft.com/office/drawing/2014/main" id="{F9AB2438-28ED-46E1-BB9A-6CAE4F33BFB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207987" y="5017172"/>
              <a:ext cx="544880" cy="544880"/>
            </a:xfrm>
            <a:prstGeom prst="rect">
              <a:avLst/>
            </a:prstGeom>
          </p:spPr>
        </p:pic>
        <p:pic>
          <p:nvPicPr>
            <p:cNvPr id="18" name="Graphique 17" descr="Commentaire en cœur avec un remplissage uni">
              <a:extLst>
                <a:ext uri="{FF2B5EF4-FFF2-40B4-BE49-F238E27FC236}">
                  <a16:creationId xmlns:a16="http://schemas.microsoft.com/office/drawing/2014/main" id="{05717025-5040-4493-AD97-4883058CF6A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6132420" y="3314089"/>
              <a:ext cx="696013" cy="696013"/>
            </a:xfrm>
            <a:prstGeom prst="rect">
              <a:avLst/>
            </a:prstGeom>
          </p:spPr>
        </p:pic>
        <p:pic>
          <p:nvPicPr>
            <p:cNvPr id="20" name="Graphique 19" descr="Chronomètre avec un remplissage uni">
              <a:extLst>
                <a:ext uri="{FF2B5EF4-FFF2-40B4-BE49-F238E27FC236}">
                  <a16:creationId xmlns:a16="http://schemas.microsoft.com/office/drawing/2014/main" id="{DB1AF7C2-D0E1-4C15-AF74-81AA3E22019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199632" y="4164166"/>
              <a:ext cx="544879" cy="544879"/>
            </a:xfrm>
            <a:prstGeom prst="rect">
              <a:avLst/>
            </a:prstGeom>
          </p:spPr>
        </p:pic>
      </p:grpSp>
      <p:sp>
        <p:nvSpPr>
          <p:cNvPr id="23" name="ZoneTexte 22">
            <a:extLst>
              <a:ext uri="{FF2B5EF4-FFF2-40B4-BE49-F238E27FC236}">
                <a16:creationId xmlns:a16="http://schemas.microsoft.com/office/drawing/2014/main" id="{6F29806D-32BA-4566-A44E-8AF2093AFB77}"/>
              </a:ext>
            </a:extLst>
          </p:cNvPr>
          <p:cNvSpPr txBox="1"/>
          <p:nvPr/>
        </p:nvSpPr>
        <p:spPr>
          <a:xfrm>
            <a:off x="874002" y="2154376"/>
            <a:ext cx="4528017" cy="4524315"/>
          </a:xfrm>
          <a:prstGeom prst="rect">
            <a:avLst/>
          </a:prstGeom>
          <a:noFill/>
        </p:spPr>
        <p:txBody>
          <a:bodyPr wrap="square">
            <a:spAutoFit/>
          </a:bodyPr>
          <a:lstStyle/>
          <a:p>
            <a:pPr marL="0" indent="0">
              <a:buNone/>
            </a:pPr>
            <a:r>
              <a:rPr lang="en-US" sz="2400" noProof="1"/>
              <a:t>As Corporate Communities are often a part time activity, most of the members will have to arbitrate their engagement level depending on their specific context.</a:t>
            </a:r>
          </a:p>
          <a:p>
            <a:pPr marL="0" indent="0">
              <a:buNone/>
            </a:pPr>
            <a:endParaRPr lang="en-US" sz="2400" noProof="1"/>
          </a:p>
          <a:p>
            <a:pPr marL="0" indent="0">
              <a:buNone/>
            </a:pPr>
            <a:r>
              <a:rPr lang="en-US" sz="2400" noProof="1"/>
              <a:t>Challenge for Community Boosters is then to design their community to encourage to engage, considering the context factors.</a:t>
            </a:r>
          </a:p>
        </p:txBody>
      </p:sp>
    </p:spTree>
    <p:extLst>
      <p:ext uri="{BB962C8B-B14F-4D97-AF65-F5344CB8AC3E}">
        <p14:creationId xmlns:p14="http://schemas.microsoft.com/office/powerpoint/2010/main" val="3658476889"/>
      </p:ext>
    </p:extLst>
  </p:cSld>
  <p:clrMapOvr>
    <a:masterClrMapping/>
  </p:clrMapOvr>
  <mc:AlternateContent xmlns:mc="http://schemas.openxmlformats.org/markup-compatibility/2006" xmlns:p14="http://schemas.microsoft.com/office/powerpoint/2010/main">
    <mc:Choice Requires="p14">
      <p:transition spd="slow" p14:dur="2000" advTm="45560"/>
    </mc:Choice>
    <mc:Fallback xmlns="">
      <p:transition spd="slow" advTm="4556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550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55000" lnSpcReduction="20000"/>
          </a:bodyPr>
          <a:lstStyle/>
          <a:p>
            <a:pPr marL="0" indent="0">
              <a:buNone/>
            </a:pPr>
            <a:r>
              <a:rPr lang="en-US" noProof="1"/>
              <a:t>Approximately, how many members are full-time in the Community ? What percentage does it represent ?</a:t>
            </a:r>
          </a:p>
          <a:p>
            <a:pPr marL="0" indent="0">
              <a:buNone/>
            </a:pPr>
            <a:endParaRPr lang="en-US" noProof="1"/>
          </a:p>
          <a:p>
            <a:pPr marL="0" indent="0">
              <a:buNone/>
            </a:pPr>
            <a:r>
              <a:rPr lang="en-US" noProof="1"/>
              <a:t>How much time do your average members give to your Corporate Community in a month ? </a:t>
            </a:r>
          </a:p>
          <a:p>
            <a:pPr marL="0" indent="0">
              <a:buNone/>
            </a:pPr>
            <a:endParaRPr lang="en-US" noProof="1"/>
          </a:p>
          <a:p>
            <a:pPr marL="0" indent="0">
              <a:buNone/>
            </a:pPr>
            <a:r>
              <a:rPr lang="en-US" noProof="1"/>
              <a:t>How do you manage various availability of members or potential members ?</a:t>
            </a:r>
          </a:p>
          <a:p>
            <a:pPr marL="0" indent="0">
              <a:buNone/>
            </a:pPr>
            <a:endParaRPr lang="en-US" noProof="1"/>
          </a:p>
          <a:p>
            <a:pPr marL="0" indent="0">
              <a:buNone/>
            </a:pPr>
            <a:endParaRPr lang="en-US" noProof="1"/>
          </a:p>
          <a:p>
            <a:pPr marL="0" indent="0">
              <a:buNone/>
            </a:pPr>
            <a:r>
              <a:rPr lang="en-US" noProof="1"/>
              <a:t> </a:t>
            </a:r>
          </a:p>
        </p:txBody>
      </p:sp>
      <p:grpSp>
        <p:nvGrpSpPr>
          <p:cNvPr id="16" name="Groupe 15">
            <a:extLst>
              <a:ext uri="{FF2B5EF4-FFF2-40B4-BE49-F238E27FC236}">
                <a16:creationId xmlns:a16="http://schemas.microsoft.com/office/drawing/2014/main" id="{28FC5C9B-B512-43AF-8915-64FB5203D576}"/>
              </a:ext>
            </a:extLst>
          </p:cNvPr>
          <p:cNvGrpSpPr/>
          <p:nvPr/>
        </p:nvGrpSpPr>
        <p:grpSpPr>
          <a:xfrm>
            <a:off x="1814766" y="2905760"/>
            <a:ext cx="3273845" cy="2633927"/>
            <a:chOff x="5797486" y="2017336"/>
            <a:chExt cx="5855636" cy="4711071"/>
          </a:xfrm>
        </p:grpSpPr>
        <p:graphicFrame>
          <p:nvGraphicFramePr>
            <p:cNvPr id="17" name="Diagramme 16">
              <a:extLst>
                <a:ext uri="{FF2B5EF4-FFF2-40B4-BE49-F238E27FC236}">
                  <a16:creationId xmlns:a16="http://schemas.microsoft.com/office/drawing/2014/main" id="{E7824CF2-787C-491F-AF69-C9BB8E54907B}"/>
                </a:ext>
              </a:extLst>
            </p:cNvPr>
            <p:cNvGraphicFramePr/>
            <p:nvPr>
              <p:extLst>
                <p:ext uri="{D42A27DB-BD31-4B8C-83A1-F6EECF244321}">
                  <p14:modId xmlns:p14="http://schemas.microsoft.com/office/powerpoint/2010/main" val="257477801"/>
                </p:ext>
              </p:extLst>
            </p:nvPr>
          </p:nvGraphicFramePr>
          <p:xfrm>
            <a:off x="5797486" y="2017336"/>
            <a:ext cx="5855636" cy="47110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8" name="Graphique 17" descr="Bébé avec un remplissage uni">
              <a:extLst>
                <a:ext uri="{FF2B5EF4-FFF2-40B4-BE49-F238E27FC236}">
                  <a16:creationId xmlns:a16="http://schemas.microsoft.com/office/drawing/2014/main" id="{90F59370-E133-41D9-B724-AA87C34465E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01955" y="3208444"/>
              <a:ext cx="696013" cy="696013"/>
            </a:xfrm>
            <a:prstGeom prst="rect">
              <a:avLst/>
            </a:prstGeom>
          </p:spPr>
        </p:pic>
        <p:pic>
          <p:nvPicPr>
            <p:cNvPr id="19" name="Graphique 18" descr="Train avec un remplissage uni">
              <a:extLst>
                <a:ext uri="{FF2B5EF4-FFF2-40B4-BE49-F238E27FC236}">
                  <a16:creationId xmlns:a16="http://schemas.microsoft.com/office/drawing/2014/main" id="{10A66DCE-A215-4936-BE7C-100002DDD56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701955" y="4145161"/>
              <a:ext cx="582891" cy="582891"/>
            </a:xfrm>
            <a:prstGeom prst="rect">
              <a:avLst/>
            </a:prstGeom>
          </p:spPr>
        </p:pic>
        <p:pic>
          <p:nvPicPr>
            <p:cNvPr id="20" name="Graphique 19" descr="Dossier ouvert avec un remplissage uni">
              <a:extLst>
                <a:ext uri="{FF2B5EF4-FFF2-40B4-BE49-F238E27FC236}">
                  <a16:creationId xmlns:a16="http://schemas.microsoft.com/office/drawing/2014/main" id="{1B6009DB-D505-4111-B3DF-FBC112CB1EC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737662" y="5017172"/>
              <a:ext cx="511479" cy="511479"/>
            </a:xfrm>
            <a:prstGeom prst="rect">
              <a:avLst/>
            </a:prstGeom>
          </p:spPr>
        </p:pic>
        <p:pic>
          <p:nvPicPr>
            <p:cNvPr id="21" name="Graphique 20" descr="Tendance à la hausse avec un remplissage uni">
              <a:extLst>
                <a:ext uri="{FF2B5EF4-FFF2-40B4-BE49-F238E27FC236}">
                  <a16:creationId xmlns:a16="http://schemas.microsoft.com/office/drawing/2014/main" id="{E6A4F49D-C173-477D-B701-C2757D95FCE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207987" y="5017172"/>
              <a:ext cx="544880" cy="544880"/>
            </a:xfrm>
            <a:prstGeom prst="rect">
              <a:avLst/>
            </a:prstGeom>
          </p:spPr>
        </p:pic>
        <p:pic>
          <p:nvPicPr>
            <p:cNvPr id="22" name="Graphique 21" descr="Commentaire en cœur avec un remplissage uni">
              <a:extLst>
                <a:ext uri="{FF2B5EF4-FFF2-40B4-BE49-F238E27FC236}">
                  <a16:creationId xmlns:a16="http://schemas.microsoft.com/office/drawing/2014/main" id="{B04FF526-F575-4DCE-88F6-B3B8259F00B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flipH="1">
              <a:off x="6132420" y="3314089"/>
              <a:ext cx="696013" cy="696013"/>
            </a:xfrm>
            <a:prstGeom prst="rect">
              <a:avLst/>
            </a:prstGeom>
          </p:spPr>
        </p:pic>
        <p:pic>
          <p:nvPicPr>
            <p:cNvPr id="23" name="Graphique 22" descr="Chronomètre avec un remplissage uni">
              <a:extLst>
                <a:ext uri="{FF2B5EF4-FFF2-40B4-BE49-F238E27FC236}">
                  <a16:creationId xmlns:a16="http://schemas.microsoft.com/office/drawing/2014/main" id="{97A2ED1C-0BE9-4B7F-B2D4-8BA3A281D68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199632" y="4164166"/>
              <a:ext cx="544879" cy="544879"/>
            </a:xfrm>
            <a:prstGeom prst="rect">
              <a:avLst/>
            </a:prstGeom>
          </p:spPr>
        </p:pic>
      </p:grpSp>
    </p:spTree>
    <p:extLst>
      <p:ext uri="{BB962C8B-B14F-4D97-AF65-F5344CB8AC3E}">
        <p14:creationId xmlns:p14="http://schemas.microsoft.com/office/powerpoint/2010/main" val="2691835326"/>
      </p:ext>
    </p:extLst>
  </p:cSld>
  <p:clrMapOvr>
    <a:masterClrMapping/>
  </p:clrMapOvr>
  <mc:AlternateContent xmlns:mc="http://schemas.openxmlformats.org/markup-compatibility/2006" xmlns:p14="http://schemas.microsoft.com/office/powerpoint/2010/main">
    <mc:Choice Requires="p14">
      <p:transition spd="slow" p14:dur="2000" advTm="27787"/>
    </mc:Choice>
    <mc:Fallback xmlns="">
      <p:transition spd="slow" advTm="2778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rmAutofit fontScale="90000"/>
          </a:bodyPr>
          <a:lstStyle/>
          <a:p>
            <a:r>
              <a:rPr lang="en-US" dirty="0"/>
              <a:t>Exercise #P4</a:t>
            </a:r>
            <a:br>
              <a:rPr lang="en-US" dirty="0"/>
            </a:br>
            <a:r>
              <a:rPr lang="en-US" dirty="0"/>
              <a:t>List reasons for disengagement and ideas for engagement</a:t>
            </a:r>
          </a:p>
        </p:txBody>
      </p:sp>
      <p:grpSp>
        <p:nvGrpSpPr>
          <p:cNvPr id="44" name="Groupe 43">
            <a:extLst>
              <a:ext uri="{FF2B5EF4-FFF2-40B4-BE49-F238E27FC236}">
                <a16:creationId xmlns:a16="http://schemas.microsoft.com/office/drawing/2014/main" id="{B75AD456-6B0F-4AEC-84A8-1D0E9553CFED}"/>
              </a:ext>
            </a:extLst>
          </p:cNvPr>
          <p:cNvGrpSpPr/>
          <p:nvPr/>
        </p:nvGrpSpPr>
        <p:grpSpPr>
          <a:xfrm>
            <a:off x="3551242" y="2613991"/>
            <a:ext cx="4941068" cy="3975268"/>
            <a:chOff x="5797486" y="2017336"/>
            <a:chExt cx="5855636" cy="4711071"/>
          </a:xfrm>
        </p:grpSpPr>
        <p:graphicFrame>
          <p:nvGraphicFramePr>
            <p:cNvPr id="45" name="Diagramme 44">
              <a:extLst>
                <a:ext uri="{FF2B5EF4-FFF2-40B4-BE49-F238E27FC236}">
                  <a16:creationId xmlns:a16="http://schemas.microsoft.com/office/drawing/2014/main" id="{3878AE0F-AB94-4FEF-B73F-E9EF1604749A}"/>
                </a:ext>
              </a:extLst>
            </p:cNvPr>
            <p:cNvGraphicFramePr/>
            <p:nvPr>
              <p:extLst>
                <p:ext uri="{D42A27DB-BD31-4B8C-83A1-F6EECF244321}">
                  <p14:modId xmlns:p14="http://schemas.microsoft.com/office/powerpoint/2010/main" val="437778963"/>
                </p:ext>
              </p:extLst>
            </p:nvPr>
          </p:nvGraphicFramePr>
          <p:xfrm>
            <a:off x="5797486" y="2017336"/>
            <a:ext cx="5855636" cy="47110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6" name="Graphique 45" descr="Bébé avec un remplissage uni">
              <a:extLst>
                <a:ext uri="{FF2B5EF4-FFF2-40B4-BE49-F238E27FC236}">
                  <a16:creationId xmlns:a16="http://schemas.microsoft.com/office/drawing/2014/main" id="{587CB0C6-4F5D-40AC-948D-6BBCFFCB4E8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701955" y="3208444"/>
              <a:ext cx="696013" cy="696013"/>
            </a:xfrm>
            <a:prstGeom prst="rect">
              <a:avLst/>
            </a:prstGeom>
          </p:spPr>
        </p:pic>
        <p:pic>
          <p:nvPicPr>
            <p:cNvPr id="47" name="Graphique 46" descr="Train avec un remplissage uni">
              <a:extLst>
                <a:ext uri="{FF2B5EF4-FFF2-40B4-BE49-F238E27FC236}">
                  <a16:creationId xmlns:a16="http://schemas.microsoft.com/office/drawing/2014/main" id="{541A6CBE-7AF9-402C-9012-0A4D4883F4A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701955" y="4145161"/>
              <a:ext cx="582891" cy="582891"/>
            </a:xfrm>
            <a:prstGeom prst="rect">
              <a:avLst/>
            </a:prstGeom>
          </p:spPr>
        </p:pic>
        <p:pic>
          <p:nvPicPr>
            <p:cNvPr id="48" name="Graphique 47" descr="Dossier ouvert avec un remplissage uni">
              <a:extLst>
                <a:ext uri="{FF2B5EF4-FFF2-40B4-BE49-F238E27FC236}">
                  <a16:creationId xmlns:a16="http://schemas.microsoft.com/office/drawing/2014/main" id="{B2DF3C1F-B876-4368-B471-5477B90CB3C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737662" y="5017172"/>
              <a:ext cx="511479" cy="511479"/>
            </a:xfrm>
            <a:prstGeom prst="rect">
              <a:avLst/>
            </a:prstGeom>
          </p:spPr>
        </p:pic>
        <p:pic>
          <p:nvPicPr>
            <p:cNvPr id="49" name="Graphique 48" descr="Tendance à la hausse avec un remplissage uni">
              <a:extLst>
                <a:ext uri="{FF2B5EF4-FFF2-40B4-BE49-F238E27FC236}">
                  <a16:creationId xmlns:a16="http://schemas.microsoft.com/office/drawing/2014/main" id="{EB67598D-AFC7-44A1-9483-54396BB4485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207987" y="5017172"/>
              <a:ext cx="544880" cy="544880"/>
            </a:xfrm>
            <a:prstGeom prst="rect">
              <a:avLst/>
            </a:prstGeom>
          </p:spPr>
        </p:pic>
        <p:pic>
          <p:nvPicPr>
            <p:cNvPr id="50" name="Graphique 49" descr="Commentaire en cœur avec un remplissage uni">
              <a:extLst>
                <a:ext uri="{FF2B5EF4-FFF2-40B4-BE49-F238E27FC236}">
                  <a16:creationId xmlns:a16="http://schemas.microsoft.com/office/drawing/2014/main" id="{59CBA372-570E-43A8-A957-59FD1FB763BA}"/>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6132420" y="3314089"/>
              <a:ext cx="696013" cy="696013"/>
            </a:xfrm>
            <a:prstGeom prst="rect">
              <a:avLst/>
            </a:prstGeom>
          </p:spPr>
        </p:pic>
        <p:pic>
          <p:nvPicPr>
            <p:cNvPr id="51" name="Graphique 50" descr="Chronomètre avec un remplissage uni">
              <a:extLst>
                <a:ext uri="{FF2B5EF4-FFF2-40B4-BE49-F238E27FC236}">
                  <a16:creationId xmlns:a16="http://schemas.microsoft.com/office/drawing/2014/main" id="{43ACF861-67B9-442D-91BF-29CA377747F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199632" y="4164166"/>
              <a:ext cx="544879" cy="544879"/>
            </a:xfrm>
            <a:prstGeom prst="rect">
              <a:avLst/>
            </a:prstGeom>
          </p:spPr>
        </p:pic>
      </p:grpSp>
      <p:sp>
        <p:nvSpPr>
          <p:cNvPr id="52" name="Rectangle 51">
            <a:extLst>
              <a:ext uri="{FF2B5EF4-FFF2-40B4-BE49-F238E27FC236}">
                <a16:creationId xmlns:a16="http://schemas.microsoft.com/office/drawing/2014/main" id="{DB6093E3-F4D7-4D32-8497-ACC7CDEDB777}"/>
              </a:ext>
            </a:extLst>
          </p:cNvPr>
          <p:cNvSpPr/>
          <p:nvPr/>
        </p:nvSpPr>
        <p:spPr>
          <a:xfrm>
            <a:off x="221663"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3" name="Rectangle 52">
            <a:extLst>
              <a:ext uri="{FF2B5EF4-FFF2-40B4-BE49-F238E27FC236}">
                <a16:creationId xmlns:a16="http://schemas.microsoft.com/office/drawing/2014/main" id="{49CB435A-225C-4BB5-AD44-0219987C72CC}"/>
              </a:ext>
            </a:extLst>
          </p:cNvPr>
          <p:cNvSpPr/>
          <p:nvPr/>
        </p:nvSpPr>
        <p:spPr>
          <a:xfrm>
            <a:off x="221663"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4" name="Rectangle 53">
            <a:extLst>
              <a:ext uri="{FF2B5EF4-FFF2-40B4-BE49-F238E27FC236}">
                <a16:creationId xmlns:a16="http://schemas.microsoft.com/office/drawing/2014/main" id="{5FBA71F2-BB26-44F6-AC59-0FA08B5AD438}"/>
              </a:ext>
            </a:extLst>
          </p:cNvPr>
          <p:cNvSpPr/>
          <p:nvPr/>
        </p:nvSpPr>
        <p:spPr>
          <a:xfrm>
            <a:off x="221662"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5" name="Rectangle 54">
            <a:extLst>
              <a:ext uri="{FF2B5EF4-FFF2-40B4-BE49-F238E27FC236}">
                <a16:creationId xmlns:a16="http://schemas.microsoft.com/office/drawing/2014/main" id="{2CE01127-6291-4E1E-93A5-9CF857A6892E}"/>
              </a:ext>
            </a:extLst>
          </p:cNvPr>
          <p:cNvSpPr/>
          <p:nvPr/>
        </p:nvSpPr>
        <p:spPr>
          <a:xfrm>
            <a:off x="1120007"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6" name="Rectangle 55">
            <a:extLst>
              <a:ext uri="{FF2B5EF4-FFF2-40B4-BE49-F238E27FC236}">
                <a16:creationId xmlns:a16="http://schemas.microsoft.com/office/drawing/2014/main" id="{CF97221D-AACA-4C21-9D53-C2577C3E9EEB}"/>
              </a:ext>
            </a:extLst>
          </p:cNvPr>
          <p:cNvSpPr/>
          <p:nvPr/>
        </p:nvSpPr>
        <p:spPr>
          <a:xfrm>
            <a:off x="1120007"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7" name="Rectangle 56">
            <a:extLst>
              <a:ext uri="{FF2B5EF4-FFF2-40B4-BE49-F238E27FC236}">
                <a16:creationId xmlns:a16="http://schemas.microsoft.com/office/drawing/2014/main" id="{A91FD318-D09C-4B68-96F6-C7366CA3FF2D}"/>
              </a:ext>
            </a:extLst>
          </p:cNvPr>
          <p:cNvSpPr/>
          <p:nvPr/>
        </p:nvSpPr>
        <p:spPr>
          <a:xfrm>
            <a:off x="1120006"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8" name="Rectangle 57">
            <a:extLst>
              <a:ext uri="{FF2B5EF4-FFF2-40B4-BE49-F238E27FC236}">
                <a16:creationId xmlns:a16="http://schemas.microsoft.com/office/drawing/2014/main" id="{2664AAE1-F436-4D16-A4C5-D21C3B88C61E}"/>
              </a:ext>
            </a:extLst>
          </p:cNvPr>
          <p:cNvSpPr/>
          <p:nvPr/>
        </p:nvSpPr>
        <p:spPr>
          <a:xfrm>
            <a:off x="2018349"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9" name="Rectangle 58">
            <a:extLst>
              <a:ext uri="{FF2B5EF4-FFF2-40B4-BE49-F238E27FC236}">
                <a16:creationId xmlns:a16="http://schemas.microsoft.com/office/drawing/2014/main" id="{8EB4BEFA-B3D4-4FF0-BE9C-F119ADB68E2E}"/>
              </a:ext>
            </a:extLst>
          </p:cNvPr>
          <p:cNvSpPr/>
          <p:nvPr/>
        </p:nvSpPr>
        <p:spPr>
          <a:xfrm>
            <a:off x="2018349"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0" name="Rectangle 59">
            <a:extLst>
              <a:ext uri="{FF2B5EF4-FFF2-40B4-BE49-F238E27FC236}">
                <a16:creationId xmlns:a16="http://schemas.microsoft.com/office/drawing/2014/main" id="{71B830DF-0FE9-4840-B2FF-CC6231F1F1AD}"/>
              </a:ext>
            </a:extLst>
          </p:cNvPr>
          <p:cNvSpPr/>
          <p:nvPr/>
        </p:nvSpPr>
        <p:spPr>
          <a:xfrm>
            <a:off x="2018348"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1" name="Rectangle 60">
            <a:extLst>
              <a:ext uri="{FF2B5EF4-FFF2-40B4-BE49-F238E27FC236}">
                <a16:creationId xmlns:a16="http://schemas.microsoft.com/office/drawing/2014/main" id="{97746F59-125B-414E-BB18-87614F74B273}"/>
              </a:ext>
            </a:extLst>
          </p:cNvPr>
          <p:cNvSpPr/>
          <p:nvPr/>
        </p:nvSpPr>
        <p:spPr>
          <a:xfrm>
            <a:off x="2916691" y="305072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2" name="Rectangle 61">
            <a:extLst>
              <a:ext uri="{FF2B5EF4-FFF2-40B4-BE49-F238E27FC236}">
                <a16:creationId xmlns:a16="http://schemas.microsoft.com/office/drawing/2014/main" id="{9CE3ED25-357C-4762-9CCC-BBCE6BF066FE}"/>
              </a:ext>
            </a:extLst>
          </p:cNvPr>
          <p:cNvSpPr/>
          <p:nvPr/>
        </p:nvSpPr>
        <p:spPr>
          <a:xfrm>
            <a:off x="2916691" y="410413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3" name="Rectangle 62">
            <a:extLst>
              <a:ext uri="{FF2B5EF4-FFF2-40B4-BE49-F238E27FC236}">
                <a16:creationId xmlns:a16="http://schemas.microsoft.com/office/drawing/2014/main" id="{EC3D393E-888A-4AA3-B4D2-49A9647F2B79}"/>
              </a:ext>
            </a:extLst>
          </p:cNvPr>
          <p:cNvSpPr/>
          <p:nvPr/>
        </p:nvSpPr>
        <p:spPr>
          <a:xfrm>
            <a:off x="2916690" y="5157542"/>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4" name="Rectangle 63">
            <a:extLst>
              <a:ext uri="{FF2B5EF4-FFF2-40B4-BE49-F238E27FC236}">
                <a16:creationId xmlns:a16="http://schemas.microsoft.com/office/drawing/2014/main" id="{04EA10CF-C34E-4C91-A6E0-A99F65A26B3F}"/>
              </a:ext>
            </a:extLst>
          </p:cNvPr>
          <p:cNvSpPr/>
          <p:nvPr/>
        </p:nvSpPr>
        <p:spPr>
          <a:xfrm>
            <a:off x="7991579"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5" name="Rectangle 64">
            <a:extLst>
              <a:ext uri="{FF2B5EF4-FFF2-40B4-BE49-F238E27FC236}">
                <a16:creationId xmlns:a16="http://schemas.microsoft.com/office/drawing/2014/main" id="{F3B2724D-9B49-43A9-AD2D-B6410F5B9CF6}"/>
              </a:ext>
            </a:extLst>
          </p:cNvPr>
          <p:cNvSpPr/>
          <p:nvPr/>
        </p:nvSpPr>
        <p:spPr>
          <a:xfrm>
            <a:off x="7991579"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6" name="Rectangle 65">
            <a:extLst>
              <a:ext uri="{FF2B5EF4-FFF2-40B4-BE49-F238E27FC236}">
                <a16:creationId xmlns:a16="http://schemas.microsoft.com/office/drawing/2014/main" id="{D01C9E27-F2EA-46DB-9312-FA6BB787B502}"/>
              </a:ext>
            </a:extLst>
          </p:cNvPr>
          <p:cNvSpPr/>
          <p:nvPr/>
        </p:nvSpPr>
        <p:spPr>
          <a:xfrm>
            <a:off x="7991578"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7" name="Rectangle 66">
            <a:extLst>
              <a:ext uri="{FF2B5EF4-FFF2-40B4-BE49-F238E27FC236}">
                <a16:creationId xmlns:a16="http://schemas.microsoft.com/office/drawing/2014/main" id="{CABC395C-F9D9-43C2-A950-5A721CD0814E}"/>
              </a:ext>
            </a:extLst>
          </p:cNvPr>
          <p:cNvSpPr/>
          <p:nvPr/>
        </p:nvSpPr>
        <p:spPr>
          <a:xfrm>
            <a:off x="8889923"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8" name="Rectangle 67">
            <a:extLst>
              <a:ext uri="{FF2B5EF4-FFF2-40B4-BE49-F238E27FC236}">
                <a16:creationId xmlns:a16="http://schemas.microsoft.com/office/drawing/2014/main" id="{03A1692D-7CD2-4E15-9268-9AC9D1D9322C}"/>
              </a:ext>
            </a:extLst>
          </p:cNvPr>
          <p:cNvSpPr/>
          <p:nvPr/>
        </p:nvSpPr>
        <p:spPr>
          <a:xfrm>
            <a:off x="8889923"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9" name="Rectangle 68">
            <a:extLst>
              <a:ext uri="{FF2B5EF4-FFF2-40B4-BE49-F238E27FC236}">
                <a16:creationId xmlns:a16="http://schemas.microsoft.com/office/drawing/2014/main" id="{654D24DF-1A3D-4B5A-B52E-BB2B73133E7C}"/>
              </a:ext>
            </a:extLst>
          </p:cNvPr>
          <p:cNvSpPr/>
          <p:nvPr/>
        </p:nvSpPr>
        <p:spPr>
          <a:xfrm>
            <a:off x="8889922"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0" name="Rectangle 69">
            <a:extLst>
              <a:ext uri="{FF2B5EF4-FFF2-40B4-BE49-F238E27FC236}">
                <a16:creationId xmlns:a16="http://schemas.microsoft.com/office/drawing/2014/main" id="{26FF507E-4D83-4DA6-83AF-AFFF6395FCEC}"/>
              </a:ext>
            </a:extLst>
          </p:cNvPr>
          <p:cNvSpPr/>
          <p:nvPr/>
        </p:nvSpPr>
        <p:spPr>
          <a:xfrm>
            <a:off x="9788265"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1" name="Rectangle 70">
            <a:extLst>
              <a:ext uri="{FF2B5EF4-FFF2-40B4-BE49-F238E27FC236}">
                <a16:creationId xmlns:a16="http://schemas.microsoft.com/office/drawing/2014/main" id="{799DAD41-B434-4868-A115-E85C72F82D1F}"/>
              </a:ext>
            </a:extLst>
          </p:cNvPr>
          <p:cNvSpPr/>
          <p:nvPr/>
        </p:nvSpPr>
        <p:spPr>
          <a:xfrm>
            <a:off x="9788265"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2" name="Rectangle 71">
            <a:extLst>
              <a:ext uri="{FF2B5EF4-FFF2-40B4-BE49-F238E27FC236}">
                <a16:creationId xmlns:a16="http://schemas.microsoft.com/office/drawing/2014/main" id="{1008BA72-3122-4743-88E3-B08535933CD8}"/>
              </a:ext>
            </a:extLst>
          </p:cNvPr>
          <p:cNvSpPr/>
          <p:nvPr/>
        </p:nvSpPr>
        <p:spPr>
          <a:xfrm>
            <a:off x="9788264"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3" name="Rectangle 72">
            <a:extLst>
              <a:ext uri="{FF2B5EF4-FFF2-40B4-BE49-F238E27FC236}">
                <a16:creationId xmlns:a16="http://schemas.microsoft.com/office/drawing/2014/main" id="{E2DE84A3-5A78-4B64-B3C5-9CDBF00469AA}"/>
              </a:ext>
            </a:extLst>
          </p:cNvPr>
          <p:cNvSpPr/>
          <p:nvPr/>
        </p:nvSpPr>
        <p:spPr>
          <a:xfrm>
            <a:off x="10686607" y="295165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4" name="Rectangle 73">
            <a:extLst>
              <a:ext uri="{FF2B5EF4-FFF2-40B4-BE49-F238E27FC236}">
                <a16:creationId xmlns:a16="http://schemas.microsoft.com/office/drawing/2014/main" id="{98B0602C-16B0-47E8-BB36-1F23DF3B4ADA}"/>
              </a:ext>
            </a:extLst>
          </p:cNvPr>
          <p:cNvSpPr/>
          <p:nvPr/>
        </p:nvSpPr>
        <p:spPr>
          <a:xfrm>
            <a:off x="10686607" y="400506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75" name="Rectangle 74">
            <a:extLst>
              <a:ext uri="{FF2B5EF4-FFF2-40B4-BE49-F238E27FC236}">
                <a16:creationId xmlns:a16="http://schemas.microsoft.com/office/drawing/2014/main" id="{D73F945B-763E-44B3-9A07-0BDC9D4B20A6}"/>
              </a:ext>
            </a:extLst>
          </p:cNvPr>
          <p:cNvSpPr/>
          <p:nvPr/>
        </p:nvSpPr>
        <p:spPr>
          <a:xfrm>
            <a:off x="10686606" y="5058473"/>
            <a:ext cx="770771" cy="7565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4271779200"/>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18" name="Bulle narrative : ronde 17">
            <a:extLst>
              <a:ext uri="{FF2B5EF4-FFF2-40B4-BE49-F238E27FC236}">
                <a16:creationId xmlns:a16="http://schemas.microsoft.com/office/drawing/2014/main" id="{B5107FA2-97CB-463F-BFD3-E86495FA1C75}"/>
              </a:ext>
            </a:extLst>
          </p:cNvPr>
          <p:cNvSpPr/>
          <p:nvPr/>
        </p:nvSpPr>
        <p:spPr>
          <a:xfrm>
            <a:off x="1535145" y="2714352"/>
            <a:ext cx="2793827" cy="1165175"/>
          </a:xfrm>
          <a:prstGeom prst="wedgeEllipseCallout">
            <a:avLst>
              <a:gd name="adj1" fmla="val -7045"/>
              <a:gd name="adj2" fmla="val 116828"/>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We don’t have much time, at most 2 minutes and very occasionally. But we are legion, and some of us may be interested in more !</a:t>
            </a:r>
          </a:p>
        </p:txBody>
      </p:sp>
      <p:sp>
        <p:nvSpPr>
          <p:cNvPr id="19" name="Bulle narrative : ronde 18">
            <a:extLst>
              <a:ext uri="{FF2B5EF4-FFF2-40B4-BE49-F238E27FC236}">
                <a16:creationId xmlns:a16="http://schemas.microsoft.com/office/drawing/2014/main" id="{9C10A634-C62F-4EBB-A701-E4C9F8B3E504}"/>
              </a:ext>
            </a:extLst>
          </p:cNvPr>
          <p:cNvSpPr/>
          <p:nvPr/>
        </p:nvSpPr>
        <p:spPr>
          <a:xfrm>
            <a:off x="8008279" y="2486060"/>
            <a:ext cx="2640535" cy="1605316"/>
          </a:xfrm>
          <a:prstGeom prst="wedgeEllipseCallout">
            <a:avLst>
              <a:gd name="adj1" fmla="val 30975"/>
              <a:gd name="adj2" fmla="val 9176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Your topic is a part of my life and part of who I am !  </a:t>
            </a:r>
          </a:p>
          <a:p>
            <a:pPr algn="ctr"/>
            <a:endParaRPr lang="en-US" sz="1100" dirty="0">
              <a:solidFill>
                <a:schemeClr val="tx1"/>
              </a:solidFill>
            </a:endParaRPr>
          </a:p>
          <a:p>
            <a:pPr algn="ctr"/>
            <a:r>
              <a:rPr lang="en-US" sz="1100" dirty="0">
                <a:solidFill>
                  <a:schemeClr val="tx1"/>
                </a:solidFill>
              </a:rPr>
              <a:t>I have a lot of time to give</a:t>
            </a:r>
          </a:p>
        </p:txBody>
      </p:sp>
      <p:sp>
        <p:nvSpPr>
          <p:cNvPr id="20" name="Bulle narrative : ronde 19">
            <a:extLst>
              <a:ext uri="{FF2B5EF4-FFF2-40B4-BE49-F238E27FC236}">
                <a16:creationId xmlns:a16="http://schemas.microsoft.com/office/drawing/2014/main" id="{2AECB0A2-B69D-4973-B481-0BD101789CAA}"/>
              </a:ext>
            </a:extLst>
          </p:cNvPr>
          <p:cNvSpPr/>
          <p:nvPr/>
        </p:nvSpPr>
        <p:spPr>
          <a:xfrm>
            <a:off x="4844613" y="2486060"/>
            <a:ext cx="2640535" cy="1165176"/>
          </a:xfrm>
          <a:prstGeom prst="wedgeEllipseCallout">
            <a:avLst>
              <a:gd name="adj1" fmla="val -2699"/>
              <a:gd name="adj2" fmla="val 6383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 like the Community, I can comeback every week for 20 minutes. </a:t>
            </a:r>
          </a:p>
        </p:txBody>
      </p:sp>
      <p:cxnSp>
        <p:nvCxnSpPr>
          <p:cNvPr id="22" name="Connecteur droit 21">
            <a:extLst>
              <a:ext uri="{FF2B5EF4-FFF2-40B4-BE49-F238E27FC236}">
                <a16:creationId xmlns:a16="http://schemas.microsoft.com/office/drawing/2014/main" id="{AFB4312C-B692-47AB-8DA2-1334C729CE4D}"/>
              </a:ext>
            </a:extLst>
          </p:cNvPr>
          <p:cNvCxnSpPr/>
          <p:nvPr/>
        </p:nvCxnSpPr>
        <p:spPr>
          <a:xfrm flipH="1">
            <a:off x="3257861" y="2490895"/>
            <a:ext cx="1634061"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3" name="Connecteur droit 22">
            <a:extLst>
              <a:ext uri="{FF2B5EF4-FFF2-40B4-BE49-F238E27FC236}">
                <a16:creationId xmlns:a16="http://schemas.microsoft.com/office/drawing/2014/main" id="{E06542FC-B64D-481C-8698-30301264A6CD}"/>
              </a:ext>
            </a:extLst>
          </p:cNvPr>
          <p:cNvCxnSpPr>
            <a:cxnSpLocks/>
          </p:cNvCxnSpPr>
          <p:nvPr/>
        </p:nvCxnSpPr>
        <p:spPr>
          <a:xfrm>
            <a:off x="7396192" y="2490895"/>
            <a:ext cx="1456690" cy="3694176"/>
          </a:xfrm>
          <a:prstGeom prst="line">
            <a:avLst/>
          </a:prstGeom>
          <a:ln w="57150"/>
        </p:spPr>
        <p:style>
          <a:lnRef idx="1">
            <a:schemeClr val="dk1"/>
          </a:lnRef>
          <a:fillRef idx="0">
            <a:schemeClr val="dk1"/>
          </a:fillRef>
          <a:effectRef idx="0">
            <a:schemeClr val="dk1"/>
          </a:effectRef>
          <a:fontRef idx="minor">
            <a:schemeClr val="tx1"/>
          </a:fontRef>
        </p:style>
      </p:cxnSp>
      <p:cxnSp>
        <p:nvCxnSpPr>
          <p:cNvPr id="29" name="Connecteur droit 28">
            <a:extLst>
              <a:ext uri="{FF2B5EF4-FFF2-40B4-BE49-F238E27FC236}">
                <a16:creationId xmlns:a16="http://schemas.microsoft.com/office/drawing/2014/main" id="{3D827966-C72F-4811-8E26-3C888E9FD79D}"/>
              </a:ext>
            </a:extLst>
          </p:cNvPr>
          <p:cNvCxnSpPr>
            <a:cxnSpLocks/>
          </p:cNvCxnSpPr>
          <p:nvPr/>
        </p:nvCxnSpPr>
        <p:spPr>
          <a:xfrm flipH="1">
            <a:off x="3994951" y="4509855"/>
            <a:ext cx="4190261" cy="0"/>
          </a:xfrm>
          <a:prstGeom prst="line">
            <a:avLst/>
          </a:prstGeom>
          <a:ln w="57150"/>
        </p:spPr>
        <p:style>
          <a:lnRef idx="1">
            <a:schemeClr val="dk1"/>
          </a:lnRef>
          <a:fillRef idx="0">
            <a:schemeClr val="dk1"/>
          </a:fillRef>
          <a:effectRef idx="0">
            <a:schemeClr val="dk1"/>
          </a:effectRef>
          <a:fontRef idx="minor">
            <a:schemeClr val="tx1"/>
          </a:fontRef>
        </p:style>
      </p:cxnSp>
      <p:sp>
        <p:nvSpPr>
          <p:cNvPr id="32" name="Bulle narrative : ronde 31">
            <a:extLst>
              <a:ext uri="{FF2B5EF4-FFF2-40B4-BE49-F238E27FC236}">
                <a16:creationId xmlns:a16="http://schemas.microsoft.com/office/drawing/2014/main" id="{C68A925C-C414-47DD-BA0E-7D6289B01334}"/>
              </a:ext>
            </a:extLst>
          </p:cNvPr>
          <p:cNvSpPr/>
          <p:nvPr/>
        </p:nvSpPr>
        <p:spPr>
          <a:xfrm>
            <a:off x="5343064" y="4839823"/>
            <a:ext cx="2788738" cy="548369"/>
          </a:xfrm>
          <a:prstGeom prst="wedgeEllipseCallout">
            <a:avLst>
              <a:gd name="adj1" fmla="val -56253"/>
              <a:gd name="adj2" fmla="val 47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Now what do I do ?</a:t>
            </a:r>
          </a:p>
        </p:txBody>
      </p:sp>
      <p:grpSp>
        <p:nvGrpSpPr>
          <p:cNvPr id="33" name="Groupe 32">
            <a:extLst>
              <a:ext uri="{FF2B5EF4-FFF2-40B4-BE49-F238E27FC236}">
                <a16:creationId xmlns:a16="http://schemas.microsoft.com/office/drawing/2014/main" id="{0780CE30-7249-46FF-B8D2-D81296F7B7A3}"/>
              </a:ext>
            </a:extLst>
          </p:cNvPr>
          <p:cNvGrpSpPr/>
          <p:nvPr/>
        </p:nvGrpSpPr>
        <p:grpSpPr>
          <a:xfrm>
            <a:off x="3804229" y="4824494"/>
            <a:ext cx="1983159" cy="1565406"/>
            <a:chOff x="2192955" y="4690073"/>
            <a:chExt cx="1983159" cy="1565406"/>
          </a:xfrm>
        </p:grpSpPr>
        <p:pic>
          <p:nvPicPr>
            <p:cNvPr id="34" name="Graphique 33" descr="Personne confuse avec un remplissage uni">
              <a:extLst>
                <a:ext uri="{FF2B5EF4-FFF2-40B4-BE49-F238E27FC236}">
                  <a16:creationId xmlns:a16="http://schemas.microsoft.com/office/drawing/2014/main" id="{8CA63AAD-7AE8-444B-AFFC-AF3CF7CD2A5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pic>
          <p:nvPicPr>
            <p:cNvPr id="35" name="Graphique 34" descr="Visage grimaçant et transpirant avec remplissage uni avec un remplissage uni">
              <a:extLst>
                <a:ext uri="{FF2B5EF4-FFF2-40B4-BE49-F238E27FC236}">
                  <a16:creationId xmlns:a16="http://schemas.microsoft.com/office/drawing/2014/main" id="{E96A2764-7FC4-445C-929C-5DD1F839510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91472" y="4690073"/>
              <a:ext cx="803985" cy="803985"/>
            </a:xfrm>
            <a:prstGeom prst="rect">
              <a:avLst/>
            </a:prstGeom>
          </p:spPr>
        </p:pic>
      </p:grpSp>
      <p:sp>
        <p:nvSpPr>
          <p:cNvPr id="39" name="ZoneTexte 38">
            <a:extLst>
              <a:ext uri="{FF2B5EF4-FFF2-40B4-BE49-F238E27FC236}">
                <a16:creationId xmlns:a16="http://schemas.microsoft.com/office/drawing/2014/main" id="{3B391040-458E-4F0A-96CC-2BDF0160E8FB}"/>
              </a:ext>
            </a:extLst>
          </p:cNvPr>
          <p:cNvSpPr txBox="1"/>
          <p:nvPr/>
        </p:nvSpPr>
        <p:spPr>
          <a:xfrm>
            <a:off x="5600192" y="5806128"/>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24" name="Graphique 23" descr="Écolière avec un remplissage uni">
            <a:extLst>
              <a:ext uri="{FF2B5EF4-FFF2-40B4-BE49-F238E27FC236}">
                <a16:creationId xmlns:a16="http://schemas.microsoft.com/office/drawing/2014/main" id="{68356771-D317-44A9-B220-0A38C7A2F28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163563" y="4583190"/>
            <a:ext cx="1098067" cy="1098067"/>
          </a:xfrm>
          <a:prstGeom prst="rect">
            <a:avLst/>
          </a:prstGeom>
        </p:spPr>
      </p:pic>
      <p:pic>
        <p:nvPicPr>
          <p:cNvPr id="6" name="Image 5" descr="Une image contenant texte, intérieur&#10;&#10;Description générée automatiquement">
            <a:extLst>
              <a:ext uri="{FF2B5EF4-FFF2-40B4-BE49-F238E27FC236}">
                <a16:creationId xmlns:a16="http://schemas.microsoft.com/office/drawing/2014/main" id="{7DC263F8-B824-4FD8-BC4B-C2056718452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86031" y="3756135"/>
            <a:ext cx="1000683" cy="2265436"/>
          </a:xfrm>
          <a:prstGeom prst="rect">
            <a:avLst/>
          </a:prstGeom>
        </p:spPr>
      </p:pic>
      <p:pic>
        <p:nvPicPr>
          <p:cNvPr id="151" name="Graphique 150" descr="Femme agricultrice avec un remplissage uni">
            <a:extLst>
              <a:ext uri="{FF2B5EF4-FFF2-40B4-BE49-F238E27FC236}">
                <a16:creationId xmlns:a16="http://schemas.microsoft.com/office/drawing/2014/main" id="{F033184F-80EC-4ABA-A60E-1046F7FD71D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833541" y="3843887"/>
            <a:ext cx="621032" cy="621032"/>
          </a:xfrm>
          <a:prstGeom prst="rect">
            <a:avLst/>
          </a:prstGeom>
        </p:spPr>
      </p:pic>
      <p:pic>
        <p:nvPicPr>
          <p:cNvPr id="152" name="Graphique 151" descr="Héroïne avec un remplissage uni">
            <a:extLst>
              <a:ext uri="{FF2B5EF4-FFF2-40B4-BE49-F238E27FC236}">
                <a16:creationId xmlns:a16="http://schemas.microsoft.com/office/drawing/2014/main" id="{23969917-254F-43F3-BDF4-FD426981A96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H="1">
            <a:off x="9642684" y="4741296"/>
            <a:ext cx="1263326" cy="1280275"/>
          </a:xfrm>
          <a:prstGeom prst="rect">
            <a:avLst/>
          </a:prstGeom>
        </p:spPr>
      </p:pic>
    </p:spTree>
    <p:extLst>
      <p:ext uri="{BB962C8B-B14F-4D97-AF65-F5344CB8AC3E}">
        <p14:creationId xmlns:p14="http://schemas.microsoft.com/office/powerpoint/2010/main" val="623244949"/>
      </p:ext>
    </p:extLst>
  </p:cSld>
  <p:clrMapOvr>
    <a:masterClrMapping/>
  </p:clrMapOvr>
  <mc:AlternateContent xmlns:mc="http://schemas.openxmlformats.org/markup-compatibility/2006" xmlns:p14="http://schemas.microsoft.com/office/powerpoint/2010/main">
    <mc:Choice Requires="p14">
      <p:transition spd="slow" p14:dur="2000" advTm="60871"/>
    </mc:Choice>
    <mc:Fallback xmlns="">
      <p:transition spd="slow" advTm="6087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Challenge P5</a:t>
            </a:r>
            <a:br>
              <a:rPr lang="en-US" sz="2800" dirty="0"/>
            </a:br>
            <a:r>
              <a:rPr lang="en-US" sz="2800" dirty="0"/>
              <a:t>Outline members’ time investment profiles</a:t>
            </a:r>
          </a:p>
        </p:txBody>
      </p:sp>
      <p:graphicFrame>
        <p:nvGraphicFramePr>
          <p:cNvPr id="12" name="Tableau 5">
            <a:extLst>
              <a:ext uri="{FF2B5EF4-FFF2-40B4-BE49-F238E27FC236}">
                <a16:creationId xmlns:a16="http://schemas.microsoft.com/office/drawing/2014/main" id="{B056AFAD-74AF-4883-BDD6-D27910AAD55A}"/>
              </a:ext>
            </a:extLst>
          </p:cNvPr>
          <p:cNvGraphicFramePr>
            <a:graphicFrameLocks noGrp="1"/>
          </p:cNvGraphicFramePr>
          <p:nvPr>
            <p:extLst>
              <p:ext uri="{D42A27DB-BD31-4B8C-83A1-F6EECF244321}">
                <p14:modId xmlns:p14="http://schemas.microsoft.com/office/powerpoint/2010/main" val="3142269318"/>
              </p:ext>
            </p:extLst>
          </p:nvPr>
        </p:nvGraphicFramePr>
        <p:xfrm>
          <a:off x="451981" y="2677910"/>
          <a:ext cx="11588320" cy="2453640"/>
        </p:xfrm>
        <a:graphic>
          <a:graphicData uri="http://schemas.openxmlformats.org/drawingml/2006/table">
            <a:tbl>
              <a:tblPr firstRow="1" bandRow="1">
                <a:tableStyleId>{5C22544A-7EE6-4342-B048-85BDC9FD1C3A}</a:tableStyleId>
              </a:tblPr>
              <a:tblGrid>
                <a:gridCol w="1448540">
                  <a:extLst>
                    <a:ext uri="{9D8B030D-6E8A-4147-A177-3AD203B41FA5}">
                      <a16:colId xmlns:a16="http://schemas.microsoft.com/office/drawing/2014/main" val="1210142047"/>
                    </a:ext>
                  </a:extLst>
                </a:gridCol>
                <a:gridCol w="1448540">
                  <a:extLst>
                    <a:ext uri="{9D8B030D-6E8A-4147-A177-3AD203B41FA5}">
                      <a16:colId xmlns:a16="http://schemas.microsoft.com/office/drawing/2014/main" val="1258243979"/>
                    </a:ext>
                  </a:extLst>
                </a:gridCol>
                <a:gridCol w="1448540">
                  <a:extLst>
                    <a:ext uri="{9D8B030D-6E8A-4147-A177-3AD203B41FA5}">
                      <a16:colId xmlns:a16="http://schemas.microsoft.com/office/drawing/2014/main" val="1079462814"/>
                    </a:ext>
                  </a:extLst>
                </a:gridCol>
                <a:gridCol w="1448540">
                  <a:extLst>
                    <a:ext uri="{9D8B030D-6E8A-4147-A177-3AD203B41FA5}">
                      <a16:colId xmlns:a16="http://schemas.microsoft.com/office/drawing/2014/main" val="3397691572"/>
                    </a:ext>
                  </a:extLst>
                </a:gridCol>
                <a:gridCol w="1448540">
                  <a:extLst>
                    <a:ext uri="{9D8B030D-6E8A-4147-A177-3AD203B41FA5}">
                      <a16:colId xmlns:a16="http://schemas.microsoft.com/office/drawing/2014/main" val="3075883050"/>
                    </a:ext>
                  </a:extLst>
                </a:gridCol>
                <a:gridCol w="1448540">
                  <a:extLst>
                    <a:ext uri="{9D8B030D-6E8A-4147-A177-3AD203B41FA5}">
                      <a16:colId xmlns:a16="http://schemas.microsoft.com/office/drawing/2014/main" val="1259412674"/>
                    </a:ext>
                  </a:extLst>
                </a:gridCol>
                <a:gridCol w="1448540">
                  <a:extLst>
                    <a:ext uri="{9D8B030D-6E8A-4147-A177-3AD203B41FA5}">
                      <a16:colId xmlns:a16="http://schemas.microsoft.com/office/drawing/2014/main" val="3392695109"/>
                    </a:ext>
                  </a:extLst>
                </a:gridCol>
                <a:gridCol w="1448540">
                  <a:extLst>
                    <a:ext uri="{9D8B030D-6E8A-4147-A177-3AD203B41FA5}">
                      <a16:colId xmlns:a16="http://schemas.microsoft.com/office/drawing/2014/main" val="2848032752"/>
                    </a:ext>
                  </a:extLst>
                </a:gridCol>
              </a:tblGrid>
              <a:tr h="154923">
                <a:tc>
                  <a:txBody>
                    <a:bodyPr/>
                    <a:lstStyle/>
                    <a:p>
                      <a:pPr algn="ctr"/>
                      <a:endParaRPr lang="en-US" sz="1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1</a:t>
                      </a:r>
                    </a:p>
                  </a:txBody>
                  <a:tcPr>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2</a:t>
                      </a:r>
                    </a:p>
                  </a:txBody>
                  <a:tcPr>
                    <a:solidFill>
                      <a:schemeClr val="bg1">
                        <a:lumMod val="95000"/>
                      </a:schemeClr>
                    </a:solidFill>
                  </a:tcPr>
                </a:tc>
                <a:tc>
                  <a:txBody>
                    <a:bodyPr/>
                    <a:lstStyle/>
                    <a:p>
                      <a:pPr algn="ctr"/>
                      <a:r>
                        <a:rPr lang="en-US" sz="1100" dirty="0">
                          <a:solidFill>
                            <a:schemeClr val="tx1"/>
                          </a:solidFill>
                        </a:rPr>
                        <a:t>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6</a:t>
                      </a:r>
                    </a:p>
                  </a:txBody>
                  <a:tcPr>
                    <a:solidFill>
                      <a:schemeClr val="accent1">
                        <a:lumMod val="75000"/>
                      </a:schemeClr>
                    </a:solidFill>
                  </a:tcPr>
                </a:tc>
                <a:tc>
                  <a:txBody>
                    <a:bodyPr/>
                    <a:lstStyle/>
                    <a:p>
                      <a:pPr algn="ctr"/>
                      <a:r>
                        <a:rPr lang="en-US" sz="1100" dirty="0">
                          <a:solidFill>
                            <a:schemeClr val="bg1"/>
                          </a:solidFill>
                        </a:rPr>
                        <a:t>7</a:t>
                      </a:r>
                    </a:p>
                  </a:txBody>
                  <a:tcPr>
                    <a:solidFill>
                      <a:schemeClr val="accent1">
                        <a:lumMod val="50000"/>
                      </a:schemeClr>
                    </a:solidFill>
                  </a:tcPr>
                </a:tc>
                <a:extLst>
                  <a:ext uri="{0D108BD9-81ED-4DB2-BD59-A6C34878D82A}">
                    <a16:rowId xmlns:a16="http://schemas.microsoft.com/office/drawing/2014/main" val="739272322"/>
                  </a:ext>
                </a:extLst>
              </a:tr>
              <a:tr h="355412">
                <a:tc>
                  <a:txBody>
                    <a:bodyPr/>
                    <a:lstStyle/>
                    <a:p>
                      <a:pPr algn="ctr"/>
                      <a:endParaRPr lang="en-US" sz="1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“You got my attention”</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experience something”</a:t>
                      </a:r>
                    </a:p>
                  </a:txBody>
                  <a:tcPr>
                    <a:solidFill>
                      <a:schemeClr val="bg1">
                        <a:lumMod val="95000"/>
                      </a:schemeClr>
                    </a:solidFill>
                  </a:tcPr>
                </a:tc>
                <a:tc>
                  <a:txBody>
                    <a:bodyPr/>
                    <a:lstStyle/>
                    <a:p>
                      <a:pPr algn="ctr"/>
                      <a:r>
                        <a:rPr lang="en-US" sz="11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“I want to add my own touch”</a:t>
                      </a:r>
                    </a:p>
                  </a:txBody>
                  <a:tcPr>
                    <a:solidFill>
                      <a:schemeClr val="accent1">
                        <a:lumMod val="75000"/>
                      </a:schemeClr>
                    </a:solidFill>
                  </a:tcPr>
                </a:tc>
                <a:tc>
                  <a:txBody>
                    <a:bodyPr/>
                    <a:lstStyle/>
                    <a:p>
                      <a:pPr algn="ctr"/>
                      <a:r>
                        <a:rPr lang="en-US" sz="11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r h="911945">
                <a:tc>
                  <a:txBody>
                    <a:bodyPr/>
                    <a:lstStyle/>
                    <a:p>
                      <a:pPr algn="ctr"/>
                      <a:r>
                        <a:rPr lang="en-US" sz="1100" dirty="0">
                          <a:solidFill>
                            <a:schemeClr val="tx1"/>
                          </a:solidFill>
                        </a:rPr>
                        <a:t>Example of time investment profile</a:t>
                      </a:r>
                    </a:p>
                    <a:p>
                      <a:pPr algn="ctr"/>
                      <a:endParaRPr lang="en-US" sz="1100" dirty="0">
                        <a:solidFill>
                          <a:schemeClr val="tx1"/>
                        </a:solidFill>
                      </a:endParaRPr>
                    </a:p>
                    <a:p>
                      <a:pPr algn="ctr"/>
                      <a:r>
                        <a:rPr lang="en-US" sz="1100" dirty="0">
                          <a:solidFill>
                            <a:schemeClr val="tx1"/>
                          </a:solidFill>
                        </a:rPr>
                        <a:t>(Varies depending in communities and  contexts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&lt; 5 minutes (or even less)</a:t>
                      </a:r>
                    </a:p>
                    <a:p>
                      <a:pPr algn="ctr"/>
                      <a:endParaRPr lang="en-US" sz="1100" dirty="0">
                        <a:solidFill>
                          <a:schemeClr val="tx1"/>
                        </a:solidFill>
                      </a:endParaRPr>
                    </a:p>
                    <a:p>
                      <a:pPr algn="ctr"/>
                      <a:r>
                        <a:rPr lang="en-US" sz="1100" dirty="0">
                          <a:solidFill>
                            <a:schemeClr val="tx1"/>
                          </a:solidFill>
                        </a:rPr>
                        <a:t>Once</a:t>
                      </a:r>
                    </a:p>
                    <a:p>
                      <a:pPr algn="ctr"/>
                      <a:endParaRPr lang="en-US" sz="1100" dirty="0">
                        <a:solidFill>
                          <a:schemeClr val="tx1"/>
                        </a:solidFill>
                      </a:endParaRPr>
                    </a:p>
                    <a:p>
                      <a:pPr algn="ctr"/>
                      <a:r>
                        <a:rPr lang="en-US" sz="1100" dirty="0">
                          <a:solidFill>
                            <a:schemeClr val="tx1"/>
                          </a:solidFill>
                        </a:rPr>
                        <a:t>Almost by accident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30 minutes - 1hour</a:t>
                      </a:r>
                    </a:p>
                    <a:p>
                      <a:pPr algn="ctr"/>
                      <a:endParaRPr lang="en-US" sz="1100" dirty="0">
                        <a:solidFill>
                          <a:schemeClr val="tx1"/>
                        </a:solidFill>
                      </a:endParaRPr>
                    </a:p>
                    <a:p>
                      <a:pPr algn="ctr"/>
                      <a:r>
                        <a:rPr lang="en-US" sz="1100" dirty="0">
                          <a:solidFill>
                            <a:schemeClr val="tx1"/>
                          </a:solidFill>
                        </a:rPr>
                        <a:t>Once</a:t>
                      </a:r>
                    </a:p>
                    <a:p>
                      <a:pPr algn="ctr"/>
                      <a:endParaRPr lang="en-US" sz="1100" dirty="0">
                        <a:solidFill>
                          <a:schemeClr val="tx1"/>
                        </a:solidFill>
                      </a:endParaRPr>
                    </a:p>
                    <a:p>
                      <a:pPr algn="ctr"/>
                      <a:r>
                        <a:rPr lang="en-US" sz="1100" dirty="0">
                          <a:solidFill>
                            <a:schemeClr val="tx1"/>
                          </a:solidFill>
                        </a:rPr>
                        <a:t>After being targeted</a:t>
                      </a:r>
                    </a:p>
                  </a:txBody>
                  <a:tcPr>
                    <a:lnL w="12700" cap="flat" cmpd="sng" algn="ctr">
                      <a:noFill/>
                      <a:prstDash val="solid"/>
                      <a:round/>
                      <a:headEnd type="none" w="med" len="med"/>
                      <a:tailEnd type="none" w="med" len="med"/>
                    </a:lnL>
                    <a:solidFill>
                      <a:schemeClr val="bg1">
                        <a:lumMod val="95000"/>
                      </a:schemeClr>
                    </a:solidFill>
                  </a:tcPr>
                </a:tc>
                <a:tc>
                  <a:txBody>
                    <a:bodyPr/>
                    <a:lstStyle/>
                    <a:p>
                      <a:pPr algn="ctr"/>
                      <a:r>
                        <a:rPr lang="en-US" sz="1100" dirty="0">
                          <a:solidFill>
                            <a:schemeClr val="tx1"/>
                          </a:solidFill>
                        </a:rPr>
                        <a:t>30 minutes – 1 hour</a:t>
                      </a:r>
                    </a:p>
                    <a:p>
                      <a:pPr algn="ctr"/>
                      <a:endParaRPr lang="en-US" sz="1100" dirty="0">
                        <a:solidFill>
                          <a:schemeClr val="tx1"/>
                        </a:solidFill>
                      </a:endParaRPr>
                    </a:p>
                    <a:p>
                      <a:pPr algn="ctr"/>
                      <a:r>
                        <a:rPr lang="en-US" sz="1100" dirty="0">
                          <a:solidFill>
                            <a:schemeClr val="tx1"/>
                          </a:solidFill>
                        </a:rPr>
                        <a:t>Occasionally</a:t>
                      </a:r>
                    </a:p>
                  </a:txBody>
                  <a:tcPr>
                    <a:solidFill>
                      <a:schemeClr val="accent1">
                        <a:lumMod val="20000"/>
                        <a:lumOff val="80000"/>
                      </a:schemeClr>
                    </a:solidFill>
                  </a:tcPr>
                </a:tc>
                <a:tc>
                  <a:txBody>
                    <a:bodyPr/>
                    <a:lstStyle/>
                    <a:p>
                      <a:pPr algn="ctr"/>
                      <a:r>
                        <a:rPr lang="en-US" sz="1100" dirty="0">
                          <a:solidFill>
                            <a:schemeClr val="tx1"/>
                          </a:solidFill>
                        </a:rPr>
                        <a:t>30 minutes – 1 hour</a:t>
                      </a:r>
                    </a:p>
                    <a:p>
                      <a:pPr algn="ctr"/>
                      <a:endParaRPr lang="en-US" sz="1100" dirty="0">
                        <a:solidFill>
                          <a:schemeClr val="tx1"/>
                        </a:solidFill>
                      </a:endParaRPr>
                    </a:p>
                    <a:p>
                      <a:pPr algn="ctr"/>
                      <a:r>
                        <a:rPr lang="en-US" sz="1100" dirty="0">
                          <a:solidFill>
                            <a:schemeClr val="tx1"/>
                          </a:solidFill>
                        </a:rPr>
                        <a:t>On a regular basis (even if frequency is low)</a:t>
                      </a:r>
                    </a:p>
                  </a:txBody>
                  <a:tcPr>
                    <a:solidFill>
                      <a:schemeClr val="accent1">
                        <a:lumMod val="40000"/>
                        <a:lumOff val="60000"/>
                      </a:schemeClr>
                    </a:solidFill>
                  </a:tcPr>
                </a:tc>
                <a:tc>
                  <a:txBody>
                    <a:bodyPr/>
                    <a:lstStyle/>
                    <a:p>
                      <a:pPr algn="ctr"/>
                      <a:r>
                        <a:rPr lang="en-US" sz="1100" dirty="0">
                          <a:solidFill>
                            <a:schemeClr val="tx1"/>
                          </a:solidFill>
                        </a:rPr>
                        <a:t>&gt;1 hour</a:t>
                      </a:r>
                    </a:p>
                    <a:p>
                      <a:pPr algn="ctr"/>
                      <a:endParaRPr lang="en-US" sz="1100" dirty="0">
                        <a:solidFill>
                          <a:schemeClr val="tx1"/>
                        </a:solidFill>
                      </a:endParaRPr>
                    </a:p>
                    <a:p>
                      <a:pPr algn="ctr"/>
                      <a:r>
                        <a:rPr lang="en-US" sz="1100" dirty="0">
                          <a:solidFill>
                            <a:schemeClr val="tx1"/>
                          </a:solidFill>
                        </a:rPr>
                        <a:t>On a regular basis</a:t>
                      </a:r>
                    </a:p>
                    <a:p>
                      <a:pPr algn="ctr"/>
                      <a:r>
                        <a:rPr lang="en-US" sz="1100" dirty="0">
                          <a:solidFill>
                            <a:schemeClr val="tx1"/>
                          </a:solidFill>
                        </a:rPr>
                        <a:t>More often than </a:t>
                      </a:r>
                    </a:p>
                    <a:p>
                      <a:pPr algn="ctr"/>
                      <a:r>
                        <a:rPr lang="en-US" sz="1100" dirty="0">
                          <a:solidFill>
                            <a:schemeClr val="tx1"/>
                          </a:solidFill>
                        </a:rPr>
                        <a:t>previous level</a:t>
                      </a:r>
                    </a:p>
                    <a:p>
                      <a:pPr algn="ctr"/>
                      <a:endParaRPr lang="en-US" sz="1100" dirty="0">
                        <a:solidFill>
                          <a:schemeClr val="tx1"/>
                        </a:solidFill>
                      </a:endParaRPr>
                    </a:p>
                    <a:p>
                      <a:pPr algn="ctr"/>
                      <a:r>
                        <a:rPr lang="en-US" sz="1100" dirty="0">
                          <a:solidFill>
                            <a:schemeClr val="tx1"/>
                          </a:solidFill>
                        </a:rPr>
                        <a:t>Also spends “solo” time in Community related activities</a:t>
                      </a:r>
                    </a:p>
                  </a:txBody>
                  <a:tcPr>
                    <a:solidFill>
                      <a:schemeClr val="accent1">
                        <a:lumMod val="60000"/>
                        <a:lumOff val="40000"/>
                      </a:schemeClr>
                    </a:solidFill>
                  </a:tcPr>
                </a:tc>
                <a:tc>
                  <a:txBody>
                    <a:bodyPr/>
                    <a:lstStyle/>
                    <a:p>
                      <a:pPr algn="ctr"/>
                      <a:r>
                        <a:rPr lang="en-US" sz="1100" dirty="0">
                          <a:solidFill>
                            <a:schemeClr val="bg1"/>
                          </a:solidFill>
                        </a:rPr>
                        <a:t>Total time &gt;1 hour</a:t>
                      </a:r>
                    </a:p>
                    <a:p>
                      <a:pPr algn="ctr"/>
                      <a:endParaRPr lang="en-US" sz="1100" dirty="0">
                        <a:solidFill>
                          <a:schemeClr val="bg1"/>
                        </a:solidFill>
                      </a:endParaRPr>
                    </a:p>
                    <a:p>
                      <a:pPr algn="ctr"/>
                      <a:r>
                        <a:rPr lang="en-US" sz="1100" dirty="0">
                          <a:solidFill>
                            <a:schemeClr val="bg1"/>
                          </a:solidFill>
                        </a:rPr>
                        <a:t>On a regular basis, solo and collective time.</a:t>
                      </a:r>
                    </a:p>
                    <a:p>
                      <a:pPr algn="ctr"/>
                      <a:endParaRPr lang="en-US" sz="1100" dirty="0">
                        <a:solidFill>
                          <a:schemeClr val="bg1"/>
                        </a:solidFill>
                      </a:endParaRPr>
                    </a:p>
                  </a:txBody>
                  <a:tcPr>
                    <a:solidFill>
                      <a:schemeClr val="accent1">
                        <a:lumMod val="75000"/>
                      </a:schemeClr>
                    </a:solidFill>
                  </a:tcPr>
                </a:tc>
                <a:tc>
                  <a:txBody>
                    <a:bodyPr/>
                    <a:lstStyle/>
                    <a:p>
                      <a:pPr algn="ctr"/>
                      <a:r>
                        <a:rPr lang="en-US" sz="1100" dirty="0">
                          <a:solidFill>
                            <a:schemeClr val="bg1"/>
                          </a:solidFill>
                        </a:rPr>
                        <a:t>Various, difficult to define as Community topics become part of the identity of the member.</a:t>
                      </a:r>
                    </a:p>
                  </a:txBody>
                  <a:tcPr>
                    <a:solidFill>
                      <a:schemeClr val="accent1">
                        <a:lumMod val="50000"/>
                      </a:schemeClr>
                    </a:solidFill>
                  </a:tcPr>
                </a:tc>
                <a:extLst>
                  <a:ext uri="{0D108BD9-81ED-4DB2-BD59-A6C34878D82A}">
                    <a16:rowId xmlns:a16="http://schemas.microsoft.com/office/drawing/2014/main" val="2260415336"/>
                  </a:ext>
                </a:extLst>
              </a:tr>
            </a:tbl>
          </a:graphicData>
        </a:graphic>
      </p:graphicFrame>
      <p:grpSp>
        <p:nvGrpSpPr>
          <p:cNvPr id="14" name="Groupe 13">
            <a:extLst>
              <a:ext uri="{FF2B5EF4-FFF2-40B4-BE49-F238E27FC236}">
                <a16:creationId xmlns:a16="http://schemas.microsoft.com/office/drawing/2014/main" id="{EC479526-183F-4E85-87AB-099CDE078109}"/>
              </a:ext>
            </a:extLst>
          </p:cNvPr>
          <p:cNvGrpSpPr/>
          <p:nvPr/>
        </p:nvGrpSpPr>
        <p:grpSpPr>
          <a:xfrm>
            <a:off x="2274558" y="1841401"/>
            <a:ext cx="9596910" cy="916410"/>
            <a:chOff x="1900629" y="1202922"/>
            <a:chExt cx="10542118" cy="1006668"/>
          </a:xfrm>
        </p:grpSpPr>
        <p:pic>
          <p:nvPicPr>
            <p:cNvPr id="16" name="Graphique 15" descr="Une artiste avec un remplissage uni">
              <a:extLst>
                <a:ext uri="{FF2B5EF4-FFF2-40B4-BE49-F238E27FC236}">
                  <a16:creationId xmlns:a16="http://schemas.microsoft.com/office/drawing/2014/main" id="{C38E8A75-2E06-48DA-B233-3EB45E9AD96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17" name="Graphique 16" descr="Employée de bureau avec un remplissage uni">
              <a:extLst>
                <a:ext uri="{FF2B5EF4-FFF2-40B4-BE49-F238E27FC236}">
                  <a16:creationId xmlns:a16="http://schemas.microsoft.com/office/drawing/2014/main" id="{B83B9B4F-01F3-4061-8D77-4FD15D3F0D6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18" name="Graphique 17" descr="Profil femelle avec un remplissage uni">
              <a:extLst>
                <a:ext uri="{FF2B5EF4-FFF2-40B4-BE49-F238E27FC236}">
                  <a16:creationId xmlns:a16="http://schemas.microsoft.com/office/drawing/2014/main" id="{87A92C27-6485-48DD-8CCA-7CBEE468FD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19" name="Graphique 18" descr="Femme agricultrice avec un remplissage uni">
              <a:extLst>
                <a:ext uri="{FF2B5EF4-FFF2-40B4-BE49-F238E27FC236}">
                  <a16:creationId xmlns:a16="http://schemas.microsoft.com/office/drawing/2014/main" id="{0A702389-185F-400A-A033-E1115E8582B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21" name="Graphique 20" descr="Femme DJ avec un remplissage uni">
              <a:extLst>
                <a:ext uri="{FF2B5EF4-FFF2-40B4-BE49-F238E27FC236}">
                  <a16:creationId xmlns:a16="http://schemas.microsoft.com/office/drawing/2014/main" id="{7055A52C-7E07-4DB4-9BEF-87DAC6FD92A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22" name="Graphique 21" descr="Écolière avec un remplissage uni">
              <a:extLst>
                <a:ext uri="{FF2B5EF4-FFF2-40B4-BE49-F238E27FC236}">
                  <a16:creationId xmlns:a16="http://schemas.microsoft.com/office/drawing/2014/main" id="{0350E2F5-E960-463A-82BD-DCCF2A14E14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23" name="Graphique 22" descr="Héroïne avec un remplissage uni">
              <a:extLst>
                <a:ext uri="{FF2B5EF4-FFF2-40B4-BE49-F238E27FC236}">
                  <a16:creationId xmlns:a16="http://schemas.microsoft.com/office/drawing/2014/main" id="{D10D6CF6-41B2-4CA7-A534-888322E4480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38" name="Graphique 37" descr="Sablier 30% avec un remplissage uni">
            <a:extLst>
              <a:ext uri="{FF2B5EF4-FFF2-40B4-BE49-F238E27FC236}">
                <a16:creationId xmlns:a16="http://schemas.microsoft.com/office/drawing/2014/main" id="{A9CA9E8E-7740-4890-A6EC-C9B597593BB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18754" y="4639506"/>
            <a:ext cx="1305355" cy="1305355"/>
          </a:xfrm>
          <a:prstGeom prst="rect">
            <a:avLst/>
          </a:prstGeom>
        </p:spPr>
      </p:pic>
    </p:spTree>
    <p:extLst>
      <p:ext uri="{BB962C8B-B14F-4D97-AF65-F5344CB8AC3E}">
        <p14:creationId xmlns:p14="http://schemas.microsoft.com/office/powerpoint/2010/main" val="4292046879"/>
      </p:ext>
    </p:extLst>
  </p:cSld>
  <p:clrMapOvr>
    <a:masterClrMapping/>
  </p:clrMapOvr>
  <mc:AlternateContent xmlns:mc="http://schemas.openxmlformats.org/markup-compatibility/2006" xmlns:p14="http://schemas.microsoft.com/office/powerpoint/2010/main">
    <mc:Choice Requires="p14">
      <p:transition spd="slow" p14:dur="2000" advTm="128901"/>
    </mc:Choice>
    <mc:Fallback xmlns="">
      <p:transition spd="slow" advTm="12890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9AECE25-BB6C-4163-B1B9-D4F0282892B2}"/>
              </a:ext>
            </a:extLst>
          </p:cNvPr>
          <p:cNvSpPr>
            <a:spLocks noGrp="1"/>
          </p:cNvSpPr>
          <p:nvPr>
            <p:ph type="title"/>
          </p:nvPr>
        </p:nvSpPr>
        <p:spPr/>
        <p:txBody>
          <a:bodyPr/>
          <a:lstStyle/>
          <a:p>
            <a:r>
              <a:rPr lang="en-US" dirty="0"/>
              <a:t>Share your opinion and experiences</a:t>
            </a:r>
          </a:p>
        </p:txBody>
      </p:sp>
      <p:sp>
        <p:nvSpPr>
          <p:cNvPr id="5" name="Espace réservé du contenu 4">
            <a:extLst>
              <a:ext uri="{FF2B5EF4-FFF2-40B4-BE49-F238E27FC236}">
                <a16:creationId xmlns:a16="http://schemas.microsoft.com/office/drawing/2014/main" id="{E8320283-9C74-40D2-9770-67A3433C11F9}"/>
              </a:ext>
            </a:extLst>
          </p:cNvPr>
          <p:cNvSpPr>
            <a:spLocks noGrp="1"/>
          </p:cNvSpPr>
          <p:nvPr>
            <p:ph sz="half" idx="1"/>
          </p:nvPr>
        </p:nvSpPr>
        <p:spPr/>
        <p:txBody>
          <a:bodyPr/>
          <a:lstStyle/>
          <a:p>
            <a:pPr marL="0" indent="0">
              <a:buNone/>
            </a:pPr>
            <a:r>
              <a:rPr lang="en-US" dirty="0"/>
              <a:t> </a:t>
            </a:r>
          </a:p>
        </p:txBody>
      </p:sp>
      <p:sp>
        <p:nvSpPr>
          <p:cNvPr id="6" name="Espace réservé du contenu 5">
            <a:extLst>
              <a:ext uri="{FF2B5EF4-FFF2-40B4-BE49-F238E27FC236}">
                <a16:creationId xmlns:a16="http://schemas.microsoft.com/office/drawing/2014/main" id="{3F79508C-84C9-4092-BA1C-96EBE051D4D5}"/>
              </a:ext>
            </a:extLst>
          </p:cNvPr>
          <p:cNvSpPr>
            <a:spLocks noGrp="1"/>
          </p:cNvSpPr>
          <p:nvPr>
            <p:ph sz="half" idx="2"/>
          </p:nvPr>
        </p:nvSpPr>
        <p:spPr/>
        <p:txBody>
          <a:bodyPr/>
          <a:lstStyle/>
          <a:p>
            <a:r>
              <a:rPr lang="en-US" dirty="0"/>
              <a:t>What are the most frequent time investment profiles in your Community ?</a:t>
            </a:r>
          </a:p>
          <a:p>
            <a:endParaRPr lang="en-US" dirty="0"/>
          </a:p>
          <a:p>
            <a:r>
              <a:rPr lang="en-US" dirty="0"/>
              <a:t>What activities are related to these investments ?</a:t>
            </a:r>
          </a:p>
        </p:txBody>
      </p:sp>
      <p:graphicFrame>
        <p:nvGraphicFramePr>
          <p:cNvPr id="7" name="Tableau 5">
            <a:extLst>
              <a:ext uri="{FF2B5EF4-FFF2-40B4-BE49-F238E27FC236}">
                <a16:creationId xmlns:a16="http://schemas.microsoft.com/office/drawing/2014/main" id="{14FCF628-F8F6-4034-A8C6-9575BAACAFFD}"/>
              </a:ext>
            </a:extLst>
          </p:cNvPr>
          <p:cNvGraphicFramePr>
            <a:graphicFrameLocks noGrp="1"/>
          </p:cNvGraphicFramePr>
          <p:nvPr>
            <p:extLst>
              <p:ext uri="{D42A27DB-BD31-4B8C-83A1-F6EECF244321}">
                <p14:modId xmlns:p14="http://schemas.microsoft.com/office/powerpoint/2010/main" val="2627446599"/>
              </p:ext>
            </p:extLst>
          </p:nvPr>
        </p:nvGraphicFramePr>
        <p:xfrm>
          <a:off x="1371431" y="3398903"/>
          <a:ext cx="4466248" cy="945656"/>
        </p:xfrm>
        <a:graphic>
          <a:graphicData uri="http://schemas.openxmlformats.org/drawingml/2006/table">
            <a:tbl>
              <a:tblPr firstRow="1" bandRow="1">
                <a:tableStyleId>{5C22544A-7EE6-4342-B048-85BDC9FD1C3A}</a:tableStyleId>
              </a:tblPr>
              <a:tblGrid>
                <a:gridCol w="558281">
                  <a:extLst>
                    <a:ext uri="{9D8B030D-6E8A-4147-A177-3AD203B41FA5}">
                      <a16:colId xmlns:a16="http://schemas.microsoft.com/office/drawing/2014/main" val="1210142047"/>
                    </a:ext>
                  </a:extLst>
                </a:gridCol>
                <a:gridCol w="558281">
                  <a:extLst>
                    <a:ext uri="{9D8B030D-6E8A-4147-A177-3AD203B41FA5}">
                      <a16:colId xmlns:a16="http://schemas.microsoft.com/office/drawing/2014/main" val="1258243979"/>
                    </a:ext>
                  </a:extLst>
                </a:gridCol>
                <a:gridCol w="558281">
                  <a:extLst>
                    <a:ext uri="{9D8B030D-6E8A-4147-A177-3AD203B41FA5}">
                      <a16:colId xmlns:a16="http://schemas.microsoft.com/office/drawing/2014/main" val="1079462814"/>
                    </a:ext>
                  </a:extLst>
                </a:gridCol>
                <a:gridCol w="558281">
                  <a:extLst>
                    <a:ext uri="{9D8B030D-6E8A-4147-A177-3AD203B41FA5}">
                      <a16:colId xmlns:a16="http://schemas.microsoft.com/office/drawing/2014/main" val="3397691572"/>
                    </a:ext>
                  </a:extLst>
                </a:gridCol>
                <a:gridCol w="558281">
                  <a:extLst>
                    <a:ext uri="{9D8B030D-6E8A-4147-A177-3AD203B41FA5}">
                      <a16:colId xmlns:a16="http://schemas.microsoft.com/office/drawing/2014/main" val="3075883050"/>
                    </a:ext>
                  </a:extLst>
                </a:gridCol>
                <a:gridCol w="558281">
                  <a:extLst>
                    <a:ext uri="{9D8B030D-6E8A-4147-A177-3AD203B41FA5}">
                      <a16:colId xmlns:a16="http://schemas.microsoft.com/office/drawing/2014/main" val="1259412674"/>
                    </a:ext>
                  </a:extLst>
                </a:gridCol>
                <a:gridCol w="558281">
                  <a:extLst>
                    <a:ext uri="{9D8B030D-6E8A-4147-A177-3AD203B41FA5}">
                      <a16:colId xmlns:a16="http://schemas.microsoft.com/office/drawing/2014/main" val="3392695109"/>
                    </a:ext>
                  </a:extLst>
                </a:gridCol>
                <a:gridCol w="558281">
                  <a:extLst>
                    <a:ext uri="{9D8B030D-6E8A-4147-A177-3AD203B41FA5}">
                      <a16:colId xmlns:a16="http://schemas.microsoft.com/office/drawing/2014/main" val="2848032752"/>
                    </a:ext>
                  </a:extLst>
                </a:gridCol>
              </a:tblGrid>
              <a:tr h="99852">
                <a:tc>
                  <a:txBody>
                    <a:bodyPr/>
                    <a:lstStyle/>
                    <a:p>
                      <a:pPr algn="ctr"/>
                      <a:endParaRPr lang="en-US" sz="400" dirty="0">
                        <a:solidFill>
                          <a:schemeClr val="tx1"/>
                        </a:solidFill>
                      </a:endParaRPr>
                    </a:p>
                  </a:txBody>
                  <a:tcPr marL="35242" marR="35242" marT="17621" marB="1762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00" dirty="0">
                          <a:solidFill>
                            <a:schemeClr val="tx1"/>
                          </a:solidFill>
                        </a:rPr>
                        <a:t>1</a:t>
                      </a:r>
                    </a:p>
                  </a:txBody>
                  <a:tcPr marL="35242" marR="35242" marT="17621" marB="17621">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2</a:t>
                      </a:r>
                    </a:p>
                  </a:txBody>
                  <a:tcPr marL="35242" marR="35242" marT="17621" marB="17621">
                    <a:solidFill>
                      <a:schemeClr val="bg1">
                        <a:lumMod val="95000"/>
                      </a:schemeClr>
                    </a:solidFill>
                  </a:tcPr>
                </a:tc>
                <a:tc>
                  <a:txBody>
                    <a:bodyPr/>
                    <a:lstStyle/>
                    <a:p>
                      <a:pPr algn="ctr"/>
                      <a:r>
                        <a:rPr lang="en-US" sz="400" dirty="0">
                          <a:solidFill>
                            <a:schemeClr val="tx1"/>
                          </a:solidFill>
                        </a:rPr>
                        <a:t>3</a:t>
                      </a:r>
                    </a:p>
                  </a:txBody>
                  <a:tcPr marL="35242" marR="35242" marT="17621" marB="17621">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4</a:t>
                      </a:r>
                    </a:p>
                  </a:txBody>
                  <a:tcPr marL="35242" marR="35242" marT="17621" marB="17621">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5</a:t>
                      </a:r>
                    </a:p>
                  </a:txBody>
                  <a:tcPr marL="35242" marR="35242" marT="17621" marB="17621">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bg1"/>
                          </a:solidFill>
                        </a:rPr>
                        <a:t>6</a:t>
                      </a:r>
                    </a:p>
                  </a:txBody>
                  <a:tcPr marL="35242" marR="35242" marT="17621" marB="17621">
                    <a:solidFill>
                      <a:schemeClr val="accent1">
                        <a:lumMod val="75000"/>
                      </a:schemeClr>
                    </a:solidFill>
                  </a:tcPr>
                </a:tc>
                <a:tc>
                  <a:txBody>
                    <a:bodyPr/>
                    <a:lstStyle/>
                    <a:p>
                      <a:pPr algn="ctr"/>
                      <a:r>
                        <a:rPr lang="en-US" sz="400" dirty="0">
                          <a:solidFill>
                            <a:schemeClr val="bg1"/>
                          </a:solidFill>
                        </a:rPr>
                        <a:t>7</a:t>
                      </a:r>
                    </a:p>
                  </a:txBody>
                  <a:tcPr marL="35242" marR="35242" marT="17621" marB="17621">
                    <a:solidFill>
                      <a:schemeClr val="accent1">
                        <a:lumMod val="50000"/>
                      </a:schemeClr>
                    </a:solidFill>
                  </a:tcPr>
                </a:tc>
                <a:extLst>
                  <a:ext uri="{0D108BD9-81ED-4DB2-BD59-A6C34878D82A}">
                    <a16:rowId xmlns:a16="http://schemas.microsoft.com/office/drawing/2014/main" val="739272322"/>
                  </a:ext>
                </a:extLst>
              </a:tr>
              <a:tr h="229072">
                <a:tc>
                  <a:txBody>
                    <a:bodyPr/>
                    <a:lstStyle/>
                    <a:p>
                      <a:pPr algn="ctr"/>
                      <a:endParaRPr lang="en-US" sz="400" dirty="0">
                        <a:solidFill>
                          <a:schemeClr val="tx1"/>
                        </a:solidFill>
                      </a:endParaRPr>
                    </a:p>
                  </a:txBody>
                  <a:tcPr marL="35242" marR="35242" marT="17621" marB="1762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00" dirty="0">
                          <a:solidFill>
                            <a:schemeClr val="tx1"/>
                          </a:solidFill>
                        </a:rPr>
                        <a:t>“You got my attention”</a:t>
                      </a:r>
                    </a:p>
                  </a:txBody>
                  <a:tcPr marL="35242" marR="35242" marT="17621" marB="17621">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experience something”</a:t>
                      </a:r>
                    </a:p>
                  </a:txBody>
                  <a:tcPr marL="35242" marR="35242" marT="17621" marB="17621">
                    <a:solidFill>
                      <a:schemeClr val="bg1">
                        <a:lumMod val="95000"/>
                      </a:schemeClr>
                    </a:solidFill>
                  </a:tcPr>
                </a:tc>
                <a:tc>
                  <a:txBody>
                    <a:bodyPr/>
                    <a:lstStyle/>
                    <a:p>
                      <a:pPr algn="ctr"/>
                      <a:r>
                        <a:rPr lang="en-US" sz="400" dirty="0">
                          <a:solidFill>
                            <a:schemeClr val="tx1"/>
                          </a:solidFill>
                        </a:rPr>
                        <a:t>“I want reasons to come again”</a:t>
                      </a:r>
                    </a:p>
                  </a:txBody>
                  <a:tcPr marL="35242" marR="35242" marT="17621" marB="17621">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feel involved”</a:t>
                      </a:r>
                    </a:p>
                  </a:txBody>
                  <a:tcPr marL="35242" marR="35242" marT="17621" marB="17621">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lead something”</a:t>
                      </a:r>
                    </a:p>
                  </a:txBody>
                  <a:tcPr marL="35242" marR="35242" marT="17621" marB="17621">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bg1"/>
                          </a:solidFill>
                        </a:rPr>
                        <a:t>“I want to add my own touch”</a:t>
                      </a:r>
                    </a:p>
                  </a:txBody>
                  <a:tcPr marL="35242" marR="35242" marT="17621" marB="17621">
                    <a:solidFill>
                      <a:schemeClr val="accent1">
                        <a:lumMod val="75000"/>
                      </a:schemeClr>
                    </a:solidFill>
                  </a:tcPr>
                </a:tc>
                <a:tc>
                  <a:txBody>
                    <a:bodyPr/>
                    <a:lstStyle/>
                    <a:p>
                      <a:pPr algn="ctr"/>
                      <a:r>
                        <a:rPr lang="en-US" sz="400" dirty="0">
                          <a:solidFill>
                            <a:schemeClr val="bg1"/>
                          </a:solidFill>
                        </a:rPr>
                        <a:t>“I want to gather people around this topic”</a:t>
                      </a:r>
                    </a:p>
                  </a:txBody>
                  <a:tcPr marL="35242" marR="35242" marT="17621" marB="17621">
                    <a:solidFill>
                      <a:schemeClr val="accent1">
                        <a:lumMod val="50000"/>
                      </a:schemeClr>
                    </a:solidFill>
                  </a:tcPr>
                </a:tc>
                <a:extLst>
                  <a:ext uri="{0D108BD9-81ED-4DB2-BD59-A6C34878D82A}">
                    <a16:rowId xmlns:a16="http://schemas.microsoft.com/office/drawing/2014/main" val="3032128388"/>
                  </a:ext>
                </a:extLst>
              </a:tr>
              <a:tr h="616732">
                <a:tc>
                  <a:txBody>
                    <a:bodyPr/>
                    <a:lstStyle/>
                    <a:p>
                      <a:pPr algn="ctr"/>
                      <a:r>
                        <a:rPr lang="en-US" sz="400" dirty="0">
                          <a:solidFill>
                            <a:schemeClr val="tx1"/>
                          </a:solidFill>
                        </a:rPr>
                        <a:t>Example of time investment profile</a:t>
                      </a:r>
                    </a:p>
                    <a:p>
                      <a:pPr algn="ctr"/>
                      <a:endParaRPr lang="en-US" sz="400" dirty="0">
                        <a:solidFill>
                          <a:schemeClr val="tx1"/>
                        </a:solidFill>
                      </a:endParaRPr>
                    </a:p>
                    <a:p>
                      <a:pPr algn="ctr"/>
                      <a:r>
                        <a:rPr lang="en-US" sz="400" dirty="0">
                          <a:solidFill>
                            <a:schemeClr val="tx1"/>
                          </a:solidFill>
                        </a:rPr>
                        <a:t>(Varies depending in communities and  contexts !)</a:t>
                      </a:r>
                    </a:p>
                  </a:txBody>
                  <a:tcPr marL="35242" marR="35242" marT="17621" marB="1762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00" dirty="0">
                          <a:solidFill>
                            <a:schemeClr val="tx1"/>
                          </a:solidFill>
                        </a:rPr>
                        <a:t>&lt; 5 minutes</a:t>
                      </a:r>
                    </a:p>
                    <a:p>
                      <a:pPr algn="ctr"/>
                      <a:endParaRPr lang="en-US" sz="400" dirty="0">
                        <a:solidFill>
                          <a:schemeClr val="tx1"/>
                        </a:solidFill>
                      </a:endParaRPr>
                    </a:p>
                    <a:p>
                      <a:pPr algn="ctr"/>
                      <a:r>
                        <a:rPr lang="en-US" sz="400" dirty="0">
                          <a:solidFill>
                            <a:schemeClr val="tx1"/>
                          </a:solidFill>
                        </a:rPr>
                        <a:t>Once</a:t>
                      </a:r>
                    </a:p>
                  </a:txBody>
                  <a:tcPr marL="35242" marR="35242" marT="17621" marB="1762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400" dirty="0">
                          <a:solidFill>
                            <a:schemeClr val="tx1"/>
                          </a:solidFill>
                        </a:rPr>
                        <a:t>30 minutes - 1hour</a:t>
                      </a:r>
                    </a:p>
                    <a:p>
                      <a:pPr algn="ctr"/>
                      <a:endParaRPr lang="en-US" sz="400" dirty="0">
                        <a:solidFill>
                          <a:schemeClr val="tx1"/>
                        </a:solidFill>
                      </a:endParaRPr>
                    </a:p>
                    <a:p>
                      <a:pPr algn="ctr"/>
                      <a:r>
                        <a:rPr lang="en-US" sz="400" dirty="0">
                          <a:solidFill>
                            <a:schemeClr val="tx1"/>
                          </a:solidFill>
                        </a:rPr>
                        <a:t>Once</a:t>
                      </a:r>
                    </a:p>
                  </a:txBody>
                  <a:tcPr marL="35242" marR="35242" marT="17621" marB="17621">
                    <a:lnL w="12700" cap="flat" cmpd="sng" algn="ctr">
                      <a:noFill/>
                      <a:prstDash val="solid"/>
                      <a:round/>
                      <a:headEnd type="none" w="med" len="med"/>
                      <a:tailEnd type="none" w="med" len="med"/>
                    </a:lnL>
                    <a:solidFill>
                      <a:schemeClr val="bg1">
                        <a:lumMod val="95000"/>
                      </a:schemeClr>
                    </a:solidFill>
                  </a:tcPr>
                </a:tc>
                <a:tc>
                  <a:txBody>
                    <a:bodyPr/>
                    <a:lstStyle/>
                    <a:p>
                      <a:pPr algn="ctr"/>
                      <a:r>
                        <a:rPr lang="en-US" sz="400" dirty="0">
                          <a:solidFill>
                            <a:schemeClr val="tx1"/>
                          </a:solidFill>
                        </a:rPr>
                        <a:t>30 minutes – 1 hour</a:t>
                      </a:r>
                    </a:p>
                    <a:p>
                      <a:pPr algn="ctr"/>
                      <a:endParaRPr lang="en-US" sz="400" dirty="0">
                        <a:solidFill>
                          <a:schemeClr val="tx1"/>
                        </a:solidFill>
                      </a:endParaRPr>
                    </a:p>
                    <a:p>
                      <a:pPr algn="ctr"/>
                      <a:r>
                        <a:rPr lang="en-US" sz="400" dirty="0">
                          <a:solidFill>
                            <a:schemeClr val="tx1"/>
                          </a:solidFill>
                        </a:rPr>
                        <a:t>Occasionally</a:t>
                      </a:r>
                    </a:p>
                  </a:txBody>
                  <a:tcPr marL="35242" marR="35242" marT="17621" marB="17621">
                    <a:solidFill>
                      <a:schemeClr val="accent1">
                        <a:lumMod val="20000"/>
                        <a:lumOff val="80000"/>
                      </a:schemeClr>
                    </a:solidFill>
                  </a:tcPr>
                </a:tc>
                <a:tc>
                  <a:txBody>
                    <a:bodyPr/>
                    <a:lstStyle/>
                    <a:p>
                      <a:pPr algn="ctr"/>
                      <a:r>
                        <a:rPr lang="en-US" sz="400" dirty="0">
                          <a:solidFill>
                            <a:schemeClr val="tx1"/>
                          </a:solidFill>
                        </a:rPr>
                        <a:t>30 minutes – 1 hour</a:t>
                      </a:r>
                    </a:p>
                    <a:p>
                      <a:pPr algn="ctr"/>
                      <a:endParaRPr lang="en-US" sz="400" dirty="0">
                        <a:solidFill>
                          <a:schemeClr val="tx1"/>
                        </a:solidFill>
                      </a:endParaRPr>
                    </a:p>
                    <a:p>
                      <a:pPr algn="ctr"/>
                      <a:r>
                        <a:rPr lang="en-US" sz="400" dirty="0">
                          <a:solidFill>
                            <a:schemeClr val="tx1"/>
                          </a:solidFill>
                        </a:rPr>
                        <a:t>On a regular basis (even if frequency is low)</a:t>
                      </a:r>
                    </a:p>
                  </a:txBody>
                  <a:tcPr marL="35242" marR="35242" marT="17621" marB="17621">
                    <a:solidFill>
                      <a:schemeClr val="accent1">
                        <a:lumMod val="40000"/>
                        <a:lumOff val="60000"/>
                      </a:schemeClr>
                    </a:solidFill>
                  </a:tcPr>
                </a:tc>
                <a:tc>
                  <a:txBody>
                    <a:bodyPr/>
                    <a:lstStyle/>
                    <a:p>
                      <a:pPr algn="ctr"/>
                      <a:r>
                        <a:rPr lang="en-US" sz="400" dirty="0">
                          <a:solidFill>
                            <a:schemeClr val="tx1"/>
                          </a:solidFill>
                        </a:rPr>
                        <a:t>&gt;1 hour</a:t>
                      </a:r>
                    </a:p>
                    <a:p>
                      <a:pPr algn="ctr"/>
                      <a:endParaRPr lang="en-US" sz="400" dirty="0">
                        <a:solidFill>
                          <a:schemeClr val="tx1"/>
                        </a:solidFill>
                      </a:endParaRPr>
                    </a:p>
                    <a:p>
                      <a:pPr algn="ctr"/>
                      <a:r>
                        <a:rPr lang="en-US" sz="400" dirty="0">
                          <a:solidFill>
                            <a:schemeClr val="tx1"/>
                          </a:solidFill>
                        </a:rPr>
                        <a:t>On a regular basis</a:t>
                      </a:r>
                    </a:p>
                    <a:p>
                      <a:pPr algn="ctr"/>
                      <a:r>
                        <a:rPr lang="en-US" sz="400" dirty="0">
                          <a:solidFill>
                            <a:schemeClr val="tx1"/>
                          </a:solidFill>
                        </a:rPr>
                        <a:t>More often than </a:t>
                      </a:r>
                    </a:p>
                    <a:p>
                      <a:pPr algn="ctr"/>
                      <a:r>
                        <a:rPr lang="en-US" sz="400" dirty="0">
                          <a:solidFill>
                            <a:schemeClr val="tx1"/>
                          </a:solidFill>
                        </a:rPr>
                        <a:t>previous level</a:t>
                      </a:r>
                    </a:p>
                    <a:p>
                      <a:pPr algn="ctr"/>
                      <a:endParaRPr lang="en-US" sz="400" dirty="0">
                        <a:solidFill>
                          <a:schemeClr val="tx1"/>
                        </a:solidFill>
                      </a:endParaRPr>
                    </a:p>
                    <a:p>
                      <a:pPr algn="ctr"/>
                      <a:r>
                        <a:rPr lang="en-US" sz="400" dirty="0">
                          <a:solidFill>
                            <a:schemeClr val="tx1"/>
                          </a:solidFill>
                        </a:rPr>
                        <a:t>Also spends “solo” time in Community related activities</a:t>
                      </a:r>
                    </a:p>
                  </a:txBody>
                  <a:tcPr marL="35242" marR="35242" marT="17621" marB="17621">
                    <a:solidFill>
                      <a:schemeClr val="accent1">
                        <a:lumMod val="60000"/>
                        <a:lumOff val="40000"/>
                      </a:schemeClr>
                    </a:solidFill>
                  </a:tcPr>
                </a:tc>
                <a:tc>
                  <a:txBody>
                    <a:bodyPr/>
                    <a:lstStyle/>
                    <a:p>
                      <a:pPr algn="ctr"/>
                      <a:r>
                        <a:rPr lang="en-US" sz="400" dirty="0">
                          <a:solidFill>
                            <a:schemeClr val="bg1"/>
                          </a:solidFill>
                        </a:rPr>
                        <a:t>Total time &gt;1 hour</a:t>
                      </a:r>
                    </a:p>
                    <a:p>
                      <a:pPr algn="ctr"/>
                      <a:endParaRPr lang="en-US" sz="400" dirty="0">
                        <a:solidFill>
                          <a:schemeClr val="bg1"/>
                        </a:solidFill>
                      </a:endParaRPr>
                    </a:p>
                    <a:p>
                      <a:pPr algn="ctr"/>
                      <a:r>
                        <a:rPr lang="en-US" sz="400" dirty="0">
                          <a:solidFill>
                            <a:schemeClr val="bg1"/>
                          </a:solidFill>
                        </a:rPr>
                        <a:t>On a regular basis, solo and collective time.</a:t>
                      </a:r>
                    </a:p>
                    <a:p>
                      <a:pPr algn="ctr"/>
                      <a:endParaRPr lang="en-US" sz="400" dirty="0">
                        <a:solidFill>
                          <a:schemeClr val="bg1"/>
                        </a:solidFill>
                      </a:endParaRPr>
                    </a:p>
                  </a:txBody>
                  <a:tcPr marL="35242" marR="35242" marT="17621" marB="17621">
                    <a:solidFill>
                      <a:schemeClr val="accent1">
                        <a:lumMod val="75000"/>
                      </a:schemeClr>
                    </a:solidFill>
                  </a:tcPr>
                </a:tc>
                <a:tc>
                  <a:txBody>
                    <a:bodyPr/>
                    <a:lstStyle/>
                    <a:p>
                      <a:pPr algn="ctr"/>
                      <a:r>
                        <a:rPr lang="en-US" sz="400" dirty="0">
                          <a:solidFill>
                            <a:schemeClr val="bg1"/>
                          </a:solidFill>
                        </a:rPr>
                        <a:t>Various, difficult to define as Community topics becomes part of the identity of the member.</a:t>
                      </a:r>
                    </a:p>
                  </a:txBody>
                  <a:tcPr marL="35242" marR="35242" marT="17621" marB="17621">
                    <a:solidFill>
                      <a:schemeClr val="accent1">
                        <a:lumMod val="50000"/>
                      </a:schemeClr>
                    </a:solidFill>
                  </a:tcPr>
                </a:tc>
                <a:extLst>
                  <a:ext uri="{0D108BD9-81ED-4DB2-BD59-A6C34878D82A}">
                    <a16:rowId xmlns:a16="http://schemas.microsoft.com/office/drawing/2014/main" val="2260415336"/>
                  </a:ext>
                </a:extLst>
              </a:tr>
            </a:tbl>
          </a:graphicData>
        </a:graphic>
      </p:graphicFrame>
      <p:grpSp>
        <p:nvGrpSpPr>
          <p:cNvPr id="8" name="Groupe 7">
            <a:extLst>
              <a:ext uri="{FF2B5EF4-FFF2-40B4-BE49-F238E27FC236}">
                <a16:creationId xmlns:a16="http://schemas.microsoft.com/office/drawing/2014/main" id="{3E964AF1-1A67-4DFA-9ED1-205B97AA2117}"/>
              </a:ext>
            </a:extLst>
          </p:cNvPr>
          <p:cNvGrpSpPr/>
          <p:nvPr/>
        </p:nvGrpSpPr>
        <p:grpSpPr>
          <a:xfrm>
            <a:off x="2097005" y="3007813"/>
            <a:ext cx="3424906" cy="327045"/>
            <a:chOff x="1900629" y="1202922"/>
            <a:chExt cx="10542118" cy="1006668"/>
          </a:xfrm>
        </p:grpSpPr>
        <p:pic>
          <p:nvPicPr>
            <p:cNvPr id="9" name="Graphique 8" descr="Une artiste avec un remplissage uni">
              <a:extLst>
                <a:ext uri="{FF2B5EF4-FFF2-40B4-BE49-F238E27FC236}">
                  <a16:creationId xmlns:a16="http://schemas.microsoft.com/office/drawing/2014/main" id="{4AB201B6-6279-4BB6-A37F-76268E6E1FF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10" name="Graphique 9" descr="Employée de bureau avec un remplissage uni">
              <a:extLst>
                <a:ext uri="{FF2B5EF4-FFF2-40B4-BE49-F238E27FC236}">
                  <a16:creationId xmlns:a16="http://schemas.microsoft.com/office/drawing/2014/main" id="{F07653C7-341D-4377-B0C2-C94ED0260A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11" name="Graphique 10" descr="Profil femelle avec un remplissage uni">
              <a:extLst>
                <a:ext uri="{FF2B5EF4-FFF2-40B4-BE49-F238E27FC236}">
                  <a16:creationId xmlns:a16="http://schemas.microsoft.com/office/drawing/2014/main" id="{B7B90117-3060-473A-A3C6-441ADA7244A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12" name="Graphique 11" descr="Femme agricultrice avec un remplissage uni">
              <a:extLst>
                <a:ext uri="{FF2B5EF4-FFF2-40B4-BE49-F238E27FC236}">
                  <a16:creationId xmlns:a16="http://schemas.microsoft.com/office/drawing/2014/main" id="{23977ACC-BE07-49F8-85C8-8723D4984D0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13" name="Graphique 12" descr="Femme DJ avec un remplissage uni">
              <a:extLst>
                <a:ext uri="{FF2B5EF4-FFF2-40B4-BE49-F238E27FC236}">
                  <a16:creationId xmlns:a16="http://schemas.microsoft.com/office/drawing/2014/main" id="{98631895-A29E-4B5C-9F74-0ACC00A2A32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14" name="Graphique 13" descr="Écolière avec un remplissage uni">
              <a:extLst>
                <a:ext uri="{FF2B5EF4-FFF2-40B4-BE49-F238E27FC236}">
                  <a16:creationId xmlns:a16="http://schemas.microsoft.com/office/drawing/2014/main" id="{A58CCF10-3DC4-4993-8B3B-1DF354FE7D0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15" name="Graphique 14" descr="Héroïne avec un remplissage uni">
              <a:extLst>
                <a:ext uri="{FF2B5EF4-FFF2-40B4-BE49-F238E27FC236}">
                  <a16:creationId xmlns:a16="http://schemas.microsoft.com/office/drawing/2014/main" id="{B98465ED-8D20-4A6B-9FA3-AE66D9390B4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16" name="Graphique 15" descr="Sablier 30% avec un remplissage uni">
            <a:extLst>
              <a:ext uri="{FF2B5EF4-FFF2-40B4-BE49-F238E27FC236}">
                <a16:creationId xmlns:a16="http://schemas.microsoft.com/office/drawing/2014/main" id="{F59DEFE1-ACF5-4731-8AB4-DC8B0BD3EB7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242537" y="4605702"/>
            <a:ext cx="1305355" cy="1305355"/>
          </a:xfrm>
          <a:prstGeom prst="rect">
            <a:avLst/>
          </a:prstGeom>
        </p:spPr>
      </p:pic>
    </p:spTree>
    <p:extLst>
      <p:ext uri="{BB962C8B-B14F-4D97-AF65-F5344CB8AC3E}">
        <p14:creationId xmlns:p14="http://schemas.microsoft.com/office/powerpoint/2010/main" val="894010970"/>
      </p:ext>
    </p:extLst>
  </p:cSld>
  <p:clrMapOvr>
    <a:masterClrMapping/>
  </p:clrMapOvr>
  <mc:AlternateContent xmlns:mc="http://schemas.openxmlformats.org/markup-compatibility/2006" xmlns:p14="http://schemas.microsoft.com/office/powerpoint/2010/main">
    <mc:Choice Requires="p14">
      <p:transition spd="slow" p14:dur="2000" advTm="32946"/>
    </mc:Choice>
    <mc:Fallback xmlns="">
      <p:transition spd="slow" advTm="32946"/>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01867C2-F3E1-41E4-9303-F02257989EBF}"/>
              </a:ext>
            </a:extLst>
          </p:cNvPr>
          <p:cNvSpPr>
            <a:spLocks noGrp="1"/>
          </p:cNvSpPr>
          <p:nvPr>
            <p:ph type="title"/>
          </p:nvPr>
        </p:nvSpPr>
        <p:spPr/>
        <p:txBody>
          <a:bodyPr/>
          <a:lstStyle/>
          <a:p>
            <a:r>
              <a:rPr lang="fr-FR"/>
              <a:t>Use case / Example story</a:t>
            </a:r>
            <a:endParaRPr lang="fr-FR" dirty="0"/>
          </a:p>
        </p:txBody>
      </p:sp>
      <p:sp>
        <p:nvSpPr>
          <p:cNvPr id="6" name="Espace réservé du contenu 5">
            <a:extLst>
              <a:ext uri="{FF2B5EF4-FFF2-40B4-BE49-F238E27FC236}">
                <a16:creationId xmlns:a16="http://schemas.microsoft.com/office/drawing/2014/main" id="{E3510AAD-4395-450E-8E7E-15F03473B6D4}"/>
              </a:ext>
            </a:extLst>
          </p:cNvPr>
          <p:cNvSpPr>
            <a:spLocks noGrp="1"/>
          </p:cNvSpPr>
          <p:nvPr>
            <p:ph idx="1"/>
          </p:nvPr>
        </p:nvSpPr>
        <p:spPr/>
        <p:txBody>
          <a:bodyPr/>
          <a:lstStyle/>
          <a:p>
            <a:pPr marL="0" indent="0">
              <a:buNone/>
            </a:pPr>
            <a:r>
              <a:rPr lang="fr-FR"/>
              <a:t> </a:t>
            </a:r>
            <a:endParaRPr lang="fr-FR" dirty="0"/>
          </a:p>
        </p:txBody>
      </p:sp>
      <p:pic>
        <p:nvPicPr>
          <p:cNvPr id="4" name="Graphique 3" descr="Femme DJ avec un remplissage uni">
            <a:extLst>
              <a:ext uri="{FF2B5EF4-FFF2-40B4-BE49-F238E27FC236}">
                <a16:creationId xmlns:a16="http://schemas.microsoft.com/office/drawing/2014/main" id="{41B47BCF-173F-4235-ABB3-96F237CCB89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43344" y="4425163"/>
            <a:ext cx="1523662" cy="1523662"/>
          </a:xfrm>
          <a:prstGeom prst="rect">
            <a:avLst/>
          </a:prstGeom>
        </p:spPr>
      </p:pic>
      <p:pic>
        <p:nvPicPr>
          <p:cNvPr id="7" name="Graphique 6" descr="Héroïne avec un remplissage uni">
            <a:extLst>
              <a:ext uri="{FF2B5EF4-FFF2-40B4-BE49-F238E27FC236}">
                <a16:creationId xmlns:a16="http://schemas.microsoft.com/office/drawing/2014/main" id="{D546CD73-98A0-4230-84B4-C02E6027D6B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09952" y="4325112"/>
            <a:ext cx="1677408" cy="1677408"/>
          </a:xfrm>
          <a:prstGeom prst="rect">
            <a:avLst/>
          </a:prstGeom>
        </p:spPr>
      </p:pic>
      <p:sp>
        <p:nvSpPr>
          <p:cNvPr id="11" name="Bulle narrative : ronde 10">
            <a:extLst>
              <a:ext uri="{FF2B5EF4-FFF2-40B4-BE49-F238E27FC236}">
                <a16:creationId xmlns:a16="http://schemas.microsoft.com/office/drawing/2014/main" id="{5059AB16-F351-4305-90E1-951ED3F35F04}"/>
              </a:ext>
            </a:extLst>
          </p:cNvPr>
          <p:cNvSpPr/>
          <p:nvPr/>
        </p:nvSpPr>
        <p:spPr>
          <a:xfrm>
            <a:off x="2271991" y="2766513"/>
            <a:ext cx="2793827" cy="1165175"/>
          </a:xfrm>
          <a:prstGeom prst="wedgeEllipseCallout">
            <a:avLst>
              <a:gd name="adj1" fmla="val -4821"/>
              <a:gd name="adj2" fmla="val 8635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You ask for too much ! </a:t>
            </a:r>
          </a:p>
          <a:p>
            <a:pPr marL="0" indent="0" algn="ctr">
              <a:buNone/>
            </a:pPr>
            <a:endParaRPr lang="en-US" sz="1100" dirty="0">
              <a:solidFill>
                <a:schemeClr val="tx1"/>
              </a:solidFill>
            </a:endParaRPr>
          </a:p>
          <a:p>
            <a:pPr marL="0" indent="0" algn="ctr">
              <a:buNone/>
            </a:pPr>
            <a:r>
              <a:rPr lang="en-US" sz="1100" dirty="0">
                <a:solidFill>
                  <a:schemeClr val="tx1"/>
                </a:solidFill>
              </a:rPr>
              <a:t>It’s too difficult or time-consuming for me !</a:t>
            </a:r>
          </a:p>
        </p:txBody>
      </p:sp>
      <p:sp>
        <p:nvSpPr>
          <p:cNvPr id="13" name="Bulle narrative : ronde 12">
            <a:extLst>
              <a:ext uri="{FF2B5EF4-FFF2-40B4-BE49-F238E27FC236}">
                <a16:creationId xmlns:a16="http://schemas.microsoft.com/office/drawing/2014/main" id="{DF2D8E1A-738A-4C40-B68F-57032FA55C82}"/>
              </a:ext>
            </a:extLst>
          </p:cNvPr>
          <p:cNvSpPr/>
          <p:nvPr/>
        </p:nvSpPr>
        <p:spPr>
          <a:xfrm>
            <a:off x="7644461" y="2846412"/>
            <a:ext cx="2793827" cy="1165175"/>
          </a:xfrm>
          <a:prstGeom prst="wedgeEllipseCallout">
            <a:avLst>
              <a:gd name="adj1" fmla="val 18693"/>
              <a:gd name="adj2" fmla="val 8254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You don’t have anything difficult enough for me and my ambition ! I was motivated, now I am bored</a:t>
            </a:r>
          </a:p>
        </p:txBody>
      </p:sp>
      <p:grpSp>
        <p:nvGrpSpPr>
          <p:cNvPr id="10" name="Groupe 9">
            <a:extLst>
              <a:ext uri="{FF2B5EF4-FFF2-40B4-BE49-F238E27FC236}">
                <a16:creationId xmlns:a16="http://schemas.microsoft.com/office/drawing/2014/main" id="{6CFB3B5A-1939-4DA1-A341-0C622EE5787E}"/>
              </a:ext>
            </a:extLst>
          </p:cNvPr>
          <p:cNvGrpSpPr/>
          <p:nvPr/>
        </p:nvGrpSpPr>
        <p:grpSpPr>
          <a:xfrm>
            <a:off x="5103202" y="4743954"/>
            <a:ext cx="1983159" cy="1565406"/>
            <a:chOff x="2192955" y="4690073"/>
            <a:chExt cx="1983159" cy="1565406"/>
          </a:xfrm>
        </p:grpSpPr>
        <p:pic>
          <p:nvPicPr>
            <p:cNvPr id="12" name="Graphique 11" descr="Personne confuse avec un remplissage uni">
              <a:extLst>
                <a:ext uri="{FF2B5EF4-FFF2-40B4-BE49-F238E27FC236}">
                  <a16:creationId xmlns:a16="http://schemas.microsoft.com/office/drawing/2014/main" id="{D01641F2-7477-4173-A5A0-C9E4D77BEE7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4825" r="14911" b="49785"/>
            <a:stretch/>
          </p:blipFill>
          <p:spPr>
            <a:xfrm>
              <a:off x="2192955" y="4838194"/>
              <a:ext cx="1983159" cy="1417285"/>
            </a:xfrm>
            <a:prstGeom prst="rect">
              <a:avLst/>
            </a:prstGeom>
          </p:spPr>
        </p:pic>
        <p:pic>
          <p:nvPicPr>
            <p:cNvPr id="14" name="Graphique 13" descr="Visage grimaçant et transpirant avec remplissage uni avec un remplissage uni">
              <a:extLst>
                <a:ext uri="{FF2B5EF4-FFF2-40B4-BE49-F238E27FC236}">
                  <a16:creationId xmlns:a16="http://schemas.microsoft.com/office/drawing/2014/main" id="{A870FEF2-F153-4F32-9E6E-9C8F55E69E2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91472" y="4690073"/>
              <a:ext cx="803985" cy="803985"/>
            </a:xfrm>
            <a:prstGeom prst="rect">
              <a:avLst/>
            </a:prstGeom>
          </p:spPr>
        </p:pic>
      </p:grpSp>
    </p:spTree>
    <p:extLst>
      <p:ext uri="{BB962C8B-B14F-4D97-AF65-F5344CB8AC3E}">
        <p14:creationId xmlns:p14="http://schemas.microsoft.com/office/powerpoint/2010/main" val="4229479814"/>
      </p:ext>
    </p:extLst>
  </p:cSld>
  <p:clrMapOvr>
    <a:masterClrMapping/>
  </p:clrMapOvr>
  <mc:AlternateContent xmlns:mc="http://schemas.openxmlformats.org/markup-compatibility/2006" xmlns:p14="http://schemas.microsoft.com/office/powerpoint/2010/main">
    <mc:Choice Requires="p14">
      <p:transition spd="slow" p14:dur="2000" advTm="33281"/>
    </mc:Choice>
    <mc:Fallback xmlns="">
      <p:transition spd="slow" advTm="3328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p:txBody>
          <a:bodyPr>
            <a:normAutofit/>
          </a:bodyPr>
          <a:lstStyle/>
          <a:p>
            <a:r>
              <a:rPr lang="en-US" sz="2800" dirty="0"/>
              <a:t>Challenge P6</a:t>
            </a:r>
            <a:br>
              <a:rPr lang="en-US" sz="2800" dirty="0"/>
            </a:br>
            <a:r>
              <a:rPr lang="en-US" sz="2800" dirty="0"/>
              <a:t>Understand Engagement flow</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3730539597"/>
              </p:ext>
            </p:extLst>
          </p:nvPr>
        </p:nvGraphicFramePr>
        <p:xfrm>
          <a:off x="590919" y="5149695"/>
          <a:ext cx="11398926" cy="103632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295156">
                <a:tc>
                  <a:txBody>
                    <a:bodyPr/>
                    <a:lstStyle/>
                    <a:p>
                      <a:pPr algn="ctr"/>
                      <a:r>
                        <a:rPr lang="en-US" sz="1400" dirty="0">
                          <a:solidFill>
                            <a:schemeClr val="tx1"/>
                          </a:solidFill>
                        </a:rPr>
                        <a:t>1</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2</a:t>
                      </a:r>
                    </a:p>
                  </a:txBody>
                  <a:tcPr>
                    <a:solidFill>
                      <a:schemeClr val="bg1">
                        <a:lumMod val="95000"/>
                      </a:schemeClr>
                    </a:solidFill>
                  </a:tcPr>
                </a:tc>
                <a:tc>
                  <a:txBody>
                    <a:bodyPr/>
                    <a:lstStyle/>
                    <a:p>
                      <a:pPr algn="ctr"/>
                      <a:r>
                        <a:rPr lang="en-US" sz="1400" dirty="0">
                          <a:solidFill>
                            <a:schemeClr val="tx1"/>
                          </a:solidFill>
                        </a:rPr>
                        <a:t>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6</a:t>
                      </a:r>
                    </a:p>
                  </a:txBody>
                  <a:tcPr>
                    <a:solidFill>
                      <a:schemeClr val="accent1">
                        <a:lumMod val="75000"/>
                      </a:schemeClr>
                    </a:solidFill>
                  </a:tcPr>
                </a:tc>
                <a:tc>
                  <a:txBody>
                    <a:bodyPr/>
                    <a:lstStyle/>
                    <a:p>
                      <a:pPr algn="ctr"/>
                      <a:r>
                        <a:rPr lang="en-US" sz="1400" dirty="0">
                          <a:solidFill>
                            <a:schemeClr val="bg1"/>
                          </a:solidFill>
                        </a:rPr>
                        <a:t>7</a:t>
                      </a:r>
                    </a:p>
                  </a:txBody>
                  <a:tcPr>
                    <a:solidFill>
                      <a:schemeClr val="accent1">
                        <a:lumMod val="50000"/>
                      </a:schemeClr>
                    </a:solidFill>
                  </a:tcPr>
                </a:tc>
                <a:extLst>
                  <a:ext uri="{0D108BD9-81ED-4DB2-BD59-A6C34878D82A}">
                    <a16:rowId xmlns:a16="http://schemas.microsoft.com/office/drawing/2014/main" val="1311980861"/>
                  </a:ext>
                </a:extLst>
              </a:tr>
              <a:tr h="579327">
                <a:tc>
                  <a:txBody>
                    <a:bodyPr/>
                    <a:lstStyle/>
                    <a:p>
                      <a:pPr algn="ctr"/>
                      <a:r>
                        <a:rPr lang="en-US" sz="1400" dirty="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experience something”</a:t>
                      </a:r>
                    </a:p>
                  </a:txBody>
                  <a:tcPr>
                    <a:solidFill>
                      <a:schemeClr val="bg1">
                        <a:lumMod val="95000"/>
                      </a:schemeClr>
                    </a:solidFill>
                  </a:tcPr>
                </a:tc>
                <a:tc>
                  <a:txBody>
                    <a:bodyPr/>
                    <a:lstStyle/>
                    <a:p>
                      <a:pPr algn="ctr"/>
                      <a:r>
                        <a:rPr lang="en-US" sz="14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“I want to add my own touch”</a:t>
                      </a:r>
                    </a:p>
                  </a:txBody>
                  <a:tcPr>
                    <a:solidFill>
                      <a:schemeClr val="accent1">
                        <a:lumMod val="75000"/>
                      </a:schemeClr>
                    </a:solidFill>
                  </a:tcPr>
                </a:tc>
                <a:tc>
                  <a:txBody>
                    <a:bodyPr/>
                    <a:lstStyle/>
                    <a:p>
                      <a:pPr algn="ctr"/>
                      <a:r>
                        <a:rPr lang="en-US" sz="14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33" name="Groupe 32">
            <a:extLst>
              <a:ext uri="{FF2B5EF4-FFF2-40B4-BE49-F238E27FC236}">
                <a16:creationId xmlns:a16="http://schemas.microsoft.com/office/drawing/2014/main" id="{50B7F87B-8164-4968-BF0E-5009D38D0414}"/>
              </a:ext>
            </a:extLst>
          </p:cNvPr>
          <p:cNvGrpSpPr/>
          <p:nvPr/>
        </p:nvGrpSpPr>
        <p:grpSpPr>
          <a:xfrm>
            <a:off x="150929" y="1955947"/>
            <a:ext cx="11838916" cy="1926454"/>
            <a:chOff x="150929" y="1955947"/>
            <a:chExt cx="11838916" cy="1926454"/>
          </a:xfrm>
        </p:grpSpPr>
        <p:sp>
          <p:nvSpPr>
            <p:cNvPr id="22" name="ZoneTexte 21">
              <a:extLst>
                <a:ext uri="{FF2B5EF4-FFF2-40B4-BE49-F238E27FC236}">
                  <a16:creationId xmlns:a16="http://schemas.microsoft.com/office/drawing/2014/main" id="{5CC47CE5-478C-483C-8DB6-39AAEE4C953A}"/>
                </a:ext>
              </a:extLst>
            </p:cNvPr>
            <p:cNvSpPr txBox="1"/>
            <p:nvPr/>
          </p:nvSpPr>
          <p:spPr>
            <a:xfrm>
              <a:off x="10436262" y="3620791"/>
              <a:ext cx="1553583" cy="261610"/>
            </a:xfrm>
            <a:prstGeom prst="rect">
              <a:avLst/>
            </a:prstGeom>
            <a:noFill/>
          </p:spPr>
          <p:txBody>
            <a:bodyPr wrap="square" rtlCol="0">
              <a:spAutoFit/>
            </a:bodyPr>
            <a:lstStyle/>
            <a:p>
              <a:r>
                <a:rPr lang="en-US" sz="1100" dirty="0"/>
                <a:t>Sense of Belonging</a:t>
              </a:r>
            </a:p>
          </p:txBody>
        </p:sp>
        <p:grpSp>
          <p:nvGrpSpPr>
            <p:cNvPr id="32" name="Groupe 31">
              <a:extLst>
                <a:ext uri="{FF2B5EF4-FFF2-40B4-BE49-F238E27FC236}">
                  <a16:creationId xmlns:a16="http://schemas.microsoft.com/office/drawing/2014/main" id="{B4E7BA9A-1AA0-4675-A919-C0E87DEBB2D3}"/>
                </a:ext>
              </a:extLst>
            </p:cNvPr>
            <p:cNvGrpSpPr/>
            <p:nvPr/>
          </p:nvGrpSpPr>
          <p:grpSpPr>
            <a:xfrm>
              <a:off x="150929" y="1955947"/>
              <a:ext cx="11621971" cy="1664844"/>
              <a:chOff x="150929" y="1955947"/>
              <a:chExt cx="11621971" cy="1664844"/>
            </a:xfrm>
          </p:grpSpPr>
          <p:grpSp>
            <p:nvGrpSpPr>
              <p:cNvPr id="8" name="Groupe 7">
                <a:extLst>
                  <a:ext uri="{FF2B5EF4-FFF2-40B4-BE49-F238E27FC236}">
                    <a16:creationId xmlns:a16="http://schemas.microsoft.com/office/drawing/2014/main" id="{071AB7BD-E7F8-4A84-BA70-2C34707E771B}"/>
                  </a:ext>
                </a:extLst>
              </p:cNvPr>
              <p:cNvGrpSpPr/>
              <p:nvPr/>
            </p:nvGrpSpPr>
            <p:grpSpPr>
              <a:xfrm>
                <a:off x="670820" y="2141130"/>
                <a:ext cx="11102080" cy="1479661"/>
                <a:chOff x="816746" y="2272683"/>
                <a:chExt cx="11215140" cy="1739461"/>
              </a:xfrm>
            </p:grpSpPr>
            <p:cxnSp>
              <p:nvCxnSpPr>
                <p:cNvPr id="4" name="Connecteur droit avec flèche 3">
                  <a:extLst>
                    <a:ext uri="{FF2B5EF4-FFF2-40B4-BE49-F238E27FC236}">
                      <a16:creationId xmlns:a16="http://schemas.microsoft.com/office/drawing/2014/main" id="{829D9CA8-17FB-45B0-907F-D9664C352CCC}"/>
                    </a:ext>
                  </a:extLst>
                </p:cNvPr>
                <p:cNvCxnSpPr/>
                <p:nvPr/>
              </p:nvCxnSpPr>
              <p:spPr>
                <a:xfrm flipV="1">
                  <a:off x="816746" y="2272683"/>
                  <a:ext cx="0" cy="1722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
                  <a:extLst>
                    <a:ext uri="{FF2B5EF4-FFF2-40B4-BE49-F238E27FC236}">
                      <a16:creationId xmlns:a16="http://schemas.microsoft.com/office/drawing/2014/main" id="{C7C6E663-1E2A-43C5-93F5-62B23922E69E}"/>
                    </a:ext>
                  </a:extLst>
                </p:cNvPr>
                <p:cNvCxnSpPr>
                  <a:cxnSpLocks/>
                </p:cNvCxnSpPr>
                <p:nvPr/>
              </p:nvCxnSpPr>
              <p:spPr>
                <a:xfrm>
                  <a:off x="816746" y="3996430"/>
                  <a:ext cx="11215140" cy="15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ZoneTexte 9">
                <a:extLst>
                  <a:ext uri="{FF2B5EF4-FFF2-40B4-BE49-F238E27FC236}">
                    <a16:creationId xmlns:a16="http://schemas.microsoft.com/office/drawing/2014/main" id="{674A3F16-D76B-40B4-A66A-756F3C927307}"/>
                  </a:ext>
                </a:extLst>
              </p:cNvPr>
              <p:cNvSpPr txBox="1"/>
              <p:nvPr/>
            </p:nvSpPr>
            <p:spPr>
              <a:xfrm>
                <a:off x="150929" y="1955947"/>
                <a:ext cx="2361444" cy="276999"/>
              </a:xfrm>
              <a:prstGeom prst="rect">
                <a:avLst/>
              </a:prstGeom>
              <a:noFill/>
            </p:spPr>
            <p:txBody>
              <a:bodyPr wrap="square" rtlCol="0">
                <a:spAutoFit/>
              </a:bodyPr>
              <a:lstStyle/>
              <a:p>
                <a:r>
                  <a:rPr lang="en-US" sz="1200" dirty="0"/>
                  <a:t>Engagement possibilities</a:t>
                </a:r>
              </a:p>
            </p:txBody>
          </p:sp>
          <p:grpSp>
            <p:nvGrpSpPr>
              <p:cNvPr id="19" name="Groupe 18">
                <a:extLst>
                  <a:ext uri="{FF2B5EF4-FFF2-40B4-BE49-F238E27FC236}">
                    <a16:creationId xmlns:a16="http://schemas.microsoft.com/office/drawing/2014/main" id="{37ACF8FA-7788-4492-9A14-35FB178F2FF9}"/>
                  </a:ext>
                </a:extLst>
              </p:cNvPr>
              <p:cNvGrpSpPr/>
              <p:nvPr/>
            </p:nvGrpSpPr>
            <p:grpSpPr>
              <a:xfrm>
                <a:off x="670820" y="2270075"/>
                <a:ext cx="11016354" cy="1079827"/>
                <a:chOff x="727970" y="2659081"/>
                <a:chExt cx="11016354" cy="1079827"/>
              </a:xfrm>
            </p:grpSpPr>
            <p:sp>
              <p:nvSpPr>
                <p:cNvPr id="17" name="Triangle rectangle 16">
                  <a:extLst>
                    <a:ext uri="{FF2B5EF4-FFF2-40B4-BE49-F238E27FC236}">
                      <a16:creationId xmlns:a16="http://schemas.microsoft.com/office/drawing/2014/main" id="{FA1FEF06-6943-45A6-A70E-CFF46A1CD768}"/>
                    </a:ext>
                  </a:extLst>
                </p:cNvPr>
                <p:cNvSpPr/>
                <p:nvPr/>
              </p:nvSpPr>
              <p:spPr>
                <a:xfrm flipV="1">
                  <a:off x="727970" y="2950558"/>
                  <a:ext cx="11016354" cy="788350"/>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FD8B7EE-83EA-45DB-A04D-257192C0FBF9}"/>
                    </a:ext>
                  </a:extLst>
                </p:cNvPr>
                <p:cNvSpPr/>
                <p:nvPr/>
              </p:nvSpPr>
              <p:spPr>
                <a:xfrm>
                  <a:off x="727970" y="2659081"/>
                  <a:ext cx="10949673" cy="298211"/>
                </a:xfrm>
                <a:prstGeom prst="rect">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riangle rectangle 20">
                <a:extLst>
                  <a:ext uri="{FF2B5EF4-FFF2-40B4-BE49-F238E27FC236}">
                    <a16:creationId xmlns:a16="http://schemas.microsoft.com/office/drawing/2014/main" id="{B1212DDD-3C92-4E7E-971B-9EAF47007942}"/>
                  </a:ext>
                </a:extLst>
              </p:cNvPr>
              <p:cNvSpPr/>
              <p:nvPr/>
            </p:nvSpPr>
            <p:spPr>
              <a:xfrm flipH="1">
                <a:off x="2152649" y="2911069"/>
                <a:ext cx="9467845" cy="695726"/>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ZoneTexte 22">
                <a:extLst>
                  <a:ext uri="{FF2B5EF4-FFF2-40B4-BE49-F238E27FC236}">
                    <a16:creationId xmlns:a16="http://schemas.microsoft.com/office/drawing/2014/main" id="{34963006-0B4A-44B2-93A3-17C53D735387}"/>
                  </a:ext>
                </a:extLst>
              </p:cNvPr>
              <p:cNvSpPr txBox="1"/>
              <p:nvPr/>
            </p:nvSpPr>
            <p:spPr>
              <a:xfrm>
                <a:off x="1704975" y="2487294"/>
                <a:ext cx="2857500" cy="369332"/>
              </a:xfrm>
              <a:prstGeom prst="rect">
                <a:avLst/>
              </a:prstGeom>
              <a:noFill/>
            </p:spPr>
            <p:txBody>
              <a:bodyPr wrap="square" rtlCol="0">
                <a:spAutoFit/>
              </a:bodyPr>
              <a:lstStyle/>
              <a:p>
                <a:r>
                  <a:rPr lang="en-US" dirty="0"/>
                  <a:t>Refusal or Fatigue zone</a:t>
                </a:r>
              </a:p>
            </p:txBody>
          </p:sp>
          <p:sp>
            <p:nvSpPr>
              <p:cNvPr id="24" name="ZoneTexte 23">
                <a:extLst>
                  <a:ext uri="{FF2B5EF4-FFF2-40B4-BE49-F238E27FC236}">
                    <a16:creationId xmlns:a16="http://schemas.microsoft.com/office/drawing/2014/main" id="{066E091C-37C1-4A71-BBF6-105A428273C8}"/>
                  </a:ext>
                </a:extLst>
              </p:cNvPr>
              <p:cNvSpPr txBox="1"/>
              <p:nvPr/>
            </p:nvSpPr>
            <p:spPr>
              <a:xfrm>
                <a:off x="8496301" y="3231409"/>
                <a:ext cx="2857500" cy="369332"/>
              </a:xfrm>
              <a:prstGeom prst="rect">
                <a:avLst/>
              </a:prstGeom>
              <a:noFill/>
            </p:spPr>
            <p:txBody>
              <a:bodyPr wrap="square" rtlCol="0">
                <a:spAutoFit/>
              </a:bodyPr>
              <a:lstStyle/>
              <a:p>
                <a:r>
                  <a:rPr lang="en-US" dirty="0"/>
                  <a:t>Boredom or Frustration</a:t>
                </a:r>
              </a:p>
            </p:txBody>
          </p:sp>
          <p:sp>
            <p:nvSpPr>
              <p:cNvPr id="26" name="ZoneTexte 25">
                <a:extLst>
                  <a:ext uri="{FF2B5EF4-FFF2-40B4-BE49-F238E27FC236}">
                    <a16:creationId xmlns:a16="http://schemas.microsoft.com/office/drawing/2014/main" id="{F2A3C6AC-6B68-45E5-97B4-0B9D73D985F8}"/>
                  </a:ext>
                </a:extLst>
              </p:cNvPr>
              <p:cNvSpPr txBox="1"/>
              <p:nvPr/>
            </p:nvSpPr>
            <p:spPr>
              <a:xfrm rot="21393118">
                <a:off x="4137923" y="3002747"/>
                <a:ext cx="2857500" cy="369332"/>
              </a:xfrm>
              <a:prstGeom prst="rect">
                <a:avLst/>
              </a:prstGeom>
              <a:noFill/>
            </p:spPr>
            <p:txBody>
              <a:bodyPr wrap="square" rtlCol="0">
                <a:spAutoFit/>
              </a:bodyPr>
              <a:lstStyle/>
              <a:p>
                <a:pPr algn="ctr"/>
                <a:r>
                  <a:rPr lang="en-US" dirty="0"/>
                  <a:t>Flow Zone</a:t>
                </a:r>
              </a:p>
            </p:txBody>
          </p:sp>
        </p:grpSp>
      </p:grpSp>
      <p:pic>
        <p:nvPicPr>
          <p:cNvPr id="7" name="Graphique 6" descr="Une artiste avec un remplissage uni">
            <a:extLst>
              <a:ext uri="{FF2B5EF4-FFF2-40B4-BE49-F238E27FC236}">
                <a16:creationId xmlns:a16="http://schemas.microsoft.com/office/drawing/2014/main" id="{9293A47D-F340-4796-AB83-76DCA419A9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010651" y="4125869"/>
            <a:ext cx="914400" cy="914400"/>
          </a:xfrm>
          <a:prstGeom prst="rect">
            <a:avLst/>
          </a:prstGeom>
        </p:spPr>
      </p:pic>
      <p:pic>
        <p:nvPicPr>
          <p:cNvPr id="11" name="Graphique 10" descr="Employée de bureau avec un remplissage uni">
            <a:extLst>
              <a:ext uri="{FF2B5EF4-FFF2-40B4-BE49-F238E27FC236}">
                <a16:creationId xmlns:a16="http://schemas.microsoft.com/office/drawing/2014/main" id="{96532A1B-82BE-460F-B74F-BEA0B921108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87655" y="4146186"/>
            <a:ext cx="914400" cy="914400"/>
          </a:xfrm>
          <a:prstGeom prst="rect">
            <a:avLst/>
          </a:prstGeom>
        </p:spPr>
      </p:pic>
      <p:pic>
        <p:nvPicPr>
          <p:cNvPr id="13" name="Graphique 12" descr="Profil femelle avec un remplissage uni">
            <a:extLst>
              <a:ext uri="{FF2B5EF4-FFF2-40B4-BE49-F238E27FC236}">
                <a16:creationId xmlns:a16="http://schemas.microsoft.com/office/drawing/2014/main" id="{650C514C-4079-4E6A-B6AD-EC47601C54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30998" y="4146186"/>
            <a:ext cx="914400" cy="914400"/>
          </a:xfrm>
          <a:prstGeom prst="rect">
            <a:avLst/>
          </a:prstGeom>
        </p:spPr>
      </p:pic>
      <p:pic>
        <p:nvPicPr>
          <p:cNvPr id="15" name="Graphique 14" descr="Femme agricultrice avec un remplissage uni">
            <a:extLst>
              <a:ext uri="{FF2B5EF4-FFF2-40B4-BE49-F238E27FC236}">
                <a16:creationId xmlns:a16="http://schemas.microsoft.com/office/drawing/2014/main" id="{69F06F29-C3B9-43A5-88B1-363B6EE88EA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33182" y="4187123"/>
            <a:ext cx="914400" cy="914400"/>
          </a:xfrm>
          <a:prstGeom prst="rect">
            <a:avLst/>
          </a:prstGeom>
        </p:spPr>
      </p:pic>
      <p:pic>
        <p:nvPicPr>
          <p:cNvPr id="20" name="Graphique 19" descr="Femme DJ avec un remplissage uni">
            <a:extLst>
              <a:ext uri="{FF2B5EF4-FFF2-40B4-BE49-F238E27FC236}">
                <a16:creationId xmlns:a16="http://schemas.microsoft.com/office/drawing/2014/main" id="{30E77CC5-F00E-47CA-8407-BA15C00F612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76525" y="4187123"/>
            <a:ext cx="914400" cy="914400"/>
          </a:xfrm>
          <a:prstGeom prst="rect">
            <a:avLst/>
          </a:prstGeom>
        </p:spPr>
      </p:pic>
      <p:pic>
        <p:nvPicPr>
          <p:cNvPr id="27" name="Graphique 26" descr="Écolière avec un remplissage uni">
            <a:extLst>
              <a:ext uri="{FF2B5EF4-FFF2-40B4-BE49-F238E27FC236}">
                <a16:creationId xmlns:a16="http://schemas.microsoft.com/office/drawing/2014/main" id="{1B2C5A10-7AA6-4D2A-952E-7DB07454D4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98197" y="4146186"/>
            <a:ext cx="914400" cy="914400"/>
          </a:xfrm>
          <a:prstGeom prst="rect">
            <a:avLst/>
          </a:prstGeom>
        </p:spPr>
      </p:pic>
      <p:pic>
        <p:nvPicPr>
          <p:cNvPr id="29" name="Graphique 28" descr="Héroïne avec un remplissage uni">
            <a:extLst>
              <a:ext uri="{FF2B5EF4-FFF2-40B4-BE49-F238E27FC236}">
                <a16:creationId xmlns:a16="http://schemas.microsoft.com/office/drawing/2014/main" id="{E1ADD144-FFAE-4359-881A-27B078C6E7D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633647" y="4094855"/>
            <a:ext cx="1006668" cy="1006668"/>
          </a:xfrm>
          <a:prstGeom prst="rect">
            <a:avLst/>
          </a:prstGeom>
        </p:spPr>
      </p:pic>
      <p:pic>
        <p:nvPicPr>
          <p:cNvPr id="31" name="Graphique 30" descr="Deux cœurs avec un remplissage uni">
            <a:extLst>
              <a:ext uri="{FF2B5EF4-FFF2-40B4-BE49-F238E27FC236}">
                <a16:creationId xmlns:a16="http://schemas.microsoft.com/office/drawing/2014/main" id="{2D21C005-0EB3-48FC-AEB3-193B39A369F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852504" y="4038031"/>
            <a:ext cx="298183" cy="298183"/>
          </a:xfrm>
          <a:prstGeom prst="rect">
            <a:avLst/>
          </a:prstGeom>
        </p:spPr>
      </p:pic>
      <p:sp>
        <p:nvSpPr>
          <p:cNvPr id="28" name="ZoneTexte 27">
            <a:extLst>
              <a:ext uri="{FF2B5EF4-FFF2-40B4-BE49-F238E27FC236}">
                <a16:creationId xmlns:a16="http://schemas.microsoft.com/office/drawing/2014/main" id="{5A626635-2F0A-4EC8-88A7-7B72C0BA9495}"/>
              </a:ext>
            </a:extLst>
          </p:cNvPr>
          <p:cNvSpPr txBox="1"/>
          <p:nvPr/>
        </p:nvSpPr>
        <p:spPr>
          <a:xfrm>
            <a:off x="330692" y="6445761"/>
            <a:ext cx="6416889" cy="430887"/>
          </a:xfrm>
          <a:prstGeom prst="rect">
            <a:avLst/>
          </a:prstGeom>
          <a:noFill/>
        </p:spPr>
        <p:txBody>
          <a:bodyPr wrap="square">
            <a:spAutoFit/>
          </a:bodyPr>
          <a:lstStyle/>
          <a:p>
            <a:r>
              <a:rPr lang="en-US" sz="1100" dirty="0">
                <a:hlinkClick r:id="rId18"/>
              </a:rPr>
              <a:t>https://en.wikipedia.org/wiki/Flow_(psychology)</a:t>
            </a:r>
            <a:endParaRPr lang="en-US" sz="1100" dirty="0"/>
          </a:p>
          <a:p>
            <a:endParaRPr lang="en-US" sz="1100" dirty="0"/>
          </a:p>
        </p:txBody>
      </p:sp>
    </p:spTree>
    <p:extLst>
      <p:ext uri="{BB962C8B-B14F-4D97-AF65-F5344CB8AC3E}">
        <p14:creationId xmlns:p14="http://schemas.microsoft.com/office/powerpoint/2010/main" val="1311854233"/>
      </p:ext>
    </p:extLst>
  </p:cSld>
  <p:clrMapOvr>
    <a:masterClrMapping/>
  </p:clrMapOvr>
  <mc:AlternateContent xmlns:mc="http://schemas.openxmlformats.org/markup-compatibility/2006" xmlns:p14="http://schemas.microsoft.com/office/powerpoint/2010/main">
    <mc:Choice Requires="p14">
      <p:transition spd="slow" p14:dur="2000" advTm="108229"/>
    </mc:Choice>
    <mc:Fallback xmlns="">
      <p:transition spd="slow" advTm="108229"/>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625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62500" lnSpcReduction="20000"/>
          </a:bodyPr>
          <a:lstStyle/>
          <a:p>
            <a:pPr marL="0" indent="0">
              <a:buNone/>
            </a:pPr>
            <a:endParaRPr lang="en-US" noProof="1"/>
          </a:p>
          <a:p>
            <a:pPr marL="0" indent="0">
              <a:buNone/>
            </a:pPr>
            <a:r>
              <a:rPr lang="en-US" noProof="1"/>
              <a:t>Have you ever encountered Refusal/Fatigue Zone when reaching out for your members ? </a:t>
            </a:r>
          </a:p>
          <a:p>
            <a:pPr marL="0" indent="0">
              <a:buNone/>
            </a:pPr>
            <a:r>
              <a:rPr lang="en-US" noProof="1"/>
              <a:t>What about Boredom and Frustration zone ? </a:t>
            </a:r>
          </a:p>
          <a:p>
            <a:pPr marL="0" indent="0">
              <a:buNone/>
            </a:pPr>
            <a:endParaRPr lang="en-US" noProof="1"/>
          </a:p>
          <a:p>
            <a:pPr marL="0" indent="0">
              <a:buNone/>
            </a:pPr>
            <a:r>
              <a:rPr lang="en-US" noProof="1"/>
              <a:t>Briefly share your stories.</a:t>
            </a:r>
          </a:p>
          <a:p>
            <a:pPr marL="0" indent="0">
              <a:buNone/>
            </a:pPr>
            <a:endParaRPr lang="en-US" noProof="1"/>
          </a:p>
          <a:p>
            <a:pPr marL="0" indent="0">
              <a:buNone/>
            </a:pPr>
            <a:r>
              <a:rPr lang="en-US" noProof="1"/>
              <a:t>What increases sense of belonging in your Community ?</a:t>
            </a:r>
          </a:p>
        </p:txBody>
      </p:sp>
      <p:grpSp>
        <p:nvGrpSpPr>
          <p:cNvPr id="6" name="Groupe 5">
            <a:extLst>
              <a:ext uri="{FF2B5EF4-FFF2-40B4-BE49-F238E27FC236}">
                <a16:creationId xmlns:a16="http://schemas.microsoft.com/office/drawing/2014/main" id="{000DE301-4CF6-4F62-972C-6DF8C10DF2AD}"/>
              </a:ext>
            </a:extLst>
          </p:cNvPr>
          <p:cNvGrpSpPr/>
          <p:nvPr/>
        </p:nvGrpSpPr>
        <p:grpSpPr>
          <a:xfrm>
            <a:off x="1329767" y="2967595"/>
            <a:ext cx="4691636" cy="2122211"/>
            <a:chOff x="150989" y="1626415"/>
            <a:chExt cx="11838858" cy="2502468"/>
          </a:xfrm>
        </p:grpSpPr>
        <p:sp>
          <p:nvSpPr>
            <p:cNvPr id="7" name="ZoneTexte 6">
              <a:extLst>
                <a:ext uri="{FF2B5EF4-FFF2-40B4-BE49-F238E27FC236}">
                  <a16:creationId xmlns:a16="http://schemas.microsoft.com/office/drawing/2014/main" id="{946A1E2C-B16A-4C98-93EA-8EF1597B2261}"/>
                </a:ext>
              </a:extLst>
            </p:cNvPr>
            <p:cNvSpPr txBox="1"/>
            <p:nvPr/>
          </p:nvSpPr>
          <p:spPr>
            <a:xfrm>
              <a:off x="9486128" y="3620790"/>
              <a:ext cx="2503719" cy="508093"/>
            </a:xfrm>
            <a:prstGeom prst="rect">
              <a:avLst/>
            </a:prstGeom>
            <a:noFill/>
          </p:spPr>
          <p:txBody>
            <a:bodyPr wrap="square" rtlCol="0">
              <a:spAutoFit/>
            </a:bodyPr>
            <a:lstStyle/>
            <a:p>
              <a:r>
                <a:rPr lang="en-US" sz="1100" dirty="0"/>
                <a:t>Sense of Belonging</a:t>
              </a:r>
            </a:p>
          </p:txBody>
        </p:sp>
        <p:grpSp>
          <p:nvGrpSpPr>
            <p:cNvPr id="8" name="Groupe 7">
              <a:extLst>
                <a:ext uri="{FF2B5EF4-FFF2-40B4-BE49-F238E27FC236}">
                  <a16:creationId xmlns:a16="http://schemas.microsoft.com/office/drawing/2014/main" id="{18FE0822-69F6-4E1B-A0F7-4BBE98136643}"/>
                </a:ext>
              </a:extLst>
            </p:cNvPr>
            <p:cNvGrpSpPr/>
            <p:nvPr/>
          </p:nvGrpSpPr>
          <p:grpSpPr>
            <a:xfrm>
              <a:off x="150989" y="1626415"/>
              <a:ext cx="11621911" cy="2040502"/>
              <a:chOff x="150989" y="1626415"/>
              <a:chExt cx="11621911" cy="2040502"/>
            </a:xfrm>
          </p:grpSpPr>
          <p:grpSp>
            <p:nvGrpSpPr>
              <p:cNvPr id="9" name="Groupe 8">
                <a:extLst>
                  <a:ext uri="{FF2B5EF4-FFF2-40B4-BE49-F238E27FC236}">
                    <a16:creationId xmlns:a16="http://schemas.microsoft.com/office/drawing/2014/main" id="{67791531-9F78-4C71-BEED-20C187D6AC98}"/>
                  </a:ext>
                </a:extLst>
              </p:cNvPr>
              <p:cNvGrpSpPr/>
              <p:nvPr/>
            </p:nvGrpSpPr>
            <p:grpSpPr>
              <a:xfrm>
                <a:off x="670820" y="2141130"/>
                <a:ext cx="11102080" cy="1479661"/>
                <a:chOff x="816746" y="2272683"/>
                <a:chExt cx="11215140" cy="1739461"/>
              </a:xfrm>
            </p:grpSpPr>
            <p:cxnSp>
              <p:nvCxnSpPr>
                <p:cNvPr id="18" name="Connecteur droit avec flèche 17">
                  <a:extLst>
                    <a:ext uri="{FF2B5EF4-FFF2-40B4-BE49-F238E27FC236}">
                      <a16:creationId xmlns:a16="http://schemas.microsoft.com/office/drawing/2014/main" id="{CE518A96-3C8D-4463-9FB2-7F119CAAB477}"/>
                    </a:ext>
                  </a:extLst>
                </p:cNvPr>
                <p:cNvCxnSpPr/>
                <p:nvPr/>
              </p:nvCxnSpPr>
              <p:spPr>
                <a:xfrm flipV="1">
                  <a:off x="816746" y="2272683"/>
                  <a:ext cx="0" cy="1722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650B0014-54FD-4035-9FA4-CAF8DD2115AB}"/>
                    </a:ext>
                  </a:extLst>
                </p:cNvPr>
                <p:cNvCxnSpPr>
                  <a:cxnSpLocks/>
                </p:cNvCxnSpPr>
                <p:nvPr/>
              </p:nvCxnSpPr>
              <p:spPr>
                <a:xfrm>
                  <a:off x="816746" y="3996430"/>
                  <a:ext cx="11215140" cy="157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ZoneTexte 9">
                <a:extLst>
                  <a:ext uri="{FF2B5EF4-FFF2-40B4-BE49-F238E27FC236}">
                    <a16:creationId xmlns:a16="http://schemas.microsoft.com/office/drawing/2014/main" id="{4AD254CA-4117-4055-B3C1-5F970DB15109}"/>
                  </a:ext>
                </a:extLst>
              </p:cNvPr>
              <p:cNvSpPr txBox="1"/>
              <p:nvPr/>
            </p:nvSpPr>
            <p:spPr>
              <a:xfrm>
                <a:off x="150989" y="1626415"/>
                <a:ext cx="4411485" cy="544386"/>
              </a:xfrm>
              <a:prstGeom prst="rect">
                <a:avLst/>
              </a:prstGeom>
              <a:noFill/>
            </p:spPr>
            <p:txBody>
              <a:bodyPr wrap="square" rtlCol="0">
                <a:spAutoFit/>
              </a:bodyPr>
              <a:lstStyle/>
              <a:p>
                <a:r>
                  <a:rPr lang="en-US" sz="1200" dirty="0"/>
                  <a:t>Engagement possibilities</a:t>
                </a:r>
              </a:p>
            </p:txBody>
          </p:sp>
          <p:grpSp>
            <p:nvGrpSpPr>
              <p:cNvPr id="11" name="Groupe 10">
                <a:extLst>
                  <a:ext uri="{FF2B5EF4-FFF2-40B4-BE49-F238E27FC236}">
                    <a16:creationId xmlns:a16="http://schemas.microsoft.com/office/drawing/2014/main" id="{5152E193-2101-4784-97AC-608F98A248A0}"/>
                  </a:ext>
                </a:extLst>
              </p:cNvPr>
              <p:cNvGrpSpPr/>
              <p:nvPr/>
            </p:nvGrpSpPr>
            <p:grpSpPr>
              <a:xfrm>
                <a:off x="670820" y="2269541"/>
                <a:ext cx="11016354" cy="1080361"/>
                <a:chOff x="727970" y="2658547"/>
                <a:chExt cx="11016354" cy="1080361"/>
              </a:xfrm>
            </p:grpSpPr>
            <p:sp>
              <p:nvSpPr>
                <p:cNvPr id="16" name="Triangle rectangle 15">
                  <a:extLst>
                    <a:ext uri="{FF2B5EF4-FFF2-40B4-BE49-F238E27FC236}">
                      <a16:creationId xmlns:a16="http://schemas.microsoft.com/office/drawing/2014/main" id="{3BAFD502-C517-4091-8DAE-36BF5D6E82AF}"/>
                    </a:ext>
                  </a:extLst>
                </p:cNvPr>
                <p:cNvSpPr/>
                <p:nvPr/>
              </p:nvSpPr>
              <p:spPr>
                <a:xfrm flipV="1">
                  <a:off x="727970" y="2950558"/>
                  <a:ext cx="11016354" cy="788350"/>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1DB3F38-81DD-4DBF-8EA6-5FCB46138326}"/>
                    </a:ext>
                  </a:extLst>
                </p:cNvPr>
                <p:cNvSpPr/>
                <p:nvPr/>
              </p:nvSpPr>
              <p:spPr>
                <a:xfrm>
                  <a:off x="727970" y="2658547"/>
                  <a:ext cx="10949673" cy="298211"/>
                </a:xfrm>
                <a:prstGeom prst="rect">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riangle rectangle 11">
                <a:extLst>
                  <a:ext uri="{FF2B5EF4-FFF2-40B4-BE49-F238E27FC236}">
                    <a16:creationId xmlns:a16="http://schemas.microsoft.com/office/drawing/2014/main" id="{707D6CDC-AC9D-41CB-95CE-D268CACC5097}"/>
                  </a:ext>
                </a:extLst>
              </p:cNvPr>
              <p:cNvSpPr/>
              <p:nvPr/>
            </p:nvSpPr>
            <p:spPr>
              <a:xfrm flipH="1">
                <a:off x="2152649" y="2911069"/>
                <a:ext cx="9467845" cy="695726"/>
              </a:xfrm>
              <a:prstGeom prst="rtTriangle">
                <a:avLst/>
              </a:prstGeom>
              <a:solidFill>
                <a:srgbClr val="EC7B2B">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ZoneTexte 12">
                <a:extLst>
                  <a:ext uri="{FF2B5EF4-FFF2-40B4-BE49-F238E27FC236}">
                    <a16:creationId xmlns:a16="http://schemas.microsoft.com/office/drawing/2014/main" id="{508AFFCF-72C0-4242-9D2E-CC8068156F6A}"/>
                  </a:ext>
                </a:extLst>
              </p:cNvPr>
              <p:cNvSpPr txBox="1"/>
              <p:nvPr/>
            </p:nvSpPr>
            <p:spPr>
              <a:xfrm>
                <a:off x="1704975" y="2487294"/>
                <a:ext cx="2857499" cy="435509"/>
              </a:xfrm>
              <a:prstGeom prst="rect">
                <a:avLst/>
              </a:prstGeom>
              <a:noFill/>
            </p:spPr>
            <p:txBody>
              <a:bodyPr wrap="square" rtlCol="0">
                <a:spAutoFit/>
              </a:bodyPr>
              <a:lstStyle/>
              <a:p>
                <a:r>
                  <a:rPr lang="en-US" sz="900" dirty="0"/>
                  <a:t>Refusal or Fatigue zone</a:t>
                </a:r>
              </a:p>
            </p:txBody>
          </p:sp>
          <p:sp>
            <p:nvSpPr>
              <p:cNvPr id="14" name="ZoneTexte 13">
                <a:extLst>
                  <a:ext uri="{FF2B5EF4-FFF2-40B4-BE49-F238E27FC236}">
                    <a16:creationId xmlns:a16="http://schemas.microsoft.com/office/drawing/2014/main" id="{D9B8483A-025C-4CA2-8B88-156447795AB5}"/>
                  </a:ext>
                </a:extLst>
              </p:cNvPr>
              <p:cNvSpPr txBox="1"/>
              <p:nvPr/>
            </p:nvSpPr>
            <p:spPr>
              <a:xfrm>
                <a:off x="8496300" y="3231408"/>
                <a:ext cx="2857499" cy="435509"/>
              </a:xfrm>
              <a:prstGeom prst="rect">
                <a:avLst/>
              </a:prstGeom>
              <a:noFill/>
            </p:spPr>
            <p:txBody>
              <a:bodyPr wrap="square" rtlCol="0">
                <a:spAutoFit/>
              </a:bodyPr>
              <a:lstStyle/>
              <a:p>
                <a:r>
                  <a:rPr lang="en-US" sz="900" dirty="0"/>
                  <a:t>Boredom or Frustration</a:t>
                </a:r>
              </a:p>
            </p:txBody>
          </p:sp>
          <p:sp>
            <p:nvSpPr>
              <p:cNvPr id="15" name="ZoneTexte 14">
                <a:extLst>
                  <a:ext uri="{FF2B5EF4-FFF2-40B4-BE49-F238E27FC236}">
                    <a16:creationId xmlns:a16="http://schemas.microsoft.com/office/drawing/2014/main" id="{47C1D767-4065-4EEC-8B00-52B61225BA34}"/>
                  </a:ext>
                </a:extLst>
              </p:cNvPr>
              <p:cNvSpPr txBox="1"/>
              <p:nvPr/>
            </p:nvSpPr>
            <p:spPr>
              <a:xfrm rot="21393118">
                <a:off x="4137923" y="3051313"/>
                <a:ext cx="2857499" cy="272192"/>
              </a:xfrm>
              <a:prstGeom prst="rect">
                <a:avLst/>
              </a:prstGeom>
              <a:noFill/>
            </p:spPr>
            <p:txBody>
              <a:bodyPr wrap="square" rtlCol="0">
                <a:spAutoFit/>
              </a:bodyPr>
              <a:lstStyle/>
              <a:p>
                <a:pPr algn="ctr"/>
                <a:r>
                  <a:rPr lang="en-US" sz="900" dirty="0"/>
                  <a:t>Flow Zone</a:t>
                </a:r>
              </a:p>
            </p:txBody>
          </p:sp>
        </p:grpSp>
      </p:grpSp>
      <p:grpSp>
        <p:nvGrpSpPr>
          <p:cNvPr id="20" name="Groupe 19">
            <a:extLst>
              <a:ext uri="{FF2B5EF4-FFF2-40B4-BE49-F238E27FC236}">
                <a16:creationId xmlns:a16="http://schemas.microsoft.com/office/drawing/2014/main" id="{3F805A19-124D-42BD-976F-10F11718419B}"/>
              </a:ext>
            </a:extLst>
          </p:cNvPr>
          <p:cNvGrpSpPr/>
          <p:nvPr/>
        </p:nvGrpSpPr>
        <p:grpSpPr>
          <a:xfrm>
            <a:off x="1384619" y="5186263"/>
            <a:ext cx="4399658" cy="420124"/>
            <a:chOff x="1900629" y="1202922"/>
            <a:chExt cx="10542118" cy="1006668"/>
          </a:xfrm>
        </p:grpSpPr>
        <p:pic>
          <p:nvPicPr>
            <p:cNvPr id="21" name="Graphique 20" descr="Une artiste avec un remplissage uni">
              <a:extLst>
                <a:ext uri="{FF2B5EF4-FFF2-40B4-BE49-F238E27FC236}">
                  <a16:creationId xmlns:a16="http://schemas.microsoft.com/office/drawing/2014/main" id="{7D734BAF-5676-4363-A51D-8FE52E687E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13083" y="1233936"/>
              <a:ext cx="914400" cy="914400"/>
            </a:xfrm>
            <a:prstGeom prst="rect">
              <a:avLst/>
            </a:prstGeom>
          </p:spPr>
        </p:pic>
        <p:pic>
          <p:nvPicPr>
            <p:cNvPr id="22" name="Graphique 21" descr="Employée de bureau avec un remplissage uni">
              <a:extLst>
                <a:ext uri="{FF2B5EF4-FFF2-40B4-BE49-F238E27FC236}">
                  <a16:creationId xmlns:a16="http://schemas.microsoft.com/office/drawing/2014/main" id="{230BE102-1BBD-4BE4-88D3-60783E8DAA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0087" y="1254253"/>
              <a:ext cx="914400" cy="914400"/>
            </a:xfrm>
            <a:prstGeom prst="rect">
              <a:avLst/>
            </a:prstGeom>
          </p:spPr>
        </p:pic>
        <p:pic>
          <p:nvPicPr>
            <p:cNvPr id="23" name="Graphique 22" descr="Profil femelle avec un remplissage uni">
              <a:extLst>
                <a:ext uri="{FF2B5EF4-FFF2-40B4-BE49-F238E27FC236}">
                  <a16:creationId xmlns:a16="http://schemas.microsoft.com/office/drawing/2014/main" id="{3480E43E-EC7A-4128-B0A8-7FD115DA747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33430" y="1254253"/>
              <a:ext cx="914400" cy="914400"/>
            </a:xfrm>
            <a:prstGeom prst="rect">
              <a:avLst/>
            </a:prstGeom>
          </p:spPr>
        </p:pic>
        <p:pic>
          <p:nvPicPr>
            <p:cNvPr id="24" name="Graphique 23" descr="Femme agricultrice avec un remplissage uni">
              <a:extLst>
                <a:ext uri="{FF2B5EF4-FFF2-40B4-BE49-F238E27FC236}">
                  <a16:creationId xmlns:a16="http://schemas.microsoft.com/office/drawing/2014/main" id="{BE11D688-319F-4270-9E27-EE51799BA8B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35614" y="1295190"/>
              <a:ext cx="914400" cy="914400"/>
            </a:xfrm>
            <a:prstGeom prst="rect">
              <a:avLst/>
            </a:prstGeom>
          </p:spPr>
        </p:pic>
        <p:pic>
          <p:nvPicPr>
            <p:cNvPr id="25" name="Graphique 24" descr="Femme DJ avec un remplissage uni">
              <a:extLst>
                <a:ext uri="{FF2B5EF4-FFF2-40B4-BE49-F238E27FC236}">
                  <a16:creationId xmlns:a16="http://schemas.microsoft.com/office/drawing/2014/main" id="{640BDF35-6005-4B46-936E-50A0D8CDBF3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478957" y="1295190"/>
              <a:ext cx="914400" cy="914400"/>
            </a:xfrm>
            <a:prstGeom prst="rect">
              <a:avLst/>
            </a:prstGeom>
          </p:spPr>
        </p:pic>
        <p:pic>
          <p:nvPicPr>
            <p:cNvPr id="26" name="Graphique 25" descr="Écolière avec un remplissage uni">
              <a:extLst>
                <a:ext uri="{FF2B5EF4-FFF2-40B4-BE49-F238E27FC236}">
                  <a16:creationId xmlns:a16="http://schemas.microsoft.com/office/drawing/2014/main" id="{32C65B13-DD64-4C9B-85C8-8DD374A1D06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900629" y="1254253"/>
              <a:ext cx="914400" cy="914400"/>
            </a:xfrm>
            <a:prstGeom prst="rect">
              <a:avLst/>
            </a:prstGeom>
          </p:spPr>
        </p:pic>
        <p:pic>
          <p:nvPicPr>
            <p:cNvPr id="27" name="Graphique 26" descr="Héroïne avec un remplissage uni">
              <a:extLst>
                <a:ext uri="{FF2B5EF4-FFF2-40B4-BE49-F238E27FC236}">
                  <a16:creationId xmlns:a16="http://schemas.microsoft.com/office/drawing/2014/main" id="{1B6AEEE0-3F1D-4655-93BE-85787A065AA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436079" y="1202922"/>
              <a:ext cx="1006668" cy="1006668"/>
            </a:xfrm>
            <a:prstGeom prst="rect">
              <a:avLst/>
            </a:prstGeom>
          </p:spPr>
        </p:pic>
      </p:grpSp>
      <p:pic>
        <p:nvPicPr>
          <p:cNvPr id="28" name="Graphique 27" descr="Deux cœurs avec un remplissage uni">
            <a:extLst>
              <a:ext uri="{FF2B5EF4-FFF2-40B4-BE49-F238E27FC236}">
                <a16:creationId xmlns:a16="http://schemas.microsoft.com/office/drawing/2014/main" id="{562E087B-8CF0-4A94-88FE-EA18EA611E4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940553" y="5139575"/>
            <a:ext cx="188517" cy="188517"/>
          </a:xfrm>
          <a:prstGeom prst="rect">
            <a:avLst/>
          </a:prstGeom>
        </p:spPr>
      </p:pic>
    </p:spTree>
    <p:extLst>
      <p:ext uri="{BB962C8B-B14F-4D97-AF65-F5344CB8AC3E}">
        <p14:creationId xmlns:p14="http://schemas.microsoft.com/office/powerpoint/2010/main" val="663909820"/>
      </p:ext>
    </p:extLst>
  </p:cSld>
  <p:clrMapOvr>
    <a:masterClrMapping/>
  </p:clrMapOvr>
  <mc:AlternateContent xmlns:mc="http://schemas.openxmlformats.org/markup-compatibility/2006" xmlns:p14="http://schemas.microsoft.com/office/powerpoint/2010/main">
    <mc:Choice Requires="p14">
      <p:transition spd="slow" p14:dur="2000" advTm="52837"/>
    </mc:Choice>
    <mc:Fallback xmlns="">
      <p:transition spd="slow" advTm="52837"/>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8" y="548640"/>
            <a:ext cx="10168128" cy="720323"/>
          </a:xfrm>
        </p:spPr>
        <p:txBody>
          <a:bodyPr>
            <a:noAutofit/>
          </a:bodyPr>
          <a:lstStyle/>
          <a:p>
            <a:r>
              <a:rPr lang="en-US" sz="2400" dirty="0"/>
              <a:t>Challenge P7</a:t>
            </a:r>
            <a:br>
              <a:rPr lang="en-US" sz="2400" dirty="0"/>
            </a:br>
            <a:r>
              <a:rPr lang="en-US" sz="2400" dirty="0"/>
              <a:t>Outline for each Engagement level what are the Gives &amp; Takes</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910074498"/>
              </p:ext>
            </p:extLst>
          </p:nvPr>
        </p:nvGraphicFramePr>
        <p:xfrm>
          <a:off x="451981" y="2677910"/>
          <a:ext cx="11588320" cy="4053840"/>
        </p:xfrm>
        <a:graphic>
          <a:graphicData uri="http://schemas.openxmlformats.org/drawingml/2006/table">
            <a:tbl>
              <a:tblPr firstRow="1" bandRow="1">
                <a:tableStyleId>{5C22544A-7EE6-4342-B048-85BDC9FD1C3A}</a:tableStyleId>
              </a:tblPr>
              <a:tblGrid>
                <a:gridCol w="1448540">
                  <a:extLst>
                    <a:ext uri="{9D8B030D-6E8A-4147-A177-3AD203B41FA5}">
                      <a16:colId xmlns:a16="http://schemas.microsoft.com/office/drawing/2014/main" val="1210142047"/>
                    </a:ext>
                  </a:extLst>
                </a:gridCol>
                <a:gridCol w="1448540">
                  <a:extLst>
                    <a:ext uri="{9D8B030D-6E8A-4147-A177-3AD203B41FA5}">
                      <a16:colId xmlns:a16="http://schemas.microsoft.com/office/drawing/2014/main" val="1258243979"/>
                    </a:ext>
                  </a:extLst>
                </a:gridCol>
                <a:gridCol w="1448540">
                  <a:extLst>
                    <a:ext uri="{9D8B030D-6E8A-4147-A177-3AD203B41FA5}">
                      <a16:colId xmlns:a16="http://schemas.microsoft.com/office/drawing/2014/main" val="1079462814"/>
                    </a:ext>
                  </a:extLst>
                </a:gridCol>
                <a:gridCol w="1448540">
                  <a:extLst>
                    <a:ext uri="{9D8B030D-6E8A-4147-A177-3AD203B41FA5}">
                      <a16:colId xmlns:a16="http://schemas.microsoft.com/office/drawing/2014/main" val="3397691572"/>
                    </a:ext>
                  </a:extLst>
                </a:gridCol>
                <a:gridCol w="1448540">
                  <a:extLst>
                    <a:ext uri="{9D8B030D-6E8A-4147-A177-3AD203B41FA5}">
                      <a16:colId xmlns:a16="http://schemas.microsoft.com/office/drawing/2014/main" val="3075883050"/>
                    </a:ext>
                  </a:extLst>
                </a:gridCol>
                <a:gridCol w="1448540">
                  <a:extLst>
                    <a:ext uri="{9D8B030D-6E8A-4147-A177-3AD203B41FA5}">
                      <a16:colId xmlns:a16="http://schemas.microsoft.com/office/drawing/2014/main" val="1259412674"/>
                    </a:ext>
                  </a:extLst>
                </a:gridCol>
                <a:gridCol w="1448540">
                  <a:extLst>
                    <a:ext uri="{9D8B030D-6E8A-4147-A177-3AD203B41FA5}">
                      <a16:colId xmlns:a16="http://schemas.microsoft.com/office/drawing/2014/main" val="3392695109"/>
                    </a:ext>
                  </a:extLst>
                </a:gridCol>
                <a:gridCol w="1448540">
                  <a:extLst>
                    <a:ext uri="{9D8B030D-6E8A-4147-A177-3AD203B41FA5}">
                      <a16:colId xmlns:a16="http://schemas.microsoft.com/office/drawing/2014/main" val="2848032752"/>
                    </a:ext>
                  </a:extLst>
                </a:gridCol>
              </a:tblGrid>
              <a:tr h="227421">
                <a:tc>
                  <a:txBody>
                    <a:bodyPr/>
                    <a:lstStyle/>
                    <a:p>
                      <a:pPr algn="ctr"/>
                      <a:endParaRPr lang="en-US" sz="1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1</a:t>
                      </a:r>
                    </a:p>
                  </a:txBody>
                  <a:tcPr>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2</a:t>
                      </a:r>
                    </a:p>
                  </a:txBody>
                  <a:tcPr>
                    <a:solidFill>
                      <a:schemeClr val="bg1">
                        <a:lumMod val="95000"/>
                      </a:schemeClr>
                    </a:solidFill>
                  </a:tcPr>
                </a:tc>
                <a:tc>
                  <a:txBody>
                    <a:bodyPr/>
                    <a:lstStyle/>
                    <a:p>
                      <a:pPr algn="ctr"/>
                      <a:r>
                        <a:rPr lang="en-US" sz="1100" dirty="0">
                          <a:solidFill>
                            <a:schemeClr val="tx1"/>
                          </a:solidFill>
                        </a:rPr>
                        <a:t>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6</a:t>
                      </a:r>
                    </a:p>
                  </a:txBody>
                  <a:tcPr>
                    <a:solidFill>
                      <a:schemeClr val="accent1">
                        <a:lumMod val="75000"/>
                      </a:schemeClr>
                    </a:solidFill>
                  </a:tcPr>
                </a:tc>
                <a:tc>
                  <a:txBody>
                    <a:bodyPr/>
                    <a:lstStyle/>
                    <a:p>
                      <a:pPr algn="ctr"/>
                      <a:r>
                        <a:rPr lang="en-US" sz="1100" dirty="0">
                          <a:solidFill>
                            <a:schemeClr val="bg1"/>
                          </a:solidFill>
                        </a:rPr>
                        <a:t>7</a:t>
                      </a:r>
                    </a:p>
                  </a:txBody>
                  <a:tcPr>
                    <a:solidFill>
                      <a:schemeClr val="accent1">
                        <a:lumMod val="50000"/>
                      </a:schemeClr>
                    </a:solidFill>
                  </a:tcPr>
                </a:tc>
                <a:extLst>
                  <a:ext uri="{0D108BD9-81ED-4DB2-BD59-A6C34878D82A}">
                    <a16:rowId xmlns:a16="http://schemas.microsoft.com/office/drawing/2014/main" val="739272322"/>
                  </a:ext>
                </a:extLst>
              </a:tr>
              <a:tr h="521731">
                <a:tc>
                  <a:txBody>
                    <a:bodyPr/>
                    <a:lstStyle/>
                    <a:p>
                      <a:pPr algn="ctr"/>
                      <a:endParaRPr lang="en-US" sz="1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“You got my attention”</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experience something”</a:t>
                      </a:r>
                    </a:p>
                  </a:txBody>
                  <a:tcPr>
                    <a:solidFill>
                      <a:schemeClr val="bg1">
                        <a:lumMod val="95000"/>
                      </a:schemeClr>
                    </a:solidFill>
                  </a:tcPr>
                </a:tc>
                <a:tc>
                  <a:txBody>
                    <a:bodyPr/>
                    <a:lstStyle/>
                    <a:p>
                      <a:pPr algn="ctr"/>
                      <a:r>
                        <a:rPr lang="en-US" sz="11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“I want to add my own touch”</a:t>
                      </a:r>
                    </a:p>
                  </a:txBody>
                  <a:tcPr>
                    <a:solidFill>
                      <a:schemeClr val="accent1">
                        <a:lumMod val="75000"/>
                      </a:schemeClr>
                    </a:solidFill>
                  </a:tcPr>
                </a:tc>
                <a:tc>
                  <a:txBody>
                    <a:bodyPr/>
                    <a:lstStyle/>
                    <a:p>
                      <a:pPr algn="ctr"/>
                      <a:r>
                        <a:rPr lang="en-US" sz="11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r h="1525060">
                <a:tc>
                  <a:txBody>
                    <a:bodyPr/>
                    <a:lstStyle/>
                    <a:p>
                      <a:pPr algn="ctr"/>
                      <a:r>
                        <a:rPr lang="en-US" sz="900" dirty="0">
                          <a:solidFill>
                            <a:schemeClr val="tx1"/>
                          </a:solidFill>
                        </a:rPr>
                        <a:t>What members are ready to give to the community</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dirty="0">
                          <a:solidFill>
                            <a:schemeClr val="tx1"/>
                          </a:solidFill>
                        </a:rPr>
                        <a:t>ATTENTION</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900" dirty="0">
                          <a:solidFill>
                            <a:schemeClr val="tx1"/>
                          </a:solidFill>
                        </a:rPr>
                        <a:t>ATTENTION </a:t>
                      </a:r>
                    </a:p>
                    <a:p>
                      <a:pPr algn="l"/>
                      <a:r>
                        <a:rPr lang="en-US" sz="900" dirty="0">
                          <a:solidFill>
                            <a:schemeClr val="tx1"/>
                          </a:solidFill>
                        </a:rPr>
                        <a:t>+ ENOUGH TIME TO EXPERIMENT</a:t>
                      </a:r>
                    </a:p>
                  </a:txBody>
                  <a:tcPr>
                    <a:lnL w="12700" cap="flat" cmpd="sng" algn="ctr">
                      <a:noFill/>
                      <a:prstDash val="solid"/>
                      <a:round/>
                      <a:headEnd type="none" w="med" len="med"/>
                      <a:tailEnd type="none" w="med" len="med"/>
                    </a:lnL>
                    <a:solidFill>
                      <a:schemeClr val="bg1">
                        <a:lumMod val="95000"/>
                      </a:schemeClr>
                    </a:solidFill>
                  </a:tcPr>
                </a:tc>
                <a:tc>
                  <a:txBody>
                    <a:bodyPr/>
                    <a:lstStyle/>
                    <a:p>
                      <a:pPr algn="l"/>
                      <a:r>
                        <a:rPr lang="en-US" sz="900" dirty="0">
                          <a:solidFill>
                            <a:schemeClr val="tx1"/>
                          </a:solidFill>
                        </a:rPr>
                        <a:t>ATTENTION</a:t>
                      </a:r>
                    </a:p>
                    <a:p>
                      <a:pPr algn="l"/>
                      <a:r>
                        <a:rPr lang="en-US" sz="900" dirty="0">
                          <a:solidFill>
                            <a:schemeClr val="tx1"/>
                          </a:solidFill>
                        </a:rPr>
                        <a:t>+ ENOUGH TIME TO EXPERIMENT</a:t>
                      </a:r>
                    </a:p>
                    <a:p>
                      <a:pPr algn="l"/>
                      <a:r>
                        <a:rPr lang="en-US" sz="900" dirty="0">
                          <a:solidFill>
                            <a:schemeClr val="tx1"/>
                          </a:solidFill>
                        </a:rPr>
                        <a:t>+ RECURRING ATTENDANCE</a:t>
                      </a:r>
                    </a:p>
                  </a:txBody>
                  <a:tcPr>
                    <a:solidFill>
                      <a:schemeClr val="accent1">
                        <a:lumMod val="20000"/>
                        <a:lumOff val="80000"/>
                      </a:schemeClr>
                    </a:solidFill>
                  </a:tcPr>
                </a:tc>
                <a:tc>
                  <a:txBody>
                    <a:bodyPr/>
                    <a:lstStyle/>
                    <a:p>
                      <a:pPr algn="l"/>
                      <a:r>
                        <a:rPr lang="en-US" sz="900" dirty="0">
                          <a:solidFill>
                            <a:schemeClr val="tx1"/>
                          </a:solidFill>
                        </a:rPr>
                        <a:t>ATTENTION</a:t>
                      </a:r>
                    </a:p>
                    <a:p>
                      <a:pPr algn="l"/>
                      <a:r>
                        <a:rPr lang="en-US" sz="900" dirty="0">
                          <a:solidFill>
                            <a:schemeClr val="tx1"/>
                          </a:solidFill>
                        </a:rPr>
                        <a:t>+ ENOUGH TIME TO EXPERIMENT</a:t>
                      </a:r>
                    </a:p>
                    <a:p>
                      <a:pPr algn="l"/>
                      <a:r>
                        <a:rPr lang="en-US" sz="900" dirty="0">
                          <a:solidFill>
                            <a:schemeClr val="tx1"/>
                          </a:solidFill>
                        </a:rPr>
                        <a:t>+ RECURRING ATTENDANCE</a:t>
                      </a:r>
                    </a:p>
                    <a:p>
                      <a:pPr algn="l"/>
                      <a:r>
                        <a:rPr lang="en-US" sz="900" dirty="0">
                          <a:solidFill>
                            <a:schemeClr val="tx1"/>
                          </a:solidFill>
                        </a:rPr>
                        <a:t>+ WILLINGNESS TO CONTRIBUTE</a:t>
                      </a:r>
                    </a:p>
                  </a:txBody>
                  <a:tcPr>
                    <a:solidFill>
                      <a:schemeClr val="accent1">
                        <a:lumMod val="40000"/>
                        <a:lumOff val="60000"/>
                      </a:schemeClr>
                    </a:solidFill>
                  </a:tcPr>
                </a:tc>
                <a:tc>
                  <a:txBody>
                    <a:bodyPr/>
                    <a:lstStyle/>
                    <a:p>
                      <a:pPr algn="l"/>
                      <a:r>
                        <a:rPr lang="en-US" sz="900" dirty="0">
                          <a:solidFill>
                            <a:schemeClr val="tx1"/>
                          </a:solidFill>
                        </a:rPr>
                        <a:t>ATTENTION</a:t>
                      </a:r>
                    </a:p>
                    <a:p>
                      <a:pPr algn="l"/>
                      <a:r>
                        <a:rPr lang="en-US" sz="900" dirty="0">
                          <a:solidFill>
                            <a:schemeClr val="tx1"/>
                          </a:solidFill>
                        </a:rPr>
                        <a:t>+ ENOUGH TIME TO EXPERIMENT</a:t>
                      </a:r>
                    </a:p>
                    <a:p>
                      <a:pPr algn="l"/>
                      <a:r>
                        <a:rPr lang="en-US" sz="900" dirty="0">
                          <a:solidFill>
                            <a:schemeClr val="tx1"/>
                          </a:solidFill>
                        </a:rPr>
                        <a:t>+ RECURRING ATTENDANCE</a:t>
                      </a:r>
                    </a:p>
                    <a:p>
                      <a:pPr algn="l"/>
                      <a:r>
                        <a:rPr lang="en-US" sz="900" dirty="0">
                          <a:solidFill>
                            <a:schemeClr val="tx1"/>
                          </a:solidFill>
                        </a:rPr>
                        <a:t>+ WILLINGNESS TO CONTRIBUTE</a:t>
                      </a:r>
                    </a:p>
                    <a:p>
                      <a:pPr algn="l"/>
                      <a:r>
                        <a:rPr lang="en-US" sz="900" dirty="0">
                          <a:solidFill>
                            <a:schemeClr val="tx1"/>
                          </a:solidFill>
                        </a:rPr>
                        <a:t>+WILLINGNESS TO TAKE RESPONSIBILITIES</a:t>
                      </a:r>
                    </a:p>
                  </a:txBody>
                  <a:tcPr>
                    <a:solidFill>
                      <a:schemeClr val="accent1">
                        <a:lumMod val="60000"/>
                        <a:lumOff val="40000"/>
                      </a:schemeClr>
                    </a:solidFill>
                  </a:tcPr>
                </a:tc>
                <a:tc>
                  <a:txBody>
                    <a:bodyPr/>
                    <a:lstStyle/>
                    <a:p>
                      <a:pPr algn="l"/>
                      <a:r>
                        <a:rPr lang="en-US" sz="900" dirty="0">
                          <a:solidFill>
                            <a:schemeClr val="bg1"/>
                          </a:solidFill>
                        </a:rPr>
                        <a:t>ATTENTION</a:t>
                      </a:r>
                    </a:p>
                    <a:p>
                      <a:pPr algn="l"/>
                      <a:r>
                        <a:rPr lang="en-US" sz="900" dirty="0">
                          <a:solidFill>
                            <a:schemeClr val="bg1"/>
                          </a:solidFill>
                        </a:rPr>
                        <a:t>+ ENOUGH TIME TO EXPERIMENT</a:t>
                      </a:r>
                    </a:p>
                    <a:p>
                      <a:pPr algn="l"/>
                      <a:r>
                        <a:rPr lang="en-US" sz="900" dirty="0">
                          <a:solidFill>
                            <a:schemeClr val="bg1"/>
                          </a:solidFill>
                        </a:rPr>
                        <a:t>+ RECURRING ATTENDANCE</a:t>
                      </a:r>
                    </a:p>
                    <a:p>
                      <a:pPr algn="l"/>
                      <a:r>
                        <a:rPr lang="en-US" sz="900" dirty="0">
                          <a:solidFill>
                            <a:schemeClr val="bg1"/>
                          </a:solidFill>
                        </a:rPr>
                        <a:t>+ WILLING NESS TO CONTRIBUTE</a:t>
                      </a:r>
                    </a:p>
                    <a:p>
                      <a:pPr algn="l"/>
                      <a:r>
                        <a:rPr lang="en-US" sz="900" dirty="0">
                          <a:solidFill>
                            <a:schemeClr val="bg1"/>
                          </a:solidFill>
                        </a:rPr>
                        <a:t>+WILLINGNESS TO TAKE RESPONSIBILITIES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+WILLINGNESS TO BUILD</a:t>
                      </a:r>
                    </a:p>
                  </a:txBody>
                  <a:tcPr>
                    <a:solidFill>
                      <a:schemeClr val="accent1">
                        <a:lumMod val="75000"/>
                      </a:schemeClr>
                    </a:solidFill>
                  </a:tcPr>
                </a:tc>
                <a:tc>
                  <a:txBody>
                    <a:bodyPr/>
                    <a:lstStyle/>
                    <a:p>
                      <a:pPr algn="l"/>
                      <a:r>
                        <a:rPr lang="en-US" sz="900" dirty="0">
                          <a:solidFill>
                            <a:schemeClr val="bg1"/>
                          </a:solidFill>
                        </a:rPr>
                        <a:t>ATTENTION</a:t>
                      </a:r>
                    </a:p>
                    <a:p>
                      <a:pPr algn="l"/>
                      <a:r>
                        <a:rPr lang="en-US" sz="900" dirty="0">
                          <a:solidFill>
                            <a:schemeClr val="bg1"/>
                          </a:solidFill>
                        </a:rPr>
                        <a:t>+ ENOUGH TIME TO EXPERIMENT</a:t>
                      </a:r>
                    </a:p>
                    <a:p>
                      <a:pPr algn="l"/>
                      <a:r>
                        <a:rPr lang="en-US" sz="900" dirty="0">
                          <a:solidFill>
                            <a:schemeClr val="bg1"/>
                          </a:solidFill>
                        </a:rPr>
                        <a:t>+ RECURRING ATTENDANCE</a:t>
                      </a:r>
                    </a:p>
                    <a:p>
                      <a:pPr algn="l"/>
                      <a:r>
                        <a:rPr lang="en-US" sz="900" dirty="0">
                          <a:solidFill>
                            <a:schemeClr val="bg1"/>
                          </a:solidFill>
                        </a:rPr>
                        <a:t>+ WILLINGNESS TO CONTRIBUTE</a:t>
                      </a:r>
                    </a:p>
                    <a:p>
                      <a:pPr algn="l"/>
                      <a:r>
                        <a:rPr lang="en-US" sz="900" dirty="0">
                          <a:solidFill>
                            <a:schemeClr val="bg1"/>
                          </a:solidFill>
                        </a:rPr>
                        <a:t>+WILLINGNESS TO TAKE RESPONSIBILITIES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+WILLINGNESS TO BUILD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+WILLINGNESS TO RALLY</a:t>
                      </a:r>
                    </a:p>
                  </a:txBody>
                  <a:tcPr>
                    <a:solidFill>
                      <a:schemeClr val="accent1">
                        <a:lumMod val="50000"/>
                      </a:schemeClr>
                    </a:solidFill>
                  </a:tcPr>
                </a:tc>
                <a:extLst>
                  <a:ext uri="{0D108BD9-81ED-4DB2-BD59-A6C34878D82A}">
                    <a16:rowId xmlns:a16="http://schemas.microsoft.com/office/drawing/2014/main" val="2260415336"/>
                  </a:ext>
                </a:extLst>
              </a:tr>
              <a:tr h="1043462">
                <a:tc>
                  <a:txBody>
                    <a:bodyPr/>
                    <a:lstStyle/>
                    <a:p>
                      <a:pPr algn="ctr"/>
                      <a:r>
                        <a:rPr lang="en-US" sz="900" dirty="0">
                          <a:solidFill>
                            <a:schemeClr val="tx1"/>
                          </a:solidFill>
                        </a:rPr>
                        <a:t>What members can possibly expect from the Community </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dirty="0">
                          <a:solidFill>
                            <a:schemeClr val="tx1"/>
                          </a:solidFill>
                        </a:rPr>
                        <a:t>Interesting content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900" dirty="0">
                          <a:solidFill>
                            <a:schemeClr val="tx1"/>
                          </a:solidFill>
                        </a:rPr>
                        <a:t>Pleasant experience</a:t>
                      </a:r>
                    </a:p>
                  </a:txBody>
                  <a:tcPr>
                    <a:lnL w="12700" cap="flat" cmpd="sng" algn="ctr">
                      <a:noFill/>
                      <a:prstDash val="solid"/>
                      <a:round/>
                      <a:headEnd type="none" w="med" len="med"/>
                      <a:tailEnd type="none" w="med" len="med"/>
                    </a:lnL>
                    <a:solidFill>
                      <a:schemeClr val="bg1">
                        <a:lumMod val="95000"/>
                      </a:schemeClr>
                    </a:solidFill>
                  </a:tcPr>
                </a:tc>
                <a:tc>
                  <a:txBody>
                    <a:bodyPr/>
                    <a:lstStyle/>
                    <a:p>
                      <a:pPr algn="l"/>
                      <a:r>
                        <a:rPr lang="en-US" sz="900" dirty="0">
                          <a:solidFill>
                            <a:schemeClr val="tx1"/>
                          </a:solidFill>
                        </a:rPr>
                        <a:t>- Interest and Utility</a:t>
                      </a:r>
                    </a:p>
                    <a:p>
                      <a:pPr algn="l"/>
                      <a:r>
                        <a:rPr lang="en-US" sz="900" dirty="0">
                          <a:solidFill>
                            <a:schemeClr val="tx1"/>
                          </a:solidFill>
                        </a:rPr>
                        <a:t>- Usefulness of community or  content experience</a:t>
                      </a:r>
                    </a:p>
                  </a:txBody>
                  <a:tcPr>
                    <a:solidFill>
                      <a:schemeClr val="accent1">
                        <a:lumMod val="20000"/>
                        <a:lumOff val="80000"/>
                      </a:schemeClr>
                    </a:solidFill>
                  </a:tcPr>
                </a:tc>
                <a:tc>
                  <a:txBody>
                    <a:bodyPr/>
                    <a:lstStyle/>
                    <a:p>
                      <a:pPr algn="l"/>
                      <a:r>
                        <a:rPr lang="en-US" sz="900" dirty="0">
                          <a:solidFill>
                            <a:schemeClr val="tx1"/>
                          </a:solidFill>
                        </a:rPr>
                        <a:t>- Feeling of being active</a:t>
                      </a:r>
                    </a:p>
                    <a:p>
                      <a:pPr algn="l"/>
                      <a:r>
                        <a:rPr lang="en-US" sz="900" dirty="0">
                          <a:solidFill>
                            <a:schemeClr val="tx1"/>
                          </a:solidFill>
                        </a:rPr>
                        <a:t>- Concrete effects resulting from one’s action</a:t>
                      </a:r>
                    </a:p>
                    <a:p>
                      <a:pPr algn="l"/>
                      <a:r>
                        <a:rPr lang="en-US" sz="900" dirty="0">
                          <a:solidFill>
                            <a:schemeClr val="tx1"/>
                          </a:solidFill>
                        </a:rPr>
                        <a:t>- Sense of belonging in something bigger</a:t>
                      </a:r>
                    </a:p>
                    <a:p>
                      <a:pPr marL="171450" indent="-171450" algn="l">
                        <a:buFontTx/>
                        <a:buChar char="-"/>
                      </a:pPr>
                      <a:r>
                        <a:rPr lang="en-US" sz="900" dirty="0">
                          <a:solidFill>
                            <a:schemeClr val="tx1"/>
                          </a:solidFill>
                        </a:rPr>
                        <a:t>Better self-image</a:t>
                      </a:r>
                    </a:p>
                    <a:p>
                      <a:pPr marL="171450" indent="-171450" algn="l">
                        <a:buFontTx/>
                        <a:buChar char="-"/>
                      </a:pPr>
                      <a:r>
                        <a:rPr lang="en-US" sz="900" dirty="0">
                          <a:solidFill>
                            <a:schemeClr val="tx1"/>
                          </a:solidFill>
                        </a:rPr>
                        <a:t>Alignment of values</a:t>
                      </a:r>
                    </a:p>
                  </a:txBody>
                  <a:tcPr>
                    <a:solidFill>
                      <a:schemeClr val="accent1">
                        <a:lumMod val="40000"/>
                        <a:lumOff val="60000"/>
                      </a:schemeClr>
                    </a:solidFill>
                  </a:tcPr>
                </a:tc>
                <a:tc>
                  <a:txBody>
                    <a:bodyPr/>
                    <a:lstStyle/>
                    <a:p>
                      <a:pPr marL="171450" indent="-171450" algn="l">
                        <a:buFontTx/>
                        <a:buChar char="-"/>
                      </a:pPr>
                      <a:r>
                        <a:rPr lang="en-US" sz="900" dirty="0">
                          <a:solidFill>
                            <a:schemeClr val="tx1"/>
                          </a:solidFill>
                        </a:rPr>
                        <a:t>Responsibilities</a:t>
                      </a:r>
                    </a:p>
                    <a:p>
                      <a:pPr marL="171450" indent="-171450" algn="l">
                        <a:buFontTx/>
                        <a:buChar char="-"/>
                      </a:pPr>
                      <a:r>
                        <a:rPr lang="en-US" sz="900" dirty="0">
                          <a:solidFill>
                            <a:schemeClr val="tx1"/>
                          </a:solidFill>
                        </a:rPr>
                        <a:t>Risk of loss and more  meaningful success</a:t>
                      </a:r>
                    </a:p>
                    <a:p>
                      <a:pPr marL="171450" indent="-171450" algn="l">
                        <a:buFontTx/>
                        <a:buChar char="-"/>
                      </a:pPr>
                      <a:r>
                        <a:rPr lang="en-US" sz="900" dirty="0">
                          <a:solidFill>
                            <a:schemeClr val="tx1"/>
                          </a:solidFill>
                        </a:rPr>
                        <a:t>Challenge and opportunity to succeed</a:t>
                      </a:r>
                    </a:p>
                  </a:txBody>
                  <a:tcPr>
                    <a:solidFill>
                      <a:schemeClr val="accent1">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 A space to express oneself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 Support and tools for creativity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 Feeling of being aligned with oneself</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Posterity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Significance</a:t>
                      </a:r>
                    </a:p>
                  </a:txBody>
                  <a:tcPr>
                    <a:solidFill>
                      <a:schemeClr val="accent1">
                        <a:lumMod val="7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Unattended crowds to conquer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Significance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Large Vision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900" dirty="0">
                        <a:solidFill>
                          <a:schemeClr val="bg1"/>
                        </a:solidFill>
                      </a:endParaRPr>
                    </a:p>
                  </a:txBody>
                  <a:tcPr>
                    <a:solidFill>
                      <a:schemeClr val="accent1">
                        <a:lumMod val="50000"/>
                      </a:schemeClr>
                    </a:solidFill>
                  </a:tcPr>
                </a:tc>
                <a:extLst>
                  <a:ext uri="{0D108BD9-81ED-4DB2-BD59-A6C34878D82A}">
                    <a16:rowId xmlns:a16="http://schemas.microsoft.com/office/drawing/2014/main" val="1156104871"/>
                  </a:ext>
                </a:extLst>
              </a:tr>
            </a:tbl>
          </a:graphicData>
        </a:graphic>
      </p:graphicFrame>
      <p:grpSp>
        <p:nvGrpSpPr>
          <p:cNvPr id="3" name="Groupe 2">
            <a:extLst>
              <a:ext uri="{FF2B5EF4-FFF2-40B4-BE49-F238E27FC236}">
                <a16:creationId xmlns:a16="http://schemas.microsoft.com/office/drawing/2014/main" id="{087C4F50-B231-42E1-B01C-DDA22F3AD2CF}"/>
              </a:ext>
            </a:extLst>
          </p:cNvPr>
          <p:cNvGrpSpPr/>
          <p:nvPr/>
        </p:nvGrpSpPr>
        <p:grpSpPr>
          <a:xfrm>
            <a:off x="2274558" y="1841401"/>
            <a:ext cx="9596910" cy="916410"/>
            <a:chOff x="1900629" y="1202922"/>
            <a:chExt cx="10542118" cy="1006668"/>
          </a:xfrm>
        </p:grpSpPr>
        <p:pic>
          <p:nvPicPr>
            <p:cNvPr id="4" name="Graphique 3" descr="Une artiste avec un remplissage uni">
              <a:extLst>
                <a:ext uri="{FF2B5EF4-FFF2-40B4-BE49-F238E27FC236}">
                  <a16:creationId xmlns:a16="http://schemas.microsoft.com/office/drawing/2014/main" id="{810F6C66-2740-4B77-907C-81B8FA93C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6" name="Graphique 5" descr="Employée de bureau avec un remplissage uni">
              <a:extLst>
                <a:ext uri="{FF2B5EF4-FFF2-40B4-BE49-F238E27FC236}">
                  <a16:creationId xmlns:a16="http://schemas.microsoft.com/office/drawing/2014/main" id="{2428B53D-1721-4057-B67B-B473AFBCBB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7" name="Graphique 6" descr="Profil femelle avec un remplissage uni">
              <a:extLst>
                <a:ext uri="{FF2B5EF4-FFF2-40B4-BE49-F238E27FC236}">
                  <a16:creationId xmlns:a16="http://schemas.microsoft.com/office/drawing/2014/main" id="{062DB206-39D8-4B3C-BD13-3DBF65E660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8" name="Graphique 7" descr="Femme agricultrice avec un remplissage uni">
              <a:extLst>
                <a:ext uri="{FF2B5EF4-FFF2-40B4-BE49-F238E27FC236}">
                  <a16:creationId xmlns:a16="http://schemas.microsoft.com/office/drawing/2014/main" id="{17D25DE1-D68C-48C9-9789-1053970BB1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9" name="Graphique 8" descr="Femme DJ avec un remplissage uni">
              <a:extLst>
                <a:ext uri="{FF2B5EF4-FFF2-40B4-BE49-F238E27FC236}">
                  <a16:creationId xmlns:a16="http://schemas.microsoft.com/office/drawing/2014/main" id="{2B99E496-4F89-4E99-A7D5-F98B02B975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10" name="Graphique 9" descr="Écolière avec un remplissage uni">
              <a:extLst>
                <a:ext uri="{FF2B5EF4-FFF2-40B4-BE49-F238E27FC236}">
                  <a16:creationId xmlns:a16="http://schemas.microsoft.com/office/drawing/2014/main" id="{287C0414-2195-4AD5-BA54-B2C7423431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11" name="Graphique 10" descr="Héroïne avec un remplissage uni">
              <a:extLst>
                <a:ext uri="{FF2B5EF4-FFF2-40B4-BE49-F238E27FC236}">
                  <a16:creationId xmlns:a16="http://schemas.microsoft.com/office/drawing/2014/main" id="{B3430447-F5EA-4AF1-A1AF-F06A10FF0C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12" name="Graphique 11" descr="Deux cœurs avec un remplissage uni">
            <a:extLst>
              <a:ext uri="{FF2B5EF4-FFF2-40B4-BE49-F238E27FC236}">
                <a16:creationId xmlns:a16="http://schemas.microsoft.com/office/drawing/2014/main" id="{4DCD1409-EDE8-4556-88E5-6E0DD3452F8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751423" y="1888130"/>
            <a:ext cx="188517" cy="188517"/>
          </a:xfrm>
          <a:prstGeom prst="rect">
            <a:avLst/>
          </a:prstGeom>
        </p:spPr>
      </p:pic>
    </p:spTree>
    <p:extLst>
      <p:ext uri="{BB962C8B-B14F-4D97-AF65-F5344CB8AC3E}">
        <p14:creationId xmlns:p14="http://schemas.microsoft.com/office/powerpoint/2010/main" val="1588568121"/>
      </p:ext>
    </p:extLst>
  </p:cSld>
  <p:clrMapOvr>
    <a:masterClrMapping/>
  </p:clrMapOvr>
  <mc:AlternateContent xmlns:mc="http://schemas.openxmlformats.org/markup-compatibility/2006" xmlns:p14="http://schemas.microsoft.com/office/powerpoint/2010/main">
    <mc:Choice Requires="p14">
      <p:transition spd="slow" p14:dur="2000" advTm="77072"/>
    </mc:Choice>
    <mc:Fallback xmlns="">
      <p:transition spd="slow" advTm="77072"/>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92500" lnSpcReduction="1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lnSpcReduction="10000"/>
          </a:bodyPr>
          <a:lstStyle/>
          <a:p>
            <a:pPr marL="0" indent="0">
              <a:buNone/>
            </a:pPr>
            <a:r>
              <a:rPr lang="en-US" noProof="1"/>
              <a:t>What do your Community members usually bring to the Community ? To which level is it closer ?</a:t>
            </a:r>
          </a:p>
          <a:p>
            <a:pPr marL="0" indent="0">
              <a:buNone/>
            </a:pPr>
            <a:endParaRPr lang="en-US" noProof="1"/>
          </a:p>
          <a:p>
            <a:pPr marL="0" indent="0">
              <a:buNone/>
            </a:pPr>
            <a:r>
              <a:rPr lang="en-US" noProof="1"/>
              <a:t>What are the most frequent expectations from your Community Members ?</a:t>
            </a:r>
          </a:p>
        </p:txBody>
      </p:sp>
      <p:grpSp>
        <p:nvGrpSpPr>
          <p:cNvPr id="3" name="Groupe 2">
            <a:extLst>
              <a:ext uri="{FF2B5EF4-FFF2-40B4-BE49-F238E27FC236}">
                <a16:creationId xmlns:a16="http://schemas.microsoft.com/office/drawing/2014/main" id="{C7E84088-FA6B-4351-B33D-F664A2C4A830}"/>
              </a:ext>
            </a:extLst>
          </p:cNvPr>
          <p:cNvGrpSpPr/>
          <p:nvPr/>
        </p:nvGrpSpPr>
        <p:grpSpPr>
          <a:xfrm>
            <a:off x="1459264" y="4231153"/>
            <a:ext cx="4399658" cy="466812"/>
            <a:chOff x="1384619" y="5139575"/>
            <a:chExt cx="4399658" cy="466812"/>
          </a:xfrm>
        </p:grpSpPr>
        <p:grpSp>
          <p:nvGrpSpPr>
            <p:cNvPr id="20" name="Groupe 19">
              <a:extLst>
                <a:ext uri="{FF2B5EF4-FFF2-40B4-BE49-F238E27FC236}">
                  <a16:creationId xmlns:a16="http://schemas.microsoft.com/office/drawing/2014/main" id="{3F805A19-124D-42BD-976F-10F11718419B}"/>
                </a:ext>
              </a:extLst>
            </p:cNvPr>
            <p:cNvGrpSpPr/>
            <p:nvPr/>
          </p:nvGrpSpPr>
          <p:grpSpPr>
            <a:xfrm>
              <a:off x="1384619" y="5186263"/>
              <a:ext cx="4399658" cy="420124"/>
              <a:chOff x="1900629" y="1202922"/>
              <a:chExt cx="10542118" cy="1006668"/>
            </a:xfrm>
          </p:grpSpPr>
          <p:pic>
            <p:nvPicPr>
              <p:cNvPr id="21" name="Graphique 20" descr="Une artiste avec un remplissage uni">
                <a:extLst>
                  <a:ext uri="{FF2B5EF4-FFF2-40B4-BE49-F238E27FC236}">
                    <a16:creationId xmlns:a16="http://schemas.microsoft.com/office/drawing/2014/main" id="{7D734BAF-5676-4363-A51D-8FE52E687E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13083" y="1233936"/>
                <a:ext cx="914400" cy="914400"/>
              </a:xfrm>
              <a:prstGeom prst="rect">
                <a:avLst/>
              </a:prstGeom>
            </p:spPr>
          </p:pic>
          <p:pic>
            <p:nvPicPr>
              <p:cNvPr id="22" name="Graphique 21" descr="Employée de bureau avec un remplissage uni">
                <a:extLst>
                  <a:ext uri="{FF2B5EF4-FFF2-40B4-BE49-F238E27FC236}">
                    <a16:creationId xmlns:a16="http://schemas.microsoft.com/office/drawing/2014/main" id="{230BE102-1BBD-4BE4-88D3-60783E8DAA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0087" y="1254253"/>
                <a:ext cx="914400" cy="914400"/>
              </a:xfrm>
              <a:prstGeom prst="rect">
                <a:avLst/>
              </a:prstGeom>
            </p:spPr>
          </p:pic>
          <p:pic>
            <p:nvPicPr>
              <p:cNvPr id="23" name="Graphique 22" descr="Profil femelle avec un remplissage uni">
                <a:extLst>
                  <a:ext uri="{FF2B5EF4-FFF2-40B4-BE49-F238E27FC236}">
                    <a16:creationId xmlns:a16="http://schemas.microsoft.com/office/drawing/2014/main" id="{3480E43E-EC7A-4128-B0A8-7FD115DA747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33430" y="1254253"/>
                <a:ext cx="914400" cy="914400"/>
              </a:xfrm>
              <a:prstGeom prst="rect">
                <a:avLst/>
              </a:prstGeom>
            </p:spPr>
          </p:pic>
          <p:pic>
            <p:nvPicPr>
              <p:cNvPr id="24" name="Graphique 23" descr="Femme agricultrice avec un remplissage uni">
                <a:extLst>
                  <a:ext uri="{FF2B5EF4-FFF2-40B4-BE49-F238E27FC236}">
                    <a16:creationId xmlns:a16="http://schemas.microsoft.com/office/drawing/2014/main" id="{BE11D688-319F-4270-9E27-EE51799BA8B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35614" y="1295190"/>
                <a:ext cx="914400" cy="914400"/>
              </a:xfrm>
              <a:prstGeom prst="rect">
                <a:avLst/>
              </a:prstGeom>
            </p:spPr>
          </p:pic>
          <p:pic>
            <p:nvPicPr>
              <p:cNvPr id="25" name="Graphique 24" descr="Femme DJ avec un remplissage uni">
                <a:extLst>
                  <a:ext uri="{FF2B5EF4-FFF2-40B4-BE49-F238E27FC236}">
                    <a16:creationId xmlns:a16="http://schemas.microsoft.com/office/drawing/2014/main" id="{640BDF35-6005-4B46-936E-50A0D8CDBF3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478957" y="1295190"/>
                <a:ext cx="914400" cy="914400"/>
              </a:xfrm>
              <a:prstGeom prst="rect">
                <a:avLst/>
              </a:prstGeom>
            </p:spPr>
          </p:pic>
          <p:pic>
            <p:nvPicPr>
              <p:cNvPr id="26" name="Graphique 25" descr="Écolière avec un remplissage uni">
                <a:extLst>
                  <a:ext uri="{FF2B5EF4-FFF2-40B4-BE49-F238E27FC236}">
                    <a16:creationId xmlns:a16="http://schemas.microsoft.com/office/drawing/2014/main" id="{32C65B13-DD64-4C9B-85C8-8DD374A1D06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900629" y="1254253"/>
                <a:ext cx="914400" cy="914400"/>
              </a:xfrm>
              <a:prstGeom prst="rect">
                <a:avLst/>
              </a:prstGeom>
            </p:spPr>
          </p:pic>
          <p:pic>
            <p:nvPicPr>
              <p:cNvPr id="27" name="Graphique 26" descr="Héroïne avec un remplissage uni">
                <a:extLst>
                  <a:ext uri="{FF2B5EF4-FFF2-40B4-BE49-F238E27FC236}">
                    <a16:creationId xmlns:a16="http://schemas.microsoft.com/office/drawing/2014/main" id="{1B6AEEE0-3F1D-4655-93BE-85787A065AA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436079" y="1202922"/>
                <a:ext cx="1006668" cy="1006668"/>
              </a:xfrm>
              <a:prstGeom prst="rect">
                <a:avLst/>
              </a:prstGeom>
            </p:spPr>
          </p:pic>
        </p:grpSp>
        <p:pic>
          <p:nvPicPr>
            <p:cNvPr id="28" name="Graphique 27" descr="Deux cœurs avec un remplissage uni">
              <a:extLst>
                <a:ext uri="{FF2B5EF4-FFF2-40B4-BE49-F238E27FC236}">
                  <a16:creationId xmlns:a16="http://schemas.microsoft.com/office/drawing/2014/main" id="{562E087B-8CF0-4A94-88FE-EA18EA611E4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940553" y="5139575"/>
              <a:ext cx="188517" cy="188517"/>
            </a:xfrm>
            <a:prstGeom prst="rect">
              <a:avLst/>
            </a:prstGeom>
          </p:spPr>
        </p:pic>
      </p:grpSp>
    </p:spTree>
    <p:extLst>
      <p:ext uri="{BB962C8B-B14F-4D97-AF65-F5344CB8AC3E}">
        <p14:creationId xmlns:p14="http://schemas.microsoft.com/office/powerpoint/2010/main" val="2129252725"/>
      </p:ext>
    </p:extLst>
  </p:cSld>
  <p:clrMapOvr>
    <a:masterClrMapping/>
  </p:clrMapOvr>
  <mc:AlternateContent xmlns:mc="http://schemas.openxmlformats.org/markup-compatibility/2006" xmlns:p14="http://schemas.microsoft.com/office/powerpoint/2010/main">
    <mc:Choice Requires="p14">
      <p:transition spd="slow" p14:dur="2000" advTm="22314"/>
    </mc:Choice>
    <mc:Fallback xmlns="">
      <p:transition spd="slow" advTm="22314"/>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8" y="548640"/>
            <a:ext cx="10168128" cy="720323"/>
          </a:xfrm>
        </p:spPr>
        <p:txBody>
          <a:bodyPr>
            <a:noAutofit/>
          </a:bodyPr>
          <a:lstStyle/>
          <a:p>
            <a:r>
              <a:rPr lang="en-US" sz="2400" dirty="0"/>
              <a:t>Challenge P8</a:t>
            </a:r>
            <a:br>
              <a:rPr lang="en-US" sz="2400" dirty="0"/>
            </a:br>
            <a:r>
              <a:rPr lang="en-US" sz="2400" dirty="0"/>
              <a:t>Identify example activities &amp; content for each level</a:t>
            </a:r>
          </a:p>
        </p:txBody>
      </p:sp>
      <p:graphicFrame>
        <p:nvGraphicFramePr>
          <p:cNvPr id="5" name="Tableau 5">
            <a:extLst>
              <a:ext uri="{FF2B5EF4-FFF2-40B4-BE49-F238E27FC236}">
                <a16:creationId xmlns:a16="http://schemas.microsoft.com/office/drawing/2014/main" id="{D6DF376F-E1E9-434C-AE69-D2D58D946080}"/>
              </a:ext>
            </a:extLst>
          </p:cNvPr>
          <p:cNvGraphicFramePr>
            <a:graphicFrameLocks noGrp="1"/>
          </p:cNvGraphicFramePr>
          <p:nvPr>
            <p:extLst>
              <p:ext uri="{D42A27DB-BD31-4B8C-83A1-F6EECF244321}">
                <p14:modId xmlns:p14="http://schemas.microsoft.com/office/powerpoint/2010/main" val="3296718955"/>
              </p:ext>
            </p:extLst>
          </p:nvPr>
        </p:nvGraphicFramePr>
        <p:xfrm>
          <a:off x="412322" y="3245420"/>
          <a:ext cx="11588320" cy="2042160"/>
        </p:xfrm>
        <a:graphic>
          <a:graphicData uri="http://schemas.openxmlformats.org/drawingml/2006/table">
            <a:tbl>
              <a:tblPr firstRow="1" bandRow="1">
                <a:tableStyleId>{5C22544A-7EE6-4342-B048-85BDC9FD1C3A}</a:tableStyleId>
              </a:tblPr>
              <a:tblGrid>
                <a:gridCol w="1448540">
                  <a:extLst>
                    <a:ext uri="{9D8B030D-6E8A-4147-A177-3AD203B41FA5}">
                      <a16:colId xmlns:a16="http://schemas.microsoft.com/office/drawing/2014/main" val="1210142047"/>
                    </a:ext>
                  </a:extLst>
                </a:gridCol>
                <a:gridCol w="1448540">
                  <a:extLst>
                    <a:ext uri="{9D8B030D-6E8A-4147-A177-3AD203B41FA5}">
                      <a16:colId xmlns:a16="http://schemas.microsoft.com/office/drawing/2014/main" val="1258243979"/>
                    </a:ext>
                  </a:extLst>
                </a:gridCol>
                <a:gridCol w="1448540">
                  <a:extLst>
                    <a:ext uri="{9D8B030D-6E8A-4147-A177-3AD203B41FA5}">
                      <a16:colId xmlns:a16="http://schemas.microsoft.com/office/drawing/2014/main" val="1079462814"/>
                    </a:ext>
                  </a:extLst>
                </a:gridCol>
                <a:gridCol w="1448540">
                  <a:extLst>
                    <a:ext uri="{9D8B030D-6E8A-4147-A177-3AD203B41FA5}">
                      <a16:colId xmlns:a16="http://schemas.microsoft.com/office/drawing/2014/main" val="3397691572"/>
                    </a:ext>
                  </a:extLst>
                </a:gridCol>
                <a:gridCol w="1448540">
                  <a:extLst>
                    <a:ext uri="{9D8B030D-6E8A-4147-A177-3AD203B41FA5}">
                      <a16:colId xmlns:a16="http://schemas.microsoft.com/office/drawing/2014/main" val="3075883050"/>
                    </a:ext>
                  </a:extLst>
                </a:gridCol>
                <a:gridCol w="1448540">
                  <a:extLst>
                    <a:ext uri="{9D8B030D-6E8A-4147-A177-3AD203B41FA5}">
                      <a16:colId xmlns:a16="http://schemas.microsoft.com/office/drawing/2014/main" val="1259412674"/>
                    </a:ext>
                  </a:extLst>
                </a:gridCol>
                <a:gridCol w="1448540">
                  <a:extLst>
                    <a:ext uri="{9D8B030D-6E8A-4147-A177-3AD203B41FA5}">
                      <a16:colId xmlns:a16="http://schemas.microsoft.com/office/drawing/2014/main" val="3392695109"/>
                    </a:ext>
                  </a:extLst>
                </a:gridCol>
                <a:gridCol w="1448540">
                  <a:extLst>
                    <a:ext uri="{9D8B030D-6E8A-4147-A177-3AD203B41FA5}">
                      <a16:colId xmlns:a16="http://schemas.microsoft.com/office/drawing/2014/main" val="2848032752"/>
                    </a:ext>
                  </a:extLst>
                </a:gridCol>
              </a:tblGrid>
              <a:tr h="227421">
                <a:tc>
                  <a:txBody>
                    <a:bodyPr/>
                    <a:lstStyle/>
                    <a:p>
                      <a:pPr algn="ctr"/>
                      <a:endParaRPr lang="en-US" sz="1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1</a:t>
                      </a:r>
                    </a:p>
                  </a:txBody>
                  <a:tcPr>
                    <a:lnL w="12700" cap="flat" cmpd="sng" algn="ctr">
                      <a:noFill/>
                      <a:prstDash val="solid"/>
                      <a:round/>
                      <a:headEnd type="none" w="med" len="med"/>
                      <a:tailEnd type="none" w="med" len="med"/>
                    </a:lnL>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2</a:t>
                      </a:r>
                    </a:p>
                  </a:txBody>
                  <a:tcPr>
                    <a:solidFill>
                      <a:schemeClr val="bg1">
                        <a:lumMod val="95000"/>
                      </a:schemeClr>
                    </a:solidFill>
                  </a:tcPr>
                </a:tc>
                <a:tc>
                  <a:txBody>
                    <a:bodyPr/>
                    <a:lstStyle/>
                    <a:p>
                      <a:pPr algn="ctr"/>
                      <a:r>
                        <a:rPr lang="en-US" sz="1100" dirty="0">
                          <a:solidFill>
                            <a:schemeClr val="tx1"/>
                          </a:solidFill>
                        </a:rPr>
                        <a:t>3</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4</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5</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6</a:t>
                      </a:r>
                    </a:p>
                  </a:txBody>
                  <a:tcPr>
                    <a:solidFill>
                      <a:schemeClr val="accent1">
                        <a:lumMod val="75000"/>
                      </a:schemeClr>
                    </a:solidFill>
                  </a:tcPr>
                </a:tc>
                <a:tc>
                  <a:txBody>
                    <a:bodyPr/>
                    <a:lstStyle/>
                    <a:p>
                      <a:pPr algn="ctr"/>
                      <a:r>
                        <a:rPr lang="en-US" sz="1100" dirty="0">
                          <a:solidFill>
                            <a:schemeClr val="bg1"/>
                          </a:solidFill>
                        </a:rPr>
                        <a:t>7</a:t>
                      </a:r>
                    </a:p>
                  </a:txBody>
                  <a:tcPr>
                    <a:solidFill>
                      <a:schemeClr val="accent1">
                        <a:lumMod val="50000"/>
                      </a:schemeClr>
                    </a:solidFill>
                  </a:tcPr>
                </a:tc>
                <a:extLst>
                  <a:ext uri="{0D108BD9-81ED-4DB2-BD59-A6C34878D82A}">
                    <a16:rowId xmlns:a16="http://schemas.microsoft.com/office/drawing/2014/main" val="739272322"/>
                  </a:ext>
                </a:extLst>
              </a:tr>
              <a:tr h="521731">
                <a:tc>
                  <a:txBody>
                    <a:bodyPr/>
                    <a:lstStyle/>
                    <a:p>
                      <a:pPr algn="ctr"/>
                      <a:endParaRPr lang="en-US" sz="11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“You got my attention”</a:t>
                      </a:r>
                    </a:p>
                  </a:txBody>
                  <a:tcPr>
                    <a:lnL w="12700" cap="flat" cmpd="sng" algn="ctr">
                      <a:no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experience something”</a:t>
                      </a:r>
                    </a:p>
                  </a:txBody>
                  <a:tcPr>
                    <a:solidFill>
                      <a:schemeClr val="bg1">
                        <a:lumMod val="95000"/>
                      </a:schemeClr>
                    </a:solidFill>
                  </a:tcPr>
                </a:tc>
                <a:tc>
                  <a:txBody>
                    <a:bodyPr/>
                    <a:lstStyle/>
                    <a:p>
                      <a:pPr algn="ctr"/>
                      <a:r>
                        <a:rPr lang="en-US" sz="11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“I want to add my own touch”</a:t>
                      </a:r>
                    </a:p>
                  </a:txBody>
                  <a:tcPr>
                    <a:solidFill>
                      <a:schemeClr val="accent1">
                        <a:lumMod val="75000"/>
                      </a:schemeClr>
                    </a:solidFill>
                  </a:tcPr>
                </a:tc>
                <a:tc>
                  <a:txBody>
                    <a:bodyPr/>
                    <a:lstStyle/>
                    <a:p>
                      <a:pPr algn="ctr"/>
                      <a:r>
                        <a:rPr lang="en-US" sz="11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r h="963601">
                <a:tc>
                  <a:txBody>
                    <a:bodyPr/>
                    <a:lstStyle/>
                    <a:p>
                      <a:pPr algn="ctr"/>
                      <a:r>
                        <a:rPr lang="en-US" sz="900" dirty="0">
                          <a:solidFill>
                            <a:schemeClr val="tx1"/>
                          </a:solidFill>
                        </a:rPr>
                        <a:t>Examples of what a Community can provide for members at each level of Engagement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Social network short posts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Tweets</a:t>
                      </a:r>
                    </a:p>
                    <a:p>
                      <a:pPr algn="ctr"/>
                      <a:r>
                        <a:rPr lang="en-US" sz="900" dirty="0">
                          <a:solidFill>
                            <a:schemeClr val="tx1"/>
                          </a:solidFill>
                        </a:rPr>
                        <a:t>Articles</a:t>
                      </a:r>
                    </a:p>
                    <a:p>
                      <a:pPr algn="ctr"/>
                      <a:r>
                        <a:rPr lang="en-US" sz="900" dirty="0">
                          <a:solidFill>
                            <a:schemeClr val="tx1"/>
                          </a:solidFill>
                        </a:rPr>
                        <a:t>Podcasts</a:t>
                      </a:r>
                    </a:p>
                    <a:p>
                      <a:pPr algn="ctr"/>
                      <a:r>
                        <a:rPr lang="en-US" sz="900" dirty="0">
                          <a:solidFill>
                            <a:schemeClr val="tx1"/>
                          </a:solidFill>
                        </a:rPr>
                        <a:t>Pictures</a:t>
                      </a:r>
                    </a:p>
                    <a:p>
                      <a:pPr algn="ctr"/>
                      <a:r>
                        <a:rPr lang="en-US" sz="900" dirty="0">
                          <a:solidFill>
                            <a:schemeClr val="tx1"/>
                          </a:solidFill>
                        </a:rPr>
                        <a:t>Videos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dirty="0">
                          <a:solidFill>
                            <a:schemeClr val="tx1"/>
                          </a:solidFill>
                        </a:rPr>
                        <a:t>Videos</a:t>
                      </a:r>
                    </a:p>
                    <a:p>
                      <a:pPr algn="ctr"/>
                      <a:r>
                        <a:rPr lang="en-US" sz="900" dirty="0">
                          <a:solidFill>
                            <a:schemeClr val="tx1"/>
                          </a:solidFill>
                        </a:rPr>
                        <a:t>Events</a:t>
                      </a:r>
                    </a:p>
                    <a:p>
                      <a:pPr algn="ctr"/>
                      <a:r>
                        <a:rPr lang="en-US" sz="900" dirty="0">
                          <a:solidFill>
                            <a:schemeClr val="tx1"/>
                          </a:solidFill>
                        </a:rPr>
                        <a:t>Games</a:t>
                      </a:r>
                    </a:p>
                    <a:p>
                      <a:pPr algn="ctr"/>
                      <a:r>
                        <a:rPr lang="en-US" sz="900" dirty="0">
                          <a:solidFill>
                            <a:schemeClr val="tx1"/>
                          </a:solidFill>
                        </a:rPr>
                        <a:t>Serious Games</a:t>
                      </a:r>
                    </a:p>
                    <a:p>
                      <a:pPr algn="ctr"/>
                      <a:r>
                        <a:rPr lang="en-US" sz="900" dirty="0">
                          <a:solidFill>
                            <a:schemeClr val="tx1"/>
                          </a:solidFill>
                        </a:rPr>
                        <a:t>Workshops</a:t>
                      </a:r>
                    </a:p>
                    <a:p>
                      <a:pPr algn="ctr"/>
                      <a:r>
                        <a:rPr lang="en-US" sz="900" dirty="0">
                          <a:solidFill>
                            <a:schemeClr val="tx1"/>
                          </a:solidFill>
                        </a:rPr>
                        <a:t>Books</a:t>
                      </a:r>
                    </a:p>
                  </a:txBody>
                  <a:tcPr>
                    <a:lnL w="12700" cap="flat" cmpd="sng" algn="ctr">
                      <a:solidFill>
                        <a:schemeClr val="tx1"/>
                      </a:solidFill>
                      <a:prstDash val="solid"/>
                      <a:round/>
                      <a:headEnd type="none" w="med" len="med"/>
                      <a:tailEnd type="none" w="med" len="med"/>
                    </a:lnL>
                    <a:solidFill>
                      <a:schemeClr val="bg1">
                        <a:lumMod val="95000"/>
                      </a:schemeClr>
                    </a:solidFill>
                  </a:tcPr>
                </a:tc>
                <a:tc>
                  <a:txBody>
                    <a:bodyPr/>
                    <a:lstStyle/>
                    <a:p>
                      <a:pPr algn="ctr"/>
                      <a:r>
                        <a:rPr lang="en-US" sz="900" dirty="0">
                          <a:solidFill>
                            <a:schemeClr val="tx1"/>
                          </a:solidFill>
                        </a:rPr>
                        <a:t>Tools</a:t>
                      </a:r>
                    </a:p>
                    <a:p>
                      <a:pPr algn="ctr"/>
                      <a:r>
                        <a:rPr lang="en-US" sz="900" dirty="0">
                          <a:solidFill>
                            <a:schemeClr val="tx1"/>
                          </a:solidFill>
                        </a:rPr>
                        <a:t>Advices</a:t>
                      </a:r>
                    </a:p>
                    <a:p>
                      <a:pPr algn="ctr"/>
                      <a:r>
                        <a:rPr lang="en-US" sz="900" dirty="0">
                          <a:solidFill>
                            <a:schemeClr val="tx1"/>
                          </a:solidFill>
                        </a:rPr>
                        <a:t>Products</a:t>
                      </a:r>
                    </a:p>
                    <a:p>
                      <a:pPr algn="ctr"/>
                      <a:r>
                        <a:rPr lang="en-US" sz="900" dirty="0">
                          <a:solidFill>
                            <a:schemeClr val="tx1"/>
                          </a:solidFill>
                        </a:rPr>
                        <a:t>Ready-to-use resources</a:t>
                      </a:r>
                    </a:p>
                    <a:p>
                      <a:pPr algn="ctr"/>
                      <a:r>
                        <a:rPr lang="en-US" sz="900" dirty="0">
                          <a:solidFill>
                            <a:schemeClr val="tx1"/>
                          </a:solidFill>
                        </a:rPr>
                        <a:t>Chat rooms with support</a:t>
                      </a:r>
                    </a:p>
                  </a:txBody>
                  <a:tcPr>
                    <a:solidFill>
                      <a:schemeClr val="accent1">
                        <a:lumMod val="20000"/>
                        <a:lumOff val="80000"/>
                      </a:schemeClr>
                    </a:solidFill>
                  </a:tcPr>
                </a:tc>
                <a:tc>
                  <a:txBody>
                    <a:bodyPr/>
                    <a:lstStyle/>
                    <a:p>
                      <a:pPr marL="0" indent="0" algn="ctr">
                        <a:buFontTx/>
                        <a:buNone/>
                      </a:pPr>
                      <a:r>
                        <a:rPr lang="en-US" sz="900" dirty="0">
                          <a:solidFill>
                            <a:schemeClr val="tx1"/>
                          </a:solidFill>
                        </a:rPr>
                        <a:t>Well-defined tasks</a:t>
                      </a:r>
                    </a:p>
                    <a:p>
                      <a:pPr marL="0" indent="0" algn="ctr">
                        <a:buFontTx/>
                        <a:buNone/>
                      </a:pPr>
                      <a:r>
                        <a:rPr lang="en-US" sz="900" dirty="0">
                          <a:solidFill>
                            <a:schemeClr val="tx1"/>
                          </a:solidFill>
                        </a:rPr>
                        <a:t>Direct effect of one’s effort</a:t>
                      </a:r>
                    </a:p>
                    <a:p>
                      <a:pPr marL="0" indent="0" algn="ctr">
                        <a:buFontTx/>
                        <a:buNone/>
                      </a:pPr>
                      <a:r>
                        <a:rPr lang="en-US" sz="900" dirty="0">
                          <a:solidFill>
                            <a:schemeClr val="tx1"/>
                          </a:solidFill>
                        </a:rPr>
                        <a:t>Moments of togetherness</a:t>
                      </a:r>
                    </a:p>
                    <a:p>
                      <a:pPr marL="0" indent="0" algn="ctr">
                        <a:buFontTx/>
                        <a:buNone/>
                      </a:pPr>
                      <a:r>
                        <a:rPr lang="en-US" sz="900" dirty="0">
                          <a:solidFill>
                            <a:schemeClr val="tx1"/>
                          </a:solidFill>
                        </a:rPr>
                        <a:t>Manifesto to sign &amp; share</a:t>
                      </a:r>
                    </a:p>
                  </a:txBody>
                  <a:tcPr>
                    <a:solidFill>
                      <a:schemeClr val="accent1">
                        <a:lumMod val="40000"/>
                        <a:lumOff val="60000"/>
                      </a:schemeClr>
                    </a:solidFill>
                  </a:tcPr>
                </a:tc>
                <a:tc>
                  <a:txBody>
                    <a:bodyPr/>
                    <a:lstStyle/>
                    <a:p>
                      <a:pPr marL="0" indent="0" algn="ctr">
                        <a:buFontTx/>
                        <a:buNone/>
                      </a:pPr>
                      <a:r>
                        <a:rPr lang="en-US" sz="900" dirty="0">
                          <a:solidFill>
                            <a:schemeClr val="tx1"/>
                          </a:solidFill>
                        </a:rPr>
                        <a:t>Key projects or initiatives currently without leaders </a:t>
                      </a:r>
                    </a:p>
                    <a:p>
                      <a:pPr marL="0" indent="0" algn="ctr">
                        <a:buFontTx/>
                        <a:buNone/>
                      </a:pPr>
                      <a:endParaRPr lang="en-US" sz="900" dirty="0">
                        <a:solidFill>
                          <a:schemeClr val="tx1"/>
                        </a:solidFill>
                      </a:endParaRPr>
                    </a:p>
                    <a:p>
                      <a:pPr marL="0" indent="0" algn="ctr">
                        <a:buFontTx/>
                        <a:buNone/>
                      </a:pPr>
                      <a:r>
                        <a:rPr lang="en-US" sz="900" dirty="0">
                          <a:solidFill>
                            <a:schemeClr val="tx1"/>
                          </a:solidFill>
                        </a:rPr>
                        <a:t>Important problems to solve</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Space to express oneself (existing media with opportunity of sharing)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Audience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Matchmaking with followers</a:t>
                      </a:r>
                    </a:p>
                  </a:txBody>
                  <a:tcPr>
                    <a:solidFill>
                      <a:schemeClr val="accent1">
                        <a:lumMod val="7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New domains to launch</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Identified potential audience and members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900" dirty="0">
                          <a:solidFill>
                            <a:schemeClr val="bg1"/>
                          </a:solidFill>
                        </a:rPr>
                        <a:t>A space for proposing new audiences</a:t>
                      </a:r>
                    </a:p>
                  </a:txBody>
                  <a:tcPr>
                    <a:solidFill>
                      <a:schemeClr val="accent1">
                        <a:lumMod val="50000"/>
                      </a:schemeClr>
                    </a:solidFill>
                  </a:tcPr>
                </a:tc>
                <a:extLst>
                  <a:ext uri="{0D108BD9-81ED-4DB2-BD59-A6C34878D82A}">
                    <a16:rowId xmlns:a16="http://schemas.microsoft.com/office/drawing/2014/main" val="3195278570"/>
                  </a:ext>
                </a:extLst>
              </a:tr>
            </a:tbl>
          </a:graphicData>
        </a:graphic>
      </p:graphicFrame>
      <p:grpSp>
        <p:nvGrpSpPr>
          <p:cNvPr id="3" name="Groupe 2">
            <a:extLst>
              <a:ext uri="{FF2B5EF4-FFF2-40B4-BE49-F238E27FC236}">
                <a16:creationId xmlns:a16="http://schemas.microsoft.com/office/drawing/2014/main" id="{087C4F50-B231-42E1-B01C-DDA22F3AD2CF}"/>
              </a:ext>
            </a:extLst>
          </p:cNvPr>
          <p:cNvGrpSpPr/>
          <p:nvPr/>
        </p:nvGrpSpPr>
        <p:grpSpPr>
          <a:xfrm>
            <a:off x="2301191" y="2267529"/>
            <a:ext cx="9596910" cy="916410"/>
            <a:chOff x="1900629" y="1202922"/>
            <a:chExt cx="10542118" cy="1006668"/>
          </a:xfrm>
        </p:grpSpPr>
        <p:pic>
          <p:nvPicPr>
            <p:cNvPr id="4" name="Graphique 3" descr="Une artiste avec un remplissage uni">
              <a:extLst>
                <a:ext uri="{FF2B5EF4-FFF2-40B4-BE49-F238E27FC236}">
                  <a16:creationId xmlns:a16="http://schemas.microsoft.com/office/drawing/2014/main" id="{810F6C66-2740-4B77-907C-81B8FA93C5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6" name="Graphique 5" descr="Employée de bureau avec un remplissage uni">
              <a:extLst>
                <a:ext uri="{FF2B5EF4-FFF2-40B4-BE49-F238E27FC236}">
                  <a16:creationId xmlns:a16="http://schemas.microsoft.com/office/drawing/2014/main" id="{2428B53D-1721-4057-B67B-B473AFBCBB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7" name="Graphique 6" descr="Profil femelle avec un remplissage uni">
              <a:extLst>
                <a:ext uri="{FF2B5EF4-FFF2-40B4-BE49-F238E27FC236}">
                  <a16:creationId xmlns:a16="http://schemas.microsoft.com/office/drawing/2014/main" id="{062DB206-39D8-4B3C-BD13-3DBF65E6606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8" name="Graphique 7" descr="Femme agricultrice avec un remplissage uni">
              <a:extLst>
                <a:ext uri="{FF2B5EF4-FFF2-40B4-BE49-F238E27FC236}">
                  <a16:creationId xmlns:a16="http://schemas.microsoft.com/office/drawing/2014/main" id="{17D25DE1-D68C-48C9-9789-1053970BB1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9" name="Graphique 8" descr="Femme DJ avec un remplissage uni">
              <a:extLst>
                <a:ext uri="{FF2B5EF4-FFF2-40B4-BE49-F238E27FC236}">
                  <a16:creationId xmlns:a16="http://schemas.microsoft.com/office/drawing/2014/main" id="{2B99E496-4F89-4E99-A7D5-F98B02B9751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02812" y="1254253"/>
              <a:ext cx="914400" cy="914400"/>
            </a:xfrm>
            <a:prstGeom prst="rect">
              <a:avLst/>
            </a:prstGeom>
          </p:spPr>
        </p:pic>
        <p:pic>
          <p:nvPicPr>
            <p:cNvPr id="10" name="Graphique 9" descr="Écolière avec un remplissage uni">
              <a:extLst>
                <a:ext uri="{FF2B5EF4-FFF2-40B4-BE49-F238E27FC236}">
                  <a16:creationId xmlns:a16="http://schemas.microsoft.com/office/drawing/2014/main" id="{287C0414-2195-4AD5-BA54-B2C7423431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11" name="Graphique 10" descr="Héroïne avec un remplissage uni">
              <a:extLst>
                <a:ext uri="{FF2B5EF4-FFF2-40B4-BE49-F238E27FC236}">
                  <a16:creationId xmlns:a16="http://schemas.microsoft.com/office/drawing/2014/main" id="{B3430447-F5EA-4AF1-A1AF-F06A10FF0C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12" name="Graphique 11" descr="Deux cœurs avec un remplissage uni">
            <a:extLst>
              <a:ext uri="{FF2B5EF4-FFF2-40B4-BE49-F238E27FC236}">
                <a16:creationId xmlns:a16="http://schemas.microsoft.com/office/drawing/2014/main" id="{4DCD1409-EDE8-4556-88E5-6E0DD3452F8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778056" y="2314258"/>
            <a:ext cx="188517" cy="188517"/>
          </a:xfrm>
          <a:prstGeom prst="rect">
            <a:avLst/>
          </a:prstGeom>
        </p:spPr>
      </p:pic>
    </p:spTree>
    <p:extLst>
      <p:ext uri="{BB962C8B-B14F-4D97-AF65-F5344CB8AC3E}">
        <p14:creationId xmlns:p14="http://schemas.microsoft.com/office/powerpoint/2010/main" val="3735650023"/>
      </p:ext>
    </p:extLst>
  </p:cSld>
  <p:clrMapOvr>
    <a:masterClrMapping/>
  </p:clrMapOvr>
  <mc:AlternateContent xmlns:mc="http://schemas.openxmlformats.org/markup-compatibility/2006" xmlns:p14="http://schemas.microsoft.com/office/powerpoint/2010/main">
    <mc:Choice Requires="p14">
      <p:transition spd="slow" p14:dur="2000" advTm="70533"/>
    </mc:Choice>
    <mc:Fallback xmlns="">
      <p:transition spd="slow" advTm="70533"/>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75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7500" lnSpcReduction="20000"/>
          </a:bodyPr>
          <a:lstStyle/>
          <a:p>
            <a:pPr marL="0" indent="0">
              <a:buNone/>
            </a:pPr>
            <a:r>
              <a:rPr lang="en-US" noProof="1"/>
              <a:t>What opportunities or content does your Community provide for members at different levels of engagement ? </a:t>
            </a:r>
          </a:p>
          <a:p>
            <a:pPr marL="0" indent="0">
              <a:buNone/>
            </a:pPr>
            <a:endParaRPr lang="en-US" noProof="1"/>
          </a:p>
          <a:p>
            <a:pPr marL="0" indent="0">
              <a:buNone/>
            </a:pPr>
            <a:r>
              <a:rPr lang="en-US" noProof="1"/>
              <a:t>In which level have you invested the most ? The least ? </a:t>
            </a:r>
          </a:p>
          <a:p>
            <a:pPr marL="0" indent="0">
              <a:buNone/>
            </a:pPr>
            <a:endParaRPr lang="en-US" noProof="1"/>
          </a:p>
          <a:p>
            <a:pPr marL="0" indent="0">
              <a:buNone/>
            </a:pPr>
            <a:r>
              <a:rPr lang="en-US" noProof="1"/>
              <a:t>Which levels can your Community address the most easily ? The least ? </a:t>
            </a:r>
          </a:p>
        </p:txBody>
      </p:sp>
      <p:grpSp>
        <p:nvGrpSpPr>
          <p:cNvPr id="3" name="Groupe 2">
            <a:extLst>
              <a:ext uri="{FF2B5EF4-FFF2-40B4-BE49-F238E27FC236}">
                <a16:creationId xmlns:a16="http://schemas.microsoft.com/office/drawing/2014/main" id="{C7E84088-FA6B-4351-B33D-F664A2C4A830}"/>
              </a:ext>
            </a:extLst>
          </p:cNvPr>
          <p:cNvGrpSpPr/>
          <p:nvPr/>
        </p:nvGrpSpPr>
        <p:grpSpPr>
          <a:xfrm>
            <a:off x="1459264" y="4231153"/>
            <a:ext cx="4399658" cy="466812"/>
            <a:chOff x="1384619" y="5139575"/>
            <a:chExt cx="4399658" cy="466812"/>
          </a:xfrm>
        </p:grpSpPr>
        <p:grpSp>
          <p:nvGrpSpPr>
            <p:cNvPr id="20" name="Groupe 19">
              <a:extLst>
                <a:ext uri="{FF2B5EF4-FFF2-40B4-BE49-F238E27FC236}">
                  <a16:creationId xmlns:a16="http://schemas.microsoft.com/office/drawing/2014/main" id="{3F805A19-124D-42BD-976F-10F11718419B}"/>
                </a:ext>
              </a:extLst>
            </p:cNvPr>
            <p:cNvGrpSpPr/>
            <p:nvPr/>
          </p:nvGrpSpPr>
          <p:grpSpPr>
            <a:xfrm>
              <a:off x="1384619" y="5186263"/>
              <a:ext cx="4399658" cy="420124"/>
              <a:chOff x="1900629" y="1202922"/>
              <a:chExt cx="10542118" cy="1006668"/>
            </a:xfrm>
          </p:grpSpPr>
          <p:pic>
            <p:nvPicPr>
              <p:cNvPr id="21" name="Graphique 20" descr="Une artiste avec un remplissage uni">
                <a:extLst>
                  <a:ext uri="{FF2B5EF4-FFF2-40B4-BE49-F238E27FC236}">
                    <a16:creationId xmlns:a16="http://schemas.microsoft.com/office/drawing/2014/main" id="{7D734BAF-5676-4363-A51D-8FE52E687E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13083" y="1233936"/>
                <a:ext cx="914400" cy="914400"/>
              </a:xfrm>
              <a:prstGeom prst="rect">
                <a:avLst/>
              </a:prstGeom>
            </p:spPr>
          </p:pic>
          <p:pic>
            <p:nvPicPr>
              <p:cNvPr id="22" name="Graphique 21" descr="Employée de bureau avec un remplissage uni">
                <a:extLst>
                  <a:ext uri="{FF2B5EF4-FFF2-40B4-BE49-F238E27FC236}">
                    <a16:creationId xmlns:a16="http://schemas.microsoft.com/office/drawing/2014/main" id="{230BE102-1BBD-4BE4-88D3-60783E8DAA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0087" y="1254253"/>
                <a:ext cx="914400" cy="914400"/>
              </a:xfrm>
              <a:prstGeom prst="rect">
                <a:avLst/>
              </a:prstGeom>
            </p:spPr>
          </p:pic>
          <p:pic>
            <p:nvPicPr>
              <p:cNvPr id="23" name="Graphique 22" descr="Profil femelle avec un remplissage uni">
                <a:extLst>
                  <a:ext uri="{FF2B5EF4-FFF2-40B4-BE49-F238E27FC236}">
                    <a16:creationId xmlns:a16="http://schemas.microsoft.com/office/drawing/2014/main" id="{3480E43E-EC7A-4128-B0A8-7FD115DA747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33430" y="1254253"/>
                <a:ext cx="914400" cy="914400"/>
              </a:xfrm>
              <a:prstGeom prst="rect">
                <a:avLst/>
              </a:prstGeom>
            </p:spPr>
          </p:pic>
          <p:pic>
            <p:nvPicPr>
              <p:cNvPr id="24" name="Graphique 23" descr="Femme agricultrice avec un remplissage uni">
                <a:extLst>
                  <a:ext uri="{FF2B5EF4-FFF2-40B4-BE49-F238E27FC236}">
                    <a16:creationId xmlns:a16="http://schemas.microsoft.com/office/drawing/2014/main" id="{BE11D688-319F-4270-9E27-EE51799BA8B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35614" y="1295190"/>
                <a:ext cx="914400" cy="914400"/>
              </a:xfrm>
              <a:prstGeom prst="rect">
                <a:avLst/>
              </a:prstGeom>
            </p:spPr>
          </p:pic>
          <p:pic>
            <p:nvPicPr>
              <p:cNvPr id="25" name="Graphique 24" descr="Femme DJ avec un remplissage uni">
                <a:extLst>
                  <a:ext uri="{FF2B5EF4-FFF2-40B4-BE49-F238E27FC236}">
                    <a16:creationId xmlns:a16="http://schemas.microsoft.com/office/drawing/2014/main" id="{640BDF35-6005-4B46-936E-50A0D8CDBF3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478957" y="1295190"/>
                <a:ext cx="914400" cy="914400"/>
              </a:xfrm>
              <a:prstGeom prst="rect">
                <a:avLst/>
              </a:prstGeom>
            </p:spPr>
          </p:pic>
          <p:pic>
            <p:nvPicPr>
              <p:cNvPr id="26" name="Graphique 25" descr="Écolière avec un remplissage uni">
                <a:extLst>
                  <a:ext uri="{FF2B5EF4-FFF2-40B4-BE49-F238E27FC236}">
                    <a16:creationId xmlns:a16="http://schemas.microsoft.com/office/drawing/2014/main" id="{32C65B13-DD64-4C9B-85C8-8DD374A1D06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900629" y="1254253"/>
                <a:ext cx="914400" cy="914400"/>
              </a:xfrm>
              <a:prstGeom prst="rect">
                <a:avLst/>
              </a:prstGeom>
            </p:spPr>
          </p:pic>
          <p:pic>
            <p:nvPicPr>
              <p:cNvPr id="27" name="Graphique 26" descr="Héroïne avec un remplissage uni">
                <a:extLst>
                  <a:ext uri="{FF2B5EF4-FFF2-40B4-BE49-F238E27FC236}">
                    <a16:creationId xmlns:a16="http://schemas.microsoft.com/office/drawing/2014/main" id="{1B6AEEE0-3F1D-4655-93BE-85787A065AA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436079" y="1202922"/>
                <a:ext cx="1006668" cy="1006668"/>
              </a:xfrm>
              <a:prstGeom prst="rect">
                <a:avLst/>
              </a:prstGeom>
            </p:spPr>
          </p:pic>
        </p:grpSp>
        <p:pic>
          <p:nvPicPr>
            <p:cNvPr id="28" name="Graphique 27" descr="Deux cœurs avec un remplissage uni">
              <a:extLst>
                <a:ext uri="{FF2B5EF4-FFF2-40B4-BE49-F238E27FC236}">
                  <a16:creationId xmlns:a16="http://schemas.microsoft.com/office/drawing/2014/main" id="{562E087B-8CF0-4A94-88FE-EA18EA611E4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940553" y="5139575"/>
              <a:ext cx="188517" cy="188517"/>
            </a:xfrm>
            <a:prstGeom prst="rect">
              <a:avLst/>
            </a:prstGeom>
          </p:spPr>
        </p:pic>
      </p:grpSp>
    </p:spTree>
    <p:extLst>
      <p:ext uri="{BB962C8B-B14F-4D97-AF65-F5344CB8AC3E}">
        <p14:creationId xmlns:p14="http://schemas.microsoft.com/office/powerpoint/2010/main" val="1983565618"/>
      </p:ext>
    </p:extLst>
  </p:cSld>
  <p:clrMapOvr>
    <a:masterClrMapping/>
  </p:clrMapOvr>
  <mc:AlternateContent xmlns:mc="http://schemas.openxmlformats.org/markup-compatibility/2006" xmlns:p14="http://schemas.microsoft.com/office/powerpoint/2010/main">
    <mc:Choice Requires="p14">
      <p:transition spd="slow" p14:dur="2000" advTm="42011"/>
    </mc:Choice>
    <mc:Fallback xmlns="">
      <p:transition spd="slow" advTm="42011"/>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AD149C8-3005-45AF-8CE2-A15722118652}"/>
              </a:ext>
            </a:extLst>
          </p:cNvPr>
          <p:cNvSpPr>
            <a:spLocks noGrp="1"/>
          </p:cNvSpPr>
          <p:nvPr>
            <p:ph type="title"/>
          </p:nvPr>
        </p:nvSpPr>
        <p:spPr/>
        <p:txBody>
          <a:bodyPr>
            <a:noAutofit/>
          </a:bodyPr>
          <a:lstStyle/>
          <a:p>
            <a:r>
              <a:rPr lang="en-US" sz="2400" dirty="0"/>
              <a:t>Exercise #P4, 5, 6</a:t>
            </a:r>
            <a:br>
              <a:rPr lang="en-US" sz="2400" dirty="0"/>
            </a:br>
            <a:r>
              <a:rPr lang="en-US" sz="2400" dirty="0"/>
              <a:t>Outline engagement levels, then time investment profiles, give &amp; take, activities and content for each level</a:t>
            </a:r>
          </a:p>
        </p:txBody>
      </p:sp>
      <p:sp>
        <p:nvSpPr>
          <p:cNvPr id="52" name="Rectangle 51">
            <a:extLst>
              <a:ext uri="{FF2B5EF4-FFF2-40B4-BE49-F238E27FC236}">
                <a16:creationId xmlns:a16="http://schemas.microsoft.com/office/drawing/2014/main" id="{DB6093E3-F4D7-4D32-8497-ACC7CDEDB777}"/>
              </a:ext>
            </a:extLst>
          </p:cNvPr>
          <p:cNvSpPr/>
          <p:nvPr/>
        </p:nvSpPr>
        <p:spPr>
          <a:xfrm>
            <a:off x="1115569" y="3022965"/>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Engagement level name</a:t>
            </a:r>
          </a:p>
        </p:txBody>
      </p:sp>
      <p:sp>
        <p:nvSpPr>
          <p:cNvPr id="53" name="Rectangle 52">
            <a:extLst>
              <a:ext uri="{FF2B5EF4-FFF2-40B4-BE49-F238E27FC236}">
                <a16:creationId xmlns:a16="http://schemas.microsoft.com/office/drawing/2014/main" id="{49CB435A-225C-4BB5-AD44-0219987C72CC}"/>
              </a:ext>
            </a:extLst>
          </p:cNvPr>
          <p:cNvSpPr/>
          <p:nvPr/>
        </p:nvSpPr>
        <p:spPr>
          <a:xfrm>
            <a:off x="1115568" y="3843973"/>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Time investment profile</a:t>
            </a:r>
          </a:p>
        </p:txBody>
      </p:sp>
      <p:sp>
        <p:nvSpPr>
          <p:cNvPr id="54" name="Rectangle 53">
            <a:extLst>
              <a:ext uri="{FF2B5EF4-FFF2-40B4-BE49-F238E27FC236}">
                <a16:creationId xmlns:a16="http://schemas.microsoft.com/office/drawing/2014/main" id="{5FBA71F2-BB26-44F6-AC59-0FA08B5AD438}"/>
              </a:ext>
            </a:extLst>
          </p:cNvPr>
          <p:cNvSpPr/>
          <p:nvPr/>
        </p:nvSpPr>
        <p:spPr>
          <a:xfrm>
            <a:off x="1115568" y="4664981"/>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What people are ready to give</a:t>
            </a:r>
          </a:p>
        </p:txBody>
      </p:sp>
      <p:sp>
        <p:nvSpPr>
          <p:cNvPr id="55" name="Rectangle 54">
            <a:extLst>
              <a:ext uri="{FF2B5EF4-FFF2-40B4-BE49-F238E27FC236}">
                <a16:creationId xmlns:a16="http://schemas.microsoft.com/office/drawing/2014/main" id="{2CE01127-6291-4E1E-93A5-9CF857A6892E}"/>
              </a:ext>
            </a:extLst>
          </p:cNvPr>
          <p:cNvSpPr/>
          <p:nvPr/>
        </p:nvSpPr>
        <p:spPr>
          <a:xfrm>
            <a:off x="2107345" y="310371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6" name="Rectangle 55">
            <a:extLst>
              <a:ext uri="{FF2B5EF4-FFF2-40B4-BE49-F238E27FC236}">
                <a16:creationId xmlns:a16="http://schemas.microsoft.com/office/drawing/2014/main" id="{CF97221D-AACA-4C21-9D53-C2577C3E9EEB}"/>
              </a:ext>
            </a:extLst>
          </p:cNvPr>
          <p:cNvSpPr/>
          <p:nvPr/>
        </p:nvSpPr>
        <p:spPr>
          <a:xfrm>
            <a:off x="2107345" y="3843973"/>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7" name="Rectangle 56">
            <a:extLst>
              <a:ext uri="{FF2B5EF4-FFF2-40B4-BE49-F238E27FC236}">
                <a16:creationId xmlns:a16="http://schemas.microsoft.com/office/drawing/2014/main" id="{A91FD318-D09C-4B68-96F6-C7366CA3FF2D}"/>
              </a:ext>
            </a:extLst>
          </p:cNvPr>
          <p:cNvSpPr/>
          <p:nvPr/>
        </p:nvSpPr>
        <p:spPr>
          <a:xfrm>
            <a:off x="9288425" y="5129785"/>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59" name="Rectangle 58">
            <a:extLst>
              <a:ext uri="{FF2B5EF4-FFF2-40B4-BE49-F238E27FC236}">
                <a16:creationId xmlns:a16="http://schemas.microsoft.com/office/drawing/2014/main" id="{8EB4BEFA-B3D4-4FF0-BE9C-F119ADB68E2E}"/>
              </a:ext>
            </a:extLst>
          </p:cNvPr>
          <p:cNvSpPr/>
          <p:nvPr/>
        </p:nvSpPr>
        <p:spPr>
          <a:xfrm>
            <a:off x="8248272" y="302296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0" name="Rectangle 59">
            <a:extLst>
              <a:ext uri="{FF2B5EF4-FFF2-40B4-BE49-F238E27FC236}">
                <a16:creationId xmlns:a16="http://schemas.microsoft.com/office/drawing/2014/main" id="{71B830DF-0FE9-4840-B2FF-CC6231F1F1AD}"/>
              </a:ext>
            </a:extLst>
          </p:cNvPr>
          <p:cNvSpPr/>
          <p:nvPr/>
        </p:nvSpPr>
        <p:spPr>
          <a:xfrm>
            <a:off x="9386607" y="3915949"/>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1" name="Rectangle 60">
            <a:extLst>
              <a:ext uri="{FF2B5EF4-FFF2-40B4-BE49-F238E27FC236}">
                <a16:creationId xmlns:a16="http://schemas.microsoft.com/office/drawing/2014/main" id="{97746F59-125B-414E-BB18-87614F74B273}"/>
              </a:ext>
            </a:extLst>
          </p:cNvPr>
          <p:cNvSpPr/>
          <p:nvPr/>
        </p:nvSpPr>
        <p:spPr>
          <a:xfrm>
            <a:off x="4484401" y="3098015"/>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2" name="Rectangle 61">
            <a:extLst>
              <a:ext uri="{FF2B5EF4-FFF2-40B4-BE49-F238E27FC236}">
                <a16:creationId xmlns:a16="http://schemas.microsoft.com/office/drawing/2014/main" id="{9CE3ED25-357C-4762-9CCC-BBCE6BF066FE}"/>
              </a:ext>
            </a:extLst>
          </p:cNvPr>
          <p:cNvSpPr/>
          <p:nvPr/>
        </p:nvSpPr>
        <p:spPr>
          <a:xfrm>
            <a:off x="4510520" y="4664981"/>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63" name="Rectangle 62">
            <a:extLst>
              <a:ext uri="{FF2B5EF4-FFF2-40B4-BE49-F238E27FC236}">
                <a16:creationId xmlns:a16="http://schemas.microsoft.com/office/drawing/2014/main" id="{EC3D393E-888A-4AA3-B4D2-49A9647F2B79}"/>
              </a:ext>
            </a:extLst>
          </p:cNvPr>
          <p:cNvSpPr/>
          <p:nvPr/>
        </p:nvSpPr>
        <p:spPr>
          <a:xfrm>
            <a:off x="4510520" y="5434872"/>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grpSp>
        <p:nvGrpSpPr>
          <p:cNvPr id="35" name="Groupe 34">
            <a:extLst>
              <a:ext uri="{FF2B5EF4-FFF2-40B4-BE49-F238E27FC236}">
                <a16:creationId xmlns:a16="http://schemas.microsoft.com/office/drawing/2014/main" id="{AE6C7B51-4BA4-4808-ACFC-00D6ADB9C5AB}"/>
              </a:ext>
            </a:extLst>
          </p:cNvPr>
          <p:cNvGrpSpPr/>
          <p:nvPr/>
        </p:nvGrpSpPr>
        <p:grpSpPr>
          <a:xfrm>
            <a:off x="2013912" y="2067340"/>
            <a:ext cx="8244076" cy="874712"/>
            <a:chOff x="1384619" y="5139575"/>
            <a:chExt cx="4399658" cy="466812"/>
          </a:xfrm>
        </p:grpSpPr>
        <p:grpSp>
          <p:nvGrpSpPr>
            <p:cNvPr id="36" name="Groupe 35">
              <a:extLst>
                <a:ext uri="{FF2B5EF4-FFF2-40B4-BE49-F238E27FC236}">
                  <a16:creationId xmlns:a16="http://schemas.microsoft.com/office/drawing/2014/main" id="{E9B9FA2F-6351-424C-83EA-F6830D8AC147}"/>
                </a:ext>
              </a:extLst>
            </p:cNvPr>
            <p:cNvGrpSpPr/>
            <p:nvPr/>
          </p:nvGrpSpPr>
          <p:grpSpPr>
            <a:xfrm>
              <a:off x="1384619" y="5186263"/>
              <a:ext cx="4399658" cy="420124"/>
              <a:chOff x="1900629" y="1202922"/>
              <a:chExt cx="10542118" cy="1006668"/>
            </a:xfrm>
          </p:grpSpPr>
          <p:pic>
            <p:nvPicPr>
              <p:cNvPr id="38" name="Graphique 37" descr="Une artiste avec un remplissage uni">
                <a:extLst>
                  <a:ext uri="{FF2B5EF4-FFF2-40B4-BE49-F238E27FC236}">
                    <a16:creationId xmlns:a16="http://schemas.microsoft.com/office/drawing/2014/main" id="{91D1ACAD-B4BB-480D-9B09-11AEA8DEFF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083" y="1233936"/>
                <a:ext cx="914400" cy="914400"/>
              </a:xfrm>
              <a:prstGeom prst="rect">
                <a:avLst/>
              </a:prstGeom>
            </p:spPr>
          </p:pic>
          <p:pic>
            <p:nvPicPr>
              <p:cNvPr id="39" name="Graphique 38" descr="Employée de bureau avec un remplissage uni">
                <a:extLst>
                  <a:ext uri="{FF2B5EF4-FFF2-40B4-BE49-F238E27FC236}">
                    <a16:creationId xmlns:a16="http://schemas.microsoft.com/office/drawing/2014/main" id="{22FD6910-3EA6-4532-830C-76C50B62847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90087" y="1254253"/>
                <a:ext cx="914400" cy="914400"/>
              </a:xfrm>
              <a:prstGeom prst="rect">
                <a:avLst/>
              </a:prstGeom>
            </p:spPr>
          </p:pic>
          <p:pic>
            <p:nvPicPr>
              <p:cNvPr id="40" name="Graphique 39" descr="Profil femelle avec un remplissage uni">
                <a:extLst>
                  <a:ext uri="{FF2B5EF4-FFF2-40B4-BE49-F238E27FC236}">
                    <a16:creationId xmlns:a16="http://schemas.microsoft.com/office/drawing/2014/main" id="{2E130215-F70E-4CC9-BD7D-D4FD607AC5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33430" y="1254253"/>
                <a:ext cx="914400" cy="914400"/>
              </a:xfrm>
              <a:prstGeom prst="rect">
                <a:avLst/>
              </a:prstGeom>
            </p:spPr>
          </p:pic>
          <p:pic>
            <p:nvPicPr>
              <p:cNvPr id="41" name="Graphique 40" descr="Femme agricultrice avec un remplissage uni">
                <a:extLst>
                  <a:ext uri="{FF2B5EF4-FFF2-40B4-BE49-F238E27FC236}">
                    <a16:creationId xmlns:a16="http://schemas.microsoft.com/office/drawing/2014/main" id="{64E8830C-E1BB-4AEA-9FEA-3337A4DA4C9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35614" y="1295190"/>
                <a:ext cx="914400" cy="914400"/>
              </a:xfrm>
              <a:prstGeom prst="rect">
                <a:avLst/>
              </a:prstGeom>
            </p:spPr>
          </p:pic>
          <p:pic>
            <p:nvPicPr>
              <p:cNvPr id="42" name="Graphique 41" descr="Femme DJ avec un remplissage uni">
                <a:extLst>
                  <a:ext uri="{FF2B5EF4-FFF2-40B4-BE49-F238E27FC236}">
                    <a16:creationId xmlns:a16="http://schemas.microsoft.com/office/drawing/2014/main" id="{A51547AB-2F8B-416A-A406-EBC6F149586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78957" y="1295190"/>
                <a:ext cx="914400" cy="914400"/>
              </a:xfrm>
              <a:prstGeom prst="rect">
                <a:avLst/>
              </a:prstGeom>
            </p:spPr>
          </p:pic>
          <p:pic>
            <p:nvPicPr>
              <p:cNvPr id="43" name="Graphique 42" descr="Écolière avec un remplissage uni">
                <a:extLst>
                  <a:ext uri="{FF2B5EF4-FFF2-40B4-BE49-F238E27FC236}">
                    <a16:creationId xmlns:a16="http://schemas.microsoft.com/office/drawing/2014/main" id="{EE6976FB-E51D-45AC-B2D7-72B782A5ED2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900629" y="1254253"/>
                <a:ext cx="914400" cy="914400"/>
              </a:xfrm>
              <a:prstGeom prst="rect">
                <a:avLst/>
              </a:prstGeom>
            </p:spPr>
          </p:pic>
          <p:pic>
            <p:nvPicPr>
              <p:cNvPr id="76" name="Graphique 75" descr="Héroïne avec un remplissage uni">
                <a:extLst>
                  <a:ext uri="{FF2B5EF4-FFF2-40B4-BE49-F238E27FC236}">
                    <a16:creationId xmlns:a16="http://schemas.microsoft.com/office/drawing/2014/main" id="{2E878252-85B9-4450-9376-6A0AE575F9D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36079" y="1202922"/>
                <a:ext cx="1006668" cy="1006668"/>
              </a:xfrm>
              <a:prstGeom prst="rect">
                <a:avLst/>
              </a:prstGeom>
            </p:spPr>
          </p:pic>
        </p:grpSp>
        <p:pic>
          <p:nvPicPr>
            <p:cNvPr id="37" name="Graphique 36" descr="Deux cœurs avec un remplissage uni">
              <a:extLst>
                <a:ext uri="{FF2B5EF4-FFF2-40B4-BE49-F238E27FC236}">
                  <a16:creationId xmlns:a16="http://schemas.microsoft.com/office/drawing/2014/main" id="{A9B66C27-EAF2-4F1D-9652-65A702695E0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940553" y="5139575"/>
              <a:ext cx="188517" cy="188517"/>
            </a:xfrm>
            <a:prstGeom prst="rect">
              <a:avLst/>
            </a:prstGeom>
          </p:spPr>
        </p:pic>
      </p:grpSp>
      <p:sp>
        <p:nvSpPr>
          <p:cNvPr id="77" name="Rectangle 76">
            <a:extLst>
              <a:ext uri="{FF2B5EF4-FFF2-40B4-BE49-F238E27FC236}">
                <a16:creationId xmlns:a16="http://schemas.microsoft.com/office/drawing/2014/main" id="{C520C5A8-BA9C-4E8E-8A9B-94FCE04AAF62}"/>
              </a:ext>
            </a:extLst>
          </p:cNvPr>
          <p:cNvSpPr/>
          <p:nvPr/>
        </p:nvSpPr>
        <p:spPr>
          <a:xfrm>
            <a:off x="1115568" y="5425436"/>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What people expect</a:t>
            </a:r>
          </a:p>
        </p:txBody>
      </p:sp>
      <p:sp>
        <p:nvSpPr>
          <p:cNvPr id="78" name="Rectangle 77">
            <a:extLst>
              <a:ext uri="{FF2B5EF4-FFF2-40B4-BE49-F238E27FC236}">
                <a16:creationId xmlns:a16="http://schemas.microsoft.com/office/drawing/2014/main" id="{B6EBD810-1B16-4BA7-97A7-861155A604AA}"/>
              </a:ext>
            </a:extLst>
          </p:cNvPr>
          <p:cNvSpPr/>
          <p:nvPr/>
        </p:nvSpPr>
        <p:spPr>
          <a:xfrm>
            <a:off x="1103489" y="6185891"/>
            <a:ext cx="621640" cy="610175"/>
          </a:xfrm>
          <a:prstGeom prst="rect">
            <a:avLst/>
          </a:prstGeom>
          <a:solidFill>
            <a:srgbClr val="FF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a:bodyPr>
          <a:lstStyle/>
          <a:p>
            <a:pPr algn="ctr"/>
            <a:r>
              <a:rPr lang="en-US" sz="800" dirty="0">
                <a:solidFill>
                  <a:schemeClr val="tx1"/>
                </a:solidFill>
              </a:rPr>
              <a:t>What your community can provide</a:t>
            </a:r>
          </a:p>
        </p:txBody>
      </p:sp>
    </p:spTree>
    <p:extLst>
      <p:ext uri="{BB962C8B-B14F-4D97-AF65-F5344CB8AC3E}">
        <p14:creationId xmlns:p14="http://schemas.microsoft.com/office/powerpoint/2010/main" val="245780579"/>
      </p:ext>
    </p:extLst>
  </p:cSld>
  <p:clrMapOvr>
    <a:masterClrMapping/>
  </p:clrMapOvr>
  <mc:AlternateContent xmlns:mc="http://schemas.openxmlformats.org/markup-compatibility/2006" xmlns:p14="http://schemas.microsoft.com/office/powerpoint/2010/main">
    <mc:Choice Requires="p14">
      <p:transition spd="slow" p14:dur="2000" advTm="30529"/>
    </mc:Choice>
    <mc:Fallback xmlns="">
      <p:transition spd="slow" advTm="30529"/>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 / Use Case</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6718522" y="3472271"/>
            <a:ext cx="4165501" cy="983858"/>
          </a:xfrm>
          <a:prstGeom prst="wedgeEllipseCallout">
            <a:avLst>
              <a:gd name="adj1" fmla="val -15317"/>
              <a:gd name="adj2" fmla="val 7507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Well, um, ….</a:t>
            </a:r>
          </a:p>
        </p:txBody>
      </p:sp>
      <p:sp>
        <p:nvSpPr>
          <p:cNvPr id="8" name="ZoneTexte 7">
            <a:extLst>
              <a:ext uri="{FF2B5EF4-FFF2-40B4-BE49-F238E27FC236}">
                <a16:creationId xmlns:a16="http://schemas.microsoft.com/office/drawing/2014/main" id="{60EF153E-0595-4AD2-AC62-181ECF30C0FB}"/>
              </a:ext>
            </a:extLst>
          </p:cNvPr>
          <p:cNvSpPr txBox="1"/>
          <p:nvPr/>
        </p:nvSpPr>
        <p:spPr>
          <a:xfrm>
            <a:off x="8703599" y="5600717"/>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grpSp>
        <p:nvGrpSpPr>
          <p:cNvPr id="7" name="Groupe 6">
            <a:extLst>
              <a:ext uri="{FF2B5EF4-FFF2-40B4-BE49-F238E27FC236}">
                <a16:creationId xmlns:a16="http://schemas.microsoft.com/office/drawing/2014/main" id="{962C8B93-0726-4003-9F8F-115A72BA4B2F}"/>
              </a:ext>
            </a:extLst>
          </p:cNvPr>
          <p:cNvGrpSpPr/>
          <p:nvPr/>
        </p:nvGrpSpPr>
        <p:grpSpPr>
          <a:xfrm>
            <a:off x="7111184" y="4743954"/>
            <a:ext cx="1983159" cy="1565406"/>
            <a:chOff x="2192955" y="4690073"/>
            <a:chExt cx="1983159" cy="1565406"/>
          </a:xfrm>
        </p:grpSpPr>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pic>
          <p:nvPicPr>
            <p:cNvPr id="5" name="Graphique 4" descr="Visage grimaçant et transpirant avec remplissage uni avec un remplissage uni">
              <a:extLst>
                <a:ext uri="{FF2B5EF4-FFF2-40B4-BE49-F238E27FC236}">
                  <a16:creationId xmlns:a16="http://schemas.microsoft.com/office/drawing/2014/main" id="{1164BFA8-1069-4925-85E2-86E43734F1D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91472" y="4690073"/>
              <a:ext cx="803985" cy="803985"/>
            </a:xfrm>
            <a:prstGeom prst="rect">
              <a:avLst/>
            </a:prstGeom>
          </p:spPr>
        </p:pic>
      </p:grpSp>
      <p:pic>
        <p:nvPicPr>
          <p:cNvPr id="9" name="Graphique 8" descr="Couronne d'utilisateur féminine avec un remplissage uni">
            <a:extLst>
              <a:ext uri="{FF2B5EF4-FFF2-40B4-BE49-F238E27FC236}">
                <a16:creationId xmlns:a16="http://schemas.microsoft.com/office/drawing/2014/main" id="{674F7A4F-C10C-417E-875E-18920BCD813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76855" y="3373404"/>
            <a:ext cx="2764319" cy="2764319"/>
          </a:xfrm>
          <a:prstGeom prst="rect">
            <a:avLst/>
          </a:prstGeom>
        </p:spPr>
      </p:pic>
      <p:sp>
        <p:nvSpPr>
          <p:cNvPr id="10" name="Bulle narrative : ronde 9">
            <a:extLst>
              <a:ext uri="{FF2B5EF4-FFF2-40B4-BE49-F238E27FC236}">
                <a16:creationId xmlns:a16="http://schemas.microsoft.com/office/drawing/2014/main" id="{62BBB1A3-A820-46B0-983F-5CC0EA4086FF}"/>
              </a:ext>
            </a:extLst>
          </p:cNvPr>
          <p:cNvSpPr/>
          <p:nvPr/>
        </p:nvSpPr>
        <p:spPr>
          <a:xfrm>
            <a:off x="3560410" y="2576911"/>
            <a:ext cx="4023241" cy="1008727"/>
          </a:xfrm>
          <a:prstGeom prst="wedgeEllipseCallout">
            <a:avLst>
              <a:gd name="adj1" fmla="val -45507"/>
              <a:gd name="adj2" fmla="val 91993"/>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What is your Community </a:t>
            </a:r>
            <a:r>
              <a:rPr lang="en-US" sz="1100" b="1" dirty="0">
                <a:solidFill>
                  <a:schemeClr val="tx1"/>
                </a:solidFill>
              </a:rPr>
              <a:t>Engagement target</a:t>
            </a:r>
            <a:r>
              <a:rPr lang="en-US" sz="1100" dirty="0">
                <a:solidFill>
                  <a:schemeClr val="tx1"/>
                </a:solidFill>
              </a:rPr>
              <a:t> ? What will be the power of the Community by the end of the year ?</a:t>
            </a:r>
          </a:p>
        </p:txBody>
      </p:sp>
      <p:sp>
        <p:nvSpPr>
          <p:cNvPr id="11" name="ZoneTexte 10">
            <a:extLst>
              <a:ext uri="{FF2B5EF4-FFF2-40B4-BE49-F238E27FC236}">
                <a16:creationId xmlns:a16="http://schemas.microsoft.com/office/drawing/2014/main" id="{E743B6F2-645A-4761-A1FA-7A06A88B0CFF}"/>
              </a:ext>
            </a:extLst>
          </p:cNvPr>
          <p:cNvSpPr txBox="1"/>
          <p:nvPr/>
        </p:nvSpPr>
        <p:spPr>
          <a:xfrm>
            <a:off x="1844060" y="5832367"/>
            <a:ext cx="1716350" cy="261610"/>
          </a:xfrm>
          <a:prstGeom prst="rect">
            <a:avLst/>
          </a:prstGeom>
          <a:noFill/>
        </p:spPr>
        <p:txBody>
          <a:bodyPr wrap="square" rtlCol="0">
            <a:spAutoFit/>
          </a:bodyPr>
          <a:lstStyle/>
          <a:p>
            <a:r>
              <a:rPr lang="en-US" sz="1100" b="1" dirty="0">
                <a:solidFill>
                  <a:srgbClr val="EC7B2B"/>
                </a:solidFill>
              </a:rPr>
              <a:t>Top Management</a:t>
            </a:r>
          </a:p>
        </p:txBody>
      </p:sp>
    </p:spTree>
    <p:extLst>
      <p:ext uri="{BB962C8B-B14F-4D97-AF65-F5344CB8AC3E}">
        <p14:creationId xmlns:p14="http://schemas.microsoft.com/office/powerpoint/2010/main" val="2653642473"/>
      </p:ext>
    </p:extLst>
  </p:cSld>
  <p:clrMapOvr>
    <a:masterClrMapping/>
  </p:clrMapOvr>
  <mc:AlternateContent xmlns:mc="http://schemas.openxmlformats.org/markup-compatibility/2006" xmlns:p14="http://schemas.microsoft.com/office/powerpoint/2010/main">
    <mc:Choice Requires="p14">
      <p:transition spd="slow" p14:dur="2000" advTm="17439"/>
    </mc:Choice>
    <mc:Fallback xmlns="">
      <p:transition spd="slow" advTm="17439"/>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P9</a:t>
            </a:r>
            <a:br>
              <a:rPr lang="en-US" dirty="0"/>
            </a:br>
            <a:r>
              <a:rPr lang="en-US" dirty="0"/>
              <a:t>Set up a Community Engagement target Example : The Core &amp; Crowd</a:t>
            </a:r>
          </a:p>
        </p:txBody>
      </p:sp>
      <p:graphicFrame>
        <p:nvGraphicFramePr>
          <p:cNvPr id="41" name="Tableau 5">
            <a:extLst>
              <a:ext uri="{FF2B5EF4-FFF2-40B4-BE49-F238E27FC236}">
                <a16:creationId xmlns:a16="http://schemas.microsoft.com/office/drawing/2014/main" id="{D890E429-43C4-41B6-9C70-1A6D90FE1852}"/>
              </a:ext>
            </a:extLst>
          </p:cNvPr>
          <p:cNvGraphicFramePr>
            <a:graphicFrameLocks noGrp="1"/>
          </p:cNvGraphicFramePr>
          <p:nvPr>
            <p:extLst>
              <p:ext uri="{D42A27DB-BD31-4B8C-83A1-F6EECF244321}">
                <p14:modId xmlns:p14="http://schemas.microsoft.com/office/powerpoint/2010/main" val="1458759451"/>
              </p:ext>
            </p:extLst>
          </p:nvPr>
        </p:nvGraphicFramePr>
        <p:xfrm>
          <a:off x="396537" y="5270837"/>
          <a:ext cx="11398926" cy="9448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r>
                        <a:rPr lang="en-US" sz="1400" dirty="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experience something”</a:t>
                      </a:r>
                    </a:p>
                  </a:txBody>
                  <a:tcPr>
                    <a:solidFill>
                      <a:schemeClr val="bg1">
                        <a:lumMod val="95000"/>
                      </a:schemeClr>
                    </a:solidFill>
                  </a:tcPr>
                </a:tc>
                <a:tc>
                  <a:txBody>
                    <a:bodyPr/>
                    <a:lstStyle/>
                    <a:p>
                      <a:pPr algn="ctr"/>
                      <a:r>
                        <a:rPr lang="en-US" sz="14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“I want to add my own touch”</a:t>
                      </a:r>
                    </a:p>
                  </a:txBody>
                  <a:tcPr>
                    <a:solidFill>
                      <a:schemeClr val="accent1">
                        <a:lumMod val="75000"/>
                      </a:schemeClr>
                    </a:solidFill>
                  </a:tcPr>
                </a:tc>
                <a:tc>
                  <a:txBody>
                    <a:bodyPr/>
                    <a:lstStyle/>
                    <a:p>
                      <a:pPr algn="ctr"/>
                      <a:r>
                        <a:rPr lang="en-US" sz="14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42" name="Groupe 41">
            <a:extLst>
              <a:ext uri="{FF2B5EF4-FFF2-40B4-BE49-F238E27FC236}">
                <a16:creationId xmlns:a16="http://schemas.microsoft.com/office/drawing/2014/main" id="{C896FD5C-01D8-4F06-92EF-3936313ACB68}"/>
              </a:ext>
            </a:extLst>
          </p:cNvPr>
          <p:cNvGrpSpPr/>
          <p:nvPr/>
        </p:nvGrpSpPr>
        <p:grpSpPr>
          <a:xfrm>
            <a:off x="10409650" y="3429988"/>
            <a:ext cx="1045649" cy="1045649"/>
            <a:chOff x="9249702" y="4886325"/>
            <a:chExt cx="485775" cy="485775"/>
          </a:xfrm>
        </p:grpSpPr>
        <p:sp>
          <p:nvSpPr>
            <p:cNvPr id="43" name="Ellipse 42">
              <a:extLst>
                <a:ext uri="{FF2B5EF4-FFF2-40B4-BE49-F238E27FC236}">
                  <a16:creationId xmlns:a16="http://schemas.microsoft.com/office/drawing/2014/main" id="{2B22D55E-8C9A-4124-AF38-C9345BF4E77B}"/>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4" name="Graphique 43" descr="Utilisateur avec un remplissage uni">
              <a:extLst>
                <a:ext uri="{FF2B5EF4-FFF2-40B4-BE49-F238E27FC236}">
                  <a16:creationId xmlns:a16="http://schemas.microsoft.com/office/drawing/2014/main" id="{2910DA4D-1A95-4F21-ACD3-37995FBC34C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pic>
        <p:nvPicPr>
          <p:cNvPr id="84" name="Graphique 83" descr="Utilisateur avec un remplissage uni">
            <a:extLst>
              <a:ext uri="{FF2B5EF4-FFF2-40B4-BE49-F238E27FC236}">
                <a16:creationId xmlns:a16="http://schemas.microsoft.com/office/drawing/2014/main" id="{4D0032A9-7420-402E-8F3C-F38B9B29226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39681" y="3221448"/>
            <a:ext cx="235652" cy="249776"/>
          </a:xfrm>
          <a:prstGeom prst="rect">
            <a:avLst/>
          </a:prstGeom>
        </p:spPr>
      </p:pic>
      <p:pic>
        <p:nvPicPr>
          <p:cNvPr id="85" name="Graphique 84" descr="Utilisateur avec un remplissage uni">
            <a:extLst>
              <a:ext uri="{FF2B5EF4-FFF2-40B4-BE49-F238E27FC236}">
                <a16:creationId xmlns:a16="http://schemas.microsoft.com/office/drawing/2014/main" id="{012F1773-6B14-427D-A836-87743973EFA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573986" y="3525039"/>
            <a:ext cx="235652" cy="249776"/>
          </a:xfrm>
          <a:prstGeom prst="rect">
            <a:avLst/>
          </a:prstGeom>
        </p:spPr>
      </p:pic>
      <p:pic>
        <p:nvPicPr>
          <p:cNvPr id="86" name="Graphique 85" descr="Utilisateur avec un remplissage uni">
            <a:extLst>
              <a:ext uri="{FF2B5EF4-FFF2-40B4-BE49-F238E27FC236}">
                <a16:creationId xmlns:a16="http://schemas.microsoft.com/office/drawing/2014/main" id="{C2EF987C-4A65-4D11-AA2F-B7F065C6A44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865189" y="3537408"/>
            <a:ext cx="235652" cy="249776"/>
          </a:xfrm>
          <a:prstGeom prst="rect">
            <a:avLst/>
          </a:prstGeom>
        </p:spPr>
      </p:pic>
      <p:pic>
        <p:nvPicPr>
          <p:cNvPr id="87" name="Graphique 86" descr="Utilisateur avec un remplissage uni">
            <a:extLst>
              <a:ext uri="{FF2B5EF4-FFF2-40B4-BE49-F238E27FC236}">
                <a16:creationId xmlns:a16="http://schemas.microsoft.com/office/drawing/2014/main" id="{248E30A7-7D37-4CB8-AA3E-2729EE7578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699494" y="3840999"/>
            <a:ext cx="235652" cy="249776"/>
          </a:xfrm>
          <a:prstGeom prst="rect">
            <a:avLst/>
          </a:prstGeom>
        </p:spPr>
      </p:pic>
      <p:pic>
        <p:nvPicPr>
          <p:cNvPr id="88" name="Graphique 87" descr="Utilisateur avec un remplissage uni">
            <a:extLst>
              <a:ext uri="{FF2B5EF4-FFF2-40B4-BE49-F238E27FC236}">
                <a16:creationId xmlns:a16="http://schemas.microsoft.com/office/drawing/2014/main" id="{C272D7AB-E0D6-4B3B-9FDE-A3CA419DFA8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20242" y="3609218"/>
            <a:ext cx="235652" cy="249776"/>
          </a:xfrm>
          <a:prstGeom prst="rect">
            <a:avLst/>
          </a:prstGeom>
        </p:spPr>
      </p:pic>
      <p:pic>
        <p:nvPicPr>
          <p:cNvPr id="89" name="Graphique 88" descr="Utilisateur avec un remplissage uni">
            <a:extLst>
              <a:ext uri="{FF2B5EF4-FFF2-40B4-BE49-F238E27FC236}">
                <a16:creationId xmlns:a16="http://schemas.microsoft.com/office/drawing/2014/main" id="{166BB568-1971-43E3-9BC9-CD917C41F8C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54547" y="3912809"/>
            <a:ext cx="235652" cy="249776"/>
          </a:xfrm>
          <a:prstGeom prst="rect">
            <a:avLst/>
          </a:prstGeom>
        </p:spPr>
      </p:pic>
      <p:pic>
        <p:nvPicPr>
          <p:cNvPr id="90" name="Graphique 89" descr="Utilisateur avec un remplissage uni">
            <a:extLst>
              <a:ext uri="{FF2B5EF4-FFF2-40B4-BE49-F238E27FC236}">
                <a16:creationId xmlns:a16="http://schemas.microsoft.com/office/drawing/2014/main" id="{A827ED81-19A8-4CE6-9445-8406E3BE27F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45750" y="3925178"/>
            <a:ext cx="235652" cy="249776"/>
          </a:xfrm>
          <a:prstGeom prst="rect">
            <a:avLst/>
          </a:prstGeom>
        </p:spPr>
      </p:pic>
      <p:pic>
        <p:nvPicPr>
          <p:cNvPr id="91" name="Graphique 90" descr="Utilisateur avec un remplissage uni">
            <a:extLst>
              <a:ext uri="{FF2B5EF4-FFF2-40B4-BE49-F238E27FC236}">
                <a16:creationId xmlns:a16="http://schemas.microsoft.com/office/drawing/2014/main" id="{6A65A051-3643-44C1-A0E0-760507DF3B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80055" y="4228769"/>
            <a:ext cx="235652" cy="249776"/>
          </a:xfrm>
          <a:prstGeom prst="rect">
            <a:avLst/>
          </a:prstGeom>
        </p:spPr>
      </p:pic>
      <p:pic>
        <p:nvPicPr>
          <p:cNvPr id="92" name="Graphique 91" descr="Utilisateur avec un remplissage uni">
            <a:extLst>
              <a:ext uri="{FF2B5EF4-FFF2-40B4-BE49-F238E27FC236}">
                <a16:creationId xmlns:a16="http://schemas.microsoft.com/office/drawing/2014/main" id="{3864E9C2-0A5A-44F8-9463-589F1272CE3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20268" y="2688322"/>
            <a:ext cx="235652" cy="249776"/>
          </a:xfrm>
          <a:prstGeom prst="rect">
            <a:avLst/>
          </a:prstGeom>
        </p:spPr>
      </p:pic>
      <p:pic>
        <p:nvPicPr>
          <p:cNvPr id="93" name="Graphique 92" descr="Utilisateur avec un remplissage uni">
            <a:extLst>
              <a:ext uri="{FF2B5EF4-FFF2-40B4-BE49-F238E27FC236}">
                <a16:creationId xmlns:a16="http://schemas.microsoft.com/office/drawing/2014/main" id="{10EB6CC3-3B4A-493D-972F-D8F08B7ABAC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54573" y="2991913"/>
            <a:ext cx="235652" cy="249776"/>
          </a:xfrm>
          <a:prstGeom prst="rect">
            <a:avLst/>
          </a:prstGeom>
        </p:spPr>
      </p:pic>
      <p:pic>
        <p:nvPicPr>
          <p:cNvPr id="94" name="Graphique 93" descr="Utilisateur avec un remplissage uni">
            <a:extLst>
              <a:ext uri="{FF2B5EF4-FFF2-40B4-BE49-F238E27FC236}">
                <a16:creationId xmlns:a16="http://schemas.microsoft.com/office/drawing/2014/main" id="{D31607CC-E2DE-4650-AECC-B58E313D3F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45776" y="3004282"/>
            <a:ext cx="235652" cy="249776"/>
          </a:xfrm>
          <a:prstGeom prst="rect">
            <a:avLst/>
          </a:prstGeom>
        </p:spPr>
      </p:pic>
      <p:pic>
        <p:nvPicPr>
          <p:cNvPr id="95" name="Graphique 94" descr="Utilisateur avec un remplissage uni">
            <a:extLst>
              <a:ext uri="{FF2B5EF4-FFF2-40B4-BE49-F238E27FC236}">
                <a16:creationId xmlns:a16="http://schemas.microsoft.com/office/drawing/2014/main" id="{35B46162-AD72-420E-BA22-2413282F3FF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80081" y="3307873"/>
            <a:ext cx="235652" cy="249776"/>
          </a:xfrm>
          <a:prstGeom prst="rect">
            <a:avLst/>
          </a:prstGeom>
        </p:spPr>
      </p:pic>
      <p:pic>
        <p:nvPicPr>
          <p:cNvPr id="96" name="Graphique 95" descr="Utilisateur avec un remplissage uni">
            <a:extLst>
              <a:ext uri="{FF2B5EF4-FFF2-40B4-BE49-F238E27FC236}">
                <a16:creationId xmlns:a16="http://schemas.microsoft.com/office/drawing/2014/main" id="{2CADA8C7-9754-459E-B51B-56E13F06115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500829" y="3076092"/>
            <a:ext cx="235652" cy="249776"/>
          </a:xfrm>
          <a:prstGeom prst="rect">
            <a:avLst/>
          </a:prstGeom>
        </p:spPr>
      </p:pic>
      <p:pic>
        <p:nvPicPr>
          <p:cNvPr id="97" name="Graphique 96" descr="Utilisateur avec un remplissage uni">
            <a:extLst>
              <a:ext uri="{FF2B5EF4-FFF2-40B4-BE49-F238E27FC236}">
                <a16:creationId xmlns:a16="http://schemas.microsoft.com/office/drawing/2014/main" id="{3BB68DF7-20E4-492A-AC0B-08CDA8C904E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335134" y="3379683"/>
            <a:ext cx="235652" cy="249776"/>
          </a:xfrm>
          <a:prstGeom prst="rect">
            <a:avLst/>
          </a:prstGeom>
        </p:spPr>
      </p:pic>
      <p:pic>
        <p:nvPicPr>
          <p:cNvPr id="98" name="Graphique 97" descr="Utilisateur avec un remplissage uni">
            <a:extLst>
              <a:ext uri="{FF2B5EF4-FFF2-40B4-BE49-F238E27FC236}">
                <a16:creationId xmlns:a16="http://schemas.microsoft.com/office/drawing/2014/main" id="{E2597875-B596-47D1-92CA-C1A680278EB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626337" y="3392052"/>
            <a:ext cx="235652" cy="249776"/>
          </a:xfrm>
          <a:prstGeom prst="rect">
            <a:avLst/>
          </a:prstGeom>
        </p:spPr>
      </p:pic>
      <p:pic>
        <p:nvPicPr>
          <p:cNvPr id="99" name="Graphique 98" descr="Utilisateur avec un remplissage uni">
            <a:extLst>
              <a:ext uri="{FF2B5EF4-FFF2-40B4-BE49-F238E27FC236}">
                <a16:creationId xmlns:a16="http://schemas.microsoft.com/office/drawing/2014/main" id="{8E86F1CB-5E25-4991-A563-17AEF763415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60642" y="3695643"/>
            <a:ext cx="235652" cy="249776"/>
          </a:xfrm>
          <a:prstGeom prst="rect">
            <a:avLst/>
          </a:prstGeom>
        </p:spPr>
      </p:pic>
      <p:pic>
        <p:nvPicPr>
          <p:cNvPr id="100" name="Graphique 99" descr="Utilisateur avec un remplissage uni">
            <a:extLst>
              <a:ext uri="{FF2B5EF4-FFF2-40B4-BE49-F238E27FC236}">
                <a16:creationId xmlns:a16="http://schemas.microsoft.com/office/drawing/2014/main" id="{C55C2EC7-B492-47B1-8EA4-19F5E3B5540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817320" y="2335665"/>
            <a:ext cx="235652" cy="249776"/>
          </a:xfrm>
          <a:prstGeom prst="rect">
            <a:avLst/>
          </a:prstGeom>
        </p:spPr>
      </p:pic>
      <p:pic>
        <p:nvPicPr>
          <p:cNvPr id="101" name="Graphique 100" descr="Utilisateur avec un remplissage uni">
            <a:extLst>
              <a:ext uri="{FF2B5EF4-FFF2-40B4-BE49-F238E27FC236}">
                <a16:creationId xmlns:a16="http://schemas.microsoft.com/office/drawing/2014/main" id="{0025EC2C-ADF9-4CBB-B83F-E881EC7B12C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57090" y="2678872"/>
            <a:ext cx="235652" cy="249776"/>
          </a:xfrm>
          <a:prstGeom prst="rect">
            <a:avLst/>
          </a:prstGeom>
        </p:spPr>
      </p:pic>
      <p:pic>
        <p:nvPicPr>
          <p:cNvPr id="102" name="Graphique 101" descr="Utilisateur avec un remplissage uni">
            <a:extLst>
              <a:ext uri="{FF2B5EF4-FFF2-40B4-BE49-F238E27FC236}">
                <a16:creationId xmlns:a16="http://schemas.microsoft.com/office/drawing/2014/main" id="{55708142-58BE-4FC2-84EB-47EF5D33063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32212" y="2106130"/>
            <a:ext cx="235652" cy="249776"/>
          </a:xfrm>
          <a:prstGeom prst="rect">
            <a:avLst/>
          </a:prstGeom>
        </p:spPr>
      </p:pic>
      <p:pic>
        <p:nvPicPr>
          <p:cNvPr id="103" name="Graphique 102" descr="Utilisateur avec un remplissage uni">
            <a:extLst>
              <a:ext uri="{FF2B5EF4-FFF2-40B4-BE49-F238E27FC236}">
                <a16:creationId xmlns:a16="http://schemas.microsoft.com/office/drawing/2014/main" id="{14DA449C-9D48-41B6-BF8A-6EE15152B04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323415" y="2118499"/>
            <a:ext cx="235652" cy="249776"/>
          </a:xfrm>
          <a:prstGeom prst="rect">
            <a:avLst/>
          </a:prstGeom>
        </p:spPr>
      </p:pic>
      <p:pic>
        <p:nvPicPr>
          <p:cNvPr id="104" name="Graphique 103" descr="Utilisateur avec un remplissage uni">
            <a:extLst>
              <a:ext uri="{FF2B5EF4-FFF2-40B4-BE49-F238E27FC236}">
                <a16:creationId xmlns:a16="http://schemas.microsoft.com/office/drawing/2014/main" id="{DA25B730-EDEA-416F-8F64-328092283B4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57720" y="2422090"/>
            <a:ext cx="235652" cy="249776"/>
          </a:xfrm>
          <a:prstGeom prst="rect">
            <a:avLst/>
          </a:prstGeom>
        </p:spPr>
      </p:pic>
      <p:pic>
        <p:nvPicPr>
          <p:cNvPr id="105" name="Graphique 104" descr="Utilisateur avec un remplissage uni">
            <a:extLst>
              <a:ext uri="{FF2B5EF4-FFF2-40B4-BE49-F238E27FC236}">
                <a16:creationId xmlns:a16="http://schemas.microsoft.com/office/drawing/2014/main" id="{7929AFCE-38F6-4546-A4CE-6392BFCBCA9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578468" y="2190309"/>
            <a:ext cx="235652" cy="249776"/>
          </a:xfrm>
          <a:prstGeom prst="rect">
            <a:avLst/>
          </a:prstGeom>
        </p:spPr>
      </p:pic>
      <p:pic>
        <p:nvPicPr>
          <p:cNvPr id="106" name="Graphique 105" descr="Utilisateur avec un remplissage uni">
            <a:extLst>
              <a:ext uri="{FF2B5EF4-FFF2-40B4-BE49-F238E27FC236}">
                <a16:creationId xmlns:a16="http://schemas.microsoft.com/office/drawing/2014/main" id="{D12FACFC-2C74-4539-9380-046B252BB1B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12773" y="2493900"/>
            <a:ext cx="235652" cy="249776"/>
          </a:xfrm>
          <a:prstGeom prst="rect">
            <a:avLst/>
          </a:prstGeom>
        </p:spPr>
      </p:pic>
      <p:pic>
        <p:nvPicPr>
          <p:cNvPr id="107" name="Graphique 106" descr="Utilisateur avec un remplissage uni">
            <a:extLst>
              <a:ext uri="{FF2B5EF4-FFF2-40B4-BE49-F238E27FC236}">
                <a16:creationId xmlns:a16="http://schemas.microsoft.com/office/drawing/2014/main" id="{22D5DF6E-EA8A-4029-8A20-43F5CA3665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703976" y="2506269"/>
            <a:ext cx="235652" cy="249776"/>
          </a:xfrm>
          <a:prstGeom prst="rect">
            <a:avLst/>
          </a:prstGeom>
        </p:spPr>
      </p:pic>
      <p:pic>
        <p:nvPicPr>
          <p:cNvPr id="108" name="Graphique 107" descr="Utilisateur avec un remplissage uni">
            <a:extLst>
              <a:ext uri="{FF2B5EF4-FFF2-40B4-BE49-F238E27FC236}">
                <a16:creationId xmlns:a16="http://schemas.microsoft.com/office/drawing/2014/main" id="{21610F50-ACCF-4EBD-A9DB-6ABAA25244A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28390" y="4469027"/>
            <a:ext cx="235652" cy="249776"/>
          </a:xfrm>
          <a:prstGeom prst="rect">
            <a:avLst/>
          </a:prstGeom>
        </p:spPr>
      </p:pic>
      <p:pic>
        <p:nvPicPr>
          <p:cNvPr id="109" name="Graphique 108" descr="Utilisateur avec un remplissage uni">
            <a:extLst>
              <a:ext uri="{FF2B5EF4-FFF2-40B4-BE49-F238E27FC236}">
                <a16:creationId xmlns:a16="http://schemas.microsoft.com/office/drawing/2014/main" id="{FB7C02AF-3676-43FB-81F0-0E0EC5F89E3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83443" y="4540837"/>
            <a:ext cx="235652" cy="249776"/>
          </a:xfrm>
          <a:prstGeom prst="rect">
            <a:avLst/>
          </a:prstGeom>
        </p:spPr>
      </p:pic>
      <p:pic>
        <p:nvPicPr>
          <p:cNvPr id="110" name="Graphique 109" descr="Utilisateur avec un remplissage uni">
            <a:extLst>
              <a:ext uri="{FF2B5EF4-FFF2-40B4-BE49-F238E27FC236}">
                <a16:creationId xmlns:a16="http://schemas.microsoft.com/office/drawing/2014/main" id="{BC48249A-D2CA-485C-95FE-924EAC01B06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74646" y="4553206"/>
            <a:ext cx="235652" cy="249776"/>
          </a:xfrm>
          <a:prstGeom prst="rect">
            <a:avLst/>
          </a:prstGeom>
        </p:spPr>
      </p:pic>
      <p:pic>
        <p:nvPicPr>
          <p:cNvPr id="111" name="Graphique 110" descr="Utilisateur avec un remplissage uni">
            <a:extLst>
              <a:ext uri="{FF2B5EF4-FFF2-40B4-BE49-F238E27FC236}">
                <a16:creationId xmlns:a16="http://schemas.microsoft.com/office/drawing/2014/main" id="{63826083-D8DD-42FB-8A4D-7774B1D6690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08951" y="4856797"/>
            <a:ext cx="235652" cy="249776"/>
          </a:xfrm>
          <a:prstGeom prst="rect">
            <a:avLst/>
          </a:prstGeom>
        </p:spPr>
      </p:pic>
      <p:pic>
        <p:nvPicPr>
          <p:cNvPr id="112" name="Graphique 111" descr="Utilisateur avec un remplissage uni">
            <a:extLst>
              <a:ext uri="{FF2B5EF4-FFF2-40B4-BE49-F238E27FC236}">
                <a16:creationId xmlns:a16="http://schemas.microsoft.com/office/drawing/2014/main" id="{5A8BB1C0-3A9D-4ACB-9F11-EEFE7459FDB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89538" y="4323671"/>
            <a:ext cx="235652" cy="249776"/>
          </a:xfrm>
          <a:prstGeom prst="rect">
            <a:avLst/>
          </a:prstGeom>
        </p:spPr>
      </p:pic>
      <p:grpSp>
        <p:nvGrpSpPr>
          <p:cNvPr id="113" name="Groupe 112">
            <a:extLst>
              <a:ext uri="{FF2B5EF4-FFF2-40B4-BE49-F238E27FC236}">
                <a16:creationId xmlns:a16="http://schemas.microsoft.com/office/drawing/2014/main" id="{2FF8587C-BA03-4091-882F-D13296650F46}"/>
              </a:ext>
            </a:extLst>
          </p:cNvPr>
          <p:cNvGrpSpPr/>
          <p:nvPr/>
        </p:nvGrpSpPr>
        <p:grpSpPr>
          <a:xfrm>
            <a:off x="9305652" y="3591574"/>
            <a:ext cx="667207" cy="667207"/>
            <a:chOff x="9249702" y="4886325"/>
            <a:chExt cx="485775" cy="485775"/>
          </a:xfrm>
        </p:grpSpPr>
        <p:sp>
          <p:nvSpPr>
            <p:cNvPr id="114" name="Ellipse 113">
              <a:extLst>
                <a:ext uri="{FF2B5EF4-FFF2-40B4-BE49-F238E27FC236}">
                  <a16:creationId xmlns:a16="http://schemas.microsoft.com/office/drawing/2014/main" id="{B16D6B6A-736F-4501-9F7A-D5DBC1EE2D38}"/>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5" name="Graphique 114" descr="Utilisateur avec un remplissage uni">
              <a:extLst>
                <a:ext uri="{FF2B5EF4-FFF2-40B4-BE49-F238E27FC236}">
                  <a16:creationId xmlns:a16="http://schemas.microsoft.com/office/drawing/2014/main" id="{A3C3E12E-9A43-4B60-97DC-674CB1C2FED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16" name="Groupe 115">
            <a:extLst>
              <a:ext uri="{FF2B5EF4-FFF2-40B4-BE49-F238E27FC236}">
                <a16:creationId xmlns:a16="http://schemas.microsoft.com/office/drawing/2014/main" id="{60808FFB-5E19-4FC2-9329-D902B3E45748}"/>
              </a:ext>
            </a:extLst>
          </p:cNvPr>
          <p:cNvGrpSpPr/>
          <p:nvPr/>
        </p:nvGrpSpPr>
        <p:grpSpPr>
          <a:xfrm>
            <a:off x="2530853" y="3273785"/>
            <a:ext cx="527245" cy="527245"/>
            <a:chOff x="9249702" y="4886325"/>
            <a:chExt cx="485775" cy="485775"/>
          </a:xfrm>
        </p:grpSpPr>
        <p:sp>
          <p:nvSpPr>
            <p:cNvPr id="117" name="Ellipse 116">
              <a:extLst>
                <a:ext uri="{FF2B5EF4-FFF2-40B4-BE49-F238E27FC236}">
                  <a16:creationId xmlns:a16="http://schemas.microsoft.com/office/drawing/2014/main" id="{18587145-A433-441D-A16C-53AED733B940}"/>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8" name="Graphique 117" descr="Utilisateur avec un remplissage uni">
              <a:extLst>
                <a:ext uri="{FF2B5EF4-FFF2-40B4-BE49-F238E27FC236}">
                  <a16:creationId xmlns:a16="http://schemas.microsoft.com/office/drawing/2014/main" id="{20EFCE7F-D493-447B-BA85-C4397A3A6C3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19" name="Groupe 118">
            <a:extLst>
              <a:ext uri="{FF2B5EF4-FFF2-40B4-BE49-F238E27FC236}">
                <a16:creationId xmlns:a16="http://schemas.microsoft.com/office/drawing/2014/main" id="{3A7B2DDC-ECA6-4957-935A-F5D43415C4E3}"/>
              </a:ext>
            </a:extLst>
          </p:cNvPr>
          <p:cNvGrpSpPr/>
          <p:nvPr/>
        </p:nvGrpSpPr>
        <p:grpSpPr>
          <a:xfrm>
            <a:off x="2701303" y="3846796"/>
            <a:ext cx="527245" cy="527245"/>
            <a:chOff x="9249702" y="4886325"/>
            <a:chExt cx="485775" cy="485775"/>
          </a:xfrm>
        </p:grpSpPr>
        <p:sp>
          <p:nvSpPr>
            <p:cNvPr id="120" name="Ellipse 119">
              <a:extLst>
                <a:ext uri="{FF2B5EF4-FFF2-40B4-BE49-F238E27FC236}">
                  <a16:creationId xmlns:a16="http://schemas.microsoft.com/office/drawing/2014/main" id="{E3AC7F7F-71A0-4FE1-BC75-1B015B0F788B}"/>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1" name="Graphique 120" descr="Utilisateur avec un remplissage uni">
              <a:extLst>
                <a:ext uri="{FF2B5EF4-FFF2-40B4-BE49-F238E27FC236}">
                  <a16:creationId xmlns:a16="http://schemas.microsoft.com/office/drawing/2014/main" id="{24E2F3D8-CD0C-43E2-8E1B-F65B4C5D651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22" name="Groupe 121">
            <a:extLst>
              <a:ext uri="{FF2B5EF4-FFF2-40B4-BE49-F238E27FC236}">
                <a16:creationId xmlns:a16="http://schemas.microsoft.com/office/drawing/2014/main" id="{D7489462-0AED-4FBC-A489-F3C0F44A165E}"/>
              </a:ext>
            </a:extLst>
          </p:cNvPr>
          <p:cNvGrpSpPr/>
          <p:nvPr/>
        </p:nvGrpSpPr>
        <p:grpSpPr>
          <a:xfrm>
            <a:off x="2501718" y="4408044"/>
            <a:ext cx="527245" cy="527245"/>
            <a:chOff x="9249702" y="4886325"/>
            <a:chExt cx="485775" cy="485775"/>
          </a:xfrm>
        </p:grpSpPr>
        <p:sp>
          <p:nvSpPr>
            <p:cNvPr id="123" name="Ellipse 122">
              <a:extLst>
                <a:ext uri="{FF2B5EF4-FFF2-40B4-BE49-F238E27FC236}">
                  <a16:creationId xmlns:a16="http://schemas.microsoft.com/office/drawing/2014/main" id="{213A399E-AFC8-4FA0-BE51-1E35834B8D49}"/>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4" name="Graphique 123" descr="Utilisateur avec un remplissage uni">
              <a:extLst>
                <a:ext uri="{FF2B5EF4-FFF2-40B4-BE49-F238E27FC236}">
                  <a16:creationId xmlns:a16="http://schemas.microsoft.com/office/drawing/2014/main" id="{C06679C9-4DCF-4FE3-9F01-5A94BB3EE24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34" name="Groupe 133">
            <a:extLst>
              <a:ext uri="{FF2B5EF4-FFF2-40B4-BE49-F238E27FC236}">
                <a16:creationId xmlns:a16="http://schemas.microsoft.com/office/drawing/2014/main" id="{172FF17C-ECE3-4516-BAE0-F23D159ECAE6}"/>
              </a:ext>
            </a:extLst>
          </p:cNvPr>
          <p:cNvGrpSpPr/>
          <p:nvPr/>
        </p:nvGrpSpPr>
        <p:grpSpPr>
          <a:xfrm>
            <a:off x="3621542" y="3625902"/>
            <a:ext cx="667207" cy="667207"/>
            <a:chOff x="9249702" y="4886325"/>
            <a:chExt cx="485775" cy="485775"/>
          </a:xfrm>
        </p:grpSpPr>
        <p:sp>
          <p:nvSpPr>
            <p:cNvPr id="135" name="Ellipse 134">
              <a:extLst>
                <a:ext uri="{FF2B5EF4-FFF2-40B4-BE49-F238E27FC236}">
                  <a16:creationId xmlns:a16="http://schemas.microsoft.com/office/drawing/2014/main" id="{8503CA33-01F3-4056-B826-09B043752C0D}"/>
                </a:ext>
              </a:extLst>
            </p:cNvPr>
            <p:cNvSpPr/>
            <p:nvPr/>
          </p:nvSpPr>
          <p:spPr>
            <a:xfrm>
              <a:off x="9249702" y="4886325"/>
              <a:ext cx="485775" cy="485775"/>
            </a:xfrm>
            <a:prstGeom prst="ellipse">
              <a:avLst/>
            </a:prstGeom>
            <a:solidFill>
              <a:srgbClr val="D4E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6" name="Graphique 135" descr="Utilisateur avec un remplissage uni">
              <a:extLst>
                <a:ext uri="{FF2B5EF4-FFF2-40B4-BE49-F238E27FC236}">
                  <a16:creationId xmlns:a16="http://schemas.microsoft.com/office/drawing/2014/main" id="{6F7A3C98-7A58-4F80-BE1B-4B4F9A40754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37" name="Groupe 136">
            <a:extLst>
              <a:ext uri="{FF2B5EF4-FFF2-40B4-BE49-F238E27FC236}">
                <a16:creationId xmlns:a16="http://schemas.microsoft.com/office/drawing/2014/main" id="{C2074517-D7DD-4C57-BB5F-7D2F06A6E128}"/>
              </a:ext>
            </a:extLst>
          </p:cNvPr>
          <p:cNvGrpSpPr/>
          <p:nvPr/>
        </p:nvGrpSpPr>
        <p:grpSpPr>
          <a:xfrm>
            <a:off x="4253983" y="3971312"/>
            <a:ext cx="667207" cy="667207"/>
            <a:chOff x="9249702" y="4886325"/>
            <a:chExt cx="485775" cy="485775"/>
          </a:xfrm>
        </p:grpSpPr>
        <p:sp>
          <p:nvSpPr>
            <p:cNvPr id="138" name="Ellipse 137">
              <a:extLst>
                <a:ext uri="{FF2B5EF4-FFF2-40B4-BE49-F238E27FC236}">
                  <a16:creationId xmlns:a16="http://schemas.microsoft.com/office/drawing/2014/main" id="{32546410-55E1-44EA-B881-2C803C927D1C}"/>
                </a:ext>
              </a:extLst>
            </p:cNvPr>
            <p:cNvSpPr/>
            <p:nvPr/>
          </p:nvSpPr>
          <p:spPr>
            <a:xfrm>
              <a:off x="9249702" y="4886325"/>
              <a:ext cx="485775" cy="485775"/>
            </a:xfrm>
            <a:prstGeom prst="ellipse">
              <a:avLst/>
            </a:prstGeom>
            <a:solidFill>
              <a:srgbClr val="D4E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9" name="Graphique 138" descr="Utilisateur avec un remplissage uni">
              <a:extLst>
                <a:ext uri="{FF2B5EF4-FFF2-40B4-BE49-F238E27FC236}">
                  <a16:creationId xmlns:a16="http://schemas.microsoft.com/office/drawing/2014/main" id="{5D0263B6-8979-46FF-BFF5-10E26A45D92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0" name="Groupe 139">
            <a:extLst>
              <a:ext uri="{FF2B5EF4-FFF2-40B4-BE49-F238E27FC236}">
                <a16:creationId xmlns:a16="http://schemas.microsoft.com/office/drawing/2014/main" id="{22179545-3F12-4F17-B3BA-C723F2F28FAA}"/>
              </a:ext>
            </a:extLst>
          </p:cNvPr>
          <p:cNvGrpSpPr/>
          <p:nvPr/>
        </p:nvGrpSpPr>
        <p:grpSpPr>
          <a:xfrm>
            <a:off x="3698652" y="4455101"/>
            <a:ext cx="667207" cy="667207"/>
            <a:chOff x="9249702" y="4886325"/>
            <a:chExt cx="485775" cy="485775"/>
          </a:xfrm>
        </p:grpSpPr>
        <p:sp>
          <p:nvSpPr>
            <p:cNvPr id="141" name="Ellipse 140">
              <a:extLst>
                <a:ext uri="{FF2B5EF4-FFF2-40B4-BE49-F238E27FC236}">
                  <a16:creationId xmlns:a16="http://schemas.microsoft.com/office/drawing/2014/main" id="{978BF94D-5A01-48FF-A1D8-E3EE862AB1F9}"/>
                </a:ext>
              </a:extLst>
            </p:cNvPr>
            <p:cNvSpPr/>
            <p:nvPr/>
          </p:nvSpPr>
          <p:spPr>
            <a:xfrm>
              <a:off x="9249702" y="4886325"/>
              <a:ext cx="485775" cy="485775"/>
            </a:xfrm>
            <a:prstGeom prst="ellipse">
              <a:avLst/>
            </a:prstGeom>
            <a:solidFill>
              <a:srgbClr val="D4E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2" name="Graphique 141" descr="Utilisateur avec un remplissage uni">
              <a:extLst>
                <a:ext uri="{FF2B5EF4-FFF2-40B4-BE49-F238E27FC236}">
                  <a16:creationId xmlns:a16="http://schemas.microsoft.com/office/drawing/2014/main" id="{B3DB797F-EF76-405F-8500-6165C52E0DF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
        <p:nvSpPr>
          <p:cNvPr id="143" name="Accolade ouvrante 142">
            <a:extLst>
              <a:ext uri="{FF2B5EF4-FFF2-40B4-BE49-F238E27FC236}">
                <a16:creationId xmlns:a16="http://schemas.microsoft.com/office/drawing/2014/main" id="{50CEFFBE-288F-4BB5-B899-B40001B6BB03}"/>
              </a:ext>
            </a:extLst>
          </p:cNvPr>
          <p:cNvSpPr/>
          <p:nvPr/>
        </p:nvSpPr>
        <p:spPr>
          <a:xfrm rot="16200000">
            <a:off x="2794944" y="3963343"/>
            <a:ext cx="272970" cy="462372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4" name="Accolade ouvrante 143">
            <a:extLst>
              <a:ext uri="{FF2B5EF4-FFF2-40B4-BE49-F238E27FC236}">
                <a16:creationId xmlns:a16="http://schemas.microsoft.com/office/drawing/2014/main" id="{0A3C7A7C-5750-470A-9024-F6C011ED0D49}"/>
              </a:ext>
            </a:extLst>
          </p:cNvPr>
          <p:cNvSpPr/>
          <p:nvPr/>
        </p:nvSpPr>
        <p:spPr>
          <a:xfrm rot="16200000">
            <a:off x="9195417" y="3903000"/>
            <a:ext cx="353341" cy="48467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5" name="ZoneTexte 144">
            <a:extLst>
              <a:ext uri="{FF2B5EF4-FFF2-40B4-BE49-F238E27FC236}">
                <a16:creationId xmlns:a16="http://schemas.microsoft.com/office/drawing/2014/main" id="{DAF44CF1-A181-4653-AE4D-57995281104E}"/>
              </a:ext>
            </a:extLst>
          </p:cNvPr>
          <p:cNvSpPr txBox="1"/>
          <p:nvPr/>
        </p:nvSpPr>
        <p:spPr>
          <a:xfrm>
            <a:off x="1395142" y="6411689"/>
            <a:ext cx="3072574" cy="366369"/>
          </a:xfrm>
          <a:prstGeom prst="rect">
            <a:avLst/>
          </a:prstGeom>
          <a:noFill/>
        </p:spPr>
        <p:txBody>
          <a:bodyPr wrap="square" rtlCol="0">
            <a:spAutoFit/>
          </a:bodyPr>
          <a:lstStyle/>
          <a:p>
            <a:pPr algn="ctr"/>
            <a:r>
              <a:rPr lang="en-US" dirty="0"/>
              <a:t>The Crowd</a:t>
            </a:r>
          </a:p>
        </p:txBody>
      </p:sp>
      <p:sp>
        <p:nvSpPr>
          <p:cNvPr id="146" name="ZoneTexte 145">
            <a:extLst>
              <a:ext uri="{FF2B5EF4-FFF2-40B4-BE49-F238E27FC236}">
                <a16:creationId xmlns:a16="http://schemas.microsoft.com/office/drawing/2014/main" id="{F00B521A-C1E5-4AF6-AC7D-AA788B2F76F7}"/>
              </a:ext>
            </a:extLst>
          </p:cNvPr>
          <p:cNvSpPr txBox="1"/>
          <p:nvPr/>
        </p:nvSpPr>
        <p:spPr>
          <a:xfrm>
            <a:off x="7835800" y="6411689"/>
            <a:ext cx="3072574" cy="366369"/>
          </a:xfrm>
          <a:prstGeom prst="rect">
            <a:avLst/>
          </a:prstGeom>
          <a:noFill/>
        </p:spPr>
        <p:txBody>
          <a:bodyPr wrap="square" rtlCol="0">
            <a:spAutoFit/>
          </a:bodyPr>
          <a:lstStyle/>
          <a:p>
            <a:pPr algn="ctr"/>
            <a:r>
              <a:rPr lang="en-US" dirty="0"/>
              <a:t>The core</a:t>
            </a:r>
          </a:p>
        </p:txBody>
      </p:sp>
      <p:grpSp>
        <p:nvGrpSpPr>
          <p:cNvPr id="69" name="Groupe 68">
            <a:extLst>
              <a:ext uri="{FF2B5EF4-FFF2-40B4-BE49-F238E27FC236}">
                <a16:creationId xmlns:a16="http://schemas.microsoft.com/office/drawing/2014/main" id="{3ED23450-B668-4A27-A7BB-ADE0AE2FEE84}"/>
              </a:ext>
            </a:extLst>
          </p:cNvPr>
          <p:cNvGrpSpPr/>
          <p:nvPr/>
        </p:nvGrpSpPr>
        <p:grpSpPr>
          <a:xfrm>
            <a:off x="2908022" y="2847905"/>
            <a:ext cx="527245" cy="527245"/>
            <a:chOff x="9249702" y="4886325"/>
            <a:chExt cx="485775" cy="485775"/>
          </a:xfrm>
        </p:grpSpPr>
        <p:sp>
          <p:nvSpPr>
            <p:cNvPr id="70" name="Ellipse 69">
              <a:extLst>
                <a:ext uri="{FF2B5EF4-FFF2-40B4-BE49-F238E27FC236}">
                  <a16:creationId xmlns:a16="http://schemas.microsoft.com/office/drawing/2014/main" id="{2AEC0B73-6EAE-4938-AC36-C41E03C4C8C0}"/>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1" name="Graphique 70" descr="Utilisateur avec un remplissage uni">
              <a:extLst>
                <a:ext uri="{FF2B5EF4-FFF2-40B4-BE49-F238E27FC236}">
                  <a16:creationId xmlns:a16="http://schemas.microsoft.com/office/drawing/2014/main" id="{919ACA3B-8BD1-4A41-8A4C-A2FF5D064E6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2" name="Groupe 71">
            <a:extLst>
              <a:ext uri="{FF2B5EF4-FFF2-40B4-BE49-F238E27FC236}">
                <a16:creationId xmlns:a16="http://schemas.microsoft.com/office/drawing/2014/main" id="{6343CD15-C605-42EB-8FFD-16A94900372A}"/>
              </a:ext>
            </a:extLst>
          </p:cNvPr>
          <p:cNvGrpSpPr/>
          <p:nvPr/>
        </p:nvGrpSpPr>
        <p:grpSpPr>
          <a:xfrm>
            <a:off x="2376531" y="2716183"/>
            <a:ext cx="527245" cy="527245"/>
            <a:chOff x="9249702" y="4886325"/>
            <a:chExt cx="485775" cy="485775"/>
          </a:xfrm>
        </p:grpSpPr>
        <p:sp>
          <p:nvSpPr>
            <p:cNvPr id="73" name="Ellipse 72">
              <a:extLst>
                <a:ext uri="{FF2B5EF4-FFF2-40B4-BE49-F238E27FC236}">
                  <a16:creationId xmlns:a16="http://schemas.microsoft.com/office/drawing/2014/main" id="{8E2B4535-9CA4-45B9-8CF3-81DC314A34A6}"/>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4" name="Graphique 73" descr="Utilisateur avec un remplissage uni">
              <a:extLst>
                <a:ext uri="{FF2B5EF4-FFF2-40B4-BE49-F238E27FC236}">
                  <a16:creationId xmlns:a16="http://schemas.microsoft.com/office/drawing/2014/main" id="{7C83DA50-9B65-4725-AAFE-1EAF5578DD4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5" name="Groupe 74">
            <a:extLst>
              <a:ext uri="{FF2B5EF4-FFF2-40B4-BE49-F238E27FC236}">
                <a16:creationId xmlns:a16="http://schemas.microsoft.com/office/drawing/2014/main" id="{4CFD1E45-E76D-4608-860A-32F493232838}"/>
              </a:ext>
            </a:extLst>
          </p:cNvPr>
          <p:cNvGrpSpPr/>
          <p:nvPr/>
        </p:nvGrpSpPr>
        <p:grpSpPr>
          <a:xfrm>
            <a:off x="2753700" y="2290303"/>
            <a:ext cx="527245" cy="527245"/>
            <a:chOff x="9249702" y="4886325"/>
            <a:chExt cx="485775" cy="485775"/>
          </a:xfrm>
        </p:grpSpPr>
        <p:sp>
          <p:nvSpPr>
            <p:cNvPr id="76" name="Ellipse 75">
              <a:extLst>
                <a:ext uri="{FF2B5EF4-FFF2-40B4-BE49-F238E27FC236}">
                  <a16:creationId xmlns:a16="http://schemas.microsoft.com/office/drawing/2014/main" id="{622CCC9F-6A9C-4636-92EA-0E27AB47F117}"/>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7" name="Graphique 76" descr="Utilisateur avec un remplissage uni">
              <a:extLst>
                <a:ext uri="{FF2B5EF4-FFF2-40B4-BE49-F238E27FC236}">
                  <a16:creationId xmlns:a16="http://schemas.microsoft.com/office/drawing/2014/main" id="{5E846C73-6697-4E42-8976-4D60E6D43A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8" name="Groupe 77">
            <a:extLst>
              <a:ext uri="{FF2B5EF4-FFF2-40B4-BE49-F238E27FC236}">
                <a16:creationId xmlns:a16="http://schemas.microsoft.com/office/drawing/2014/main" id="{4BF52471-6646-4856-BE9A-F8D3A85D3E32}"/>
              </a:ext>
            </a:extLst>
          </p:cNvPr>
          <p:cNvGrpSpPr/>
          <p:nvPr/>
        </p:nvGrpSpPr>
        <p:grpSpPr>
          <a:xfrm>
            <a:off x="5018107" y="2905500"/>
            <a:ext cx="642146" cy="2405327"/>
            <a:chOff x="4849072" y="2280250"/>
            <a:chExt cx="914400" cy="3425125"/>
          </a:xfrm>
        </p:grpSpPr>
        <p:pic>
          <p:nvPicPr>
            <p:cNvPr id="79" name="Graphique 78" descr="Mur de briques avec un remplissage uni">
              <a:extLst>
                <a:ext uri="{FF2B5EF4-FFF2-40B4-BE49-F238E27FC236}">
                  <a16:creationId xmlns:a16="http://schemas.microsoft.com/office/drawing/2014/main" id="{87DD42D8-FAE0-409D-89DC-58F39445EBE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5080752"/>
              <a:ext cx="914400" cy="624623"/>
            </a:xfrm>
            <a:prstGeom prst="rect">
              <a:avLst/>
            </a:prstGeom>
          </p:spPr>
        </p:pic>
        <p:pic>
          <p:nvPicPr>
            <p:cNvPr id="80" name="Graphique 79" descr="Mur de briques avec un remplissage uni">
              <a:extLst>
                <a:ext uri="{FF2B5EF4-FFF2-40B4-BE49-F238E27FC236}">
                  <a16:creationId xmlns:a16="http://schemas.microsoft.com/office/drawing/2014/main" id="{5218A49A-E30B-463B-9972-9B2DECEAF0A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557197"/>
              <a:ext cx="914400" cy="624623"/>
            </a:xfrm>
            <a:prstGeom prst="rect">
              <a:avLst/>
            </a:prstGeom>
          </p:spPr>
        </p:pic>
        <p:pic>
          <p:nvPicPr>
            <p:cNvPr id="81" name="Graphique 80" descr="Mur de briques avec un remplissage uni">
              <a:extLst>
                <a:ext uri="{FF2B5EF4-FFF2-40B4-BE49-F238E27FC236}">
                  <a16:creationId xmlns:a16="http://schemas.microsoft.com/office/drawing/2014/main" id="{B6B60C88-03FC-41F2-8AAE-45860FEC6A2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025329"/>
              <a:ext cx="914400" cy="624623"/>
            </a:xfrm>
            <a:prstGeom prst="rect">
              <a:avLst/>
            </a:prstGeom>
          </p:spPr>
        </p:pic>
        <p:pic>
          <p:nvPicPr>
            <p:cNvPr id="82" name="Graphique 81" descr="Mur de briques avec un remplissage uni">
              <a:extLst>
                <a:ext uri="{FF2B5EF4-FFF2-40B4-BE49-F238E27FC236}">
                  <a16:creationId xmlns:a16="http://schemas.microsoft.com/office/drawing/2014/main" id="{89637DB5-3D7B-41DD-9069-4225D67FCD3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3501774"/>
              <a:ext cx="914400" cy="624623"/>
            </a:xfrm>
            <a:prstGeom prst="rect">
              <a:avLst/>
            </a:prstGeom>
          </p:spPr>
        </p:pic>
        <p:pic>
          <p:nvPicPr>
            <p:cNvPr id="83" name="Graphique 82" descr="Mur de briques avec un remplissage uni">
              <a:extLst>
                <a:ext uri="{FF2B5EF4-FFF2-40B4-BE49-F238E27FC236}">
                  <a16:creationId xmlns:a16="http://schemas.microsoft.com/office/drawing/2014/main" id="{251BA264-1B1A-4F11-8016-0F73CA720892}"/>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2985743"/>
              <a:ext cx="914400" cy="624623"/>
            </a:xfrm>
            <a:prstGeom prst="rect">
              <a:avLst/>
            </a:prstGeom>
          </p:spPr>
        </p:pic>
        <p:pic>
          <p:nvPicPr>
            <p:cNvPr id="125" name="Graphique 124" descr="Mur de briques avec un remplissage uni">
              <a:extLst>
                <a:ext uri="{FF2B5EF4-FFF2-40B4-BE49-F238E27FC236}">
                  <a16:creationId xmlns:a16="http://schemas.microsoft.com/office/drawing/2014/main" id="{03F7F3CA-9487-40C7-96D5-5C5784BBCAD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1793"/>
            <a:stretch/>
          </p:blipFill>
          <p:spPr>
            <a:xfrm>
              <a:off x="4849072" y="2280250"/>
              <a:ext cx="914400" cy="806561"/>
            </a:xfrm>
            <a:prstGeom prst="rect">
              <a:avLst/>
            </a:prstGeom>
          </p:spPr>
        </p:pic>
      </p:grpSp>
    </p:spTree>
    <p:extLst>
      <p:ext uri="{BB962C8B-B14F-4D97-AF65-F5344CB8AC3E}">
        <p14:creationId xmlns:p14="http://schemas.microsoft.com/office/powerpoint/2010/main" val="4247968696"/>
      </p:ext>
    </p:extLst>
  </p:cSld>
  <p:clrMapOvr>
    <a:masterClrMapping/>
  </p:clrMapOvr>
  <mc:AlternateContent xmlns:mc="http://schemas.openxmlformats.org/markup-compatibility/2006" xmlns:p14="http://schemas.microsoft.com/office/powerpoint/2010/main">
    <mc:Choice Requires="p14">
      <p:transition spd="slow" p14:dur="2000" advTm="63231"/>
    </mc:Choice>
    <mc:Fallback xmlns="">
      <p:transition spd="slow" advTm="63231"/>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P9</a:t>
            </a:r>
            <a:br>
              <a:rPr lang="en-US" dirty="0"/>
            </a:br>
            <a:r>
              <a:rPr lang="en-US" dirty="0"/>
              <a:t>Set up a Community Engagement target</a:t>
            </a:r>
            <a:br>
              <a:rPr lang="en-US" dirty="0"/>
            </a:br>
            <a:r>
              <a:rPr lang="en-US" dirty="0"/>
              <a:t>Example : The closed elite</a:t>
            </a:r>
          </a:p>
        </p:txBody>
      </p:sp>
      <p:graphicFrame>
        <p:nvGraphicFramePr>
          <p:cNvPr id="41" name="Tableau 5">
            <a:extLst>
              <a:ext uri="{FF2B5EF4-FFF2-40B4-BE49-F238E27FC236}">
                <a16:creationId xmlns:a16="http://schemas.microsoft.com/office/drawing/2014/main" id="{D890E429-43C4-41B6-9C70-1A6D90FE1852}"/>
              </a:ext>
            </a:extLst>
          </p:cNvPr>
          <p:cNvGraphicFramePr>
            <a:graphicFrameLocks noGrp="1"/>
          </p:cNvGraphicFramePr>
          <p:nvPr/>
        </p:nvGraphicFramePr>
        <p:xfrm>
          <a:off x="396537" y="5270837"/>
          <a:ext cx="11398926" cy="9448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r>
                        <a:rPr lang="en-US" sz="1400" dirty="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experience something”</a:t>
                      </a:r>
                    </a:p>
                  </a:txBody>
                  <a:tcPr>
                    <a:solidFill>
                      <a:schemeClr val="bg1">
                        <a:lumMod val="95000"/>
                      </a:schemeClr>
                    </a:solidFill>
                  </a:tcPr>
                </a:tc>
                <a:tc>
                  <a:txBody>
                    <a:bodyPr/>
                    <a:lstStyle/>
                    <a:p>
                      <a:pPr algn="ctr"/>
                      <a:r>
                        <a:rPr lang="en-US" sz="14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“I want to add my own touch”</a:t>
                      </a:r>
                    </a:p>
                  </a:txBody>
                  <a:tcPr>
                    <a:solidFill>
                      <a:schemeClr val="accent1">
                        <a:lumMod val="75000"/>
                      </a:schemeClr>
                    </a:solidFill>
                  </a:tcPr>
                </a:tc>
                <a:tc>
                  <a:txBody>
                    <a:bodyPr/>
                    <a:lstStyle/>
                    <a:p>
                      <a:pPr algn="ctr"/>
                      <a:r>
                        <a:rPr lang="en-US" sz="14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143" name="Accolade ouvrante 142">
            <a:extLst>
              <a:ext uri="{FF2B5EF4-FFF2-40B4-BE49-F238E27FC236}">
                <a16:creationId xmlns:a16="http://schemas.microsoft.com/office/drawing/2014/main" id="{50CEFFBE-288F-4BB5-B899-B40001B6BB03}"/>
              </a:ext>
            </a:extLst>
          </p:cNvPr>
          <p:cNvSpPr/>
          <p:nvPr/>
        </p:nvSpPr>
        <p:spPr>
          <a:xfrm rot="16200000">
            <a:off x="3591202" y="3167085"/>
            <a:ext cx="272970" cy="621623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4" name="Accolade ouvrante 143">
            <a:extLst>
              <a:ext uri="{FF2B5EF4-FFF2-40B4-BE49-F238E27FC236}">
                <a16:creationId xmlns:a16="http://schemas.microsoft.com/office/drawing/2014/main" id="{0A3C7A7C-5750-470A-9024-F6C011ED0D49}"/>
              </a:ext>
            </a:extLst>
          </p:cNvPr>
          <p:cNvSpPr/>
          <p:nvPr/>
        </p:nvSpPr>
        <p:spPr>
          <a:xfrm rot="16200000">
            <a:off x="8353519" y="4744898"/>
            <a:ext cx="353341" cy="316295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5" name="ZoneTexte 144">
            <a:extLst>
              <a:ext uri="{FF2B5EF4-FFF2-40B4-BE49-F238E27FC236}">
                <a16:creationId xmlns:a16="http://schemas.microsoft.com/office/drawing/2014/main" id="{DAF44CF1-A181-4653-AE4D-57995281104E}"/>
              </a:ext>
            </a:extLst>
          </p:cNvPr>
          <p:cNvSpPr txBox="1"/>
          <p:nvPr/>
        </p:nvSpPr>
        <p:spPr>
          <a:xfrm>
            <a:off x="2778710" y="6411689"/>
            <a:ext cx="1689005" cy="366369"/>
          </a:xfrm>
          <a:prstGeom prst="rect">
            <a:avLst/>
          </a:prstGeom>
          <a:noFill/>
        </p:spPr>
        <p:txBody>
          <a:bodyPr wrap="square" rtlCol="0">
            <a:spAutoFit/>
          </a:bodyPr>
          <a:lstStyle/>
          <a:p>
            <a:pPr algn="ctr"/>
            <a:r>
              <a:rPr lang="en-US" dirty="0"/>
              <a:t>The others</a:t>
            </a:r>
          </a:p>
        </p:txBody>
      </p:sp>
      <p:sp>
        <p:nvSpPr>
          <p:cNvPr id="146" name="ZoneTexte 145">
            <a:extLst>
              <a:ext uri="{FF2B5EF4-FFF2-40B4-BE49-F238E27FC236}">
                <a16:creationId xmlns:a16="http://schemas.microsoft.com/office/drawing/2014/main" id="{F00B521A-C1E5-4AF6-AC7D-AA788B2F76F7}"/>
              </a:ext>
            </a:extLst>
          </p:cNvPr>
          <p:cNvSpPr txBox="1"/>
          <p:nvPr/>
        </p:nvSpPr>
        <p:spPr>
          <a:xfrm>
            <a:off x="7474998" y="6411689"/>
            <a:ext cx="2095130" cy="366369"/>
          </a:xfrm>
          <a:prstGeom prst="rect">
            <a:avLst/>
          </a:prstGeom>
          <a:noFill/>
        </p:spPr>
        <p:txBody>
          <a:bodyPr wrap="square" rtlCol="0">
            <a:spAutoFit/>
          </a:bodyPr>
          <a:lstStyle/>
          <a:p>
            <a:pPr algn="ctr"/>
            <a:r>
              <a:rPr lang="en-US" dirty="0"/>
              <a:t>The elite</a:t>
            </a:r>
          </a:p>
        </p:txBody>
      </p:sp>
      <p:grpSp>
        <p:nvGrpSpPr>
          <p:cNvPr id="4" name="Groupe 3">
            <a:extLst>
              <a:ext uri="{FF2B5EF4-FFF2-40B4-BE49-F238E27FC236}">
                <a16:creationId xmlns:a16="http://schemas.microsoft.com/office/drawing/2014/main" id="{99B99779-5BEE-45ED-9726-3C4DE32A5C2B}"/>
              </a:ext>
            </a:extLst>
          </p:cNvPr>
          <p:cNvGrpSpPr/>
          <p:nvPr/>
        </p:nvGrpSpPr>
        <p:grpSpPr>
          <a:xfrm>
            <a:off x="6627639" y="2896584"/>
            <a:ext cx="3866054" cy="2405327"/>
            <a:chOff x="6627639" y="2896584"/>
            <a:chExt cx="3866054" cy="2405327"/>
          </a:xfrm>
        </p:grpSpPr>
        <p:grpSp>
          <p:nvGrpSpPr>
            <p:cNvPr id="113" name="Groupe 112">
              <a:extLst>
                <a:ext uri="{FF2B5EF4-FFF2-40B4-BE49-F238E27FC236}">
                  <a16:creationId xmlns:a16="http://schemas.microsoft.com/office/drawing/2014/main" id="{2FF8587C-BA03-4091-882F-D13296650F46}"/>
                </a:ext>
              </a:extLst>
            </p:cNvPr>
            <p:cNvGrpSpPr/>
            <p:nvPr/>
          </p:nvGrpSpPr>
          <p:grpSpPr>
            <a:xfrm>
              <a:off x="9222344" y="4103148"/>
              <a:ext cx="667207" cy="667207"/>
              <a:chOff x="9249702" y="4886325"/>
              <a:chExt cx="485775" cy="485775"/>
            </a:xfrm>
          </p:grpSpPr>
          <p:sp>
            <p:nvSpPr>
              <p:cNvPr id="114" name="Ellipse 113">
                <a:extLst>
                  <a:ext uri="{FF2B5EF4-FFF2-40B4-BE49-F238E27FC236}">
                    <a16:creationId xmlns:a16="http://schemas.microsoft.com/office/drawing/2014/main" id="{B16D6B6A-736F-4501-9F7A-D5DBC1EE2D38}"/>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5" name="Graphique 114" descr="Utilisateur avec un remplissage uni">
                <a:extLst>
                  <a:ext uri="{FF2B5EF4-FFF2-40B4-BE49-F238E27FC236}">
                    <a16:creationId xmlns:a16="http://schemas.microsoft.com/office/drawing/2014/main" id="{A3C3E12E-9A43-4B60-97DC-674CB1C2FED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8" name="Groupe 77">
              <a:extLst>
                <a:ext uri="{FF2B5EF4-FFF2-40B4-BE49-F238E27FC236}">
                  <a16:creationId xmlns:a16="http://schemas.microsoft.com/office/drawing/2014/main" id="{4BF52471-6646-4856-BE9A-F8D3A85D3E32}"/>
                </a:ext>
              </a:extLst>
            </p:cNvPr>
            <p:cNvGrpSpPr/>
            <p:nvPr/>
          </p:nvGrpSpPr>
          <p:grpSpPr>
            <a:xfrm>
              <a:off x="6627639" y="2896584"/>
              <a:ext cx="642146" cy="2405327"/>
              <a:chOff x="4849072" y="2280250"/>
              <a:chExt cx="914400" cy="3425125"/>
            </a:xfrm>
          </p:grpSpPr>
          <p:pic>
            <p:nvPicPr>
              <p:cNvPr id="79" name="Graphique 78" descr="Mur de briques avec un remplissage uni">
                <a:extLst>
                  <a:ext uri="{FF2B5EF4-FFF2-40B4-BE49-F238E27FC236}">
                    <a16:creationId xmlns:a16="http://schemas.microsoft.com/office/drawing/2014/main" id="{87DD42D8-FAE0-409D-89DC-58F39445EBE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5080752"/>
                <a:ext cx="914400" cy="624623"/>
              </a:xfrm>
              <a:prstGeom prst="rect">
                <a:avLst/>
              </a:prstGeom>
            </p:spPr>
          </p:pic>
          <p:pic>
            <p:nvPicPr>
              <p:cNvPr id="80" name="Graphique 79" descr="Mur de briques avec un remplissage uni">
                <a:extLst>
                  <a:ext uri="{FF2B5EF4-FFF2-40B4-BE49-F238E27FC236}">
                    <a16:creationId xmlns:a16="http://schemas.microsoft.com/office/drawing/2014/main" id="{5218A49A-E30B-463B-9972-9B2DECEAF0A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4557197"/>
                <a:ext cx="914400" cy="624623"/>
              </a:xfrm>
              <a:prstGeom prst="rect">
                <a:avLst/>
              </a:prstGeom>
            </p:spPr>
          </p:pic>
          <p:pic>
            <p:nvPicPr>
              <p:cNvPr id="81" name="Graphique 80" descr="Mur de briques avec un remplissage uni">
                <a:extLst>
                  <a:ext uri="{FF2B5EF4-FFF2-40B4-BE49-F238E27FC236}">
                    <a16:creationId xmlns:a16="http://schemas.microsoft.com/office/drawing/2014/main" id="{B6B60C88-03FC-41F2-8AAE-45860FEC6A2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4025329"/>
                <a:ext cx="914400" cy="624623"/>
              </a:xfrm>
              <a:prstGeom prst="rect">
                <a:avLst/>
              </a:prstGeom>
            </p:spPr>
          </p:pic>
          <p:pic>
            <p:nvPicPr>
              <p:cNvPr id="82" name="Graphique 81" descr="Mur de briques avec un remplissage uni">
                <a:extLst>
                  <a:ext uri="{FF2B5EF4-FFF2-40B4-BE49-F238E27FC236}">
                    <a16:creationId xmlns:a16="http://schemas.microsoft.com/office/drawing/2014/main" id="{89637DB5-3D7B-41DD-9069-4225D67FCD3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3501774"/>
                <a:ext cx="914400" cy="624623"/>
              </a:xfrm>
              <a:prstGeom prst="rect">
                <a:avLst/>
              </a:prstGeom>
            </p:spPr>
          </p:pic>
          <p:pic>
            <p:nvPicPr>
              <p:cNvPr id="83" name="Graphique 82" descr="Mur de briques avec un remplissage uni">
                <a:extLst>
                  <a:ext uri="{FF2B5EF4-FFF2-40B4-BE49-F238E27FC236}">
                    <a16:creationId xmlns:a16="http://schemas.microsoft.com/office/drawing/2014/main" id="{251BA264-1B1A-4F11-8016-0F73CA72089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2985743"/>
                <a:ext cx="914400" cy="624623"/>
              </a:xfrm>
              <a:prstGeom prst="rect">
                <a:avLst/>
              </a:prstGeom>
            </p:spPr>
          </p:pic>
          <p:pic>
            <p:nvPicPr>
              <p:cNvPr id="125" name="Graphique 124" descr="Mur de briques avec un remplissage uni">
                <a:extLst>
                  <a:ext uri="{FF2B5EF4-FFF2-40B4-BE49-F238E27FC236}">
                    <a16:creationId xmlns:a16="http://schemas.microsoft.com/office/drawing/2014/main" id="{03F7F3CA-9487-40C7-96D5-5C5784BBCAD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1793"/>
              <a:stretch/>
            </p:blipFill>
            <p:spPr>
              <a:xfrm>
                <a:off x="4849072" y="2280250"/>
                <a:ext cx="914400" cy="806561"/>
              </a:xfrm>
              <a:prstGeom prst="rect">
                <a:avLst/>
              </a:prstGeom>
            </p:spPr>
          </p:pic>
        </p:grpSp>
        <p:grpSp>
          <p:nvGrpSpPr>
            <p:cNvPr id="126" name="Groupe 125">
              <a:extLst>
                <a:ext uri="{FF2B5EF4-FFF2-40B4-BE49-F238E27FC236}">
                  <a16:creationId xmlns:a16="http://schemas.microsoft.com/office/drawing/2014/main" id="{86AB87E5-13DA-45E7-9D6C-D68B5D338881}"/>
                </a:ext>
              </a:extLst>
            </p:cNvPr>
            <p:cNvGrpSpPr/>
            <p:nvPr/>
          </p:nvGrpSpPr>
          <p:grpSpPr>
            <a:xfrm>
              <a:off x="7228154" y="4404607"/>
              <a:ext cx="667207" cy="667207"/>
              <a:chOff x="9249702" y="4886325"/>
              <a:chExt cx="485775" cy="485775"/>
            </a:xfrm>
          </p:grpSpPr>
          <p:sp>
            <p:nvSpPr>
              <p:cNvPr id="127" name="Ellipse 126">
                <a:extLst>
                  <a:ext uri="{FF2B5EF4-FFF2-40B4-BE49-F238E27FC236}">
                    <a16:creationId xmlns:a16="http://schemas.microsoft.com/office/drawing/2014/main" id="{66003A24-6794-4D55-8E4E-B14C8B156D7F}"/>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8" name="Graphique 127" descr="Utilisateur avec un remplissage uni">
                <a:extLst>
                  <a:ext uri="{FF2B5EF4-FFF2-40B4-BE49-F238E27FC236}">
                    <a16:creationId xmlns:a16="http://schemas.microsoft.com/office/drawing/2014/main" id="{BD8CF156-AE06-40CD-890F-B8B0DB8EE3C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29" name="Groupe 128">
              <a:extLst>
                <a:ext uri="{FF2B5EF4-FFF2-40B4-BE49-F238E27FC236}">
                  <a16:creationId xmlns:a16="http://schemas.microsoft.com/office/drawing/2014/main" id="{82E37A8A-6ADF-439E-9794-E831F3A50690}"/>
                </a:ext>
              </a:extLst>
            </p:cNvPr>
            <p:cNvGrpSpPr/>
            <p:nvPr/>
          </p:nvGrpSpPr>
          <p:grpSpPr>
            <a:xfrm>
              <a:off x="9851547" y="2896584"/>
              <a:ext cx="642146" cy="2405327"/>
              <a:chOff x="4849072" y="2280250"/>
              <a:chExt cx="914400" cy="3425125"/>
            </a:xfrm>
          </p:grpSpPr>
          <p:pic>
            <p:nvPicPr>
              <p:cNvPr id="130" name="Graphique 129" descr="Mur de briques avec un remplissage uni">
                <a:extLst>
                  <a:ext uri="{FF2B5EF4-FFF2-40B4-BE49-F238E27FC236}">
                    <a16:creationId xmlns:a16="http://schemas.microsoft.com/office/drawing/2014/main" id="{0C0A9323-87F1-48FE-A4FF-453EEAE61CD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5080752"/>
                <a:ext cx="914400" cy="624623"/>
              </a:xfrm>
              <a:prstGeom prst="rect">
                <a:avLst/>
              </a:prstGeom>
            </p:spPr>
          </p:pic>
          <p:pic>
            <p:nvPicPr>
              <p:cNvPr id="131" name="Graphique 130" descr="Mur de briques avec un remplissage uni">
                <a:extLst>
                  <a:ext uri="{FF2B5EF4-FFF2-40B4-BE49-F238E27FC236}">
                    <a16:creationId xmlns:a16="http://schemas.microsoft.com/office/drawing/2014/main" id="{9E5D8B58-1900-4B20-98CB-EC88A29262B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4557197"/>
                <a:ext cx="914400" cy="624623"/>
              </a:xfrm>
              <a:prstGeom prst="rect">
                <a:avLst/>
              </a:prstGeom>
            </p:spPr>
          </p:pic>
          <p:pic>
            <p:nvPicPr>
              <p:cNvPr id="132" name="Graphique 131" descr="Mur de briques avec un remplissage uni">
                <a:extLst>
                  <a:ext uri="{FF2B5EF4-FFF2-40B4-BE49-F238E27FC236}">
                    <a16:creationId xmlns:a16="http://schemas.microsoft.com/office/drawing/2014/main" id="{21542E6B-7B06-4106-BBDC-B9F8E5C4D20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4025329"/>
                <a:ext cx="914400" cy="624623"/>
              </a:xfrm>
              <a:prstGeom prst="rect">
                <a:avLst/>
              </a:prstGeom>
            </p:spPr>
          </p:pic>
          <p:pic>
            <p:nvPicPr>
              <p:cNvPr id="133" name="Graphique 132" descr="Mur de briques avec un remplissage uni">
                <a:extLst>
                  <a:ext uri="{FF2B5EF4-FFF2-40B4-BE49-F238E27FC236}">
                    <a16:creationId xmlns:a16="http://schemas.microsoft.com/office/drawing/2014/main" id="{ECFBF475-B2A2-49C2-A1E1-48DA51DB158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3501774"/>
                <a:ext cx="914400" cy="624623"/>
              </a:xfrm>
              <a:prstGeom prst="rect">
                <a:avLst/>
              </a:prstGeom>
            </p:spPr>
          </p:pic>
          <p:pic>
            <p:nvPicPr>
              <p:cNvPr id="147" name="Graphique 146" descr="Mur de briques avec un remplissage uni">
                <a:extLst>
                  <a:ext uri="{FF2B5EF4-FFF2-40B4-BE49-F238E27FC236}">
                    <a16:creationId xmlns:a16="http://schemas.microsoft.com/office/drawing/2014/main" id="{FA93235A-D309-4A33-B3BA-C9708CB05C1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31690"/>
              <a:stretch/>
            </p:blipFill>
            <p:spPr>
              <a:xfrm>
                <a:off x="4849072" y="2985743"/>
                <a:ext cx="914400" cy="624623"/>
              </a:xfrm>
              <a:prstGeom prst="rect">
                <a:avLst/>
              </a:prstGeom>
            </p:spPr>
          </p:pic>
          <p:pic>
            <p:nvPicPr>
              <p:cNvPr id="148" name="Graphique 147" descr="Mur de briques avec un remplissage uni">
                <a:extLst>
                  <a:ext uri="{FF2B5EF4-FFF2-40B4-BE49-F238E27FC236}">
                    <a16:creationId xmlns:a16="http://schemas.microsoft.com/office/drawing/2014/main" id="{3E6247DF-CEF4-475A-8EE4-6738EBF476C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11793"/>
              <a:stretch/>
            </p:blipFill>
            <p:spPr>
              <a:xfrm>
                <a:off x="4849072" y="2280250"/>
                <a:ext cx="914400" cy="806561"/>
              </a:xfrm>
              <a:prstGeom prst="rect">
                <a:avLst/>
              </a:prstGeom>
            </p:spPr>
          </p:pic>
        </p:grpSp>
        <p:grpSp>
          <p:nvGrpSpPr>
            <p:cNvPr id="149" name="Groupe 148">
              <a:extLst>
                <a:ext uri="{FF2B5EF4-FFF2-40B4-BE49-F238E27FC236}">
                  <a16:creationId xmlns:a16="http://schemas.microsoft.com/office/drawing/2014/main" id="{9E2D630E-2A5A-4782-940F-137F3DFDA784}"/>
                </a:ext>
              </a:extLst>
            </p:cNvPr>
            <p:cNvGrpSpPr/>
            <p:nvPr/>
          </p:nvGrpSpPr>
          <p:grpSpPr>
            <a:xfrm>
              <a:off x="7212628" y="3139729"/>
              <a:ext cx="667207" cy="667207"/>
              <a:chOff x="9249702" y="4886325"/>
              <a:chExt cx="485775" cy="485775"/>
            </a:xfrm>
          </p:grpSpPr>
          <p:sp>
            <p:nvSpPr>
              <p:cNvPr id="150" name="Ellipse 149">
                <a:extLst>
                  <a:ext uri="{FF2B5EF4-FFF2-40B4-BE49-F238E27FC236}">
                    <a16:creationId xmlns:a16="http://schemas.microsoft.com/office/drawing/2014/main" id="{C2FC61EA-38C9-4EDC-BB7C-60BBC1D90B50}"/>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1" name="Graphique 150" descr="Utilisateur avec un remplissage uni">
                <a:extLst>
                  <a:ext uri="{FF2B5EF4-FFF2-40B4-BE49-F238E27FC236}">
                    <a16:creationId xmlns:a16="http://schemas.microsoft.com/office/drawing/2014/main" id="{43619932-B35D-4717-B63D-0CE3C8111D4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52" name="Groupe 151">
              <a:extLst>
                <a:ext uri="{FF2B5EF4-FFF2-40B4-BE49-F238E27FC236}">
                  <a16:creationId xmlns:a16="http://schemas.microsoft.com/office/drawing/2014/main" id="{652B9006-8415-4E7E-8E94-6136A04691B2}"/>
                </a:ext>
              </a:extLst>
            </p:cNvPr>
            <p:cNvGrpSpPr/>
            <p:nvPr/>
          </p:nvGrpSpPr>
          <p:grpSpPr>
            <a:xfrm>
              <a:off x="9157092" y="3329359"/>
              <a:ext cx="667207" cy="667207"/>
              <a:chOff x="9249702" y="4886325"/>
              <a:chExt cx="485775" cy="485775"/>
            </a:xfrm>
          </p:grpSpPr>
          <p:sp>
            <p:nvSpPr>
              <p:cNvPr id="153" name="Ellipse 152">
                <a:extLst>
                  <a:ext uri="{FF2B5EF4-FFF2-40B4-BE49-F238E27FC236}">
                    <a16:creationId xmlns:a16="http://schemas.microsoft.com/office/drawing/2014/main" id="{8C103FE4-F1E3-4275-B194-2B414C38CB8C}"/>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4" name="Graphique 153" descr="Utilisateur avec un remplissage uni">
                <a:extLst>
                  <a:ext uri="{FF2B5EF4-FFF2-40B4-BE49-F238E27FC236}">
                    <a16:creationId xmlns:a16="http://schemas.microsoft.com/office/drawing/2014/main" id="{9AFBAD16-7E73-4E2B-B82D-EE45D301BB2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55" name="Groupe 154">
              <a:extLst>
                <a:ext uri="{FF2B5EF4-FFF2-40B4-BE49-F238E27FC236}">
                  <a16:creationId xmlns:a16="http://schemas.microsoft.com/office/drawing/2014/main" id="{9AE2AA28-D61B-40B2-B609-A3E22D45C028}"/>
                </a:ext>
              </a:extLst>
            </p:cNvPr>
            <p:cNvGrpSpPr/>
            <p:nvPr/>
          </p:nvGrpSpPr>
          <p:grpSpPr>
            <a:xfrm>
              <a:off x="8546880" y="3750606"/>
              <a:ext cx="667207" cy="667207"/>
              <a:chOff x="9249702" y="4886325"/>
              <a:chExt cx="485775" cy="485775"/>
            </a:xfrm>
          </p:grpSpPr>
          <p:sp>
            <p:nvSpPr>
              <p:cNvPr id="156" name="Ellipse 155">
                <a:extLst>
                  <a:ext uri="{FF2B5EF4-FFF2-40B4-BE49-F238E27FC236}">
                    <a16:creationId xmlns:a16="http://schemas.microsoft.com/office/drawing/2014/main" id="{F1F032CC-D677-472E-846A-1793B9D735D1}"/>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7" name="Graphique 156" descr="Utilisateur avec un remplissage uni">
                <a:extLst>
                  <a:ext uri="{FF2B5EF4-FFF2-40B4-BE49-F238E27FC236}">
                    <a16:creationId xmlns:a16="http://schemas.microsoft.com/office/drawing/2014/main" id="{431E2F04-81D7-4385-ABE9-5A217EE900F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58" name="Groupe 157">
              <a:extLst>
                <a:ext uri="{FF2B5EF4-FFF2-40B4-BE49-F238E27FC236}">
                  <a16:creationId xmlns:a16="http://schemas.microsoft.com/office/drawing/2014/main" id="{C942430F-5EE0-4A23-A23E-341231AD9048}"/>
                </a:ext>
              </a:extLst>
            </p:cNvPr>
            <p:cNvGrpSpPr/>
            <p:nvPr/>
          </p:nvGrpSpPr>
          <p:grpSpPr>
            <a:xfrm>
              <a:off x="7594973" y="3733287"/>
              <a:ext cx="667207" cy="667207"/>
              <a:chOff x="9249702" y="4886325"/>
              <a:chExt cx="485775" cy="485775"/>
            </a:xfrm>
          </p:grpSpPr>
          <p:sp>
            <p:nvSpPr>
              <p:cNvPr id="159" name="Ellipse 158">
                <a:extLst>
                  <a:ext uri="{FF2B5EF4-FFF2-40B4-BE49-F238E27FC236}">
                    <a16:creationId xmlns:a16="http://schemas.microsoft.com/office/drawing/2014/main" id="{D570FECA-B90E-471E-AE70-A938B043B3D0}"/>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0" name="Graphique 159" descr="Utilisateur avec un remplissage uni">
                <a:extLst>
                  <a:ext uri="{FF2B5EF4-FFF2-40B4-BE49-F238E27FC236}">
                    <a16:creationId xmlns:a16="http://schemas.microsoft.com/office/drawing/2014/main" id="{07C50BB6-F2C6-4CD9-850B-6A0FDB03F50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spTree>
    <p:extLst>
      <p:ext uri="{BB962C8B-B14F-4D97-AF65-F5344CB8AC3E}">
        <p14:creationId xmlns:p14="http://schemas.microsoft.com/office/powerpoint/2010/main" val="1818084423"/>
      </p:ext>
    </p:extLst>
  </p:cSld>
  <p:clrMapOvr>
    <a:masterClrMapping/>
  </p:clrMapOvr>
  <mc:AlternateContent xmlns:mc="http://schemas.openxmlformats.org/markup-compatibility/2006" xmlns:p14="http://schemas.microsoft.com/office/powerpoint/2010/main">
    <mc:Choice Requires="p14">
      <p:transition spd="slow" p14:dur="2000" advTm="41488"/>
    </mc:Choice>
    <mc:Fallback xmlns="">
      <p:transition spd="slow" advTm="41488"/>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9</a:t>
            </a:r>
            <a:br>
              <a:rPr lang="en-US" dirty="0"/>
            </a:br>
            <a:r>
              <a:rPr lang="en-US" dirty="0"/>
              <a:t>Set up a Community Engagement target Example : 3 levels pyramid with Ambassadors</a:t>
            </a:r>
          </a:p>
        </p:txBody>
      </p:sp>
      <p:graphicFrame>
        <p:nvGraphicFramePr>
          <p:cNvPr id="41" name="Tableau 5">
            <a:extLst>
              <a:ext uri="{FF2B5EF4-FFF2-40B4-BE49-F238E27FC236}">
                <a16:creationId xmlns:a16="http://schemas.microsoft.com/office/drawing/2014/main" id="{D890E429-43C4-41B6-9C70-1A6D90FE1852}"/>
              </a:ext>
            </a:extLst>
          </p:cNvPr>
          <p:cNvGraphicFramePr>
            <a:graphicFrameLocks noGrp="1"/>
          </p:cNvGraphicFramePr>
          <p:nvPr/>
        </p:nvGraphicFramePr>
        <p:xfrm>
          <a:off x="396537" y="5270837"/>
          <a:ext cx="11398926" cy="9448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r>
                        <a:rPr lang="en-US" sz="1400" dirty="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experience something”</a:t>
                      </a:r>
                    </a:p>
                  </a:txBody>
                  <a:tcPr>
                    <a:solidFill>
                      <a:schemeClr val="bg1">
                        <a:lumMod val="95000"/>
                      </a:schemeClr>
                    </a:solidFill>
                  </a:tcPr>
                </a:tc>
                <a:tc>
                  <a:txBody>
                    <a:bodyPr/>
                    <a:lstStyle/>
                    <a:p>
                      <a:pPr algn="ctr"/>
                      <a:r>
                        <a:rPr lang="en-US" sz="14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“I want to add my own touch”</a:t>
                      </a:r>
                    </a:p>
                  </a:txBody>
                  <a:tcPr>
                    <a:solidFill>
                      <a:schemeClr val="accent1">
                        <a:lumMod val="75000"/>
                      </a:schemeClr>
                    </a:solidFill>
                  </a:tcPr>
                </a:tc>
                <a:tc>
                  <a:txBody>
                    <a:bodyPr/>
                    <a:lstStyle/>
                    <a:p>
                      <a:pPr algn="ctr"/>
                      <a:r>
                        <a:rPr lang="en-US" sz="14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42" name="Groupe 41">
            <a:extLst>
              <a:ext uri="{FF2B5EF4-FFF2-40B4-BE49-F238E27FC236}">
                <a16:creationId xmlns:a16="http://schemas.microsoft.com/office/drawing/2014/main" id="{C896FD5C-01D8-4F06-92EF-3936313ACB68}"/>
              </a:ext>
            </a:extLst>
          </p:cNvPr>
          <p:cNvGrpSpPr/>
          <p:nvPr/>
        </p:nvGrpSpPr>
        <p:grpSpPr>
          <a:xfrm>
            <a:off x="10589120" y="4157982"/>
            <a:ext cx="1045649" cy="1045649"/>
            <a:chOff x="9249702" y="4886325"/>
            <a:chExt cx="485775" cy="485775"/>
          </a:xfrm>
        </p:grpSpPr>
        <p:sp>
          <p:nvSpPr>
            <p:cNvPr id="43" name="Ellipse 42">
              <a:extLst>
                <a:ext uri="{FF2B5EF4-FFF2-40B4-BE49-F238E27FC236}">
                  <a16:creationId xmlns:a16="http://schemas.microsoft.com/office/drawing/2014/main" id="{2B22D55E-8C9A-4124-AF38-C9345BF4E77B}"/>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4" name="Graphique 43" descr="Utilisateur avec un remplissage uni">
              <a:extLst>
                <a:ext uri="{FF2B5EF4-FFF2-40B4-BE49-F238E27FC236}">
                  <a16:creationId xmlns:a16="http://schemas.microsoft.com/office/drawing/2014/main" id="{2910DA4D-1A95-4F21-ACD3-37995FBC34C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pic>
        <p:nvPicPr>
          <p:cNvPr id="84" name="Graphique 83" descr="Utilisateur avec un remplissage uni">
            <a:extLst>
              <a:ext uri="{FF2B5EF4-FFF2-40B4-BE49-F238E27FC236}">
                <a16:creationId xmlns:a16="http://schemas.microsoft.com/office/drawing/2014/main" id="{4D0032A9-7420-402E-8F3C-F38B9B29226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39681" y="3221448"/>
            <a:ext cx="235652" cy="249776"/>
          </a:xfrm>
          <a:prstGeom prst="rect">
            <a:avLst/>
          </a:prstGeom>
        </p:spPr>
      </p:pic>
      <p:pic>
        <p:nvPicPr>
          <p:cNvPr id="85" name="Graphique 84" descr="Utilisateur avec un remplissage uni">
            <a:extLst>
              <a:ext uri="{FF2B5EF4-FFF2-40B4-BE49-F238E27FC236}">
                <a16:creationId xmlns:a16="http://schemas.microsoft.com/office/drawing/2014/main" id="{012F1773-6B14-427D-A836-87743973EFA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573986" y="3525039"/>
            <a:ext cx="235652" cy="249776"/>
          </a:xfrm>
          <a:prstGeom prst="rect">
            <a:avLst/>
          </a:prstGeom>
        </p:spPr>
      </p:pic>
      <p:pic>
        <p:nvPicPr>
          <p:cNvPr id="86" name="Graphique 85" descr="Utilisateur avec un remplissage uni">
            <a:extLst>
              <a:ext uri="{FF2B5EF4-FFF2-40B4-BE49-F238E27FC236}">
                <a16:creationId xmlns:a16="http://schemas.microsoft.com/office/drawing/2014/main" id="{C2EF987C-4A65-4D11-AA2F-B7F065C6A44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865189" y="3537408"/>
            <a:ext cx="235652" cy="249776"/>
          </a:xfrm>
          <a:prstGeom prst="rect">
            <a:avLst/>
          </a:prstGeom>
        </p:spPr>
      </p:pic>
      <p:pic>
        <p:nvPicPr>
          <p:cNvPr id="87" name="Graphique 86" descr="Utilisateur avec un remplissage uni">
            <a:extLst>
              <a:ext uri="{FF2B5EF4-FFF2-40B4-BE49-F238E27FC236}">
                <a16:creationId xmlns:a16="http://schemas.microsoft.com/office/drawing/2014/main" id="{248E30A7-7D37-4CB8-AA3E-2729EE7578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699494" y="3840999"/>
            <a:ext cx="235652" cy="249776"/>
          </a:xfrm>
          <a:prstGeom prst="rect">
            <a:avLst/>
          </a:prstGeom>
        </p:spPr>
      </p:pic>
      <p:pic>
        <p:nvPicPr>
          <p:cNvPr id="88" name="Graphique 87" descr="Utilisateur avec un remplissage uni">
            <a:extLst>
              <a:ext uri="{FF2B5EF4-FFF2-40B4-BE49-F238E27FC236}">
                <a16:creationId xmlns:a16="http://schemas.microsoft.com/office/drawing/2014/main" id="{C272D7AB-E0D6-4B3B-9FDE-A3CA419DFA8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20242" y="3609218"/>
            <a:ext cx="235652" cy="249776"/>
          </a:xfrm>
          <a:prstGeom prst="rect">
            <a:avLst/>
          </a:prstGeom>
        </p:spPr>
      </p:pic>
      <p:pic>
        <p:nvPicPr>
          <p:cNvPr id="89" name="Graphique 88" descr="Utilisateur avec un remplissage uni">
            <a:extLst>
              <a:ext uri="{FF2B5EF4-FFF2-40B4-BE49-F238E27FC236}">
                <a16:creationId xmlns:a16="http://schemas.microsoft.com/office/drawing/2014/main" id="{166BB568-1971-43E3-9BC9-CD917C41F8C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54547" y="3912809"/>
            <a:ext cx="235652" cy="249776"/>
          </a:xfrm>
          <a:prstGeom prst="rect">
            <a:avLst/>
          </a:prstGeom>
        </p:spPr>
      </p:pic>
      <p:pic>
        <p:nvPicPr>
          <p:cNvPr id="90" name="Graphique 89" descr="Utilisateur avec un remplissage uni">
            <a:extLst>
              <a:ext uri="{FF2B5EF4-FFF2-40B4-BE49-F238E27FC236}">
                <a16:creationId xmlns:a16="http://schemas.microsoft.com/office/drawing/2014/main" id="{A827ED81-19A8-4CE6-9445-8406E3BE27F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45750" y="3925178"/>
            <a:ext cx="235652" cy="249776"/>
          </a:xfrm>
          <a:prstGeom prst="rect">
            <a:avLst/>
          </a:prstGeom>
        </p:spPr>
      </p:pic>
      <p:pic>
        <p:nvPicPr>
          <p:cNvPr id="91" name="Graphique 90" descr="Utilisateur avec un remplissage uni">
            <a:extLst>
              <a:ext uri="{FF2B5EF4-FFF2-40B4-BE49-F238E27FC236}">
                <a16:creationId xmlns:a16="http://schemas.microsoft.com/office/drawing/2014/main" id="{6A65A051-3643-44C1-A0E0-760507DF3B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80055" y="4228769"/>
            <a:ext cx="235652" cy="249776"/>
          </a:xfrm>
          <a:prstGeom prst="rect">
            <a:avLst/>
          </a:prstGeom>
        </p:spPr>
      </p:pic>
      <p:pic>
        <p:nvPicPr>
          <p:cNvPr id="92" name="Graphique 91" descr="Utilisateur avec un remplissage uni">
            <a:extLst>
              <a:ext uri="{FF2B5EF4-FFF2-40B4-BE49-F238E27FC236}">
                <a16:creationId xmlns:a16="http://schemas.microsoft.com/office/drawing/2014/main" id="{3864E9C2-0A5A-44F8-9463-589F1272CE3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20268" y="2688322"/>
            <a:ext cx="235652" cy="249776"/>
          </a:xfrm>
          <a:prstGeom prst="rect">
            <a:avLst/>
          </a:prstGeom>
        </p:spPr>
      </p:pic>
      <p:pic>
        <p:nvPicPr>
          <p:cNvPr id="93" name="Graphique 92" descr="Utilisateur avec un remplissage uni">
            <a:extLst>
              <a:ext uri="{FF2B5EF4-FFF2-40B4-BE49-F238E27FC236}">
                <a16:creationId xmlns:a16="http://schemas.microsoft.com/office/drawing/2014/main" id="{10EB6CC3-3B4A-493D-972F-D8F08B7ABAC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54573" y="2991913"/>
            <a:ext cx="235652" cy="249776"/>
          </a:xfrm>
          <a:prstGeom prst="rect">
            <a:avLst/>
          </a:prstGeom>
        </p:spPr>
      </p:pic>
      <p:pic>
        <p:nvPicPr>
          <p:cNvPr id="94" name="Graphique 93" descr="Utilisateur avec un remplissage uni">
            <a:extLst>
              <a:ext uri="{FF2B5EF4-FFF2-40B4-BE49-F238E27FC236}">
                <a16:creationId xmlns:a16="http://schemas.microsoft.com/office/drawing/2014/main" id="{D31607CC-E2DE-4650-AECC-B58E313D3F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45776" y="3004282"/>
            <a:ext cx="235652" cy="249776"/>
          </a:xfrm>
          <a:prstGeom prst="rect">
            <a:avLst/>
          </a:prstGeom>
        </p:spPr>
      </p:pic>
      <p:pic>
        <p:nvPicPr>
          <p:cNvPr id="95" name="Graphique 94" descr="Utilisateur avec un remplissage uni">
            <a:extLst>
              <a:ext uri="{FF2B5EF4-FFF2-40B4-BE49-F238E27FC236}">
                <a16:creationId xmlns:a16="http://schemas.microsoft.com/office/drawing/2014/main" id="{35B46162-AD72-420E-BA22-2413282F3FF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80081" y="3307873"/>
            <a:ext cx="235652" cy="249776"/>
          </a:xfrm>
          <a:prstGeom prst="rect">
            <a:avLst/>
          </a:prstGeom>
        </p:spPr>
      </p:pic>
      <p:pic>
        <p:nvPicPr>
          <p:cNvPr id="96" name="Graphique 95" descr="Utilisateur avec un remplissage uni">
            <a:extLst>
              <a:ext uri="{FF2B5EF4-FFF2-40B4-BE49-F238E27FC236}">
                <a16:creationId xmlns:a16="http://schemas.microsoft.com/office/drawing/2014/main" id="{2CADA8C7-9754-459E-B51B-56E13F06115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500829" y="3076092"/>
            <a:ext cx="235652" cy="249776"/>
          </a:xfrm>
          <a:prstGeom prst="rect">
            <a:avLst/>
          </a:prstGeom>
        </p:spPr>
      </p:pic>
      <p:pic>
        <p:nvPicPr>
          <p:cNvPr id="97" name="Graphique 96" descr="Utilisateur avec un remplissage uni">
            <a:extLst>
              <a:ext uri="{FF2B5EF4-FFF2-40B4-BE49-F238E27FC236}">
                <a16:creationId xmlns:a16="http://schemas.microsoft.com/office/drawing/2014/main" id="{3BB68DF7-20E4-492A-AC0B-08CDA8C904E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335134" y="3379683"/>
            <a:ext cx="235652" cy="249776"/>
          </a:xfrm>
          <a:prstGeom prst="rect">
            <a:avLst/>
          </a:prstGeom>
        </p:spPr>
      </p:pic>
      <p:pic>
        <p:nvPicPr>
          <p:cNvPr id="98" name="Graphique 97" descr="Utilisateur avec un remplissage uni">
            <a:extLst>
              <a:ext uri="{FF2B5EF4-FFF2-40B4-BE49-F238E27FC236}">
                <a16:creationId xmlns:a16="http://schemas.microsoft.com/office/drawing/2014/main" id="{E2597875-B596-47D1-92CA-C1A680278EB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626337" y="3392052"/>
            <a:ext cx="235652" cy="249776"/>
          </a:xfrm>
          <a:prstGeom prst="rect">
            <a:avLst/>
          </a:prstGeom>
        </p:spPr>
      </p:pic>
      <p:pic>
        <p:nvPicPr>
          <p:cNvPr id="99" name="Graphique 98" descr="Utilisateur avec un remplissage uni">
            <a:extLst>
              <a:ext uri="{FF2B5EF4-FFF2-40B4-BE49-F238E27FC236}">
                <a16:creationId xmlns:a16="http://schemas.microsoft.com/office/drawing/2014/main" id="{8E86F1CB-5E25-4991-A563-17AEF763415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60642" y="3695643"/>
            <a:ext cx="235652" cy="249776"/>
          </a:xfrm>
          <a:prstGeom prst="rect">
            <a:avLst/>
          </a:prstGeom>
        </p:spPr>
      </p:pic>
      <p:pic>
        <p:nvPicPr>
          <p:cNvPr id="100" name="Graphique 99" descr="Utilisateur avec un remplissage uni">
            <a:extLst>
              <a:ext uri="{FF2B5EF4-FFF2-40B4-BE49-F238E27FC236}">
                <a16:creationId xmlns:a16="http://schemas.microsoft.com/office/drawing/2014/main" id="{C55C2EC7-B492-47B1-8EA4-19F5E3B5540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817320" y="2335665"/>
            <a:ext cx="235652" cy="249776"/>
          </a:xfrm>
          <a:prstGeom prst="rect">
            <a:avLst/>
          </a:prstGeom>
        </p:spPr>
      </p:pic>
      <p:pic>
        <p:nvPicPr>
          <p:cNvPr id="101" name="Graphique 100" descr="Utilisateur avec un remplissage uni">
            <a:extLst>
              <a:ext uri="{FF2B5EF4-FFF2-40B4-BE49-F238E27FC236}">
                <a16:creationId xmlns:a16="http://schemas.microsoft.com/office/drawing/2014/main" id="{0025EC2C-ADF9-4CBB-B83F-E881EC7B12C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57090" y="2678872"/>
            <a:ext cx="235652" cy="249776"/>
          </a:xfrm>
          <a:prstGeom prst="rect">
            <a:avLst/>
          </a:prstGeom>
        </p:spPr>
      </p:pic>
      <p:pic>
        <p:nvPicPr>
          <p:cNvPr id="102" name="Graphique 101" descr="Utilisateur avec un remplissage uni">
            <a:extLst>
              <a:ext uri="{FF2B5EF4-FFF2-40B4-BE49-F238E27FC236}">
                <a16:creationId xmlns:a16="http://schemas.microsoft.com/office/drawing/2014/main" id="{55708142-58BE-4FC2-84EB-47EF5D33063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32212" y="2106130"/>
            <a:ext cx="235652" cy="249776"/>
          </a:xfrm>
          <a:prstGeom prst="rect">
            <a:avLst/>
          </a:prstGeom>
        </p:spPr>
      </p:pic>
      <p:pic>
        <p:nvPicPr>
          <p:cNvPr id="103" name="Graphique 102" descr="Utilisateur avec un remplissage uni">
            <a:extLst>
              <a:ext uri="{FF2B5EF4-FFF2-40B4-BE49-F238E27FC236}">
                <a16:creationId xmlns:a16="http://schemas.microsoft.com/office/drawing/2014/main" id="{14DA449C-9D48-41B6-BF8A-6EE15152B04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323415" y="2118499"/>
            <a:ext cx="235652" cy="249776"/>
          </a:xfrm>
          <a:prstGeom prst="rect">
            <a:avLst/>
          </a:prstGeom>
        </p:spPr>
      </p:pic>
      <p:pic>
        <p:nvPicPr>
          <p:cNvPr id="104" name="Graphique 103" descr="Utilisateur avec un remplissage uni">
            <a:extLst>
              <a:ext uri="{FF2B5EF4-FFF2-40B4-BE49-F238E27FC236}">
                <a16:creationId xmlns:a16="http://schemas.microsoft.com/office/drawing/2014/main" id="{DA25B730-EDEA-416F-8F64-328092283B4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57720" y="2422090"/>
            <a:ext cx="235652" cy="249776"/>
          </a:xfrm>
          <a:prstGeom prst="rect">
            <a:avLst/>
          </a:prstGeom>
        </p:spPr>
      </p:pic>
      <p:pic>
        <p:nvPicPr>
          <p:cNvPr id="105" name="Graphique 104" descr="Utilisateur avec un remplissage uni">
            <a:extLst>
              <a:ext uri="{FF2B5EF4-FFF2-40B4-BE49-F238E27FC236}">
                <a16:creationId xmlns:a16="http://schemas.microsoft.com/office/drawing/2014/main" id="{7929AFCE-38F6-4546-A4CE-6392BFCBCA9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578468" y="2190309"/>
            <a:ext cx="235652" cy="249776"/>
          </a:xfrm>
          <a:prstGeom prst="rect">
            <a:avLst/>
          </a:prstGeom>
        </p:spPr>
      </p:pic>
      <p:pic>
        <p:nvPicPr>
          <p:cNvPr id="106" name="Graphique 105" descr="Utilisateur avec un remplissage uni">
            <a:extLst>
              <a:ext uri="{FF2B5EF4-FFF2-40B4-BE49-F238E27FC236}">
                <a16:creationId xmlns:a16="http://schemas.microsoft.com/office/drawing/2014/main" id="{D12FACFC-2C74-4539-9380-046B252BB1B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12773" y="2493900"/>
            <a:ext cx="235652" cy="249776"/>
          </a:xfrm>
          <a:prstGeom prst="rect">
            <a:avLst/>
          </a:prstGeom>
        </p:spPr>
      </p:pic>
      <p:pic>
        <p:nvPicPr>
          <p:cNvPr id="107" name="Graphique 106" descr="Utilisateur avec un remplissage uni">
            <a:extLst>
              <a:ext uri="{FF2B5EF4-FFF2-40B4-BE49-F238E27FC236}">
                <a16:creationId xmlns:a16="http://schemas.microsoft.com/office/drawing/2014/main" id="{22D5DF6E-EA8A-4029-8A20-43F5CA36658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703976" y="2506269"/>
            <a:ext cx="235652" cy="249776"/>
          </a:xfrm>
          <a:prstGeom prst="rect">
            <a:avLst/>
          </a:prstGeom>
        </p:spPr>
      </p:pic>
      <p:pic>
        <p:nvPicPr>
          <p:cNvPr id="108" name="Graphique 107" descr="Utilisateur avec un remplissage uni">
            <a:extLst>
              <a:ext uri="{FF2B5EF4-FFF2-40B4-BE49-F238E27FC236}">
                <a16:creationId xmlns:a16="http://schemas.microsoft.com/office/drawing/2014/main" id="{21610F50-ACCF-4EBD-A9DB-6ABAA25244A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28390" y="4469027"/>
            <a:ext cx="235652" cy="249776"/>
          </a:xfrm>
          <a:prstGeom prst="rect">
            <a:avLst/>
          </a:prstGeom>
        </p:spPr>
      </p:pic>
      <p:pic>
        <p:nvPicPr>
          <p:cNvPr id="109" name="Graphique 108" descr="Utilisateur avec un remplissage uni">
            <a:extLst>
              <a:ext uri="{FF2B5EF4-FFF2-40B4-BE49-F238E27FC236}">
                <a16:creationId xmlns:a16="http://schemas.microsoft.com/office/drawing/2014/main" id="{FB7C02AF-3676-43FB-81F0-0E0EC5F89E3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83443" y="4540837"/>
            <a:ext cx="235652" cy="249776"/>
          </a:xfrm>
          <a:prstGeom prst="rect">
            <a:avLst/>
          </a:prstGeom>
        </p:spPr>
      </p:pic>
      <p:pic>
        <p:nvPicPr>
          <p:cNvPr id="110" name="Graphique 109" descr="Utilisateur avec un remplissage uni">
            <a:extLst>
              <a:ext uri="{FF2B5EF4-FFF2-40B4-BE49-F238E27FC236}">
                <a16:creationId xmlns:a16="http://schemas.microsoft.com/office/drawing/2014/main" id="{BC48249A-D2CA-485C-95FE-924EAC01B06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74646" y="4553206"/>
            <a:ext cx="235652" cy="249776"/>
          </a:xfrm>
          <a:prstGeom prst="rect">
            <a:avLst/>
          </a:prstGeom>
        </p:spPr>
      </p:pic>
      <p:pic>
        <p:nvPicPr>
          <p:cNvPr id="111" name="Graphique 110" descr="Utilisateur avec un remplissage uni">
            <a:extLst>
              <a:ext uri="{FF2B5EF4-FFF2-40B4-BE49-F238E27FC236}">
                <a16:creationId xmlns:a16="http://schemas.microsoft.com/office/drawing/2014/main" id="{63826083-D8DD-42FB-8A4D-7774B1D6690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08951" y="4856797"/>
            <a:ext cx="235652" cy="249776"/>
          </a:xfrm>
          <a:prstGeom prst="rect">
            <a:avLst/>
          </a:prstGeom>
        </p:spPr>
      </p:pic>
      <p:pic>
        <p:nvPicPr>
          <p:cNvPr id="112" name="Graphique 111" descr="Utilisateur avec un remplissage uni">
            <a:extLst>
              <a:ext uri="{FF2B5EF4-FFF2-40B4-BE49-F238E27FC236}">
                <a16:creationId xmlns:a16="http://schemas.microsoft.com/office/drawing/2014/main" id="{5A8BB1C0-3A9D-4ACB-9F11-EEFE7459FDB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89538" y="4323671"/>
            <a:ext cx="235652" cy="249776"/>
          </a:xfrm>
          <a:prstGeom prst="rect">
            <a:avLst/>
          </a:prstGeom>
        </p:spPr>
      </p:pic>
      <p:grpSp>
        <p:nvGrpSpPr>
          <p:cNvPr id="137" name="Groupe 136">
            <a:extLst>
              <a:ext uri="{FF2B5EF4-FFF2-40B4-BE49-F238E27FC236}">
                <a16:creationId xmlns:a16="http://schemas.microsoft.com/office/drawing/2014/main" id="{C2074517-D7DD-4C57-BB5F-7D2F06A6E128}"/>
              </a:ext>
            </a:extLst>
          </p:cNvPr>
          <p:cNvGrpSpPr/>
          <p:nvPr/>
        </p:nvGrpSpPr>
        <p:grpSpPr>
          <a:xfrm>
            <a:off x="5518924" y="4469027"/>
            <a:ext cx="667207" cy="667207"/>
            <a:chOff x="9249702" y="4886325"/>
            <a:chExt cx="485775" cy="485775"/>
          </a:xfrm>
        </p:grpSpPr>
        <p:sp>
          <p:nvSpPr>
            <p:cNvPr id="138" name="Ellipse 137">
              <a:extLst>
                <a:ext uri="{FF2B5EF4-FFF2-40B4-BE49-F238E27FC236}">
                  <a16:creationId xmlns:a16="http://schemas.microsoft.com/office/drawing/2014/main" id="{32546410-55E1-44EA-B881-2C803C927D1C}"/>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9" name="Graphique 138" descr="Utilisateur avec un remplissage uni">
              <a:extLst>
                <a:ext uri="{FF2B5EF4-FFF2-40B4-BE49-F238E27FC236}">
                  <a16:creationId xmlns:a16="http://schemas.microsoft.com/office/drawing/2014/main" id="{5D0263B6-8979-46FF-BFF5-10E26A45D92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26" name="Groupe 125">
            <a:extLst>
              <a:ext uri="{FF2B5EF4-FFF2-40B4-BE49-F238E27FC236}">
                <a16:creationId xmlns:a16="http://schemas.microsoft.com/office/drawing/2014/main" id="{E0D848F7-9B23-417F-85A4-4E4C0402547D}"/>
              </a:ext>
            </a:extLst>
          </p:cNvPr>
          <p:cNvGrpSpPr/>
          <p:nvPr/>
        </p:nvGrpSpPr>
        <p:grpSpPr>
          <a:xfrm>
            <a:off x="6234891" y="4479976"/>
            <a:ext cx="667207" cy="667207"/>
            <a:chOff x="9249702" y="4886325"/>
            <a:chExt cx="485775" cy="485775"/>
          </a:xfrm>
        </p:grpSpPr>
        <p:sp>
          <p:nvSpPr>
            <p:cNvPr id="127" name="Ellipse 126">
              <a:extLst>
                <a:ext uri="{FF2B5EF4-FFF2-40B4-BE49-F238E27FC236}">
                  <a16:creationId xmlns:a16="http://schemas.microsoft.com/office/drawing/2014/main" id="{D6502817-A64B-4A6D-A931-960FC907C225}"/>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8" name="Graphique 127" descr="Utilisateur avec un remplissage uni">
              <a:extLst>
                <a:ext uri="{FF2B5EF4-FFF2-40B4-BE49-F238E27FC236}">
                  <a16:creationId xmlns:a16="http://schemas.microsoft.com/office/drawing/2014/main" id="{800CC374-0B20-4C4E-B852-965CDAB709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29" name="Groupe 128">
            <a:extLst>
              <a:ext uri="{FF2B5EF4-FFF2-40B4-BE49-F238E27FC236}">
                <a16:creationId xmlns:a16="http://schemas.microsoft.com/office/drawing/2014/main" id="{049EC524-5CA6-4A66-9FDD-8BDFB9D84EA1}"/>
              </a:ext>
            </a:extLst>
          </p:cNvPr>
          <p:cNvGrpSpPr/>
          <p:nvPr/>
        </p:nvGrpSpPr>
        <p:grpSpPr>
          <a:xfrm>
            <a:off x="5935065" y="3757903"/>
            <a:ext cx="667207" cy="667207"/>
            <a:chOff x="9249702" y="4886325"/>
            <a:chExt cx="485775" cy="485775"/>
          </a:xfrm>
        </p:grpSpPr>
        <p:sp>
          <p:nvSpPr>
            <p:cNvPr id="130" name="Ellipse 129">
              <a:extLst>
                <a:ext uri="{FF2B5EF4-FFF2-40B4-BE49-F238E27FC236}">
                  <a16:creationId xmlns:a16="http://schemas.microsoft.com/office/drawing/2014/main" id="{A193221A-010F-4EBE-91D2-993F81473E7C}"/>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1" name="Graphique 130" descr="Utilisateur avec un remplissage uni">
              <a:extLst>
                <a:ext uri="{FF2B5EF4-FFF2-40B4-BE49-F238E27FC236}">
                  <a16:creationId xmlns:a16="http://schemas.microsoft.com/office/drawing/2014/main" id="{2DA3DD50-3942-4FDE-AA97-A48EA7D2A10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32" name="Groupe 131">
            <a:extLst>
              <a:ext uri="{FF2B5EF4-FFF2-40B4-BE49-F238E27FC236}">
                <a16:creationId xmlns:a16="http://schemas.microsoft.com/office/drawing/2014/main" id="{FFE3D6D1-12F3-4840-B499-6990F76F12D4}"/>
              </a:ext>
            </a:extLst>
          </p:cNvPr>
          <p:cNvGrpSpPr/>
          <p:nvPr/>
        </p:nvGrpSpPr>
        <p:grpSpPr>
          <a:xfrm>
            <a:off x="5222486" y="3706408"/>
            <a:ext cx="667207" cy="667207"/>
            <a:chOff x="9249702" y="4886325"/>
            <a:chExt cx="485775" cy="485775"/>
          </a:xfrm>
        </p:grpSpPr>
        <p:sp>
          <p:nvSpPr>
            <p:cNvPr id="133" name="Ellipse 132">
              <a:extLst>
                <a:ext uri="{FF2B5EF4-FFF2-40B4-BE49-F238E27FC236}">
                  <a16:creationId xmlns:a16="http://schemas.microsoft.com/office/drawing/2014/main" id="{D30EF6E8-62E1-4614-A4D2-8AA8A00AA11E}"/>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7" name="Graphique 146" descr="Utilisateur avec un remplissage uni">
              <a:extLst>
                <a:ext uri="{FF2B5EF4-FFF2-40B4-BE49-F238E27FC236}">
                  <a16:creationId xmlns:a16="http://schemas.microsoft.com/office/drawing/2014/main" id="{EA8EEEE8-B09E-48DA-BC02-EE7A1288F0C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8" name="Groupe 147">
            <a:extLst>
              <a:ext uri="{FF2B5EF4-FFF2-40B4-BE49-F238E27FC236}">
                <a16:creationId xmlns:a16="http://schemas.microsoft.com/office/drawing/2014/main" id="{B36B6451-DC21-45BE-A859-98A9E17BDB97}"/>
              </a:ext>
            </a:extLst>
          </p:cNvPr>
          <p:cNvGrpSpPr/>
          <p:nvPr/>
        </p:nvGrpSpPr>
        <p:grpSpPr>
          <a:xfrm>
            <a:off x="5901287" y="2998022"/>
            <a:ext cx="667207" cy="667207"/>
            <a:chOff x="9249702" y="4886325"/>
            <a:chExt cx="485775" cy="485775"/>
          </a:xfrm>
        </p:grpSpPr>
        <p:sp>
          <p:nvSpPr>
            <p:cNvPr id="149" name="Ellipse 148">
              <a:extLst>
                <a:ext uri="{FF2B5EF4-FFF2-40B4-BE49-F238E27FC236}">
                  <a16:creationId xmlns:a16="http://schemas.microsoft.com/office/drawing/2014/main" id="{12513B64-E207-42A2-99B4-03B8B98A7331}"/>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0" name="Graphique 149" descr="Utilisateur avec un remplissage uni">
              <a:extLst>
                <a:ext uri="{FF2B5EF4-FFF2-40B4-BE49-F238E27FC236}">
                  <a16:creationId xmlns:a16="http://schemas.microsoft.com/office/drawing/2014/main" id="{B6ED0682-A1BC-4328-A006-E28625E757A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51" name="Groupe 150">
            <a:extLst>
              <a:ext uri="{FF2B5EF4-FFF2-40B4-BE49-F238E27FC236}">
                <a16:creationId xmlns:a16="http://schemas.microsoft.com/office/drawing/2014/main" id="{B84B79E5-ED02-434F-BEB3-AA52046E6E65}"/>
              </a:ext>
            </a:extLst>
          </p:cNvPr>
          <p:cNvGrpSpPr/>
          <p:nvPr/>
        </p:nvGrpSpPr>
        <p:grpSpPr>
          <a:xfrm>
            <a:off x="5209944" y="2900681"/>
            <a:ext cx="667207" cy="667207"/>
            <a:chOff x="9249702" y="4886325"/>
            <a:chExt cx="485775" cy="485775"/>
          </a:xfrm>
        </p:grpSpPr>
        <p:sp>
          <p:nvSpPr>
            <p:cNvPr id="152" name="Ellipse 151">
              <a:extLst>
                <a:ext uri="{FF2B5EF4-FFF2-40B4-BE49-F238E27FC236}">
                  <a16:creationId xmlns:a16="http://schemas.microsoft.com/office/drawing/2014/main" id="{975DB575-8BA1-4DB6-8C62-AA232EE59575}"/>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3" name="Graphique 152" descr="Utilisateur avec un remplissage uni">
              <a:extLst>
                <a:ext uri="{FF2B5EF4-FFF2-40B4-BE49-F238E27FC236}">
                  <a16:creationId xmlns:a16="http://schemas.microsoft.com/office/drawing/2014/main" id="{AB7E777C-64AD-46AA-9A6D-7FAB7BA9F74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54" name="Groupe 153">
            <a:extLst>
              <a:ext uri="{FF2B5EF4-FFF2-40B4-BE49-F238E27FC236}">
                <a16:creationId xmlns:a16="http://schemas.microsoft.com/office/drawing/2014/main" id="{ADFDDF6E-EE1B-4D71-86F9-9CA07CAEC59E}"/>
              </a:ext>
            </a:extLst>
          </p:cNvPr>
          <p:cNvGrpSpPr/>
          <p:nvPr/>
        </p:nvGrpSpPr>
        <p:grpSpPr>
          <a:xfrm>
            <a:off x="5830855" y="2262814"/>
            <a:ext cx="667207" cy="667207"/>
            <a:chOff x="9249702" y="4886325"/>
            <a:chExt cx="485775" cy="485775"/>
          </a:xfrm>
        </p:grpSpPr>
        <p:sp>
          <p:nvSpPr>
            <p:cNvPr id="155" name="Ellipse 154">
              <a:extLst>
                <a:ext uri="{FF2B5EF4-FFF2-40B4-BE49-F238E27FC236}">
                  <a16:creationId xmlns:a16="http://schemas.microsoft.com/office/drawing/2014/main" id="{491E7D8C-C08C-455C-AA47-24C4B1AC7F41}"/>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6" name="Graphique 155" descr="Utilisateur avec un remplissage uni">
              <a:extLst>
                <a:ext uri="{FF2B5EF4-FFF2-40B4-BE49-F238E27FC236}">
                  <a16:creationId xmlns:a16="http://schemas.microsoft.com/office/drawing/2014/main" id="{7DCBF569-314E-41F2-A87C-53611DB72DA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57" name="Groupe 156">
            <a:extLst>
              <a:ext uri="{FF2B5EF4-FFF2-40B4-BE49-F238E27FC236}">
                <a16:creationId xmlns:a16="http://schemas.microsoft.com/office/drawing/2014/main" id="{6102D25A-D916-43F8-8DC6-01775B5FCD8B}"/>
              </a:ext>
            </a:extLst>
          </p:cNvPr>
          <p:cNvGrpSpPr/>
          <p:nvPr/>
        </p:nvGrpSpPr>
        <p:grpSpPr>
          <a:xfrm>
            <a:off x="5116690" y="2007767"/>
            <a:ext cx="667207" cy="667207"/>
            <a:chOff x="9249702" y="4886325"/>
            <a:chExt cx="485775" cy="485775"/>
          </a:xfrm>
        </p:grpSpPr>
        <p:sp>
          <p:nvSpPr>
            <p:cNvPr id="158" name="Ellipse 157">
              <a:extLst>
                <a:ext uri="{FF2B5EF4-FFF2-40B4-BE49-F238E27FC236}">
                  <a16:creationId xmlns:a16="http://schemas.microsoft.com/office/drawing/2014/main" id="{13E6B979-1798-4B0D-8825-E320B20305C8}"/>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59" name="Graphique 158" descr="Utilisateur avec un remplissage uni">
              <a:extLst>
                <a:ext uri="{FF2B5EF4-FFF2-40B4-BE49-F238E27FC236}">
                  <a16:creationId xmlns:a16="http://schemas.microsoft.com/office/drawing/2014/main" id="{CB4BFDB6-2021-4FC0-BBF7-AB7C2B76E30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60" name="Groupe 159">
            <a:extLst>
              <a:ext uri="{FF2B5EF4-FFF2-40B4-BE49-F238E27FC236}">
                <a16:creationId xmlns:a16="http://schemas.microsoft.com/office/drawing/2014/main" id="{736C572B-567C-4397-A699-9FEA22E5E318}"/>
              </a:ext>
            </a:extLst>
          </p:cNvPr>
          <p:cNvGrpSpPr/>
          <p:nvPr/>
        </p:nvGrpSpPr>
        <p:grpSpPr>
          <a:xfrm>
            <a:off x="10826377" y="3078730"/>
            <a:ext cx="1045649" cy="1045649"/>
            <a:chOff x="9249702" y="4886325"/>
            <a:chExt cx="485775" cy="485775"/>
          </a:xfrm>
        </p:grpSpPr>
        <p:sp>
          <p:nvSpPr>
            <p:cNvPr id="161" name="Ellipse 160">
              <a:extLst>
                <a:ext uri="{FF2B5EF4-FFF2-40B4-BE49-F238E27FC236}">
                  <a16:creationId xmlns:a16="http://schemas.microsoft.com/office/drawing/2014/main" id="{A8D629A9-74B2-4C52-A084-67CF559186C7}"/>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2" name="Graphique 161" descr="Utilisateur avec un remplissage uni">
              <a:extLst>
                <a:ext uri="{FF2B5EF4-FFF2-40B4-BE49-F238E27FC236}">
                  <a16:creationId xmlns:a16="http://schemas.microsoft.com/office/drawing/2014/main" id="{92B90842-4137-4F31-BEF0-DE16A8793FC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63" name="Groupe 162">
            <a:extLst>
              <a:ext uri="{FF2B5EF4-FFF2-40B4-BE49-F238E27FC236}">
                <a16:creationId xmlns:a16="http://schemas.microsoft.com/office/drawing/2014/main" id="{8BF29A3E-5CE3-4A5F-B9B4-7C1EED2DDA63}"/>
              </a:ext>
            </a:extLst>
          </p:cNvPr>
          <p:cNvGrpSpPr/>
          <p:nvPr/>
        </p:nvGrpSpPr>
        <p:grpSpPr>
          <a:xfrm>
            <a:off x="9771362" y="3256767"/>
            <a:ext cx="1045649" cy="1045649"/>
            <a:chOff x="9249702" y="4886325"/>
            <a:chExt cx="485775" cy="485775"/>
          </a:xfrm>
        </p:grpSpPr>
        <p:sp>
          <p:nvSpPr>
            <p:cNvPr id="164" name="Ellipse 163">
              <a:extLst>
                <a:ext uri="{FF2B5EF4-FFF2-40B4-BE49-F238E27FC236}">
                  <a16:creationId xmlns:a16="http://schemas.microsoft.com/office/drawing/2014/main" id="{FB7BF5CD-3113-4256-8CB7-BEE84C38BF00}"/>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5" name="Graphique 164" descr="Utilisateur avec un remplissage uni">
              <a:extLst>
                <a:ext uri="{FF2B5EF4-FFF2-40B4-BE49-F238E27FC236}">
                  <a16:creationId xmlns:a16="http://schemas.microsoft.com/office/drawing/2014/main" id="{2DC38F5B-E1D0-4B0B-B20C-9BD9DBDD6F0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66" name="Groupe 165">
            <a:extLst>
              <a:ext uri="{FF2B5EF4-FFF2-40B4-BE49-F238E27FC236}">
                <a16:creationId xmlns:a16="http://schemas.microsoft.com/office/drawing/2014/main" id="{8F9BE37D-4359-4D63-AC9D-7B2527A5DEC8}"/>
              </a:ext>
            </a:extLst>
          </p:cNvPr>
          <p:cNvGrpSpPr/>
          <p:nvPr/>
        </p:nvGrpSpPr>
        <p:grpSpPr>
          <a:xfrm>
            <a:off x="8170413" y="2921715"/>
            <a:ext cx="642146" cy="2405327"/>
            <a:chOff x="4849072" y="2280250"/>
            <a:chExt cx="914400" cy="3425125"/>
          </a:xfrm>
        </p:grpSpPr>
        <p:pic>
          <p:nvPicPr>
            <p:cNvPr id="167" name="Graphique 166" descr="Mur de briques avec un remplissage uni">
              <a:extLst>
                <a:ext uri="{FF2B5EF4-FFF2-40B4-BE49-F238E27FC236}">
                  <a16:creationId xmlns:a16="http://schemas.microsoft.com/office/drawing/2014/main" id="{CE0CC9BB-451E-4F06-8F0C-7FB184A0CC8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5080752"/>
              <a:ext cx="914400" cy="624623"/>
            </a:xfrm>
            <a:prstGeom prst="rect">
              <a:avLst/>
            </a:prstGeom>
          </p:spPr>
        </p:pic>
        <p:pic>
          <p:nvPicPr>
            <p:cNvPr id="168" name="Graphique 167" descr="Mur de briques avec un remplissage uni">
              <a:extLst>
                <a:ext uri="{FF2B5EF4-FFF2-40B4-BE49-F238E27FC236}">
                  <a16:creationId xmlns:a16="http://schemas.microsoft.com/office/drawing/2014/main" id="{5EF4B5A9-5C55-4650-B6AC-1FE93885254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557197"/>
              <a:ext cx="914400" cy="624623"/>
            </a:xfrm>
            <a:prstGeom prst="rect">
              <a:avLst/>
            </a:prstGeom>
          </p:spPr>
        </p:pic>
        <p:pic>
          <p:nvPicPr>
            <p:cNvPr id="169" name="Graphique 168" descr="Mur de briques avec un remplissage uni">
              <a:extLst>
                <a:ext uri="{FF2B5EF4-FFF2-40B4-BE49-F238E27FC236}">
                  <a16:creationId xmlns:a16="http://schemas.microsoft.com/office/drawing/2014/main" id="{25F9F653-B2C9-4670-AD63-82A4765F477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025329"/>
              <a:ext cx="914400" cy="624623"/>
            </a:xfrm>
            <a:prstGeom prst="rect">
              <a:avLst/>
            </a:prstGeom>
          </p:spPr>
        </p:pic>
        <p:pic>
          <p:nvPicPr>
            <p:cNvPr id="170" name="Graphique 169" descr="Mur de briques avec un remplissage uni">
              <a:extLst>
                <a:ext uri="{FF2B5EF4-FFF2-40B4-BE49-F238E27FC236}">
                  <a16:creationId xmlns:a16="http://schemas.microsoft.com/office/drawing/2014/main" id="{3736AE14-E6E3-4F8D-889C-4F4FC8486AA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3501774"/>
              <a:ext cx="914400" cy="624623"/>
            </a:xfrm>
            <a:prstGeom prst="rect">
              <a:avLst/>
            </a:prstGeom>
          </p:spPr>
        </p:pic>
        <p:pic>
          <p:nvPicPr>
            <p:cNvPr id="171" name="Graphique 170" descr="Mur de briques avec un remplissage uni">
              <a:extLst>
                <a:ext uri="{FF2B5EF4-FFF2-40B4-BE49-F238E27FC236}">
                  <a16:creationId xmlns:a16="http://schemas.microsoft.com/office/drawing/2014/main" id="{3A766162-85F0-4EA5-8020-8B89540D969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2985743"/>
              <a:ext cx="914400" cy="624623"/>
            </a:xfrm>
            <a:prstGeom prst="rect">
              <a:avLst/>
            </a:prstGeom>
          </p:spPr>
        </p:pic>
        <p:pic>
          <p:nvPicPr>
            <p:cNvPr id="172" name="Graphique 171" descr="Mur de briques avec un remplissage uni">
              <a:extLst>
                <a:ext uri="{FF2B5EF4-FFF2-40B4-BE49-F238E27FC236}">
                  <a16:creationId xmlns:a16="http://schemas.microsoft.com/office/drawing/2014/main" id="{28952E33-D2CD-4F61-ABBC-51B4B59682D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1793"/>
            <a:stretch/>
          </p:blipFill>
          <p:spPr>
            <a:xfrm>
              <a:off x="4849072" y="2280250"/>
              <a:ext cx="914400" cy="806561"/>
            </a:xfrm>
            <a:prstGeom prst="rect">
              <a:avLst/>
            </a:prstGeom>
          </p:spPr>
        </p:pic>
      </p:grpSp>
      <p:sp>
        <p:nvSpPr>
          <p:cNvPr id="173" name="Accolade ouvrante 172">
            <a:extLst>
              <a:ext uri="{FF2B5EF4-FFF2-40B4-BE49-F238E27FC236}">
                <a16:creationId xmlns:a16="http://schemas.microsoft.com/office/drawing/2014/main" id="{ED7D45EC-65A1-496E-92B2-04F42E07EAA2}"/>
              </a:ext>
            </a:extLst>
          </p:cNvPr>
          <p:cNvSpPr/>
          <p:nvPr/>
        </p:nvSpPr>
        <p:spPr>
          <a:xfrm rot="16200000">
            <a:off x="10841377" y="5508769"/>
            <a:ext cx="313152" cy="15950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4" name="ZoneTexte 173">
            <a:extLst>
              <a:ext uri="{FF2B5EF4-FFF2-40B4-BE49-F238E27FC236}">
                <a16:creationId xmlns:a16="http://schemas.microsoft.com/office/drawing/2014/main" id="{9CB848EC-2241-452A-955D-441DE9BD6D85}"/>
              </a:ext>
            </a:extLst>
          </p:cNvPr>
          <p:cNvSpPr txBox="1"/>
          <p:nvPr/>
        </p:nvSpPr>
        <p:spPr>
          <a:xfrm>
            <a:off x="10345446" y="6450622"/>
            <a:ext cx="1595020" cy="366369"/>
          </a:xfrm>
          <a:prstGeom prst="rect">
            <a:avLst/>
          </a:prstGeom>
          <a:noFill/>
        </p:spPr>
        <p:txBody>
          <a:bodyPr wrap="square" rtlCol="0">
            <a:spAutoFit/>
          </a:bodyPr>
          <a:lstStyle/>
          <a:p>
            <a:pPr algn="ctr"/>
            <a:r>
              <a:rPr lang="en-US" dirty="0"/>
              <a:t>The core</a:t>
            </a:r>
          </a:p>
        </p:txBody>
      </p:sp>
      <p:sp>
        <p:nvSpPr>
          <p:cNvPr id="175" name="ZoneTexte 174">
            <a:extLst>
              <a:ext uri="{FF2B5EF4-FFF2-40B4-BE49-F238E27FC236}">
                <a16:creationId xmlns:a16="http://schemas.microsoft.com/office/drawing/2014/main" id="{A4A73103-831E-4F2B-8C16-DE76338DF407}"/>
              </a:ext>
            </a:extLst>
          </p:cNvPr>
          <p:cNvSpPr txBox="1"/>
          <p:nvPr/>
        </p:nvSpPr>
        <p:spPr>
          <a:xfrm>
            <a:off x="5265195" y="6461029"/>
            <a:ext cx="1810308" cy="369332"/>
          </a:xfrm>
          <a:prstGeom prst="rect">
            <a:avLst/>
          </a:prstGeom>
          <a:noFill/>
        </p:spPr>
        <p:txBody>
          <a:bodyPr wrap="square" rtlCol="0">
            <a:spAutoFit/>
          </a:bodyPr>
          <a:lstStyle/>
          <a:p>
            <a:pPr algn="ctr"/>
            <a:r>
              <a:rPr lang="en-US" dirty="0"/>
              <a:t>Ambassadors</a:t>
            </a:r>
          </a:p>
        </p:txBody>
      </p:sp>
      <p:sp>
        <p:nvSpPr>
          <p:cNvPr id="176" name="Accolade ouvrante 175">
            <a:extLst>
              <a:ext uri="{FF2B5EF4-FFF2-40B4-BE49-F238E27FC236}">
                <a16:creationId xmlns:a16="http://schemas.microsoft.com/office/drawing/2014/main" id="{37F1617D-4D5D-44D0-B962-0879BEB6641C}"/>
              </a:ext>
            </a:extLst>
          </p:cNvPr>
          <p:cNvSpPr/>
          <p:nvPr/>
        </p:nvSpPr>
        <p:spPr>
          <a:xfrm rot="16200000">
            <a:off x="5953034" y="5573097"/>
            <a:ext cx="313152" cy="15950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7" name="ZoneTexte 176">
            <a:extLst>
              <a:ext uri="{FF2B5EF4-FFF2-40B4-BE49-F238E27FC236}">
                <a16:creationId xmlns:a16="http://schemas.microsoft.com/office/drawing/2014/main" id="{0A2768D6-D8AD-43D0-8A73-8A475C31EC14}"/>
              </a:ext>
            </a:extLst>
          </p:cNvPr>
          <p:cNvSpPr txBox="1"/>
          <p:nvPr/>
        </p:nvSpPr>
        <p:spPr>
          <a:xfrm>
            <a:off x="349632" y="6519390"/>
            <a:ext cx="1810308" cy="369332"/>
          </a:xfrm>
          <a:prstGeom prst="rect">
            <a:avLst/>
          </a:prstGeom>
          <a:noFill/>
        </p:spPr>
        <p:txBody>
          <a:bodyPr wrap="square" rtlCol="0">
            <a:spAutoFit/>
          </a:bodyPr>
          <a:lstStyle/>
          <a:p>
            <a:pPr algn="ctr"/>
            <a:r>
              <a:rPr lang="en-US" dirty="0"/>
              <a:t>Crowd</a:t>
            </a:r>
          </a:p>
        </p:txBody>
      </p:sp>
      <p:sp>
        <p:nvSpPr>
          <p:cNvPr id="178" name="Accolade ouvrante 177">
            <a:extLst>
              <a:ext uri="{FF2B5EF4-FFF2-40B4-BE49-F238E27FC236}">
                <a16:creationId xmlns:a16="http://schemas.microsoft.com/office/drawing/2014/main" id="{1D46B2D7-D82A-4443-B580-F964418A0C4C}"/>
              </a:ext>
            </a:extLst>
          </p:cNvPr>
          <p:cNvSpPr/>
          <p:nvPr/>
        </p:nvSpPr>
        <p:spPr>
          <a:xfrm rot="16200000">
            <a:off x="1037471" y="5631458"/>
            <a:ext cx="313152" cy="159501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61106692"/>
      </p:ext>
    </p:extLst>
  </p:cSld>
  <p:clrMapOvr>
    <a:masterClrMapping/>
  </p:clrMapOvr>
  <mc:AlternateContent xmlns:mc="http://schemas.openxmlformats.org/markup-compatibility/2006" xmlns:p14="http://schemas.microsoft.com/office/powerpoint/2010/main">
    <mc:Choice Requires="p14">
      <p:transition spd="slow" p14:dur="2000" advTm="64184"/>
    </mc:Choice>
    <mc:Fallback xmlns="">
      <p:transition spd="slow" advTm="64184"/>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P9</a:t>
            </a:r>
            <a:br>
              <a:rPr lang="en-US" dirty="0"/>
            </a:br>
            <a:r>
              <a:rPr lang="en-US" dirty="0"/>
              <a:t>Set up a Community Engagement target</a:t>
            </a:r>
            <a:br>
              <a:rPr lang="en-US" dirty="0"/>
            </a:br>
            <a:r>
              <a:rPr lang="en-US" dirty="0"/>
              <a:t>Example : The missionaries</a:t>
            </a:r>
          </a:p>
        </p:txBody>
      </p:sp>
      <p:graphicFrame>
        <p:nvGraphicFramePr>
          <p:cNvPr id="41" name="Tableau 5">
            <a:extLst>
              <a:ext uri="{FF2B5EF4-FFF2-40B4-BE49-F238E27FC236}">
                <a16:creationId xmlns:a16="http://schemas.microsoft.com/office/drawing/2014/main" id="{D890E429-43C4-41B6-9C70-1A6D90FE1852}"/>
              </a:ext>
            </a:extLst>
          </p:cNvPr>
          <p:cNvGraphicFramePr>
            <a:graphicFrameLocks noGrp="1"/>
          </p:cNvGraphicFramePr>
          <p:nvPr/>
        </p:nvGraphicFramePr>
        <p:xfrm>
          <a:off x="396537" y="5270837"/>
          <a:ext cx="11398926" cy="9448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r>
                        <a:rPr lang="en-US" sz="1400" dirty="0">
                          <a:solidFill>
                            <a:schemeClr val="tx1"/>
                          </a:solidFill>
                        </a:rPr>
                        <a:t>“You got my attention”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experience something”</a:t>
                      </a:r>
                    </a:p>
                  </a:txBody>
                  <a:tcPr>
                    <a:solidFill>
                      <a:schemeClr val="bg1">
                        <a:lumMod val="95000"/>
                      </a:schemeClr>
                    </a:solidFill>
                  </a:tcPr>
                </a:tc>
                <a:tc>
                  <a:txBody>
                    <a:bodyPr/>
                    <a:lstStyle/>
                    <a:p>
                      <a:pPr algn="ctr"/>
                      <a:r>
                        <a:rPr lang="en-US" sz="1400" dirty="0">
                          <a:solidFill>
                            <a:schemeClr val="tx1"/>
                          </a:solidFill>
                        </a:rPr>
                        <a:t>“I want reasons to come again”</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feel involved”</a:t>
                      </a: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“I want to lead something”</a:t>
                      </a: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bg1"/>
                          </a:solidFill>
                        </a:rPr>
                        <a:t>“I want to add my own touch”</a:t>
                      </a:r>
                    </a:p>
                  </a:txBody>
                  <a:tcPr>
                    <a:solidFill>
                      <a:schemeClr val="accent1">
                        <a:lumMod val="75000"/>
                      </a:schemeClr>
                    </a:solidFill>
                  </a:tcPr>
                </a:tc>
                <a:tc>
                  <a:txBody>
                    <a:bodyPr/>
                    <a:lstStyle/>
                    <a:p>
                      <a:pPr algn="ctr"/>
                      <a:r>
                        <a:rPr lang="en-US" sz="1400" dirty="0">
                          <a:solidFill>
                            <a:schemeClr val="bg1"/>
                          </a:solidFill>
                        </a:rPr>
                        <a:t>“I want to gather people around this topic”</a:t>
                      </a: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42" name="Groupe 41">
            <a:extLst>
              <a:ext uri="{FF2B5EF4-FFF2-40B4-BE49-F238E27FC236}">
                <a16:creationId xmlns:a16="http://schemas.microsoft.com/office/drawing/2014/main" id="{C896FD5C-01D8-4F06-92EF-3936313ACB68}"/>
              </a:ext>
            </a:extLst>
          </p:cNvPr>
          <p:cNvGrpSpPr/>
          <p:nvPr/>
        </p:nvGrpSpPr>
        <p:grpSpPr>
          <a:xfrm>
            <a:off x="10402710" y="4642338"/>
            <a:ext cx="571654" cy="571654"/>
            <a:chOff x="9249702" y="4886325"/>
            <a:chExt cx="485775" cy="485775"/>
          </a:xfrm>
        </p:grpSpPr>
        <p:sp>
          <p:nvSpPr>
            <p:cNvPr id="43" name="Ellipse 42">
              <a:extLst>
                <a:ext uri="{FF2B5EF4-FFF2-40B4-BE49-F238E27FC236}">
                  <a16:creationId xmlns:a16="http://schemas.microsoft.com/office/drawing/2014/main" id="{2B22D55E-8C9A-4124-AF38-C9345BF4E77B}"/>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4" name="Graphique 43" descr="Utilisateur avec un remplissage uni">
              <a:extLst>
                <a:ext uri="{FF2B5EF4-FFF2-40B4-BE49-F238E27FC236}">
                  <a16:creationId xmlns:a16="http://schemas.microsoft.com/office/drawing/2014/main" id="{2910DA4D-1A95-4F21-ACD3-37995FBC34C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60" name="Groupe 159">
            <a:extLst>
              <a:ext uri="{FF2B5EF4-FFF2-40B4-BE49-F238E27FC236}">
                <a16:creationId xmlns:a16="http://schemas.microsoft.com/office/drawing/2014/main" id="{736C572B-567C-4397-A699-9FEA22E5E318}"/>
              </a:ext>
            </a:extLst>
          </p:cNvPr>
          <p:cNvGrpSpPr/>
          <p:nvPr/>
        </p:nvGrpSpPr>
        <p:grpSpPr>
          <a:xfrm>
            <a:off x="11004213" y="4521301"/>
            <a:ext cx="571654" cy="571654"/>
            <a:chOff x="9249702" y="4886325"/>
            <a:chExt cx="485775" cy="485775"/>
          </a:xfrm>
        </p:grpSpPr>
        <p:sp>
          <p:nvSpPr>
            <p:cNvPr id="161" name="Ellipse 160">
              <a:extLst>
                <a:ext uri="{FF2B5EF4-FFF2-40B4-BE49-F238E27FC236}">
                  <a16:creationId xmlns:a16="http://schemas.microsoft.com/office/drawing/2014/main" id="{A8D629A9-74B2-4C52-A084-67CF559186C7}"/>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2" name="Graphique 161" descr="Utilisateur avec un remplissage uni">
              <a:extLst>
                <a:ext uri="{FF2B5EF4-FFF2-40B4-BE49-F238E27FC236}">
                  <a16:creationId xmlns:a16="http://schemas.microsoft.com/office/drawing/2014/main" id="{92B90842-4137-4F31-BEF0-DE16A8793FC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63" name="Groupe 162">
            <a:extLst>
              <a:ext uri="{FF2B5EF4-FFF2-40B4-BE49-F238E27FC236}">
                <a16:creationId xmlns:a16="http://schemas.microsoft.com/office/drawing/2014/main" id="{8BF29A3E-5CE3-4A5F-B9B4-7C1EED2DDA63}"/>
              </a:ext>
            </a:extLst>
          </p:cNvPr>
          <p:cNvGrpSpPr/>
          <p:nvPr/>
        </p:nvGrpSpPr>
        <p:grpSpPr>
          <a:xfrm>
            <a:off x="10500003" y="4025641"/>
            <a:ext cx="571654" cy="571654"/>
            <a:chOff x="9249702" y="4886325"/>
            <a:chExt cx="485775" cy="485775"/>
          </a:xfrm>
        </p:grpSpPr>
        <p:sp>
          <p:nvSpPr>
            <p:cNvPr id="164" name="Ellipse 163">
              <a:extLst>
                <a:ext uri="{FF2B5EF4-FFF2-40B4-BE49-F238E27FC236}">
                  <a16:creationId xmlns:a16="http://schemas.microsoft.com/office/drawing/2014/main" id="{FB7BF5CD-3113-4256-8CB7-BEE84C38BF00}"/>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5" name="Graphique 164" descr="Utilisateur avec un remplissage uni">
              <a:extLst>
                <a:ext uri="{FF2B5EF4-FFF2-40B4-BE49-F238E27FC236}">
                  <a16:creationId xmlns:a16="http://schemas.microsoft.com/office/drawing/2014/main" id="{2DC38F5B-E1D0-4B0B-B20C-9BD9DBDD6F0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
        <p:nvSpPr>
          <p:cNvPr id="173" name="Accolade ouvrante 172">
            <a:extLst>
              <a:ext uri="{FF2B5EF4-FFF2-40B4-BE49-F238E27FC236}">
                <a16:creationId xmlns:a16="http://schemas.microsoft.com/office/drawing/2014/main" id="{ED7D45EC-65A1-496E-92B2-04F42E07EAA2}"/>
              </a:ext>
            </a:extLst>
          </p:cNvPr>
          <p:cNvSpPr/>
          <p:nvPr/>
        </p:nvSpPr>
        <p:spPr>
          <a:xfrm rot="16200000">
            <a:off x="9224850" y="3938214"/>
            <a:ext cx="359125" cy="478210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4" name="ZoneTexte 173">
            <a:extLst>
              <a:ext uri="{FF2B5EF4-FFF2-40B4-BE49-F238E27FC236}">
                <a16:creationId xmlns:a16="http://schemas.microsoft.com/office/drawing/2014/main" id="{9CB848EC-2241-452A-955D-441DE9BD6D85}"/>
              </a:ext>
            </a:extLst>
          </p:cNvPr>
          <p:cNvSpPr txBox="1"/>
          <p:nvPr/>
        </p:nvSpPr>
        <p:spPr>
          <a:xfrm>
            <a:off x="7013362" y="6475035"/>
            <a:ext cx="4872183" cy="369332"/>
          </a:xfrm>
          <a:prstGeom prst="rect">
            <a:avLst/>
          </a:prstGeom>
          <a:noFill/>
        </p:spPr>
        <p:txBody>
          <a:bodyPr wrap="square" rtlCol="0">
            <a:spAutoFit/>
          </a:bodyPr>
          <a:lstStyle/>
          <a:p>
            <a:pPr algn="ctr"/>
            <a:r>
              <a:rPr lang="en-US" dirty="0"/>
              <a:t>The self motivating &amp; organizing members </a:t>
            </a:r>
          </a:p>
        </p:txBody>
      </p:sp>
      <p:grpSp>
        <p:nvGrpSpPr>
          <p:cNvPr id="79" name="Groupe 78">
            <a:extLst>
              <a:ext uri="{FF2B5EF4-FFF2-40B4-BE49-F238E27FC236}">
                <a16:creationId xmlns:a16="http://schemas.microsoft.com/office/drawing/2014/main" id="{28919D13-2D1A-4F4C-AB18-02EE01875942}"/>
              </a:ext>
            </a:extLst>
          </p:cNvPr>
          <p:cNvGrpSpPr/>
          <p:nvPr/>
        </p:nvGrpSpPr>
        <p:grpSpPr>
          <a:xfrm>
            <a:off x="7228154" y="4404607"/>
            <a:ext cx="667207" cy="667207"/>
            <a:chOff x="9249702" y="4886325"/>
            <a:chExt cx="485775" cy="485775"/>
          </a:xfrm>
        </p:grpSpPr>
        <p:sp>
          <p:nvSpPr>
            <p:cNvPr id="80" name="Ellipse 79">
              <a:extLst>
                <a:ext uri="{FF2B5EF4-FFF2-40B4-BE49-F238E27FC236}">
                  <a16:creationId xmlns:a16="http://schemas.microsoft.com/office/drawing/2014/main" id="{D3F9B509-7714-47CE-938A-267BC04B2F94}"/>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1" name="Graphique 80" descr="Utilisateur avec un remplissage uni">
              <a:extLst>
                <a:ext uri="{FF2B5EF4-FFF2-40B4-BE49-F238E27FC236}">
                  <a16:creationId xmlns:a16="http://schemas.microsoft.com/office/drawing/2014/main" id="{813991A9-086C-4842-8C96-83239D5AA15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82" name="Groupe 81">
            <a:extLst>
              <a:ext uri="{FF2B5EF4-FFF2-40B4-BE49-F238E27FC236}">
                <a16:creationId xmlns:a16="http://schemas.microsoft.com/office/drawing/2014/main" id="{37C4B6F0-AE77-4428-B8EC-59A1CA3A6C43}"/>
              </a:ext>
            </a:extLst>
          </p:cNvPr>
          <p:cNvGrpSpPr/>
          <p:nvPr/>
        </p:nvGrpSpPr>
        <p:grpSpPr>
          <a:xfrm>
            <a:off x="7212628" y="3139729"/>
            <a:ext cx="667207" cy="667207"/>
            <a:chOff x="9249702" y="4886325"/>
            <a:chExt cx="485775" cy="485775"/>
          </a:xfrm>
        </p:grpSpPr>
        <p:sp>
          <p:nvSpPr>
            <p:cNvPr id="83" name="Ellipse 82">
              <a:extLst>
                <a:ext uri="{FF2B5EF4-FFF2-40B4-BE49-F238E27FC236}">
                  <a16:creationId xmlns:a16="http://schemas.microsoft.com/office/drawing/2014/main" id="{9DDA4FD2-2DE8-431B-81C5-3F6C2BE2A127}"/>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3" name="Graphique 112" descr="Utilisateur avec un remplissage uni">
              <a:extLst>
                <a:ext uri="{FF2B5EF4-FFF2-40B4-BE49-F238E27FC236}">
                  <a16:creationId xmlns:a16="http://schemas.microsoft.com/office/drawing/2014/main" id="{44BD16E0-42FA-4727-8510-BC126239593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14" name="Groupe 113">
            <a:extLst>
              <a:ext uri="{FF2B5EF4-FFF2-40B4-BE49-F238E27FC236}">
                <a16:creationId xmlns:a16="http://schemas.microsoft.com/office/drawing/2014/main" id="{E2942A77-BD2D-4F96-A51F-D2E7CAAF8F17}"/>
              </a:ext>
            </a:extLst>
          </p:cNvPr>
          <p:cNvGrpSpPr/>
          <p:nvPr/>
        </p:nvGrpSpPr>
        <p:grpSpPr>
          <a:xfrm>
            <a:off x="7594973" y="3733287"/>
            <a:ext cx="667207" cy="667207"/>
            <a:chOff x="9249702" y="4886325"/>
            <a:chExt cx="485775" cy="485775"/>
          </a:xfrm>
        </p:grpSpPr>
        <p:sp>
          <p:nvSpPr>
            <p:cNvPr id="115" name="Ellipse 114">
              <a:extLst>
                <a:ext uri="{FF2B5EF4-FFF2-40B4-BE49-F238E27FC236}">
                  <a16:creationId xmlns:a16="http://schemas.microsoft.com/office/drawing/2014/main" id="{9617C728-459B-4AA7-8EF9-4740EB2FF5BA}"/>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6" name="Graphique 115" descr="Utilisateur avec un remplissage uni">
              <a:extLst>
                <a:ext uri="{FF2B5EF4-FFF2-40B4-BE49-F238E27FC236}">
                  <a16:creationId xmlns:a16="http://schemas.microsoft.com/office/drawing/2014/main" id="{37DAB0F7-73EA-411F-B7B3-048F405DD8B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17" name="Groupe 116">
            <a:extLst>
              <a:ext uri="{FF2B5EF4-FFF2-40B4-BE49-F238E27FC236}">
                <a16:creationId xmlns:a16="http://schemas.microsoft.com/office/drawing/2014/main" id="{92C1B34F-6C32-4155-A882-4DC46D53695C}"/>
              </a:ext>
            </a:extLst>
          </p:cNvPr>
          <p:cNvGrpSpPr/>
          <p:nvPr/>
        </p:nvGrpSpPr>
        <p:grpSpPr>
          <a:xfrm>
            <a:off x="7879835" y="2949082"/>
            <a:ext cx="667207" cy="667207"/>
            <a:chOff x="9249702" y="4886325"/>
            <a:chExt cx="485775" cy="485775"/>
          </a:xfrm>
        </p:grpSpPr>
        <p:sp>
          <p:nvSpPr>
            <p:cNvPr id="118" name="Ellipse 117">
              <a:extLst>
                <a:ext uri="{FF2B5EF4-FFF2-40B4-BE49-F238E27FC236}">
                  <a16:creationId xmlns:a16="http://schemas.microsoft.com/office/drawing/2014/main" id="{270F8897-7379-4DC5-9FDD-AE2F364C4844}"/>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9" name="Graphique 118" descr="Utilisateur avec un remplissage uni">
              <a:extLst>
                <a:ext uri="{FF2B5EF4-FFF2-40B4-BE49-F238E27FC236}">
                  <a16:creationId xmlns:a16="http://schemas.microsoft.com/office/drawing/2014/main" id="{D3AE93CF-9F2A-48A3-8151-335D3386612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20" name="Groupe 119">
            <a:extLst>
              <a:ext uri="{FF2B5EF4-FFF2-40B4-BE49-F238E27FC236}">
                <a16:creationId xmlns:a16="http://schemas.microsoft.com/office/drawing/2014/main" id="{849943CD-BE6A-43D8-860B-320D7593760F}"/>
              </a:ext>
            </a:extLst>
          </p:cNvPr>
          <p:cNvGrpSpPr/>
          <p:nvPr/>
        </p:nvGrpSpPr>
        <p:grpSpPr>
          <a:xfrm>
            <a:off x="7359837" y="2367354"/>
            <a:ext cx="667207" cy="667207"/>
            <a:chOff x="9249702" y="4886325"/>
            <a:chExt cx="485775" cy="485775"/>
          </a:xfrm>
        </p:grpSpPr>
        <p:sp>
          <p:nvSpPr>
            <p:cNvPr id="121" name="Ellipse 120">
              <a:extLst>
                <a:ext uri="{FF2B5EF4-FFF2-40B4-BE49-F238E27FC236}">
                  <a16:creationId xmlns:a16="http://schemas.microsoft.com/office/drawing/2014/main" id="{8178E507-0E07-4235-AF58-A261B4995993}"/>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2" name="Graphique 121" descr="Utilisateur avec un remplissage uni">
              <a:extLst>
                <a:ext uri="{FF2B5EF4-FFF2-40B4-BE49-F238E27FC236}">
                  <a16:creationId xmlns:a16="http://schemas.microsoft.com/office/drawing/2014/main" id="{960077DA-0772-4E33-832B-A329362107F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23" name="Groupe 122">
            <a:extLst>
              <a:ext uri="{FF2B5EF4-FFF2-40B4-BE49-F238E27FC236}">
                <a16:creationId xmlns:a16="http://schemas.microsoft.com/office/drawing/2014/main" id="{D5F06EE5-87F0-4B3C-8041-B7F6D1C73B66}"/>
              </a:ext>
            </a:extLst>
          </p:cNvPr>
          <p:cNvGrpSpPr/>
          <p:nvPr/>
        </p:nvGrpSpPr>
        <p:grpSpPr>
          <a:xfrm>
            <a:off x="7923791" y="1895202"/>
            <a:ext cx="667207" cy="667207"/>
            <a:chOff x="9249702" y="4886325"/>
            <a:chExt cx="485775" cy="485775"/>
          </a:xfrm>
        </p:grpSpPr>
        <p:sp>
          <p:nvSpPr>
            <p:cNvPr id="124" name="Ellipse 123">
              <a:extLst>
                <a:ext uri="{FF2B5EF4-FFF2-40B4-BE49-F238E27FC236}">
                  <a16:creationId xmlns:a16="http://schemas.microsoft.com/office/drawing/2014/main" id="{2F262CC1-0773-46D6-885E-F7A90491B21B}"/>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5" name="Graphique 124" descr="Utilisateur avec un remplissage uni">
              <a:extLst>
                <a:ext uri="{FF2B5EF4-FFF2-40B4-BE49-F238E27FC236}">
                  <a16:creationId xmlns:a16="http://schemas.microsoft.com/office/drawing/2014/main" id="{3EC5BE7E-BA67-405D-9CC1-5E74295A121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34" name="Groupe 133">
            <a:extLst>
              <a:ext uri="{FF2B5EF4-FFF2-40B4-BE49-F238E27FC236}">
                <a16:creationId xmlns:a16="http://schemas.microsoft.com/office/drawing/2014/main" id="{7D31E95B-0990-4109-ABBA-660EECB3D56F}"/>
              </a:ext>
            </a:extLst>
          </p:cNvPr>
          <p:cNvGrpSpPr/>
          <p:nvPr/>
        </p:nvGrpSpPr>
        <p:grpSpPr>
          <a:xfrm>
            <a:off x="9243111" y="4527112"/>
            <a:ext cx="667207" cy="667207"/>
            <a:chOff x="9249702" y="4886325"/>
            <a:chExt cx="485775" cy="485775"/>
          </a:xfrm>
        </p:grpSpPr>
        <p:sp>
          <p:nvSpPr>
            <p:cNvPr id="135" name="Ellipse 134">
              <a:extLst>
                <a:ext uri="{FF2B5EF4-FFF2-40B4-BE49-F238E27FC236}">
                  <a16:creationId xmlns:a16="http://schemas.microsoft.com/office/drawing/2014/main" id="{7828733A-0AA5-4403-B4D6-E7F363E124D3}"/>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6" name="Graphique 135" descr="Utilisateur avec un remplissage uni">
              <a:extLst>
                <a:ext uri="{FF2B5EF4-FFF2-40B4-BE49-F238E27FC236}">
                  <a16:creationId xmlns:a16="http://schemas.microsoft.com/office/drawing/2014/main" id="{6373723A-230E-4A45-AC84-286247383FE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0" name="Groupe 139">
            <a:extLst>
              <a:ext uri="{FF2B5EF4-FFF2-40B4-BE49-F238E27FC236}">
                <a16:creationId xmlns:a16="http://schemas.microsoft.com/office/drawing/2014/main" id="{5009BA67-9034-4F6F-930F-EE9FD0C94DE0}"/>
              </a:ext>
            </a:extLst>
          </p:cNvPr>
          <p:cNvGrpSpPr/>
          <p:nvPr/>
        </p:nvGrpSpPr>
        <p:grpSpPr>
          <a:xfrm>
            <a:off x="9177859" y="3753323"/>
            <a:ext cx="667207" cy="667207"/>
            <a:chOff x="9249702" y="4886325"/>
            <a:chExt cx="485775" cy="485775"/>
          </a:xfrm>
        </p:grpSpPr>
        <p:sp>
          <p:nvSpPr>
            <p:cNvPr id="141" name="Ellipse 140">
              <a:extLst>
                <a:ext uri="{FF2B5EF4-FFF2-40B4-BE49-F238E27FC236}">
                  <a16:creationId xmlns:a16="http://schemas.microsoft.com/office/drawing/2014/main" id="{80DB44D9-14B0-49BE-A05C-1388C2DD1266}"/>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2" name="Graphique 141" descr="Utilisateur avec un remplissage uni">
              <a:extLst>
                <a:ext uri="{FF2B5EF4-FFF2-40B4-BE49-F238E27FC236}">
                  <a16:creationId xmlns:a16="http://schemas.microsoft.com/office/drawing/2014/main" id="{04301169-4222-4175-89BE-7F1D68ECDDD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3" name="Groupe 142">
            <a:extLst>
              <a:ext uri="{FF2B5EF4-FFF2-40B4-BE49-F238E27FC236}">
                <a16:creationId xmlns:a16="http://schemas.microsoft.com/office/drawing/2014/main" id="{17903D87-9F1D-47F8-A7A4-FCF7C90D52F0}"/>
              </a:ext>
            </a:extLst>
          </p:cNvPr>
          <p:cNvGrpSpPr/>
          <p:nvPr/>
        </p:nvGrpSpPr>
        <p:grpSpPr>
          <a:xfrm>
            <a:off x="8567647" y="4174570"/>
            <a:ext cx="667207" cy="667207"/>
            <a:chOff x="9249702" y="4886325"/>
            <a:chExt cx="485775" cy="485775"/>
          </a:xfrm>
        </p:grpSpPr>
        <p:sp>
          <p:nvSpPr>
            <p:cNvPr id="144" name="Ellipse 143">
              <a:extLst>
                <a:ext uri="{FF2B5EF4-FFF2-40B4-BE49-F238E27FC236}">
                  <a16:creationId xmlns:a16="http://schemas.microsoft.com/office/drawing/2014/main" id="{089ABF08-1508-4245-B09D-ED805DF7BB1A}"/>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5" name="Graphique 144" descr="Utilisateur avec un remplissage uni">
              <a:extLst>
                <a:ext uri="{FF2B5EF4-FFF2-40B4-BE49-F238E27FC236}">
                  <a16:creationId xmlns:a16="http://schemas.microsoft.com/office/drawing/2014/main" id="{6FEFA08B-CACA-48CF-8285-BB77B8AFA94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6" name="Groupe 145">
            <a:extLst>
              <a:ext uri="{FF2B5EF4-FFF2-40B4-BE49-F238E27FC236}">
                <a16:creationId xmlns:a16="http://schemas.microsoft.com/office/drawing/2014/main" id="{725192EA-95EE-481A-B691-589B3208D61B}"/>
              </a:ext>
            </a:extLst>
          </p:cNvPr>
          <p:cNvGrpSpPr/>
          <p:nvPr/>
        </p:nvGrpSpPr>
        <p:grpSpPr>
          <a:xfrm>
            <a:off x="8857572" y="3053416"/>
            <a:ext cx="667207" cy="667207"/>
            <a:chOff x="9249702" y="4886325"/>
            <a:chExt cx="485775" cy="485775"/>
          </a:xfrm>
        </p:grpSpPr>
        <p:sp>
          <p:nvSpPr>
            <p:cNvPr id="179" name="Ellipse 178">
              <a:extLst>
                <a:ext uri="{FF2B5EF4-FFF2-40B4-BE49-F238E27FC236}">
                  <a16:creationId xmlns:a16="http://schemas.microsoft.com/office/drawing/2014/main" id="{F330CBE0-CE15-4DC4-811C-25BDE40755C5}"/>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0" name="Graphique 179" descr="Utilisateur avec un remplissage uni">
              <a:extLst>
                <a:ext uri="{FF2B5EF4-FFF2-40B4-BE49-F238E27FC236}">
                  <a16:creationId xmlns:a16="http://schemas.microsoft.com/office/drawing/2014/main" id="{8721794E-C5AC-46B7-9C9B-07B7D8B0C43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81" name="Groupe 180">
            <a:extLst>
              <a:ext uri="{FF2B5EF4-FFF2-40B4-BE49-F238E27FC236}">
                <a16:creationId xmlns:a16="http://schemas.microsoft.com/office/drawing/2014/main" id="{5FDE8EEA-0105-4CDC-844B-DB6B4F6F7351}"/>
              </a:ext>
            </a:extLst>
          </p:cNvPr>
          <p:cNvGrpSpPr/>
          <p:nvPr/>
        </p:nvGrpSpPr>
        <p:grpSpPr>
          <a:xfrm>
            <a:off x="11094969" y="3888867"/>
            <a:ext cx="571654" cy="571654"/>
            <a:chOff x="9249702" y="4886325"/>
            <a:chExt cx="485775" cy="485775"/>
          </a:xfrm>
        </p:grpSpPr>
        <p:sp>
          <p:nvSpPr>
            <p:cNvPr id="182" name="Ellipse 181">
              <a:extLst>
                <a:ext uri="{FF2B5EF4-FFF2-40B4-BE49-F238E27FC236}">
                  <a16:creationId xmlns:a16="http://schemas.microsoft.com/office/drawing/2014/main" id="{CCC48F57-F827-412E-8A00-7EE19B64AC5D}"/>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3" name="Graphique 182" descr="Utilisateur avec un remplissage uni">
              <a:extLst>
                <a:ext uri="{FF2B5EF4-FFF2-40B4-BE49-F238E27FC236}">
                  <a16:creationId xmlns:a16="http://schemas.microsoft.com/office/drawing/2014/main" id="{FDF2B111-B2C7-4DE0-B2AF-E644A468C46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84" name="Groupe 183">
            <a:extLst>
              <a:ext uri="{FF2B5EF4-FFF2-40B4-BE49-F238E27FC236}">
                <a16:creationId xmlns:a16="http://schemas.microsoft.com/office/drawing/2014/main" id="{75C1E1C6-5B03-464C-A7E0-25DA2BA21F92}"/>
              </a:ext>
            </a:extLst>
          </p:cNvPr>
          <p:cNvGrpSpPr/>
          <p:nvPr/>
        </p:nvGrpSpPr>
        <p:grpSpPr>
          <a:xfrm>
            <a:off x="10612828" y="3368324"/>
            <a:ext cx="571654" cy="571654"/>
            <a:chOff x="9249702" y="4886325"/>
            <a:chExt cx="485775" cy="485775"/>
          </a:xfrm>
        </p:grpSpPr>
        <p:sp>
          <p:nvSpPr>
            <p:cNvPr id="185" name="Ellipse 184">
              <a:extLst>
                <a:ext uri="{FF2B5EF4-FFF2-40B4-BE49-F238E27FC236}">
                  <a16:creationId xmlns:a16="http://schemas.microsoft.com/office/drawing/2014/main" id="{DF7752C6-6402-42D9-9384-5B32D4AB4E13}"/>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6" name="Graphique 185" descr="Utilisateur avec un remplissage uni">
              <a:extLst>
                <a:ext uri="{FF2B5EF4-FFF2-40B4-BE49-F238E27FC236}">
                  <a16:creationId xmlns:a16="http://schemas.microsoft.com/office/drawing/2014/main" id="{59FE7393-10F3-4951-87D0-421248BF937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87" name="Groupe 186">
            <a:extLst>
              <a:ext uri="{FF2B5EF4-FFF2-40B4-BE49-F238E27FC236}">
                <a16:creationId xmlns:a16="http://schemas.microsoft.com/office/drawing/2014/main" id="{9A986409-76E7-48D1-BCD1-16DF2BCD3CBD}"/>
              </a:ext>
            </a:extLst>
          </p:cNvPr>
          <p:cNvGrpSpPr/>
          <p:nvPr/>
        </p:nvGrpSpPr>
        <p:grpSpPr>
          <a:xfrm>
            <a:off x="11192262" y="3272170"/>
            <a:ext cx="571654" cy="571654"/>
            <a:chOff x="9249702" y="4886325"/>
            <a:chExt cx="485775" cy="485775"/>
          </a:xfrm>
        </p:grpSpPr>
        <p:sp>
          <p:nvSpPr>
            <p:cNvPr id="188" name="Ellipse 187">
              <a:extLst>
                <a:ext uri="{FF2B5EF4-FFF2-40B4-BE49-F238E27FC236}">
                  <a16:creationId xmlns:a16="http://schemas.microsoft.com/office/drawing/2014/main" id="{014CEC42-148F-490D-89AA-6A3B81E6A4C5}"/>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89" name="Graphique 188" descr="Utilisateur avec un remplissage uni">
              <a:extLst>
                <a:ext uri="{FF2B5EF4-FFF2-40B4-BE49-F238E27FC236}">
                  <a16:creationId xmlns:a16="http://schemas.microsoft.com/office/drawing/2014/main" id="{4768E3CA-EEE9-460D-AED1-472E0A480C2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0" name="Groupe 189">
            <a:extLst>
              <a:ext uri="{FF2B5EF4-FFF2-40B4-BE49-F238E27FC236}">
                <a16:creationId xmlns:a16="http://schemas.microsoft.com/office/drawing/2014/main" id="{371404B4-94DC-4534-965A-F6D5BB604D18}"/>
              </a:ext>
            </a:extLst>
          </p:cNvPr>
          <p:cNvGrpSpPr/>
          <p:nvPr/>
        </p:nvGrpSpPr>
        <p:grpSpPr>
          <a:xfrm>
            <a:off x="10229708" y="2918374"/>
            <a:ext cx="571654" cy="571654"/>
            <a:chOff x="9249702" y="4886325"/>
            <a:chExt cx="485775" cy="485775"/>
          </a:xfrm>
        </p:grpSpPr>
        <p:sp>
          <p:nvSpPr>
            <p:cNvPr id="191" name="Ellipse 190">
              <a:extLst>
                <a:ext uri="{FF2B5EF4-FFF2-40B4-BE49-F238E27FC236}">
                  <a16:creationId xmlns:a16="http://schemas.microsoft.com/office/drawing/2014/main" id="{8D68BD50-BF74-4EED-AD78-CA04CB734F1F}"/>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2" name="Graphique 191" descr="Utilisateur avec un remplissage uni">
              <a:extLst>
                <a:ext uri="{FF2B5EF4-FFF2-40B4-BE49-F238E27FC236}">
                  <a16:creationId xmlns:a16="http://schemas.microsoft.com/office/drawing/2014/main" id="{EC150223-17E8-46C8-9661-8F43C684DB4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3" name="Groupe 192">
            <a:extLst>
              <a:ext uri="{FF2B5EF4-FFF2-40B4-BE49-F238E27FC236}">
                <a16:creationId xmlns:a16="http://schemas.microsoft.com/office/drawing/2014/main" id="{8553EB1E-91A2-4CA3-93D5-D0AAA5397B36}"/>
              </a:ext>
            </a:extLst>
          </p:cNvPr>
          <p:cNvGrpSpPr/>
          <p:nvPr/>
        </p:nvGrpSpPr>
        <p:grpSpPr>
          <a:xfrm>
            <a:off x="10824674" y="2781600"/>
            <a:ext cx="571654" cy="571654"/>
            <a:chOff x="9249702" y="4886325"/>
            <a:chExt cx="485775" cy="485775"/>
          </a:xfrm>
        </p:grpSpPr>
        <p:sp>
          <p:nvSpPr>
            <p:cNvPr id="194" name="Ellipse 193">
              <a:extLst>
                <a:ext uri="{FF2B5EF4-FFF2-40B4-BE49-F238E27FC236}">
                  <a16:creationId xmlns:a16="http://schemas.microsoft.com/office/drawing/2014/main" id="{3202D1B5-A5C2-4A30-9B36-266FFC0AF8C6}"/>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5" name="Graphique 194" descr="Utilisateur avec un remplissage uni">
              <a:extLst>
                <a:ext uri="{FF2B5EF4-FFF2-40B4-BE49-F238E27FC236}">
                  <a16:creationId xmlns:a16="http://schemas.microsoft.com/office/drawing/2014/main" id="{1B6F8AFE-569C-48D1-852B-9DDEB45C51B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6" name="Groupe 195">
            <a:extLst>
              <a:ext uri="{FF2B5EF4-FFF2-40B4-BE49-F238E27FC236}">
                <a16:creationId xmlns:a16="http://schemas.microsoft.com/office/drawing/2014/main" id="{54A9DB0B-87B9-4454-9A58-4EF31AB16B11}"/>
              </a:ext>
            </a:extLst>
          </p:cNvPr>
          <p:cNvGrpSpPr/>
          <p:nvPr/>
        </p:nvGrpSpPr>
        <p:grpSpPr>
          <a:xfrm>
            <a:off x="10342533" y="2261057"/>
            <a:ext cx="571654" cy="571654"/>
            <a:chOff x="9249702" y="4886325"/>
            <a:chExt cx="485775" cy="485775"/>
          </a:xfrm>
        </p:grpSpPr>
        <p:sp>
          <p:nvSpPr>
            <p:cNvPr id="197" name="Ellipse 196">
              <a:extLst>
                <a:ext uri="{FF2B5EF4-FFF2-40B4-BE49-F238E27FC236}">
                  <a16:creationId xmlns:a16="http://schemas.microsoft.com/office/drawing/2014/main" id="{B466D866-A76C-4589-84BE-F0163818298F}"/>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98" name="Graphique 197" descr="Utilisateur avec un remplissage uni">
              <a:extLst>
                <a:ext uri="{FF2B5EF4-FFF2-40B4-BE49-F238E27FC236}">
                  <a16:creationId xmlns:a16="http://schemas.microsoft.com/office/drawing/2014/main" id="{73D20A46-7BA7-4274-A6F5-9F33CC4A4F2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9" name="Groupe 198">
            <a:extLst>
              <a:ext uri="{FF2B5EF4-FFF2-40B4-BE49-F238E27FC236}">
                <a16:creationId xmlns:a16="http://schemas.microsoft.com/office/drawing/2014/main" id="{5B2AABB0-0BF9-441B-B6E1-390694EF1CF1}"/>
              </a:ext>
            </a:extLst>
          </p:cNvPr>
          <p:cNvGrpSpPr/>
          <p:nvPr/>
        </p:nvGrpSpPr>
        <p:grpSpPr>
          <a:xfrm>
            <a:off x="10921967" y="2164903"/>
            <a:ext cx="571654" cy="571654"/>
            <a:chOff x="9249702" y="4886325"/>
            <a:chExt cx="485775" cy="485775"/>
          </a:xfrm>
        </p:grpSpPr>
        <p:sp>
          <p:nvSpPr>
            <p:cNvPr id="200" name="Ellipse 199">
              <a:extLst>
                <a:ext uri="{FF2B5EF4-FFF2-40B4-BE49-F238E27FC236}">
                  <a16:creationId xmlns:a16="http://schemas.microsoft.com/office/drawing/2014/main" id="{E6EF00F9-5D5F-49A7-BEE7-EF95D9FDC3A0}"/>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1" name="Graphique 200" descr="Utilisateur avec un remplissage uni">
              <a:extLst>
                <a:ext uri="{FF2B5EF4-FFF2-40B4-BE49-F238E27FC236}">
                  <a16:creationId xmlns:a16="http://schemas.microsoft.com/office/drawing/2014/main" id="{9AD8C611-8086-4527-8629-D5D2A3D7600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02" name="Groupe 201">
            <a:extLst>
              <a:ext uri="{FF2B5EF4-FFF2-40B4-BE49-F238E27FC236}">
                <a16:creationId xmlns:a16="http://schemas.microsoft.com/office/drawing/2014/main" id="{B1191CF4-14E3-4237-ADBE-86D36A2541DA}"/>
              </a:ext>
            </a:extLst>
          </p:cNvPr>
          <p:cNvGrpSpPr/>
          <p:nvPr/>
        </p:nvGrpSpPr>
        <p:grpSpPr>
          <a:xfrm>
            <a:off x="11419640" y="2620463"/>
            <a:ext cx="571654" cy="571654"/>
            <a:chOff x="9249702" y="4886325"/>
            <a:chExt cx="485775" cy="485775"/>
          </a:xfrm>
        </p:grpSpPr>
        <p:sp>
          <p:nvSpPr>
            <p:cNvPr id="203" name="Ellipse 202">
              <a:extLst>
                <a:ext uri="{FF2B5EF4-FFF2-40B4-BE49-F238E27FC236}">
                  <a16:creationId xmlns:a16="http://schemas.microsoft.com/office/drawing/2014/main" id="{195321F5-3A4E-46BD-BE2B-EFF0E3BE0ACF}"/>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4" name="Graphique 203" descr="Utilisateur avec un remplissage uni">
              <a:extLst>
                <a:ext uri="{FF2B5EF4-FFF2-40B4-BE49-F238E27FC236}">
                  <a16:creationId xmlns:a16="http://schemas.microsoft.com/office/drawing/2014/main" id="{E1C53F9A-6053-4499-94B8-2797044AA21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05" name="Groupe 204">
            <a:extLst>
              <a:ext uri="{FF2B5EF4-FFF2-40B4-BE49-F238E27FC236}">
                <a16:creationId xmlns:a16="http://schemas.microsoft.com/office/drawing/2014/main" id="{DA8B00D2-6200-489D-9E66-2E13C0074B87}"/>
              </a:ext>
            </a:extLst>
          </p:cNvPr>
          <p:cNvGrpSpPr/>
          <p:nvPr/>
        </p:nvGrpSpPr>
        <p:grpSpPr>
          <a:xfrm>
            <a:off x="9169353" y="2449905"/>
            <a:ext cx="667207" cy="667207"/>
            <a:chOff x="9249702" y="4886325"/>
            <a:chExt cx="485775" cy="485775"/>
          </a:xfrm>
        </p:grpSpPr>
        <p:sp>
          <p:nvSpPr>
            <p:cNvPr id="206" name="Ellipse 205">
              <a:extLst>
                <a:ext uri="{FF2B5EF4-FFF2-40B4-BE49-F238E27FC236}">
                  <a16:creationId xmlns:a16="http://schemas.microsoft.com/office/drawing/2014/main" id="{7FA90572-92F6-4918-8C89-744D41A635C1}"/>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07" name="Graphique 206" descr="Utilisateur avec un remplissage uni">
              <a:extLst>
                <a:ext uri="{FF2B5EF4-FFF2-40B4-BE49-F238E27FC236}">
                  <a16:creationId xmlns:a16="http://schemas.microsoft.com/office/drawing/2014/main" id="{40775CE1-625B-4157-978A-67A96AE6770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Tree>
    <p:extLst>
      <p:ext uri="{BB962C8B-B14F-4D97-AF65-F5344CB8AC3E}">
        <p14:creationId xmlns:p14="http://schemas.microsoft.com/office/powerpoint/2010/main" val="1325553251"/>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P9</a:t>
            </a:r>
            <a:br>
              <a:rPr lang="en-US" dirty="0"/>
            </a:br>
            <a:r>
              <a:rPr lang="en-US" dirty="0"/>
              <a:t>Represent your Engagement Target (copy paste for numbers)</a:t>
            </a:r>
          </a:p>
        </p:txBody>
      </p:sp>
      <p:graphicFrame>
        <p:nvGraphicFramePr>
          <p:cNvPr id="41" name="Tableau 5">
            <a:extLst>
              <a:ext uri="{FF2B5EF4-FFF2-40B4-BE49-F238E27FC236}">
                <a16:creationId xmlns:a16="http://schemas.microsoft.com/office/drawing/2014/main" id="{D890E429-43C4-41B6-9C70-1A6D90FE1852}"/>
              </a:ext>
            </a:extLst>
          </p:cNvPr>
          <p:cNvGraphicFramePr>
            <a:graphicFrameLocks noGrp="1"/>
          </p:cNvGraphicFramePr>
          <p:nvPr>
            <p:extLst>
              <p:ext uri="{D42A27DB-BD31-4B8C-83A1-F6EECF244321}">
                <p14:modId xmlns:p14="http://schemas.microsoft.com/office/powerpoint/2010/main" val="845894838"/>
              </p:ext>
            </p:extLst>
          </p:nvPr>
        </p:nvGraphicFramePr>
        <p:xfrm>
          <a:off x="396537" y="5270837"/>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160" name="Groupe 159">
            <a:extLst>
              <a:ext uri="{FF2B5EF4-FFF2-40B4-BE49-F238E27FC236}">
                <a16:creationId xmlns:a16="http://schemas.microsoft.com/office/drawing/2014/main" id="{736C572B-567C-4397-A699-9FEA22E5E318}"/>
              </a:ext>
            </a:extLst>
          </p:cNvPr>
          <p:cNvGrpSpPr/>
          <p:nvPr/>
        </p:nvGrpSpPr>
        <p:grpSpPr>
          <a:xfrm>
            <a:off x="11004213" y="4521301"/>
            <a:ext cx="571654" cy="571654"/>
            <a:chOff x="9249702" y="4886325"/>
            <a:chExt cx="485775" cy="485775"/>
          </a:xfrm>
        </p:grpSpPr>
        <p:sp>
          <p:nvSpPr>
            <p:cNvPr id="161" name="Ellipse 160">
              <a:extLst>
                <a:ext uri="{FF2B5EF4-FFF2-40B4-BE49-F238E27FC236}">
                  <a16:creationId xmlns:a16="http://schemas.microsoft.com/office/drawing/2014/main" id="{A8D629A9-74B2-4C52-A084-67CF559186C7}"/>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2" name="Graphique 161" descr="Utilisateur avec un remplissage uni">
              <a:extLst>
                <a:ext uri="{FF2B5EF4-FFF2-40B4-BE49-F238E27FC236}">
                  <a16:creationId xmlns:a16="http://schemas.microsoft.com/office/drawing/2014/main" id="{92B90842-4137-4F31-BEF0-DE16A8793FC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
        <p:nvSpPr>
          <p:cNvPr id="173" name="Accolade ouvrante 172">
            <a:extLst>
              <a:ext uri="{FF2B5EF4-FFF2-40B4-BE49-F238E27FC236}">
                <a16:creationId xmlns:a16="http://schemas.microsoft.com/office/drawing/2014/main" id="{ED7D45EC-65A1-496E-92B2-04F42E07EAA2}"/>
              </a:ext>
            </a:extLst>
          </p:cNvPr>
          <p:cNvSpPr/>
          <p:nvPr/>
        </p:nvSpPr>
        <p:spPr>
          <a:xfrm rot="16200000">
            <a:off x="10746718" y="5501142"/>
            <a:ext cx="400185" cy="16973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9" name="Groupe 78">
            <a:extLst>
              <a:ext uri="{FF2B5EF4-FFF2-40B4-BE49-F238E27FC236}">
                <a16:creationId xmlns:a16="http://schemas.microsoft.com/office/drawing/2014/main" id="{28919D13-2D1A-4F4C-AB18-02EE01875942}"/>
              </a:ext>
            </a:extLst>
          </p:cNvPr>
          <p:cNvGrpSpPr/>
          <p:nvPr/>
        </p:nvGrpSpPr>
        <p:grpSpPr>
          <a:xfrm>
            <a:off x="7228154" y="4404607"/>
            <a:ext cx="667207" cy="667207"/>
            <a:chOff x="9249702" y="4886325"/>
            <a:chExt cx="485775" cy="485775"/>
          </a:xfrm>
        </p:grpSpPr>
        <p:sp>
          <p:nvSpPr>
            <p:cNvPr id="80" name="Ellipse 79">
              <a:extLst>
                <a:ext uri="{FF2B5EF4-FFF2-40B4-BE49-F238E27FC236}">
                  <a16:creationId xmlns:a16="http://schemas.microsoft.com/office/drawing/2014/main" id="{D3F9B509-7714-47CE-938A-267BC04B2F94}"/>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1" name="Graphique 80" descr="Utilisateur avec un remplissage uni">
              <a:extLst>
                <a:ext uri="{FF2B5EF4-FFF2-40B4-BE49-F238E27FC236}">
                  <a16:creationId xmlns:a16="http://schemas.microsoft.com/office/drawing/2014/main" id="{813991A9-086C-4842-8C96-83239D5AA15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3" name="Groupe 142">
            <a:extLst>
              <a:ext uri="{FF2B5EF4-FFF2-40B4-BE49-F238E27FC236}">
                <a16:creationId xmlns:a16="http://schemas.microsoft.com/office/drawing/2014/main" id="{17903D87-9F1D-47F8-A7A4-FCF7C90D52F0}"/>
              </a:ext>
            </a:extLst>
          </p:cNvPr>
          <p:cNvGrpSpPr/>
          <p:nvPr/>
        </p:nvGrpSpPr>
        <p:grpSpPr>
          <a:xfrm>
            <a:off x="8567647" y="4174570"/>
            <a:ext cx="667207" cy="667207"/>
            <a:chOff x="9249702" y="4886325"/>
            <a:chExt cx="485775" cy="485775"/>
          </a:xfrm>
        </p:grpSpPr>
        <p:sp>
          <p:nvSpPr>
            <p:cNvPr id="144" name="Ellipse 143">
              <a:extLst>
                <a:ext uri="{FF2B5EF4-FFF2-40B4-BE49-F238E27FC236}">
                  <a16:creationId xmlns:a16="http://schemas.microsoft.com/office/drawing/2014/main" id="{089ABF08-1508-4245-B09D-ED805DF7BB1A}"/>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5" name="Graphique 144" descr="Utilisateur avec un remplissage uni">
              <a:extLst>
                <a:ext uri="{FF2B5EF4-FFF2-40B4-BE49-F238E27FC236}">
                  <a16:creationId xmlns:a16="http://schemas.microsoft.com/office/drawing/2014/main" id="{6FEFA08B-CACA-48CF-8285-BB77B8AFA94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2" name="Groupe 71">
            <a:extLst>
              <a:ext uri="{FF2B5EF4-FFF2-40B4-BE49-F238E27FC236}">
                <a16:creationId xmlns:a16="http://schemas.microsoft.com/office/drawing/2014/main" id="{6C945191-4796-4496-8A80-F6F1C0481EE2}"/>
              </a:ext>
            </a:extLst>
          </p:cNvPr>
          <p:cNvGrpSpPr/>
          <p:nvPr/>
        </p:nvGrpSpPr>
        <p:grpSpPr>
          <a:xfrm>
            <a:off x="5883740" y="4480335"/>
            <a:ext cx="667207" cy="667207"/>
            <a:chOff x="9249702" y="4886325"/>
            <a:chExt cx="485775" cy="485775"/>
          </a:xfrm>
        </p:grpSpPr>
        <p:sp>
          <p:nvSpPr>
            <p:cNvPr id="73" name="Ellipse 72">
              <a:extLst>
                <a:ext uri="{FF2B5EF4-FFF2-40B4-BE49-F238E27FC236}">
                  <a16:creationId xmlns:a16="http://schemas.microsoft.com/office/drawing/2014/main" id="{F76161CD-0012-41A1-83B0-239F53DFF7BA}"/>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4" name="Graphique 73" descr="Utilisateur avec un remplissage uni">
              <a:extLst>
                <a:ext uri="{FF2B5EF4-FFF2-40B4-BE49-F238E27FC236}">
                  <a16:creationId xmlns:a16="http://schemas.microsoft.com/office/drawing/2014/main" id="{E022C584-2F14-40B5-B50C-5EE1A53C71D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pic>
        <p:nvPicPr>
          <p:cNvPr id="75" name="Graphique 74" descr="Utilisateur avec un remplissage uni">
            <a:extLst>
              <a:ext uri="{FF2B5EF4-FFF2-40B4-BE49-F238E27FC236}">
                <a16:creationId xmlns:a16="http://schemas.microsoft.com/office/drawing/2014/main" id="{BA93C0D0-4AB0-413A-9B01-3872AD0BE46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63561" y="4488434"/>
            <a:ext cx="235652" cy="249776"/>
          </a:xfrm>
          <a:prstGeom prst="rect">
            <a:avLst/>
          </a:prstGeom>
        </p:spPr>
      </p:pic>
      <p:grpSp>
        <p:nvGrpSpPr>
          <p:cNvPr id="76" name="Groupe 75">
            <a:extLst>
              <a:ext uri="{FF2B5EF4-FFF2-40B4-BE49-F238E27FC236}">
                <a16:creationId xmlns:a16="http://schemas.microsoft.com/office/drawing/2014/main" id="{6768C3FF-8232-4BC1-B3D2-67331C642AAB}"/>
              </a:ext>
            </a:extLst>
          </p:cNvPr>
          <p:cNvGrpSpPr/>
          <p:nvPr/>
        </p:nvGrpSpPr>
        <p:grpSpPr>
          <a:xfrm>
            <a:off x="2501718" y="4408044"/>
            <a:ext cx="527245" cy="527245"/>
            <a:chOff x="9249702" y="4886325"/>
            <a:chExt cx="485775" cy="485775"/>
          </a:xfrm>
        </p:grpSpPr>
        <p:sp>
          <p:nvSpPr>
            <p:cNvPr id="77" name="Ellipse 76">
              <a:extLst>
                <a:ext uri="{FF2B5EF4-FFF2-40B4-BE49-F238E27FC236}">
                  <a16:creationId xmlns:a16="http://schemas.microsoft.com/office/drawing/2014/main" id="{0F81B047-DB3E-4B81-8064-1CA13D7CD486}"/>
                </a:ext>
              </a:extLst>
            </p:cNvPr>
            <p:cNvSpPr/>
            <p:nvPr/>
          </p:nvSpPr>
          <p:spPr>
            <a:xfrm>
              <a:off x="9249702" y="4886325"/>
              <a:ext cx="485775" cy="485775"/>
            </a:xfrm>
            <a:prstGeom prst="ellips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Graphique 77" descr="Utilisateur avec un remplissage uni">
              <a:extLst>
                <a:ext uri="{FF2B5EF4-FFF2-40B4-BE49-F238E27FC236}">
                  <a16:creationId xmlns:a16="http://schemas.microsoft.com/office/drawing/2014/main" id="{88FCAD2E-C3B1-405A-A3D1-F81D24A2A3D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84" name="Groupe 83">
            <a:extLst>
              <a:ext uri="{FF2B5EF4-FFF2-40B4-BE49-F238E27FC236}">
                <a16:creationId xmlns:a16="http://schemas.microsoft.com/office/drawing/2014/main" id="{BAD731BE-A64C-45FF-B8C2-6F1B54CB1DCC}"/>
              </a:ext>
            </a:extLst>
          </p:cNvPr>
          <p:cNvGrpSpPr/>
          <p:nvPr/>
        </p:nvGrpSpPr>
        <p:grpSpPr>
          <a:xfrm>
            <a:off x="3698652" y="4455101"/>
            <a:ext cx="667207" cy="667207"/>
            <a:chOff x="9249702" y="4886325"/>
            <a:chExt cx="485775" cy="485775"/>
          </a:xfrm>
        </p:grpSpPr>
        <p:sp>
          <p:nvSpPr>
            <p:cNvPr id="85" name="Ellipse 84">
              <a:extLst>
                <a:ext uri="{FF2B5EF4-FFF2-40B4-BE49-F238E27FC236}">
                  <a16:creationId xmlns:a16="http://schemas.microsoft.com/office/drawing/2014/main" id="{459C006E-34DF-4506-A875-9BE8BB7CB3BB}"/>
                </a:ext>
              </a:extLst>
            </p:cNvPr>
            <p:cNvSpPr/>
            <p:nvPr/>
          </p:nvSpPr>
          <p:spPr>
            <a:xfrm>
              <a:off x="9249702" y="4886325"/>
              <a:ext cx="485775" cy="485775"/>
            </a:xfrm>
            <a:prstGeom prst="ellipse">
              <a:avLst/>
            </a:prstGeom>
            <a:solidFill>
              <a:srgbClr val="D4EA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6" name="Graphique 85" descr="Utilisateur avec un remplissage uni">
              <a:extLst>
                <a:ext uri="{FF2B5EF4-FFF2-40B4-BE49-F238E27FC236}">
                  <a16:creationId xmlns:a16="http://schemas.microsoft.com/office/drawing/2014/main" id="{6764742C-F594-4F2C-91AE-5EEF22D1EEB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sp>
        <p:nvSpPr>
          <p:cNvPr id="88" name="Rectangle 87">
            <a:extLst>
              <a:ext uri="{FF2B5EF4-FFF2-40B4-BE49-F238E27FC236}">
                <a16:creationId xmlns:a16="http://schemas.microsoft.com/office/drawing/2014/main" id="{952B5AC9-EFBA-4EB9-834B-2CAD577992E3}"/>
              </a:ext>
            </a:extLst>
          </p:cNvPr>
          <p:cNvSpPr/>
          <p:nvPr/>
        </p:nvSpPr>
        <p:spPr>
          <a:xfrm>
            <a:off x="1115567" y="2151149"/>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89" name="Rectangle 88">
            <a:extLst>
              <a:ext uri="{FF2B5EF4-FFF2-40B4-BE49-F238E27FC236}">
                <a16:creationId xmlns:a16="http://schemas.microsoft.com/office/drawing/2014/main" id="{B0B7B3B4-55D0-4737-B96D-B4E495E6CE73}"/>
              </a:ext>
            </a:extLst>
          </p:cNvPr>
          <p:cNvSpPr/>
          <p:nvPr/>
        </p:nvSpPr>
        <p:spPr>
          <a:xfrm>
            <a:off x="2605778" y="2160316"/>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0" name="Rectangle 89">
            <a:extLst>
              <a:ext uri="{FF2B5EF4-FFF2-40B4-BE49-F238E27FC236}">
                <a16:creationId xmlns:a16="http://schemas.microsoft.com/office/drawing/2014/main" id="{CD9A9035-AF06-4D0C-8FB2-A4FFE63947D5}"/>
              </a:ext>
            </a:extLst>
          </p:cNvPr>
          <p:cNvSpPr/>
          <p:nvPr/>
        </p:nvSpPr>
        <p:spPr>
          <a:xfrm>
            <a:off x="4315670" y="2129772"/>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1" name="Rectangle 90">
            <a:extLst>
              <a:ext uri="{FF2B5EF4-FFF2-40B4-BE49-F238E27FC236}">
                <a16:creationId xmlns:a16="http://schemas.microsoft.com/office/drawing/2014/main" id="{564490DD-E777-465F-93DC-D327BECAE195}"/>
              </a:ext>
            </a:extLst>
          </p:cNvPr>
          <p:cNvSpPr/>
          <p:nvPr/>
        </p:nvSpPr>
        <p:spPr>
          <a:xfrm>
            <a:off x="5805881" y="2138939"/>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2" name="Rectangle 91">
            <a:extLst>
              <a:ext uri="{FF2B5EF4-FFF2-40B4-BE49-F238E27FC236}">
                <a16:creationId xmlns:a16="http://schemas.microsoft.com/office/drawing/2014/main" id="{7FE4D590-BEF0-4524-B5CF-37A65830E898}"/>
              </a:ext>
            </a:extLst>
          </p:cNvPr>
          <p:cNvSpPr/>
          <p:nvPr/>
        </p:nvSpPr>
        <p:spPr>
          <a:xfrm>
            <a:off x="7461115" y="2164101"/>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3" name="Rectangle 92">
            <a:extLst>
              <a:ext uri="{FF2B5EF4-FFF2-40B4-BE49-F238E27FC236}">
                <a16:creationId xmlns:a16="http://schemas.microsoft.com/office/drawing/2014/main" id="{092C2208-07E0-49BC-BD7A-EBECECD4AFDE}"/>
              </a:ext>
            </a:extLst>
          </p:cNvPr>
          <p:cNvSpPr/>
          <p:nvPr/>
        </p:nvSpPr>
        <p:spPr>
          <a:xfrm>
            <a:off x="8951326" y="2173268"/>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4" name="Rectangle 93">
            <a:extLst>
              <a:ext uri="{FF2B5EF4-FFF2-40B4-BE49-F238E27FC236}">
                <a16:creationId xmlns:a16="http://schemas.microsoft.com/office/drawing/2014/main" id="{AEC08758-E9C3-4F04-A487-B011A401F3ED}"/>
              </a:ext>
            </a:extLst>
          </p:cNvPr>
          <p:cNvSpPr/>
          <p:nvPr/>
        </p:nvSpPr>
        <p:spPr>
          <a:xfrm>
            <a:off x="10661218" y="2142724"/>
            <a:ext cx="621640" cy="61017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Target number or %</a:t>
            </a:r>
          </a:p>
        </p:txBody>
      </p:sp>
      <p:sp>
        <p:nvSpPr>
          <p:cNvPr id="96" name="Rectangle 95">
            <a:extLst>
              <a:ext uri="{FF2B5EF4-FFF2-40B4-BE49-F238E27FC236}">
                <a16:creationId xmlns:a16="http://schemas.microsoft.com/office/drawing/2014/main" id="{23F14420-3BA1-4CAF-B063-A16C7E4E7843}"/>
              </a:ext>
            </a:extLst>
          </p:cNvPr>
          <p:cNvSpPr/>
          <p:nvPr/>
        </p:nvSpPr>
        <p:spPr>
          <a:xfrm>
            <a:off x="10240613" y="6505628"/>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Range Name</a:t>
            </a:r>
          </a:p>
        </p:txBody>
      </p:sp>
      <p:sp>
        <p:nvSpPr>
          <p:cNvPr id="97" name="Rectangle 96">
            <a:extLst>
              <a:ext uri="{FF2B5EF4-FFF2-40B4-BE49-F238E27FC236}">
                <a16:creationId xmlns:a16="http://schemas.microsoft.com/office/drawing/2014/main" id="{D23E6C85-C56F-49B3-A177-B5FE06FA7F58}"/>
              </a:ext>
            </a:extLst>
          </p:cNvPr>
          <p:cNvSpPr/>
          <p:nvPr/>
        </p:nvSpPr>
        <p:spPr>
          <a:xfrm>
            <a:off x="5662324" y="550123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98" name="Rectangle 97">
            <a:extLst>
              <a:ext uri="{FF2B5EF4-FFF2-40B4-BE49-F238E27FC236}">
                <a16:creationId xmlns:a16="http://schemas.microsoft.com/office/drawing/2014/main" id="{490D0CA5-2E77-41A9-9BC3-7A43B4E1E7A7}"/>
              </a:ext>
            </a:extLst>
          </p:cNvPr>
          <p:cNvSpPr/>
          <p:nvPr/>
        </p:nvSpPr>
        <p:spPr>
          <a:xfrm>
            <a:off x="4059611" y="550123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99" name="Rectangle 98">
            <a:extLst>
              <a:ext uri="{FF2B5EF4-FFF2-40B4-BE49-F238E27FC236}">
                <a16:creationId xmlns:a16="http://schemas.microsoft.com/office/drawing/2014/main" id="{5DA5AB07-4B01-4547-8641-DA2A3038F49E}"/>
              </a:ext>
            </a:extLst>
          </p:cNvPr>
          <p:cNvSpPr/>
          <p:nvPr/>
        </p:nvSpPr>
        <p:spPr>
          <a:xfrm>
            <a:off x="2493689" y="550123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00" name="Rectangle 99">
            <a:extLst>
              <a:ext uri="{FF2B5EF4-FFF2-40B4-BE49-F238E27FC236}">
                <a16:creationId xmlns:a16="http://schemas.microsoft.com/office/drawing/2014/main" id="{6F90B115-135C-4F0E-8D1F-715AF318952D}"/>
              </a:ext>
            </a:extLst>
          </p:cNvPr>
          <p:cNvSpPr/>
          <p:nvPr/>
        </p:nvSpPr>
        <p:spPr>
          <a:xfrm>
            <a:off x="953240" y="550391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01" name="Rectangle 100">
            <a:extLst>
              <a:ext uri="{FF2B5EF4-FFF2-40B4-BE49-F238E27FC236}">
                <a16:creationId xmlns:a16="http://schemas.microsoft.com/office/drawing/2014/main" id="{F350856C-0E36-4A93-BA68-9FC43DDB0CAC}"/>
              </a:ext>
            </a:extLst>
          </p:cNvPr>
          <p:cNvSpPr/>
          <p:nvPr/>
        </p:nvSpPr>
        <p:spPr>
          <a:xfrm>
            <a:off x="10532563" y="5491937"/>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02" name="Rectangle 101">
            <a:extLst>
              <a:ext uri="{FF2B5EF4-FFF2-40B4-BE49-F238E27FC236}">
                <a16:creationId xmlns:a16="http://schemas.microsoft.com/office/drawing/2014/main" id="{5D828628-AFFE-414D-B68C-C11E2794C6D1}"/>
              </a:ext>
            </a:extLst>
          </p:cNvPr>
          <p:cNvSpPr/>
          <p:nvPr/>
        </p:nvSpPr>
        <p:spPr>
          <a:xfrm>
            <a:off x="8929850" y="5491937"/>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03" name="Rectangle 102">
            <a:extLst>
              <a:ext uri="{FF2B5EF4-FFF2-40B4-BE49-F238E27FC236}">
                <a16:creationId xmlns:a16="http://schemas.microsoft.com/office/drawing/2014/main" id="{AB584410-A700-46F2-AB78-2AAF47C896D0}"/>
              </a:ext>
            </a:extLst>
          </p:cNvPr>
          <p:cNvSpPr/>
          <p:nvPr/>
        </p:nvSpPr>
        <p:spPr>
          <a:xfrm>
            <a:off x="7363928" y="5491937"/>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Tree>
    <p:extLst>
      <p:ext uri="{BB962C8B-B14F-4D97-AF65-F5344CB8AC3E}">
        <p14:creationId xmlns:p14="http://schemas.microsoft.com/office/powerpoint/2010/main" val="3915502139"/>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9F6653A-DB47-4D44-A52C-B6B6F7DD766E}"/>
              </a:ext>
            </a:extLst>
          </p:cNvPr>
          <p:cNvSpPr>
            <a:spLocks noGrp="1"/>
          </p:cNvSpPr>
          <p:nvPr>
            <p:ph type="title"/>
          </p:nvPr>
        </p:nvSpPr>
        <p:spPr/>
        <p:txBody>
          <a:bodyPr/>
          <a:lstStyle/>
          <a:p>
            <a:r>
              <a:rPr lang="en-US"/>
              <a:t>Share your opinions and experiences</a:t>
            </a:r>
          </a:p>
        </p:txBody>
      </p:sp>
      <p:sp>
        <p:nvSpPr>
          <p:cNvPr id="5" name="Espace réservé du contenu 4">
            <a:extLst>
              <a:ext uri="{FF2B5EF4-FFF2-40B4-BE49-F238E27FC236}">
                <a16:creationId xmlns:a16="http://schemas.microsoft.com/office/drawing/2014/main" id="{F925E9F0-0F2C-405B-B5C9-241C791483DF}"/>
              </a:ext>
            </a:extLst>
          </p:cNvPr>
          <p:cNvSpPr>
            <a:spLocks noGrp="1"/>
          </p:cNvSpPr>
          <p:nvPr>
            <p:ph sz="half" idx="1"/>
          </p:nvPr>
        </p:nvSpPr>
        <p:spPr/>
        <p:txBody>
          <a:bodyPr>
            <a:normAutofit fontScale="62500" lnSpcReduction="20000"/>
          </a:bodyPr>
          <a:lstStyle/>
          <a:p>
            <a:pPr marL="0" indent="0">
              <a:buNone/>
            </a:pPr>
            <a:r>
              <a:rPr lang="en-US"/>
              <a:t> </a:t>
            </a:r>
          </a:p>
        </p:txBody>
      </p:sp>
      <p:sp>
        <p:nvSpPr>
          <p:cNvPr id="6" name="Espace réservé du contenu 5">
            <a:extLst>
              <a:ext uri="{FF2B5EF4-FFF2-40B4-BE49-F238E27FC236}">
                <a16:creationId xmlns:a16="http://schemas.microsoft.com/office/drawing/2014/main" id="{0EF8C66B-FA76-4AE5-AE88-50F2355F5783}"/>
              </a:ext>
            </a:extLst>
          </p:cNvPr>
          <p:cNvSpPr>
            <a:spLocks noGrp="1"/>
          </p:cNvSpPr>
          <p:nvPr>
            <p:ph sz="half" idx="2"/>
          </p:nvPr>
        </p:nvSpPr>
        <p:spPr/>
        <p:txBody>
          <a:bodyPr>
            <a:normAutofit fontScale="62500" lnSpcReduction="20000"/>
          </a:bodyPr>
          <a:lstStyle/>
          <a:p>
            <a:r>
              <a:rPr lang="en-US" dirty="0"/>
              <a:t>What are your Community Engagement Targets  ? </a:t>
            </a:r>
          </a:p>
          <a:p>
            <a:r>
              <a:rPr lang="en-US" dirty="0"/>
              <a:t>How far are you from your Engagement Target ?</a:t>
            </a:r>
          </a:p>
          <a:p>
            <a:r>
              <a:rPr lang="en-US" dirty="0"/>
              <a:t>What is your strategy to reach or maintain your Community Engagement Target ?</a:t>
            </a:r>
          </a:p>
          <a:p>
            <a:r>
              <a:rPr lang="en-US" dirty="0"/>
              <a:t>What experiences can you share about your Engagement Target ?</a:t>
            </a:r>
          </a:p>
          <a:p>
            <a:endParaRPr lang="en-US" dirty="0"/>
          </a:p>
          <a:p>
            <a:endParaRPr lang="en-US" dirty="0"/>
          </a:p>
          <a:p>
            <a:pPr marL="0" indent="0">
              <a:buNone/>
            </a:pPr>
            <a:r>
              <a:rPr lang="en-US" dirty="0"/>
              <a:t> </a:t>
            </a:r>
          </a:p>
        </p:txBody>
      </p:sp>
      <p:graphicFrame>
        <p:nvGraphicFramePr>
          <p:cNvPr id="7" name="Tableau 5">
            <a:extLst>
              <a:ext uri="{FF2B5EF4-FFF2-40B4-BE49-F238E27FC236}">
                <a16:creationId xmlns:a16="http://schemas.microsoft.com/office/drawing/2014/main" id="{04B75547-85C7-4462-AAEB-C296DCB752AC}"/>
              </a:ext>
            </a:extLst>
          </p:cNvPr>
          <p:cNvGraphicFramePr>
            <a:graphicFrameLocks noGrp="1"/>
          </p:cNvGraphicFramePr>
          <p:nvPr>
            <p:extLst>
              <p:ext uri="{D42A27DB-BD31-4B8C-83A1-F6EECF244321}">
                <p14:modId xmlns:p14="http://schemas.microsoft.com/office/powerpoint/2010/main" val="4268680227"/>
              </p:ext>
            </p:extLst>
          </p:nvPr>
        </p:nvGraphicFramePr>
        <p:xfrm>
          <a:off x="2174555" y="5783949"/>
          <a:ext cx="3002006" cy="363718"/>
        </p:xfrm>
        <a:graphic>
          <a:graphicData uri="http://schemas.openxmlformats.org/drawingml/2006/table">
            <a:tbl>
              <a:tblPr firstRow="1" bandRow="1">
                <a:tableStyleId>{5C22544A-7EE6-4342-B048-85BDC9FD1C3A}</a:tableStyleId>
              </a:tblPr>
              <a:tblGrid>
                <a:gridCol w="428858">
                  <a:extLst>
                    <a:ext uri="{9D8B030D-6E8A-4147-A177-3AD203B41FA5}">
                      <a16:colId xmlns:a16="http://schemas.microsoft.com/office/drawing/2014/main" val="1258243979"/>
                    </a:ext>
                  </a:extLst>
                </a:gridCol>
                <a:gridCol w="428858">
                  <a:extLst>
                    <a:ext uri="{9D8B030D-6E8A-4147-A177-3AD203B41FA5}">
                      <a16:colId xmlns:a16="http://schemas.microsoft.com/office/drawing/2014/main" val="1079462814"/>
                    </a:ext>
                  </a:extLst>
                </a:gridCol>
                <a:gridCol w="428858">
                  <a:extLst>
                    <a:ext uri="{9D8B030D-6E8A-4147-A177-3AD203B41FA5}">
                      <a16:colId xmlns:a16="http://schemas.microsoft.com/office/drawing/2014/main" val="3397691572"/>
                    </a:ext>
                  </a:extLst>
                </a:gridCol>
                <a:gridCol w="428858">
                  <a:extLst>
                    <a:ext uri="{9D8B030D-6E8A-4147-A177-3AD203B41FA5}">
                      <a16:colId xmlns:a16="http://schemas.microsoft.com/office/drawing/2014/main" val="3075883050"/>
                    </a:ext>
                  </a:extLst>
                </a:gridCol>
                <a:gridCol w="428858">
                  <a:extLst>
                    <a:ext uri="{9D8B030D-6E8A-4147-A177-3AD203B41FA5}">
                      <a16:colId xmlns:a16="http://schemas.microsoft.com/office/drawing/2014/main" val="1259412674"/>
                    </a:ext>
                  </a:extLst>
                </a:gridCol>
                <a:gridCol w="428858">
                  <a:extLst>
                    <a:ext uri="{9D8B030D-6E8A-4147-A177-3AD203B41FA5}">
                      <a16:colId xmlns:a16="http://schemas.microsoft.com/office/drawing/2014/main" val="3392695109"/>
                    </a:ext>
                  </a:extLst>
                </a:gridCol>
                <a:gridCol w="428858">
                  <a:extLst>
                    <a:ext uri="{9D8B030D-6E8A-4147-A177-3AD203B41FA5}">
                      <a16:colId xmlns:a16="http://schemas.microsoft.com/office/drawing/2014/main" val="2848032752"/>
                    </a:ext>
                  </a:extLst>
                </a:gridCol>
              </a:tblGrid>
              <a:tr h="320862">
                <a:tc>
                  <a:txBody>
                    <a:bodyPr/>
                    <a:lstStyle/>
                    <a:p>
                      <a:pPr algn="ctr"/>
                      <a:r>
                        <a:rPr lang="en-US" sz="400" dirty="0">
                          <a:solidFill>
                            <a:schemeClr val="tx1"/>
                          </a:solidFill>
                        </a:rPr>
                        <a:t>“You got my attention”</a:t>
                      </a:r>
                    </a:p>
                  </a:txBody>
                  <a:tcPr marL="58918" marR="58918" marT="29459" marB="29459">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experience something”</a:t>
                      </a:r>
                    </a:p>
                  </a:txBody>
                  <a:tcPr marL="58918" marR="58918" marT="29459" marB="29459">
                    <a:solidFill>
                      <a:schemeClr val="bg1">
                        <a:lumMod val="95000"/>
                      </a:schemeClr>
                    </a:solidFill>
                  </a:tcPr>
                </a:tc>
                <a:tc>
                  <a:txBody>
                    <a:bodyPr/>
                    <a:lstStyle/>
                    <a:p>
                      <a:pPr algn="ctr"/>
                      <a:r>
                        <a:rPr lang="en-US" sz="400" dirty="0">
                          <a:solidFill>
                            <a:schemeClr val="tx1"/>
                          </a:solidFill>
                        </a:rPr>
                        <a:t>“I want reasons to come again”</a:t>
                      </a:r>
                    </a:p>
                  </a:txBody>
                  <a:tcPr marL="58918" marR="58918" marT="29459" marB="29459">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feel involved”</a:t>
                      </a:r>
                    </a:p>
                  </a:txBody>
                  <a:tcPr marL="58918" marR="58918" marT="29459" marB="29459">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lead something”</a:t>
                      </a:r>
                    </a:p>
                  </a:txBody>
                  <a:tcPr marL="58918" marR="58918" marT="29459" marB="29459">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bg1"/>
                          </a:solidFill>
                        </a:rPr>
                        <a:t>“I want to add my own touch”</a:t>
                      </a:r>
                    </a:p>
                  </a:txBody>
                  <a:tcPr marL="58918" marR="58918" marT="29459" marB="29459">
                    <a:solidFill>
                      <a:schemeClr val="accent1">
                        <a:lumMod val="75000"/>
                      </a:schemeClr>
                    </a:solidFill>
                  </a:tcPr>
                </a:tc>
                <a:tc>
                  <a:txBody>
                    <a:bodyPr/>
                    <a:lstStyle/>
                    <a:p>
                      <a:pPr algn="ctr"/>
                      <a:r>
                        <a:rPr lang="en-US" sz="400" dirty="0">
                          <a:solidFill>
                            <a:schemeClr val="bg1"/>
                          </a:solidFill>
                        </a:rPr>
                        <a:t>“I want to gather people around this topic”</a:t>
                      </a:r>
                    </a:p>
                  </a:txBody>
                  <a:tcPr marL="58918" marR="58918" marT="29459" marB="29459">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74" name="Groupe 73">
            <a:extLst>
              <a:ext uri="{FF2B5EF4-FFF2-40B4-BE49-F238E27FC236}">
                <a16:creationId xmlns:a16="http://schemas.microsoft.com/office/drawing/2014/main" id="{56AF5F6B-D3D4-4D7F-A294-0C534AB2A644}"/>
              </a:ext>
            </a:extLst>
          </p:cNvPr>
          <p:cNvGrpSpPr/>
          <p:nvPr/>
        </p:nvGrpSpPr>
        <p:grpSpPr>
          <a:xfrm>
            <a:off x="4174416" y="5180832"/>
            <a:ext cx="822785" cy="571425"/>
            <a:chOff x="1763101" y="2104208"/>
            <a:chExt cx="4778666" cy="3318790"/>
          </a:xfrm>
        </p:grpSpPr>
        <p:grpSp>
          <p:nvGrpSpPr>
            <p:cNvPr id="8" name="Groupe 7">
              <a:extLst>
                <a:ext uri="{FF2B5EF4-FFF2-40B4-BE49-F238E27FC236}">
                  <a16:creationId xmlns:a16="http://schemas.microsoft.com/office/drawing/2014/main" id="{F25A2983-C4C1-4D58-949C-8D443F60D266}"/>
                </a:ext>
              </a:extLst>
            </p:cNvPr>
            <p:cNvGrpSpPr/>
            <p:nvPr/>
          </p:nvGrpSpPr>
          <p:grpSpPr>
            <a:xfrm>
              <a:off x="4953183" y="4851344"/>
              <a:ext cx="571654" cy="571654"/>
              <a:chOff x="9249702" y="4886325"/>
              <a:chExt cx="485775" cy="485775"/>
            </a:xfrm>
          </p:grpSpPr>
          <p:sp>
            <p:nvSpPr>
              <p:cNvPr id="9" name="Ellipse 8">
                <a:extLst>
                  <a:ext uri="{FF2B5EF4-FFF2-40B4-BE49-F238E27FC236}">
                    <a16:creationId xmlns:a16="http://schemas.microsoft.com/office/drawing/2014/main" id="{5B556904-ACA5-48B7-9027-C3C0F85F55E6}"/>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Utilisateur avec un remplissage uni">
                <a:extLst>
                  <a:ext uri="{FF2B5EF4-FFF2-40B4-BE49-F238E27FC236}">
                    <a16:creationId xmlns:a16="http://schemas.microsoft.com/office/drawing/2014/main" id="{4E42CF90-6B38-4730-B94F-988AEDF447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1" name="Groupe 10">
              <a:extLst>
                <a:ext uri="{FF2B5EF4-FFF2-40B4-BE49-F238E27FC236}">
                  <a16:creationId xmlns:a16="http://schemas.microsoft.com/office/drawing/2014/main" id="{1DF12EFB-EE3F-4155-9338-CA42A6162768}"/>
                </a:ext>
              </a:extLst>
            </p:cNvPr>
            <p:cNvGrpSpPr/>
            <p:nvPr/>
          </p:nvGrpSpPr>
          <p:grpSpPr>
            <a:xfrm>
              <a:off x="5554686" y="4730307"/>
              <a:ext cx="571654" cy="571654"/>
              <a:chOff x="9249702" y="4886325"/>
              <a:chExt cx="485775" cy="485775"/>
            </a:xfrm>
          </p:grpSpPr>
          <p:sp>
            <p:nvSpPr>
              <p:cNvPr id="12" name="Ellipse 11">
                <a:extLst>
                  <a:ext uri="{FF2B5EF4-FFF2-40B4-BE49-F238E27FC236}">
                    <a16:creationId xmlns:a16="http://schemas.microsoft.com/office/drawing/2014/main" id="{FDCFD7CE-3A5D-40A2-A898-0CE7BB91C12C}"/>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que 12" descr="Utilisateur avec un remplissage uni">
                <a:extLst>
                  <a:ext uri="{FF2B5EF4-FFF2-40B4-BE49-F238E27FC236}">
                    <a16:creationId xmlns:a16="http://schemas.microsoft.com/office/drawing/2014/main" id="{622AE241-16D7-4E14-BB80-E76C7D1D362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4" name="Groupe 13">
              <a:extLst>
                <a:ext uri="{FF2B5EF4-FFF2-40B4-BE49-F238E27FC236}">
                  <a16:creationId xmlns:a16="http://schemas.microsoft.com/office/drawing/2014/main" id="{096A395F-DAEF-48A9-8A03-2677897898C7}"/>
                </a:ext>
              </a:extLst>
            </p:cNvPr>
            <p:cNvGrpSpPr/>
            <p:nvPr/>
          </p:nvGrpSpPr>
          <p:grpSpPr>
            <a:xfrm>
              <a:off x="5050476" y="4234647"/>
              <a:ext cx="571654" cy="571654"/>
              <a:chOff x="9249702" y="4886325"/>
              <a:chExt cx="485775" cy="485775"/>
            </a:xfrm>
          </p:grpSpPr>
          <p:sp>
            <p:nvSpPr>
              <p:cNvPr id="15" name="Ellipse 14">
                <a:extLst>
                  <a:ext uri="{FF2B5EF4-FFF2-40B4-BE49-F238E27FC236}">
                    <a16:creationId xmlns:a16="http://schemas.microsoft.com/office/drawing/2014/main" id="{6DA9CE51-B0EA-414A-A70F-B9377FB5038C}"/>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que 15" descr="Utilisateur avec un remplissage uni">
                <a:extLst>
                  <a:ext uri="{FF2B5EF4-FFF2-40B4-BE49-F238E27FC236}">
                    <a16:creationId xmlns:a16="http://schemas.microsoft.com/office/drawing/2014/main" id="{AEA60794-8ECB-451E-AC51-DBFC020747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7" name="Groupe 16">
              <a:extLst>
                <a:ext uri="{FF2B5EF4-FFF2-40B4-BE49-F238E27FC236}">
                  <a16:creationId xmlns:a16="http://schemas.microsoft.com/office/drawing/2014/main" id="{8155257E-F3A1-4B62-8525-06D3E4D395C3}"/>
                </a:ext>
              </a:extLst>
            </p:cNvPr>
            <p:cNvGrpSpPr/>
            <p:nvPr/>
          </p:nvGrpSpPr>
          <p:grpSpPr>
            <a:xfrm>
              <a:off x="1778627" y="4613613"/>
              <a:ext cx="667207" cy="667207"/>
              <a:chOff x="9249702" y="4886325"/>
              <a:chExt cx="485775" cy="485775"/>
            </a:xfrm>
          </p:grpSpPr>
          <p:sp>
            <p:nvSpPr>
              <p:cNvPr id="18" name="Ellipse 17">
                <a:extLst>
                  <a:ext uri="{FF2B5EF4-FFF2-40B4-BE49-F238E27FC236}">
                    <a16:creationId xmlns:a16="http://schemas.microsoft.com/office/drawing/2014/main" id="{B149F88C-4C0C-4F34-B64E-FFA0E409CE80}"/>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que 18" descr="Utilisateur avec un remplissage uni">
                <a:extLst>
                  <a:ext uri="{FF2B5EF4-FFF2-40B4-BE49-F238E27FC236}">
                    <a16:creationId xmlns:a16="http://schemas.microsoft.com/office/drawing/2014/main" id="{FAAC6B48-11D9-46B0-AFE2-25A3BC309C0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0" name="Groupe 19">
              <a:extLst>
                <a:ext uri="{FF2B5EF4-FFF2-40B4-BE49-F238E27FC236}">
                  <a16:creationId xmlns:a16="http://schemas.microsoft.com/office/drawing/2014/main" id="{26F54834-EA68-425D-A3EC-33B3F280125D}"/>
                </a:ext>
              </a:extLst>
            </p:cNvPr>
            <p:cNvGrpSpPr/>
            <p:nvPr/>
          </p:nvGrpSpPr>
          <p:grpSpPr>
            <a:xfrm>
              <a:off x="1763101" y="3348735"/>
              <a:ext cx="667207" cy="667207"/>
              <a:chOff x="9249702" y="4886325"/>
              <a:chExt cx="485775" cy="485775"/>
            </a:xfrm>
          </p:grpSpPr>
          <p:sp>
            <p:nvSpPr>
              <p:cNvPr id="21" name="Ellipse 20">
                <a:extLst>
                  <a:ext uri="{FF2B5EF4-FFF2-40B4-BE49-F238E27FC236}">
                    <a16:creationId xmlns:a16="http://schemas.microsoft.com/office/drawing/2014/main" id="{12DDB58F-0A6E-40DB-AC61-E0A805869863}"/>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que 21" descr="Utilisateur avec un remplissage uni">
                <a:extLst>
                  <a:ext uri="{FF2B5EF4-FFF2-40B4-BE49-F238E27FC236}">
                    <a16:creationId xmlns:a16="http://schemas.microsoft.com/office/drawing/2014/main" id="{D2745F05-4901-4735-8D65-DE4AC2BC46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3" name="Groupe 22">
              <a:extLst>
                <a:ext uri="{FF2B5EF4-FFF2-40B4-BE49-F238E27FC236}">
                  <a16:creationId xmlns:a16="http://schemas.microsoft.com/office/drawing/2014/main" id="{5CA40F0C-6E5B-4F5A-9E67-E0F3735E45C7}"/>
                </a:ext>
              </a:extLst>
            </p:cNvPr>
            <p:cNvGrpSpPr/>
            <p:nvPr/>
          </p:nvGrpSpPr>
          <p:grpSpPr>
            <a:xfrm>
              <a:off x="2145446" y="3942293"/>
              <a:ext cx="667207" cy="667207"/>
              <a:chOff x="9249702" y="4886325"/>
              <a:chExt cx="485775" cy="485775"/>
            </a:xfrm>
          </p:grpSpPr>
          <p:sp>
            <p:nvSpPr>
              <p:cNvPr id="24" name="Ellipse 23">
                <a:extLst>
                  <a:ext uri="{FF2B5EF4-FFF2-40B4-BE49-F238E27FC236}">
                    <a16:creationId xmlns:a16="http://schemas.microsoft.com/office/drawing/2014/main" id="{5FDFC888-B9EB-4E7C-B8D5-B5688FED0FB9}"/>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que 24" descr="Utilisateur avec un remplissage uni">
                <a:extLst>
                  <a:ext uri="{FF2B5EF4-FFF2-40B4-BE49-F238E27FC236}">
                    <a16:creationId xmlns:a16="http://schemas.microsoft.com/office/drawing/2014/main" id="{B6FE111E-3C87-48CD-802E-3CE99D7B2F6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6" name="Groupe 25">
              <a:extLst>
                <a:ext uri="{FF2B5EF4-FFF2-40B4-BE49-F238E27FC236}">
                  <a16:creationId xmlns:a16="http://schemas.microsoft.com/office/drawing/2014/main" id="{6FBADBFC-3B9E-4E9B-A6BF-5312DA623E98}"/>
                </a:ext>
              </a:extLst>
            </p:cNvPr>
            <p:cNvGrpSpPr/>
            <p:nvPr/>
          </p:nvGrpSpPr>
          <p:grpSpPr>
            <a:xfrm>
              <a:off x="2430308" y="3158088"/>
              <a:ext cx="667207" cy="667207"/>
              <a:chOff x="9249702" y="4886325"/>
              <a:chExt cx="485775" cy="485775"/>
            </a:xfrm>
          </p:grpSpPr>
          <p:sp>
            <p:nvSpPr>
              <p:cNvPr id="27" name="Ellipse 26">
                <a:extLst>
                  <a:ext uri="{FF2B5EF4-FFF2-40B4-BE49-F238E27FC236}">
                    <a16:creationId xmlns:a16="http://schemas.microsoft.com/office/drawing/2014/main" id="{D0130B05-56BB-4130-98F3-4558244D66BF}"/>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que 27" descr="Utilisateur avec un remplissage uni">
                <a:extLst>
                  <a:ext uri="{FF2B5EF4-FFF2-40B4-BE49-F238E27FC236}">
                    <a16:creationId xmlns:a16="http://schemas.microsoft.com/office/drawing/2014/main" id="{64AB4E24-6413-49D1-A34C-BD7A21F96D1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9" name="Groupe 28">
              <a:extLst>
                <a:ext uri="{FF2B5EF4-FFF2-40B4-BE49-F238E27FC236}">
                  <a16:creationId xmlns:a16="http://schemas.microsoft.com/office/drawing/2014/main" id="{903937ED-4F29-4A5C-83CD-950C8E807472}"/>
                </a:ext>
              </a:extLst>
            </p:cNvPr>
            <p:cNvGrpSpPr/>
            <p:nvPr/>
          </p:nvGrpSpPr>
          <p:grpSpPr>
            <a:xfrm>
              <a:off x="1910310" y="2576360"/>
              <a:ext cx="667207" cy="667207"/>
              <a:chOff x="9249702" y="4886325"/>
              <a:chExt cx="485775" cy="485775"/>
            </a:xfrm>
          </p:grpSpPr>
          <p:sp>
            <p:nvSpPr>
              <p:cNvPr id="30" name="Ellipse 29">
                <a:extLst>
                  <a:ext uri="{FF2B5EF4-FFF2-40B4-BE49-F238E27FC236}">
                    <a16:creationId xmlns:a16="http://schemas.microsoft.com/office/drawing/2014/main" id="{BE8ABAF8-228E-4610-98D4-554C5A78225B}"/>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que 30" descr="Utilisateur avec un remplissage uni">
                <a:extLst>
                  <a:ext uri="{FF2B5EF4-FFF2-40B4-BE49-F238E27FC236}">
                    <a16:creationId xmlns:a16="http://schemas.microsoft.com/office/drawing/2014/main" id="{A942A5FC-BBC2-4803-95FE-2CCF4C9770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32" name="Groupe 31">
              <a:extLst>
                <a:ext uri="{FF2B5EF4-FFF2-40B4-BE49-F238E27FC236}">
                  <a16:creationId xmlns:a16="http://schemas.microsoft.com/office/drawing/2014/main" id="{C06F62A1-7184-46F9-AA7A-E3E2BD2D334A}"/>
                </a:ext>
              </a:extLst>
            </p:cNvPr>
            <p:cNvGrpSpPr/>
            <p:nvPr/>
          </p:nvGrpSpPr>
          <p:grpSpPr>
            <a:xfrm>
              <a:off x="2474264" y="2104208"/>
              <a:ext cx="667207" cy="667207"/>
              <a:chOff x="9249702" y="4886325"/>
              <a:chExt cx="485775" cy="485775"/>
            </a:xfrm>
          </p:grpSpPr>
          <p:sp>
            <p:nvSpPr>
              <p:cNvPr id="33" name="Ellipse 32">
                <a:extLst>
                  <a:ext uri="{FF2B5EF4-FFF2-40B4-BE49-F238E27FC236}">
                    <a16:creationId xmlns:a16="http://schemas.microsoft.com/office/drawing/2014/main" id="{D5CA5D55-7F53-4881-9ED3-CD46B16A0381}"/>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Graphique 33" descr="Utilisateur avec un remplissage uni">
                <a:extLst>
                  <a:ext uri="{FF2B5EF4-FFF2-40B4-BE49-F238E27FC236}">
                    <a16:creationId xmlns:a16="http://schemas.microsoft.com/office/drawing/2014/main" id="{91D8E08D-6EF4-46D8-B064-6BBF8710416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35" name="Groupe 34">
              <a:extLst>
                <a:ext uri="{FF2B5EF4-FFF2-40B4-BE49-F238E27FC236}">
                  <a16:creationId xmlns:a16="http://schemas.microsoft.com/office/drawing/2014/main" id="{E151CB01-2E63-4EC0-B4B7-3EBC90185E9C}"/>
                </a:ext>
              </a:extLst>
            </p:cNvPr>
            <p:cNvGrpSpPr/>
            <p:nvPr/>
          </p:nvGrpSpPr>
          <p:grpSpPr>
            <a:xfrm>
              <a:off x="3793584" y="4736118"/>
              <a:ext cx="667207" cy="667207"/>
              <a:chOff x="9249702" y="4886325"/>
              <a:chExt cx="485775" cy="485775"/>
            </a:xfrm>
          </p:grpSpPr>
          <p:sp>
            <p:nvSpPr>
              <p:cNvPr id="36" name="Ellipse 35">
                <a:extLst>
                  <a:ext uri="{FF2B5EF4-FFF2-40B4-BE49-F238E27FC236}">
                    <a16:creationId xmlns:a16="http://schemas.microsoft.com/office/drawing/2014/main" id="{1FCDF575-0A1D-464E-9B2F-BEB6D079224B}"/>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Graphique 36" descr="Utilisateur avec un remplissage uni">
                <a:extLst>
                  <a:ext uri="{FF2B5EF4-FFF2-40B4-BE49-F238E27FC236}">
                    <a16:creationId xmlns:a16="http://schemas.microsoft.com/office/drawing/2014/main" id="{ADF1B43F-B7FD-480C-9E4C-E75DA1D321D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38" name="Groupe 37">
              <a:extLst>
                <a:ext uri="{FF2B5EF4-FFF2-40B4-BE49-F238E27FC236}">
                  <a16:creationId xmlns:a16="http://schemas.microsoft.com/office/drawing/2014/main" id="{D95B3D9C-2E86-4FFB-A5AE-8B6DF05AB84D}"/>
                </a:ext>
              </a:extLst>
            </p:cNvPr>
            <p:cNvGrpSpPr/>
            <p:nvPr/>
          </p:nvGrpSpPr>
          <p:grpSpPr>
            <a:xfrm>
              <a:off x="3728332" y="3962329"/>
              <a:ext cx="667207" cy="667207"/>
              <a:chOff x="9249702" y="4886325"/>
              <a:chExt cx="485775" cy="485775"/>
            </a:xfrm>
          </p:grpSpPr>
          <p:sp>
            <p:nvSpPr>
              <p:cNvPr id="39" name="Ellipse 38">
                <a:extLst>
                  <a:ext uri="{FF2B5EF4-FFF2-40B4-BE49-F238E27FC236}">
                    <a16:creationId xmlns:a16="http://schemas.microsoft.com/office/drawing/2014/main" id="{2ADE1D8C-CB8A-44AE-96F5-7B4B8E6409DD}"/>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Graphique 39" descr="Utilisateur avec un remplissage uni">
                <a:extLst>
                  <a:ext uri="{FF2B5EF4-FFF2-40B4-BE49-F238E27FC236}">
                    <a16:creationId xmlns:a16="http://schemas.microsoft.com/office/drawing/2014/main" id="{6F3C9DF0-27B3-4981-B1A0-26FB331A8C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41" name="Groupe 40">
              <a:extLst>
                <a:ext uri="{FF2B5EF4-FFF2-40B4-BE49-F238E27FC236}">
                  <a16:creationId xmlns:a16="http://schemas.microsoft.com/office/drawing/2014/main" id="{D3FF58A9-FC30-4B34-B3F5-889B9CFFEE88}"/>
                </a:ext>
              </a:extLst>
            </p:cNvPr>
            <p:cNvGrpSpPr/>
            <p:nvPr/>
          </p:nvGrpSpPr>
          <p:grpSpPr>
            <a:xfrm>
              <a:off x="3118120" y="4383576"/>
              <a:ext cx="667207" cy="667207"/>
              <a:chOff x="9249702" y="4886325"/>
              <a:chExt cx="485775" cy="485775"/>
            </a:xfrm>
          </p:grpSpPr>
          <p:sp>
            <p:nvSpPr>
              <p:cNvPr id="42" name="Ellipse 41">
                <a:extLst>
                  <a:ext uri="{FF2B5EF4-FFF2-40B4-BE49-F238E27FC236}">
                    <a16:creationId xmlns:a16="http://schemas.microsoft.com/office/drawing/2014/main" id="{92A33611-0F50-46E4-9902-3D36C75FD2AD}"/>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aphique 42" descr="Utilisateur avec un remplissage uni">
                <a:extLst>
                  <a:ext uri="{FF2B5EF4-FFF2-40B4-BE49-F238E27FC236}">
                    <a16:creationId xmlns:a16="http://schemas.microsoft.com/office/drawing/2014/main" id="{20E76C98-D1E0-4F16-B8DB-EF0257460AC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44" name="Groupe 43">
              <a:extLst>
                <a:ext uri="{FF2B5EF4-FFF2-40B4-BE49-F238E27FC236}">
                  <a16:creationId xmlns:a16="http://schemas.microsoft.com/office/drawing/2014/main" id="{D96CF540-23CB-4BD4-BE1C-85E09D6EEE40}"/>
                </a:ext>
              </a:extLst>
            </p:cNvPr>
            <p:cNvGrpSpPr/>
            <p:nvPr/>
          </p:nvGrpSpPr>
          <p:grpSpPr>
            <a:xfrm>
              <a:off x="3408045" y="3262422"/>
              <a:ext cx="667207" cy="667207"/>
              <a:chOff x="9249702" y="4886325"/>
              <a:chExt cx="485775" cy="485775"/>
            </a:xfrm>
          </p:grpSpPr>
          <p:sp>
            <p:nvSpPr>
              <p:cNvPr id="45" name="Ellipse 44">
                <a:extLst>
                  <a:ext uri="{FF2B5EF4-FFF2-40B4-BE49-F238E27FC236}">
                    <a16:creationId xmlns:a16="http://schemas.microsoft.com/office/drawing/2014/main" id="{3E276F56-526C-4E8F-8ADA-38646E25FDE7}"/>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Graphique 45" descr="Utilisateur avec un remplissage uni">
                <a:extLst>
                  <a:ext uri="{FF2B5EF4-FFF2-40B4-BE49-F238E27FC236}">
                    <a16:creationId xmlns:a16="http://schemas.microsoft.com/office/drawing/2014/main" id="{9FBE2AE7-BB5F-4B8A-BDBE-EDA1F96BD54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47" name="Groupe 46">
              <a:extLst>
                <a:ext uri="{FF2B5EF4-FFF2-40B4-BE49-F238E27FC236}">
                  <a16:creationId xmlns:a16="http://schemas.microsoft.com/office/drawing/2014/main" id="{E2331BBC-88C0-4557-9D87-2D89CEAB285F}"/>
                </a:ext>
              </a:extLst>
            </p:cNvPr>
            <p:cNvGrpSpPr/>
            <p:nvPr/>
          </p:nvGrpSpPr>
          <p:grpSpPr>
            <a:xfrm>
              <a:off x="5645442" y="4097873"/>
              <a:ext cx="571654" cy="571654"/>
              <a:chOff x="9249702" y="4886325"/>
              <a:chExt cx="485775" cy="485775"/>
            </a:xfrm>
          </p:grpSpPr>
          <p:sp>
            <p:nvSpPr>
              <p:cNvPr id="48" name="Ellipse 47">
                <a:extLst>
                  <a:ext uri="{FF2B5EF4-FFF2-40B4-BE49-F238E27FC236}">
                    <a16:creationId xmlns:a16="http://schemas.microsoft.com/office/drawing/2014/main" id="{7E8D1EB7-B722-4D6C-8CB6-7C45E1B73E06}"/>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Graphique 48" descr="Utilisateur avec un remplissage uni">
                <a:extLst>
                  <a:ext uri="{FF2B5EF4-FFF2-40B4-BE49-F238E27FC236}">
                    <a16:creationId xmlns:a16="http://schemas.microsoft.com/office/drawing/2014/main" id="{CF6769CF-7653-4947-AA42-AF9F4C52889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50" name="Groupe 49">
              <a:extLst>
                <a:ext uri="{FF2B5EF4-FFF2-40B4-BE49-F238E27FC236}">
                  <a16:creationId xmlns:a16="http://schemas.microsoft.com/office/drawing/2014/main" id="{F4CAA84F-4ECD-4088-96BE-80613DAC57C6}"/>
                </a:ext>
              </a:extLst>
            </p:cNvPr>
            <p:cNvGrpSpPr/>
            <p:nvPr/>
          </p:nvGrpSpPr>
          <p:grpSpPr>
            <a:xfrm>
              <a:off x="5163301" y="3577330"/>
              <a:ext cx="571654" cy="571654"/>
              <a:chOff x="9249702" y="4886325"/>
              <a:chExt cx="485775" cy="485775"/>
            </a:xfrm>
          </p:grpSpPr>
          <p:sp>
            <p:nvSpPr>
              <p:cNvPr id="51" name="Ellipse 50">
                <a:extLst>
                  <a:ext uri="{FF2B5EF4-FFF2-40B4-BE49-F238E27FC236}">
                    <a16:creationId xmlns:a16="http://schemas.microsoft.com/office/drawing/2014/main" id="{B4C25FF5-1EB1-4DEA-A3D3-F74C6CE8B5D6}"/>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que 51" descr="Utilisateur avec un remplissage uni">
                <a:extLst>
                  <a:ext uri="{FF2B5EF4-FFF2-40B4-BE49-F238E27FC236}">
                    <a16:creationId xmlns:a16="http://schemas.microsoft.com/office/drawing/2014/main" id="{8D85D4FD-17B6-4936-8583-A5D38156E26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53" name="Groupe 52">
              <a:extLst>
                <a:ext uri="{FF2B5EF4-FFF2-40B4-BE49-F238E27FC236}">
                  <a16:creationId xmlns:a16="http://schemas.microsoft.com/office/drawing/2014/main" id="{78AE2E3D-5682-479D-ADDB-46FB8E5FF391}"/>
                </a:ext>
              </a:extLst>
            </p:cNvPr>
            <p:cNvGrpSpPr/>
            <p:nvPr/>
          </p:nvGrpSpPr>
          <p:grpSpPr>
            <a:xfrm>
              <a:off x="5742735" y="3481176"/>
              <a:ext cx="571654" cy="571654"/>
              <a:chOff x="9249702" y="4886325"/>
              <a:chExt cx="485775" cy="485775"/>
            </a:xfrm>
          </p:grpSpPr>
          <p:sp>
            <p:nvSpPr>
              <p:cNvPr id="54" name="Ellipse 53">
                <a:extLst>
                  <a:ext uri="{FF2B5EF4-FFF2-40B4-BE49-F238E27FC236}">
                    <a16:creationId xmlns:a16="http://schemas.microsoft.com/office/drawing/2014/main" id="{CBE5C567-BC21-439A-857F-225789D968D8}"/>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Graphique 54" descr="Utilisateur avec un remplissage uni">
                <a:extLst>
                  <a:ext uri="{FF2B5EF4-FFF2-40B4-BE49-F238E27FC236}">
                    <a16:creationId xmlns:a16="http://schemas.microsoft.com/office/drawing/2014/main" id="{1CE07C2A-11EB-4E7E-B10E-4CF4C126188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56" name="Groupe 55">
              <a:extLst>
                <a:ext uri="{FF2B5EF4-FFF2-40B4-BE49-F238E27FC236}">
                  <a16:creationId xmlns:a16="http://schemas.microsoft.com/office/drawing/2014/main" id="{4D3E41E0-91C9-4189-9BA2-043A33C3ACC3}"/>
                </a:ext>
              </a:extLst>
            </p:cNvPr>
            <p:cNvGrpSpPr/>
            <p:nvPr/>
          </p:nvGrpSpPr>
          <p:grpSpPr>
            <a:xfrm>
              <a:off x="4780181" y="3127380"/>
              <a:ext cx="571654" cy="571654"/>
              <a:chOff x="9249702" y="4886325"/>
              <a:chExt cx="485775" cy="485775"/>
            </a:xfrm>
          </p:grpSpPr>
          <p:sp>
            <p:nvSpPr>
              <p:cNvPr id="57" name="Ellipse 56">
                <a:extLst>
                  <a:ext uri="{FF2B5EF4-FFF2-40B4-BE49-F238E27FC236}">
                    <a16:creationId xmlns:a16="http://schemas.microsoft.com/office/drawing/2014/main" id="{3E279F30-B6A9-4039-8658-61EBEB28B79F}"/>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Graphique 57" descr="Utilisateur avec un remplissage uni">
                <a:extLst>
                  <a:ext uri="{FF2B5EF4-FFF2-40B4-BE49-F238E27FC236}">
                    <a16:creationId xmlns:a16="http://schemas.microsoft.com/office/drawing/2014/main" id="{3CCCBAA1-C2DE-4631-9B5A-E11555ECDFB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59" name="Groupe 58">
              <a:extLst>
                <a:ext uri="{FF2B5EF4-FFF2-40B4-BE49-F238E27FC236}">
                  <a16:creationId xmlns:a16="http://schemas.microsoft.com/office/drawing/2014/main" id="{4451389C-86E0-46CB-B7BE-6881903A54E7}"/>
                </a:ext>
              </a:extLst>
            </p:cNvPr>
            <p:cNvGrpSpPr/>
            <p:nvPr/>
          </p:nvGrpSpPr>
          <p:grpSpPr>
            <a:xfrm>
              <a:off x="5375147" y="2990606"/>
              <a:ext cx="571654" cy="571654"/>
              <a:chOff x="9249702" y="4886325"/>
              <a:chExt cx="485775" cy="485775"/>
            </a:xfrm>
          </p:grpSpPr>
          <p:sp>
            <p:nvSpPr>
              <p:cNvPr id="60" name="Ellipse 59">
                <a:extLst>
                  <a:ext uri="{FF2B5EF4-FFF2-40B4-BE49-F238E27FC236}">
                    <a16:creationId xmlns:a16="http://schemas.microsoft.com/office/drawing/2014/main" id="{37ED6ABB-7831-4C49-8389-63DF94454C4A}"/>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Graphique 60" descr="Utilisateur avec un remplissage uni">
                <a:extLst>
                  <a:ext uri="{FF2B5EF4-FFF2-40B4-BE49-F238E27FC236}">
                    <a16:creationId xmlns:a16="http://schemas.microsoft.com/office/drawing/2014/main" id="{5C48A94D-61AB-4B66-9A76-E1C48402909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62" name="Groupe 61">
              <a:extLst>
                <a:ext uri="{FF2B5EF4-FFF2-40B4-BE49-F238E27FC236}">
                  <a16:creationId xmlns:a16="http://schemas.microsoft.com/office/drawing/2014/main" id="{430B31F4-284A-45D2-AC17-3B932330A682}"/>
                </a:ext>
              </a:extLst>
            </p:cNvPr>
            <p:cNvGrpSpPr/>
            <p:nvPr/>
          </p:nvGrpSpPr>
          <p:grpSpPr>
            <a:xfrm>
              <a:off x="4893006" y="2470063"/>
              <a:ext cx="571654" cy="571654"/>
              <a:chOff x="9249702" y="4886325"/>
              <a:chExt cx="485775" cy="485775"/>
            </a:xfrm>
          </p:grpSpPr>
          <p:sp>
            <p:nvSpPr>
              <p:cNvPr id="63" name="Ellipse 62">
                <a:extLst>
                  <a:ext uri="{FF2B5EF4-FFF2-40B4-BE49-F238E27FC236}">
                    <a16:creationId xmlns:a16="http://schemas.microsoft.com/office/drawing/2014/main" id="{F68285D8-A8A4-47A5-ACF0-096F7D951B47}"/>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4" name="Graphique 63" descr="Utilisateur avec un remplissage uni">
                <a:extLst>
                  <a:ext uri="{FF2B5EF4-FFF2-40B4-BE49-F238E27FC236}">
                    <a16:creationId xmlns:a16="http://schemas.microsoft.com/office/drawing/2014/main" id="{649E1F75-2495-44EB-BEA4-0878540EF56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65" name="Groupe 64">
              <a:extLst>
                <a:ext uri="{FF2B5EF4-FFF2-40B4-BE49-F238E27FC236}">
                  <a16:creationId xmlns:a16="http://schemas.microsoft.com/office/drawing/2014/main" id="{EBDBEBB9-BDE9-4BD9-A580-8DD73FDBEACA}"/>
                </a:ext>
              </a:extLst>
            </p:cNvPr>
            <p:cNvGrpSpPr/>
            <p:nvPr/>
          </p:nvGrpSpPr>
          <p:grpSpPr>
            <a:xfrm>
              <a:off x="5472440" y="2373909"/>
              <a:ext cx="571654" cy="571654"/>
              <a:chOff x="9249702" y="4886325"/>
              <a:chExt cx="485775" cy="485775"/>
            </a:xfrm>
          </p:grpSpPr>
          <p:sp>
            <p:nvSpPr>
              <p:cNvPr id="66" name="Ellipse 65">
                <a:extLst>
                  <a:ext uri="{FF2B5EF4-FFF2-40B4-BE49-F238E27FC236}">
                    <a16:creationId xmlns:a16="http://schemas.microsoft.com/office/drawing/2014/main" id="{78A156DC-1D1B-475C-BD56-6A50C25FADC2}"/>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Graphique 66" descr="Utilisateur avec un remplissage uni">
                <a:extLst>
                  <a:ext uri="{FF2B5EF4-FFF2-40B4-BE49-F238E27FC236}">
                    <a16:creationId xmlns:a16="http://schemas.microsoft.com/office/drawing/2014/main" id="{ACB3A3ED-587F-4EE9-9C0D-3893E90F673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68" name="Groupe 67">
              <a:extLst>
                <a:ext uri="{FF2B5EF4-FFF2-40B4-BE49-F238E27FC236}">
                  <a16:creationId xmlns:a16="http://schemas.microsoft.com/office/drawing/2014/main" id="{070CEB10-A1FA-41B1-A224-14F29F872133}"/>
                </a:ext>
              </a:extLst>
            </p:cNvPr>
            <p:cNvGrpSpPr/>
            <p:nvPr/>
          </p:nvGrpSpPr>
          <p:grpSpPr>
            <a:xfrm>
              <a:off x="5970113" y="2829469"/>
              <a:ext cx="571654" cy="571654"/>
              <a:chOff x="9249702" y="4886325"/>
              <a:chExt cx="485775" cy="485775"/>
            </a:xfrm>
          </p:grpSpPr>
          <p:sp>
            <p:nvSpPr>
              <p:cNvPr id="69" name="Ellipse 68">
                <a:extLst>
                  <a:ext uri="{FF2B5EF4-FFF2-40B4-BE49-F238E27FC236}">
                    <a16:creationId xmlns:a16="http://schemas.microsoft.com/office/drawing/2014/main" id="{5DA1769A-EC59-434C-914E-F79F70758299}"/>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Graphique 69" descr="Utilisateur avec un remplissage uni">
                <a:extLst>
                  <a:ext uri="{FF2B5EF4-FFF2-40B4-BE49-F238E27FC236}">
                    <a16:creationId xmlns:a16="http://schemas.microsoft.com/office/drawing/2014/main" id="{CCA56332-FDAF-493F-B368-E7C5CC3EFD1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71" name="Groupe 70">
              <a:extLst>
                <a:ext uri="{FF2B5EF4-FFF2-40B4-BE49-F238E27FC236}">
                  <a16:creationId xmlns:a16="http://schemas.microsoft.com/office/drawing/2014/main" id="{FD677A9F-E1E7-4503-9287-24D7F63639FB}"/>
                </a:ext>
              </a:extLst>
            </p:cNvPr>
            <p:cNvGrpSpPr/>
            <p:nvPr/>
          </p:nvGrpSpPr>
          <p:grpSpPr>
            <a:xfrm>
              <a:off x="3719826" y="2658911"/>
              <a:ext cx="667207" cy="667207"/>
              <a:chOff x="9249702" y="4886325"/>
              <a:chExt cx="485775" cy="485775"/>
            </a:xfrm>
          </p:grpSpPr>
          <p:sp>
            <p:nvSpPr>
              <p:cNvPr id="72" name="Ellipse 71">
                <a:extLst>
                  <a:ext uri="{FF2B5EF4-FFF2-40B4-BE49-F238E27FC236}">
                    <a16:creationId xmlns:a16="http://schemas.microsoft.com/office/drawing/2014/main" id="{13E22C67-A540-4386-85C8-3AA7C01A0C6A}"/>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Graphique 72" descr="Utilisateur avec un remplissage uni">
                <a:extLst>
                  <a:ext uri="{FF2B5EF4-FFF2-40B4-BE49-F238E27FC236}">
                    <a16:creationId xmlns:a16="http://schemas.microsoft.com/office/drawing/2014/main" id="{18E7BFAC-A15D-4883-807A-35BA83DF6EA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grpSp>
        <p:nvGrpSpPr>
          <p:cNvPr id="213" name="Groupe 212">
            <a:extLst>
              <a:ext uri="{FF2B5EF4-FFF2-40B4-BE49-F238E27FC236}">
                <a16:creationId xmlns:a16="http://schemas.microsoft.com/office/drawing/2014/main" id="{EDC52263-B81D-4464-B00B-9CB4262740D2}"/>
              </a:ext>
            </a:extLst>
          </p:cNvPr>
          <p:cNvGrpSpPr/>
          <p:nvPr/>
        </p:nvGrpSpPr>
        <p:grpSpPr>
          <a:xfrm>
            <a:off x="2245881" y="3908533"/>
            <a:ext cx="2859354" cy="840057"/>
            <a:chOff x="573986" y="2007767"/>
            <a:chExt cx="11298040" cy="3319275"/>
          </a:xfrm>
        </p:grpSpPr>
        <p:grpSp>
          <p:nvGrpSpPr>
            <p:cNvPr id="144" name="Groupe 143">
              <a:extLst>
                <a:ext uri="{FF2B5EF4-FFF2-40B4-BE49-F238E27FC236}">
                  <a16:creationId xmlns:a16="http://schemas.microsoft.com/office/drawing/2014/main" id="{CC4BF8C1-D1BA-494F-9A12-245BB1C1B3FD}"/>
                </a:ext>
              </a:extLst>
            </p:cNvPr>
            <p:cNvGrpSpPr/>
            <p:nvPr/>
          </p:nvGrpSpPr>
          <p:grpSpPr>
            <a:xfrm>
              <a:off x="10589120" y="4157982"/>
              <a:ext cx="1045649" cy="1045649"/>
              <a:chOff x="9249702" y="4886325"/>
              <a:chExt cx="485775" cy="485775"/>
            </a:xfrm>
          </p:grpSpPr>
          <p:sp>
            <p:nvSpPr>
              <p:cNvPr id="145" name="Ellipse 144">
                <a:extLst>
                  <a:ext uri="{FF2B5EF4-FFF2-40B4-BE49-F238E27FC236}">
                    <a16:creationId xmlns:a16="http://schemas.microsoft.com/office/drawing/2014/main" id="{A6E9273B-6586-4937-93D5-76B78E31E89A}"/>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6" name="Graphique 145" descr="Utilisateur avec un remplissage uni">
                <a:extLst>
                  <a:ext uri="{FF2B5EF4-FFF2-40B4-BE49-F238E27FC236}">
                    <a16:creationId xmlns:a16="http://schemas.microsoft.com/office/drawing/2014/main" id="{B958673E-A903-4AEF-BD50-31410A29BB9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pic>
          <p:nvPicPr>
            <p:cNvPr id="147" name="Graphique 146" descr="Utilisateur avec un remplissage uni">
              <a:extLst>
                <a:ext uri="{FF2B5EF4-FFF2-40B4-BE49-F238E27FC236}">
                  <a16:creationId xmlns:a16="http://schemas.microsoft.com/office/drawing/2014/main" id="{839C73D7-8277-4357-901A-D2F03EFD3C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39681" y="3221448"/>
              <a:ext cx="235652" cy="249776"/>
            </a:xfrm>
            <a:prstGeom prst="rect">
              <a:avLst/>
            </a:prstGeom>
          </p:spPr>
        </p:pic>
        <p:pic>
          <p:nvPicPr>
            <p:cNvPr id="148" name="Graphique 147" descr="Utilisateur avec un remplissage uni">
              <a:extLst>
                <a:ext uri="{FF2B5EF4-FFF2-40B4-BE49-F238E27FC236}">
                  <a16:creationId xmlns:a16="http://schemas.microsoft.com/office/drawing/2014/main" id="{BB77EEEA-195A-48FB-8C0C-B2EB66785CA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573986" y="3525039"/>
              <a:ext cx="235652" cy="249776"/>
            </a:xfrm>
            <a:prstGeom prst="rect">
              <a:avLst/>
            </a:prstGeom>
          </p:spPr>
        </p:pic>
        <p:pic>
          <p:nvPicPr>
            <p:cNvPr id="149" name="Graphique 148" descr="Utilisateur avec un remplissage uni">
              <a:extLst>
                <a:ext uri="{FF2B5EF4-FFF2-40B4-BE49-F238E27FC236}">
                  <a16:creationId xmlns:a16="http://schemas.microsoft.com/office/drawing/2014/main" id="{A90F6CC1-91B3-4F58-AF1E-23191FBD8D6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865189" y="3537408"/>
              <a:ext cx="235652" cy="249776"/>
            </a:xfrm>
            <a:prstGeom prst="rect">
              <a:avLst/>
            </a:prstGeom>
          </p:spPr>
        </p:pic>
        <p:pic>
          <p:nvPicPr>
            <p:cNvPr id="150" name="Graphique 149" descr="Utilisateur avec un remplissage uni">
              <a:extLst>
                <a:ext uri="{FF2B5EF4-FFF2-40B4-BE49-F238E27FC236}">
                  <a16:creationId xmlns:a16="http://schemas.microsoft.com/office/drawing/2014/main" id="{1C584351-EA9C-4E9F-96EB-D96C167D5ED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699494" y="3840999"/>
              <a:ext cx="235652" cy="249776"/>
            </a:xfrm>
            <a:prstGeom prst="rect">
              <a:avLst/>
            </a:prstGeom>
          </p:spPr>
        </p:pic>
        <p:pic>
          <p:nvPicPr>
            <p:cNvPr id="151" name="Graphique 150" descr="Utilisateur avec un remplissage uni">
              <a:extLst>
                <a:ext uri="{FF2B5EF4-FFF2-40B4-BE49-F238E27FC236}">
                  <a16:creationId xmlns:a16="http://schemas.microsoft.com/office/drawing/2014/main" id="{1B593C68-7B69-4494-AC12-8513C957EB7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20242" y="3609218"/>
              <a:ext cx="235652" cy="249776"/>
            </a:xfrm>
            <a:prstGeom prst="rect">
              <a:avLst/>
            </a:prstGeom>
          </p:spPr>
        </p:pic>
        <p:pic>
          <p:nvPicPr>
            <p:cNvPr id="152" name="Graphique 151" descr="Utilisateur avec un remplissage uni">
              <a:extLst>
                <a:ext uri="{FF2B5EF4-FFF2-40B4-BE49-F238E27FC236}">
                  <a16:creationId xmlns:a16="http://schemas.microsoft.com/office/drawing/2014/main" id="{CF2A446A-17A0-4096-AC88-5F6519BD42C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54547" y="3912809"/>
              <a:ext cx="235652" cy="249776"/>
            </a:xfrm>
            <a:prstGeom prst="rect">
              <a:avLst/>
            </a:prstGeom>
          </p:spPr>
        </p:pic>
        <p:pic>
          <p:nvPicPr>
            <p:cNvPr id="153" name="Graphique 152" descr="Utilisateur avec un remplissage uni">
              <a:extLst>
                <a:ext uri="{FF2B5EF4-FFF2-40B4-BE49-F238E27FC236}">
                  <a16:creationId xmlns:a16="http://schemas.microsoft.com/office/drawing/2014/main" id="{719FC691-15F4-4EE9-9CAD-D7B4198722C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45750" y="3925178"/>
              <a:ext cx="235652" cy="249776"/>
            </a:xfrm>
            <a:prstGeom prst="rect">
              <a:avLst/>
            </a:prstGeom>
          </p:spPr>
        </p:pic>
        <p:pic>
          <p:nvPicPr>
            <p:cNvPr id="154" name="Graphique 153" descr="Utilisateur avec un remplissage uni">
              <a:extLst>
                <a:ext uri="{FF2B5EF4-FFF2-40B4-BE49-F238E27FC236}">
                  <a16:creationId xmlns:a16="http://schemas.microsoft.com/office/drawing/2014/main" id="{6193BA01-ADA3-4ECB-8AE2-B1DBEA144FEE}"/>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80055" y="4228769"/>
              <a:ext cx="235652" cy="249776"/>
            </a:xfrm>
            <a:prstGeom prst="rect">
              <a:avLst/>
            </a:prstGeom>
          </p:spPr>
        </p:pic>
        <p:pic>
          <p:nvPicPr>
            <p:cNvPr id="155" name="Graphique 154" descr="Utilisateur avec un remplissage uni">
              <a:extLst>
                <a:ext uri="{FF2B5EF4-FFF2-40B4-BE49-F238E27FC236}">
                  <a16:creationId xmlns:a16="http://schemas.microsoft.com/office/drawing/2014/main" id="{B6F2D700-D333-4751-A23E-76D68C36F710}"/>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20268" y="2688322"/>
              <a:ext cx="235652" cy="249776"/>
            </a:xfrm>
            <a:prstGeom prst="rect">
              <a:avLst/>
            </a:prstGeom>
          </p:spPr>
        </p:pic>
        <p:pic>
          <p:nvPicPr>
            <p:cNvPr id="156" name="Graphique 155" descr="Utilisateur avec un remplissage uni">
              <a:extLst>
                <a:ext uri="{FF2B5EF4-FFF2-40B4-BE49-F238E27FC236}">
                  <a16:creationId xmlns:a16="http://schemas.microsoft.com/office/drawing/2014/main" id="{AA43E2B7-A259-4EE2-B86B-0FABE3C8B80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54573" y="2991913"/>
              <a:ext cx="235652" cy="249776"/>
            </a:xfrm>
            <a:prstGeom prst="rect">
              <a:avLst/>
            </a:prstGeom>
          </p:spPr>
        </p:pic>
        <p:pic>
          <p:nvPicPr>
            <p:cNvPr id="157" name="Graphique 156" descr="Utilisateur avec un remplissage uni">
              <a:extLst>
                <a:ext uri="{FF2B5EF4-FFF2-40B4-BE49-F238E27FC236}">
                  <a16:creationId xmlns:a16="http://schemas.microsoft.com/office/drawing/2014/main" id="{DA581FC0-9645-4765-BDFF-B2B20BC5F144}"/>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45776" y="3004282"/>
              <a:ext cx="235652" cy="249776"/>
            </a:xfrm>
            <a:prstGeom prst="rect">
              <a:avLst/>
            </a:prstGeom>
          </p:spPr>
        </p:pic>
        <p:pic>
          <p:nvPicPr>
            <p:cNvPr id="158" name="Graphique 157" descr="Utilisateur avec un remplissage uni">
              <a:extLst>
                <a:ext uri="{FF2B5EF4-FFF2-40B4-BE49-F238E27FC236}">
                  <a16:creationId xmlns:a16="http://schemas.microsoft.com/office/drawing/2014/main" id="{F90144BD-3278-4FB1-AA11-A9A696EBC3D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80081" y="3307873"/>
              <a:ext cx="235652" cy="249776"/>
            </a:xfrm>
            <a:prstGeom prst="rect">
              <a:avLst/>
            </a:prstGeom>
          </p:spPr>
        </p:pic>
        <p:pic>
          <p:nvPicPr>
            <p:cNvPr id="159" name="Graphique 158" descr="Utilisateur avec un remplissage uni">
              <a:extLst>
                <a:ext uri="{FF2B5EF4-FFF2-40B4-BE49-F238E27FC236}">
                  <a16:creationId xmlns:a16="http://schemas.microsoft.com/office/drawing/2014/main" id="{F21106B6-EB08-4913-BC2E-89E3C3CCAEC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500829" y="3076092"/>
              <a:ext cx="235652" cy="249776"/>
            </a:xfrm>
            <a:prstGeom prst="rect">
              <a:avLst/>
            </a:prstGeom>
          </p:spPr>
        </p:pic>
        <p:pic>
          <p:nvPicPr>
            <p:cNvPr id="160" name="Graphique 159" descr="Utilisateur avec un remplissage uni">
              <a:extLst>
                <a:ext uri="{FF2B5EF4-FFF2-40B4-BE49-F238E27FC236}">
                  <a16:creationId xmlns:a16="http://schemas.microsoft.com/office/drawing/2014/main" id="{A24EF12D-BF69-428E-908F-03DE6EC826B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335134" y="3379683"/>
              <a:ext cx="235652" cy="249776"/>
            </a:xfrm>
            <a:prstGeom prst="rect">
              <a:avLst/>
            </a:prstGeom>
          </p:spPr>
        </p:pic>
        <p:pic>
          <p:nvPicPr>
            <p:cNvPr id="161" name="Graphique 160" descr="Utilisateur avec un remplissage uni">
              <a:extLst>
                <a:ext uri="{FF2B5EF4-FFF2-40B4-BE49-F238E27FC236}">
                  <a16:creationId xmlns:a16="http://schemas.microsoft.com/office/drawing/2014/main" id="{A2769565-7463-4E25-B6E4-4A10A49E50D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626337" y="3392052"/>
              <a:ext cx="235652" cy="249776"/>
            </a:xfrm>
            <a:prstGeom prst="rect">
              <a:avLst/>
            </a:prstGeom>
          </p:spPr>
        </p:pic>
        <p:pic>
          <p:nvPicPr>
            <p:cNvPr id="162" name="Graphique 161" descr="Utilisateur avec un remplissage uni">
              <a:extLst>
                <a:ext uri="{FF2B5EF4-FFF2-40B4-BE49-F238E27FC236}">
                  <a16:creationId xmlns:a16="http://schemas.microsoft.com/office/drawing/2014/main" id="{4092CCA5-CDC5-4773-9B77-8D7BDEE9052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60642" y="3695643"/>
              <a:ext cx="235652" cy="249776"/>
            </a:xfrm>
            <a:prstGeom prst="rect">
              <a:avLst/>
            </a:prstGeom>
          </p:spPr>
        </p:pic>
        <p:pic>
          <p:nvPicPr>
            <p:cNvPr id="163" name="Graphique 162" descr="Utilisateur avec un remplissage uni">
              <a:extLst>
                <a:ext uri="{FF2B5EF4-FFF2-40B4-BE49-F238E27FC236}">
                  <a16:creationId xmlns:a16="http://schemas.microsoft.com/office/drawing/2014/main" id="{EA52D6F9-274B-403D-AF1F-9E068104234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817320" y="2335665"/>
              <a:ext cx="235652" cy="249776"/>
            </a:xfrm>
            <a:prstGeom prst="rect">
              <a:avLst/>
            </a:prstGeom>
          </p:spPr>
        </p:pic>
        <p:pic>
          <p:nvPicPr>
            <p:cNvPr id="164" name="Graphique 163" descr="Utilisateur avec un remplissage uni">
              <a:extLst>
                <a:ext uri="{FF2B5EF4-FFF2-40B4-BE49-F238E27FC236}">
                  <a16:creationId xmlns:a16="http://schemas.microsoft.com/office/drawing/2014/main" id="{123CF425-8805-4916-BCEB-975AFC2FFD3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57090" y="2678872"/>
              <a:ext cx="235652" cy="249776"/>
            </a:xfrm>
            <a:prstGeom prst="rect">
              <a:avLst/>
            </a:prstGeom>
          </p:spPr>
        </p:pic>
        <p:pic>
          <p:nvPicPr>
            <p:cNvPr id="165" name="Graphique 164" descr="Utilisateur avec un remplissage uni">
              <a:extLst>
                <a:ext uri="{FF2B5EF4-FFF2-40B4-BE49-F238E27FC236}">
                  <a16:creationId xmlns:a16="http://schemas.microsoft.com/office/drawing/2014/main" id="{44231277-D194-4ABA-92AD-850C3289224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032212" y="2106130"/>
              <a:ext cx="235652" cy="249776"/>
            </a:xfrm>
            <a:prstGeom prst="rect">
              <a:avLst/>
            </a:prstGeom>
          </p:spPr>
        </p:pic>
        <p:pic>
          <p:nvPicPr>
            <p:cNvPr id="166" name="Graphique 165" descr="Utilisateur avec un remplissage uni">
              <a:extLst>
                <a:ext uri="{FF2B5EF4-FFF2-40B4-BE49-F238E27FC236}">
                  <a16:creationId xmlns:a16="http://schemas.microsoft.com/office/drawing/2014/main" id="{7C4F0359-6476-4FCC-8D48-662E9D3B493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323415" y="2118499"/>
              <a:ext cx="235652" cy="249776"/>
            </a:xfrm>
            <a:prstGeom prst="rect">
              <a:avLst/>
            </a:prstGeom>
          </p:spPr>
        </p:pic>
        <p:pic>
          <p:nvPicPr>
            <p:cNvPr id="167" name="Graphique 166" descr="Utilisateur avec un remplissage uni">
              <a:extLst>
                <a:ext uri="{FF2B5EF4-FFF2-40B4-BE49-F238E27FC236}">
                  <a16:creationId xmlns:a16="http://schemas.microsoft.com/office/drawing/2014/main" id="{F473142B-4F05-4484-A1B2-8E784A999E1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57720" y="2422090"/>
              <a:ext cx="235652" cy="249776"/>
            </a:xfrm>
            <a:prstGeom prst="rect">
              <a:avLst/>
            </a:prstGeom>
          </p:spPr>
        </p:pic>
        <p:pic>
          <p:nvPicPr>
            <p:cNvPr id="168" name="Graphique 167" descr="Utilisateur avec un remplissage uni">
              <a:extLst>
                <a:ext uri="{FF2B5EF4-FFF2-40B4-BE49-F238E27FC236}">
                  <a16:creationId xmlns:a16="http://schemas.microsoft.com/office/drawing/2014/main" id="{9D8F5051-4ABE-4262-86A4-B05B2F224B6B}"/>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578468" y="2190309"/>
              <a:ext cx="235652" cy="249776"/>
            </a:xfrm>
            <a:prstGeom prst="rect">
              <a:avLst/>
            </a:prstGeom>
          </p:spPr>
        </p:pic>
        <p:pic>
          <p:nvPicPr>
            <p:cNvPr id="169" name="Graphique 168" descr="Utilisateur avec un remplissage uni">
              <a:extLst>
                <a:ext uri="{FF2B5EF4-FFF2-40B4-BE49-F238E27FC236}">
                  <a16:creationId xmlns:a16="http://schemas.microsoft.com/office/drawing/2014/main" id="{63C8036F-732A-4611-AF7E-44BD168F362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12773" y="2493900"/>
              <a:ext cx="235652" cy="249776"/>
            </a:xfrm>
            <a:prstGeom prst="rect">
              <a:avLst/>
            </a:prstGeom>
          </p:spPr>
        </p:pic>
        <p:pic>
          <p:nvPicPr>
            <p:cNvPr id="170" name="Graphique 169" descr="Utilisateur avec un remplissage uni">
              <a:extLst>
                <a:ext uri="{FF2B5EF4-FFF2-40B4-BE49-F238E27FC236}">
                  <a16:creationId xmlns:a16="http://schemas.microsoft.com/office/drawing/2014/main" id="{A4A4E0B0-F67C-4AA4-8FC7-6C87721691A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703976" y="2506269"/>
              <a:ext cx="235652" cy="249776"/>
            </a:xfrm>
            <a:prstGeom prst="rect">
              <a:avLst/>
            </a:prstGeom>
          </p:spPr>
        </p:pic>
        <p:pic>
          <p:nvPicPr>
            <p:cNvPr id="171" name="Graphique 170" descr="Utilisateur avec un remplissage uni">
              <a:extLst>
                <a:ext uri="{FF2B5EF4-FFF2-40B4-BE49-F238E27FC236}">
                  <a16:creationId xmlns:a16="http://schemas.microsoft.com/office/drawing/2014/main" id="{F556EDB8-C30E-43F4-9A1E-34C528159E9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728390" y="4469027"/>
              <a:ext cx="235652" cy="249776"/>
            </a:xfrm>
            <a:prstGeom prst="rect">
              <a:avLst/>
            </a:prstGeom>
          </p:spPr>
        </p:pic>
        <p:pic>
          <p:nvPicPr>
            <p:cNvPr id="172" name="Graphique 171" descr="Utilisateur avec un remplissage uni">
              <a:extLst>
                <a:ext uri="{FF2B5EF4-FFF2-40B4-BE49-F238E27FC236}">
                  <a16:creationId xmlns:a16="http://schemas.microsoft.com/office/drawing/2014/main" id="{7BCE3383-84D4-49CF-A888-C210CD26009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983443" y="4540837"/>
              <a:ext cx="235652" cy="249776"/>
            </a:xfrm>
            <a:prstGeom prst="rect">
              <a:avLst/>
            </a:prstGeom>
          </p:spPr>
        </p:pic>
        <p:pic>
          <p:nvPicPr>
            <p:cNvPr id="173" name="Graphique 172" descr="Utilisateur avec un remplissage uni">
              <a:extLst>
                <a:ext uri="{FF2B5EF4-FFF2-40B4-BE49-F238E27FC236}">
                  <a16:creationId xmlns:a16="http://schemas.microsoft.com/office/drawing/2014/main" id="{39A9955C-AA77-4725-B34E-EF4A84232F21}"/>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274646" y="4553206"/>
              <a:ext cx="235652" cy="249776"/>
            </a:xfrm>
            <a:prstGeom prst="rect">
              <a:avLst/>
            </a:prstGeom>
          </p:spPr>
        </p:pic>
        <p:pic>
          <p:nvPicPr>
            <p:cNvPr id="174" name="Graphique 173" descr="Utilisateur avec un remplissage uni">
              <a:extLst>
                <a:ext uri="{FF2B5EF4-FFF2-40B4-BE49-F238E27FC236}">
                  <a16:creationId xmlns:a16="http://schemas.microsoft.com/office/drawing/2014/main" id="{4D09CDA5-C761-4283-9D95-3A4450B2158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108951" y="4856797"/>
              <a:ext cx="235652" cy="249776"/>
            </a:xfrm>
            <a:prstGeom prst="rect">
              <a:avLst/>
            </a:prstGeom>
          </p:spPr>
        </p:pic>
        <p:pic>
          <p:nvPicPr>
            <p:cNvPr id="175" name="Graphique 174" descr="Utilisateur avec un remplissage uni">
              <a:extLst>
                <a:ext uri="{FF2B5EF4-FFF2-40B4-BE49-F238E27FC236}">
                  <a16:creationId xmlns:a16="http://schemas.microsoft.com/office/drawing/2014/main" id="{9863E205-6704-46A6-AE11-921B251D0B6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4025" t="11570" r="12554" b="10608"/>
            <a:stretch/>
          </p:blipFill>
          <p:spPr>
            <a:xfrm>
              <a:off x="1489538" y="4323671"/>
              <a:ext cx="235652" cy="249776"/>
            </a:xfrm>
            <a:prstGeom prst="rect">
              <a:avLst/>
            </a:prstGeom>
          </p:spPr>
        </p:pic>
        <p:grpSp>
          <p:nvGrpSpPr>
            <p:cNvPr id="176" name="Groupe 175">
              <a:extLst>
                <a:ext uri="{FF2B5EF4-FFF2-40B4-BE49-F238E27FC236}">
                  <a16:creationId xmlns:a16="http://schemas.microsoft.com/office/drawing/2014/main" id="{D5967EA7-B4BF-4A25-9A0E-A474A63379CD}"/>
                </a:ext>
              </a:extLst>
            </p:cNvPr>
            <p:cNvGrpSpPr/>
            <p:nvPr/>
          </p:nvGrpSpPr>
          <p:grpSpPr>
            <a:xfrm>
              <a:off x="5518924" y="4469027"/>
              <a:ext cx="667207" cy="667207"/>
              <a:chOff x="9249702" y="4886325"/>
              <a:chExt cx="485775" cy="485775"/>
            </a:xfrm>
          </p:grpSpPr>
          <p:sp>
            <p:nvSpPr>
              <p:cNvPr id="177" name="Ellipse 176">
                <a:extLst>
                  <a:ext uri="{FF2B5EF4-FFF2-40B4-BE49-F238E27FC236}">
                    <a16:creationId xmlns:a16="http://schemas.microsoft.com/office/drawing/2014/main" id="{A7175761-2C5F-4FF0-917B-AC7EA79DB244}"/>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8" name="Graphique 177" descr="Utilisateur avec un remplissage uni">
                <a:extLst>
                  <a:ext uri="{FF2B5EF4-FFF2-40B4-BE49-F238E27FC236}">
                    <a16:creationId xmlns:a16="http://schemas.microsoft.com/office/drawing/2014/main" id="{F301476E-14E0-4AFE-A631-4314478CB0A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79" name="Groupe 178">
              <a:extLst>
                <a:ext uri="{FF2B5EF4-FFF2-40B4-BE49-F238E27FC236}">
                  <a16:creationId xmlns:a16="http://schemas.microsoft.com/office/drawing/2014/main" id="{9CB78DC6-A313-4F6F-8AA4-17E104DBB8D2}"/>
                </a:ext>
              </a:extLst>
            </p:cNvPr>
            <p:cNvGrpSpPr/>
            <p:nvPr/>
          </p:nvGrpSpPr>
          <p:grpSpPr>
            <a:xfrm>
              <a:off x="6234891" y="4479976"/>
              <a:ext cx="667207" cy="667207"/>
              <a:chOff x="9249702" y="4886325"/>
              <a:chExt cx="485775" cy="485775"/>
            </a:xfrm>
          </p:grpSpPr>
          <p:sp>
            <p:nvSpPr>
              <p:cNvPr id="180" name="Ellipse 179">
                <a:extLst>
                  <a:ext uri="{FF2B5EF4-FFF2-40B4-BE49-F238E27FC236}">
                    <a16:creationId xmlns:a16="http://schemas.microsoft.com/office/drawing/2014/main" id="{0533A55A-2D90-4C67-8A12-A7FE5549E2F1}"/>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1" name="Graphique 180" descr="Utilisateur avec un remplissage uni">
                <a:extLst>
                  <a:ext uri="{FF2B5EF4-FFF2-40B4-BE49-F238E27FC236}">
                    <a16:creationId xmlns:a16="http://schemas.microsoft.com/office/drawing/2014/main" id="{B3C5B8BB-DC99-4592-9E46-6FE8CAF642C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82" name="Groupe 181">
              <a:extLst>
                <a:ext uri="{FF2B5EF4-FFF2-40B4-BE49-F238E27FC236}">
                  <a16:creationId xmlns:a16="http://schemas.microsoft.com/office/drawing/2014/main" id="{2AC2FFE7-E1B1-4074-919B-A22AE18D996A}"/>
                </a:ext>
              </a:extLst>
            </p:cNvPr>
            <p:cNvGrpSpPr/>
            <p:nvPr/>
          </p:nvGrpSpPr>
          <p:grpSpPr>
            <a:xfrm>
              <a:off x="5935065" y="3757903"/>
              <a:ext cx="667207" cy="667207"/>
              <a:chOff x="9249702" y="4886325"/>
              <a:chExt cx="485775" cy="485775"/>
            </a:xfrm>
          </p:grpSpPr>
          <p:sp>
            <p:nvSpPr>
              <p:cNvPr id="183" name="Ellipse 182">
                <a:extLst>
                  <a:ext uri="{FF2B5EF4-FFF2-40B4-BE49-F238E27FC236}">
                    <a16:creationId xmlns:a16="http://schemas.microsoft.com/office/drawing/2014/main" id="{60693D21-B91F-4CB9-BDCA-CFDEDC891E4B}"/>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4" name="Graphique 183" descr="Utilisateur avec un remplissage uni">
                <a:extLst>
                  <a:ext uri="{FF2B5EF4-FFF2-40B4-BE49-F238E27FC236}">
                    <a16:creationId xmlns:a16="http://schemas.microsoft.com/office/drawing/2014/main" id="{DE06F117-7BE1-4D2F-8D52-2AA1CB12FD3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85" name="Groupe 184">
              <a:extLst>
                <a:ext uri="{FF2B5EF4-FFF2-40B4-BE49-F238E27FC236}">
                  <a16:creationId xmlns:a16="http://schemas.microsoft.com/office/drawing/2014/main" id="{3F448C42-E072-4F91-A355-C758108FF62E}"/>
                </a:ext>
              </a:extLst>
            </p:cNvPr>
            <p:cNvGrpSpPr/>
            <p:nvPr/>
          </p:nvGrpSpPr>
          <p:grpSpPr>
            <a:xfrm>
              <a:off x="5222486" y="3706408"/>
              <a:ext cx="667207" cy="667207"/>
              <a:chOff x="9249702" y="4886325"/>
              <a:chExt cx="485775" cy="485775"/>
            </a:xfrm>
          </p:grpSpPr>
          <p:sp>
            <p:nvSpPr>
              <p:cNvPr id="186" name="Ellipse 185">
                <a:extLst>
                  <a:ext uri="{FF2B5EF4-FFF2-40B4-BE49-F238E27FC236}">
                    <a16:creationId xmlns:a16="http://schemas.microsoft.com/office/drawing/2014/main" id="{C96DB0AF-598E-4526-ACB1-329FFAAA7F5D}"/>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7" name="Graphique 186" descr="Utilisateur avec un remplissage uni">
                <a:extLst>
                  <a:ext uri="{FF2B5EF4-FFF2-40B4-BE49-F238E27FC236}">
                    <a16:creationId xmlns:a16="http://schemas.microsoft.com/office/drawing/2014/main" id="{BABE7B42-D177-4D15-8FED-ACA9794AC59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88" name="Groupe 187">
              <a:extLst>
                <a:ext uri="{FF2B5EF4-FFF2-40B4-BE49-F238E27FC236}">
                  <a16:creationId xmlns:a16="http://schemas.microsoft.com/office/drawing/2014/main" id="{3E84402A-9C48-4186-A3BA-3045114FBDEB}"/>
                </a:ext>
              </a:extLst>
            </p:cNvPr>
            <p:cNvGrpSpPr/>
            <p:nvPr/>
          </p:nvGrpSpPr>
          <p:grpSpPr>
            <a:xfrm>
              <a:off x="5901287" y="2998022"/>
              <a:ext cx="667207" cy="667207"/>
              <a:chOff x="9249702" y="4886325"/>
              <a:chExt cx="485775" cy="485775"/>
            </a:xfrm>
          </p:grpSpPr>
          <p:sp>
            <p:nvSpPr>
              <p:cNvPr id="189" name="Ellipse 188">
                <a:extLst>
                  <a:ext uri="{FF2B5EF4-FFF2-40B4-BE49-F238E27FC236}">
                    <a16:creationId xmlns:a16="http://schemas.microsoft.com/office/drawing/2014/main" id="{FF527DA7-3800-4AEE-9DA6-0558CF414632}"/>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0" name="Graphique 189" descr="Utilisateur avec un remplissage uni">
                <a:extLst>
                  <a:ext uri="{FF2B5EF4-FFF2-40B4-BE49-F238E27FC236}">
                    <a16:creationId xmlns:a16="http://schemas.microsoft.com/office/drawing/2014/main" id="{5AA90ABE-C76D-4EF4-9819-2627FA07493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1" name="Groupe 190">
              <a:extLst>
                <a:ext uri="{FF2B5EF4-FFF2-40B4-BE49-F238E27FC236}">
                  <a16:creationId xmlns:a16="http://schemas.microsoft.com/office/drawing/2014/main" id="{2A9F03DE-4C24-4857-99CE-DA59F34C4F5A}"/>
                </a:ext>
              </a:extLst>
            </p:cNvPr>
            <p:cNvGrpSpPr/>
            <p:nvPr/>
          </p:nvGrpSpPr>
          <p:grpSpPr>
            <a:xfrm>
              <a:off x="5209944" y="2900681"/>
              <a:ext cx="667207" cy="667207"/>
              <a:chOff x="9249702" y="4886325"/>
              <a:chExt cx="485775" cy="485775"/>
            </a:xfrm>
          </p:grpSpPr>
          <p:sp>
            <p:nvSpPr>
              <p:cNvPr id="192" name="Ellipse 191">
                <a:extLst>
                  <a:ext uri="{FF2B5EF4-FFF2-40B4-BE49-F238E27FC236}">
                    <a16:creationId xmlns:a16="http://schemas.microsoft.com/office/drawing/2014/main" id="{B8D7303F-D6B0-4480-9940-2756C3F0267E}"/>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3" name="Graphique 192" descr="Utilisateur avec un remplissage uni">
                <a:extLst>
                  <a:ext uri="{FF2B5EF4-FFF2-40B4-BE49-F238E27FC236}">
                    <a16:creationId xmlns:a16="http://schemas.microsoft.com/office/drawing/2014/main" id="{4CE82F98-45FE-4DD2-84B4-47BD2CD1EF2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4" name="Groupe 193">
              <a:extLst>
                <a:ext uri="{FF2B5EF4-FFF2-40B4-BE49-F238E27FC236}">
                  <a16:creationId xmlns:a16="http://schemas.microsoft.com/office/drawing/2014/main" id="{B274B11A-F440-4EE9-BAA7-87BFAB81CF5D}"/>
                </a:ext>
              </a:extLst>
            </p:cNvPr>
            <p:cNvGrpSpPr/>
            <p:nvPr/>
          </p:nvGrpSpPr>
          <p:grpSpPr>
            <a:xfrm>
              <a:off x="5830855" y="2262814"/>
              <a:ext cx="667207" cy="667207"/>
              <a:chOff x="9249702" y="4886325"/>
              <a:chExt cx="485775" cy="485775"/>
            </a:xfrm>
          </p:grpSpPr>
          <p:sp>
            <p:nvSpPr>
              <p:cNvPr id="195" name="Ellipse 194">
                <a:extLst>
                  <a:ext uri="{FF2B5EF4-FFF2-40B4-BE49-F238E27FC236}">
                    <a16:creationId xmlns:a16="http://schemas.microsoft.com/office/drawing/2014/main" id="{B1B6844A-3327-495C-8D13-FFC2A94DCD63}"/>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6" name="Graphique 195" descr="Utilisateur avec un remplissage uni">
                <a:extLst>
                  <a:ext uri="{FF2B5EF4-FFF2-40B4-BE49-F238E27FC236}">
                    <a16:creationId xmlns:a16="http://schemas.microsoft.com/office/drawing/2014/main" id="{204BF328-2E1B-404B-AE56-E9719AA8335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197" name="Groupe 196">
              <a:extLst>
                <a:ext uri="{FF2B5EF4-FFF2-40B4-BE49-F238E27FC236}">
                  <a16:creationId xmlns:a16="http://schemas.microsoft.com/office/drawing/2014/main" id="{4A07C706-5F96-4219-948A-C3233164D7FD}"/>
                </a:ext>
              </a:extLst>
            </p:cNvPr>
            <p:cNvGrpSpPr/>
            <p:nvPr/>
          </p:nvGrpSpPr>
          <p:grpSpPr>
            <a:xfrm>
              <a:off x="5116690" y="2007767"/>
              <a:ext cx="667207" cy="667207"/>
              <a:chOff x="9249702" y="4886325"/>
              <a:chExt cx="485775" cy="485775"/>
            </a:xfrm>
          </p:grpSpPr>
          <p:sp>
            <p:nvSpPr>
              <p:cNvPr id="198" name="Ellipse 197">
                <a:extLst>
                  <a:ext uri="{FF2B5EF4-FFF2-40B4-BE49-F238E27FC236}">
                    <a16:creationId xmlns:a16="http://schemas.microsoft.com/office/drawing/2014/main" id="{094CE58E-3F9D-4FAC-98AC-203A0244AA82}"/>
                  </a:ext>
                </a:extLst>
              </p:cNvPr>
              <p:cNvSpPr/>
              <p:nvPr/>
            </p:nvSpPr>
            <p:spPr>
              <a:xfrm>
                <a:off x="9249702" y="4886325"/>
                <a:ext cx="485775" cy="485775"/>
              </a:xfrm>
              <a:prstGeom prst="ellipse">
                <a:avLst/>
              </a:prstGeom>
              <a:solidFill>
                <a:srgbClr val="AA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9" name="Graphique 198" descr="Utilisateur avec un remplissage uni">
                <a:extLst>
                  <a:ext uri="{FF2B5EF4-FFF2-40B4-BE49-F238E27FC236}">
                    <a16:creationId xmlns:a16="http://schemas.microsoft.com/office/drawing/2014/main" id="{30A0CC95-1345-4EB4-BA4D-10AACFA9B71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00" name="Groupe 199">
              <a:extLst>
                <a:ext uri="{FF2B5EF4-FFF2-40B4-BE49-F238E27FC236}">
                  <a16:creationId xmlns:a16="http://schemas.microsoft.com/office/drawing/2014/main" id="{3984854D-10D4-4032-9FF4-3044A811D38F}"/>
                </a:ext>
              </a:extLst>
            </p:cNvPr>
            <p:cNvGrpSpPr/>
            <p:nvPr/>
          </p:nvGrpSpPr>
          <p:grpSpPr>
            <a:xfrm>
              <a:off x="10826377" y="3078730"/>
              <a:ext cx="1045649" cy="1045649"/>
              <a:chOff x="9249702" y="4886325"/>
              <a:chExt cx="485775" cy="485775"/>
            </a:xfrm>
          </p:grpSpPr>
          <p:sp>
            <p:nvSpPr>
              <p:cNvPr id="201" name="Ellipse 200">
                <a:extLst>
                  <a:ext uri="{FF2B5EF4-FFF2-40B4-BE49-F238E27FC236}">
                    <a16:creationId xmlns:a16="http://schemas.microsoft.com/office/drawing/2014/main" id="{2B46C4E1-74E0-429C-8CCA-11B338AB4397}"/>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2" name="Graphique 201" descr="Utilisateur avec un remplissage uni">
                <a:extLst>
                  <a:ext uri="{FF2B5EF4-FFF2-40B4-BE49-F238E27FC236}">
                    <a16:creationId xmlns:a16="http://schemas.microsoft.com/office/drawing/2014/main" id="{2024F4AB-D4BE-46EC-9E6F-7DBD833EFAA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03" name="Groupe 202">
              <a:extLst>
                <a:ext uri="{FF2B5EF4-FFF2-40B4-BE49-F238E27FC236}">
                  <a16:creationId xmlns:a16="http://schemas.microsoft.com/office/drawing/2014/main" id="{5283AF33-9756-4125-A04A-9180F36FE5D3}"/>
                </a:ext>
              </a:extLst>
            </p:cNvPr>
            <p:cNvGrpSpPr/>
            <p:nvPr/>
          </p:nvGrpSpPr>
          <p:grpSpPr>
            <a:xfrm>
              <a:off x="9771362" y="3256767"/>
              <a:ext cx="1045649" cy="1045649"/>
              <a:chOff x="9249702" y="4886325"/>
              <a:chExt cx="485775" cy="485775"/>
            </a:xfrm>
          </p:grpSpPr>
          <p:sp>
            <p:nvSpPr>
              <p:cNvPr id="204" name="Ellipse 203">
                <a:extLst>
                  <a:ext uri="{FF2B5EF4-FFF2-40B4-BE49-F238E27FC236}">
                    <a16:creationId xmlns:a16="http://schemas.microsoft.com/office/drawing/2014/main" id="{FA0E0D61-6FF5-4E9E-B2A8-3346014A2480}"/>
                  </a:ext>
                </a:extLst>
              </p:cNvPr>
              <p:cNvSpPr/>
              <p:nvPr/>
            </p:nvSpPr>
            <p:spPr>
              <a:xfrm>
                <a:off x="9249702" y="4886325"/>
                <a:ext cx="485775" cy="485775"/>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 name="Graphique 204" descr="Utilisateur avec un remplissage uni">
                <a:extLst>
                  <a:ext uri="{FF2B5EF4-FFF2-40B4-BE49-F238E27FC236}">
                    <a16:creationId xmlns:a16="http://schemas.microsoft.com/office/drawing/2014/main" id="{16FC07B5-0A14-4D5C-9840-8D6A3E5725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06" name="Groupe 205">
              <a:extLst>
                <a:ext uri="{FF2B5EF4-FFF2-40B4-BE49-F238E27FC236}">
                  <a16:creationId xmlns:a16="http://schemas.microsoft.com/office/drawing/2014/main" id="{F35DDBFD-9989-4DD9-BB7F-6AB4815721C8}"/>
                </a:ext>
              </a:extLst>
            </p:cNvPr>
            <p:cNvGrpSpPr/>
            <p:nvPr/>
          </p:nvGrpSpPr>
          <p:grpSpPr>
            <a:xfrm>
              <a:off x="8170413" y="2921715"/>
              <a:ext cx="642146" cy="2405327"/>
              <a:chOff x="4849072" y="2280250"/>
              <a:chExt cx="914400" cy="3425125"/>
            </a:xfrm>
          </p:grpSpPr>
          <p:pic>
            <p:nvPicPr>
              <p:cNvPr id="207" name="Graphique 206" descr="Mur de briques avec un remplissage uni">
                <a:extLst>
                  <a:ext uri="{FF2B5EF4-FFF2-40B4-BE49-F238E27FC236}">
                    <a16:creationId xmlns:a16="http://schemas.microsoft.com/office/drawing/2014/main" id="{E7732250-F807-41E0-8298-9530C942CEE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5080752"/>
                <a:ext cx="914400" cy="624623"/>
              </a:xfrm>
              <a:prstGeom prst="rect">
                <a:avLst/>
              </a:prstGeom>
            </p:spPr>
          </p:pic>
          <p:pic>
            <p:nvPicPr>
              <p:cNvPr id="208" name="Graphique 207" descr="Mur de briques avec un remplissage uni">
                <a:extLst>
                  <a:ext uri="{FF2B5EF4-FFF2-40B4-BE49-F238E27FC236}">
                    <a16:creationId xmlns:a16="http://schemas.microsoft.com/office/drawing/2014/main" id="{2C7C35BA-32D1-442C-AEC5-BC25604F607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557197"/>
                <a:ext cx="914400" cy="624623"/>
              </a:xfrm>
              <a:prstGeom prst="rect">
                <a:avLst/>
              </a:prstGeom>
            </p:spPr>
          </p:pic>
          <p:pic>
            <p:nvPicPr>
              <p:cNvPr id="209" name="Graphique 208" descr="Mur de briques avec un remplissage uni">
                <a:extLst>
                  <a:ext uri="{FF2B5EF4-FFF2-40B4-BE49-F238E27FC236}">
                    <a16:creationId xmlns:a16="http://schemas.microsoft.com/office/drawing/2014/main" id="{30D4ADF8-8BE3-459C-863A-3571C085F35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025329"/>
                <a:ext cx="914400" cy="624623"/>
              </a:xfrm>
              <a:prstGeom prst="rect">
                <a:avLst/>
              </a:prstGeom>
            </p:spPr>
          </p:pic>
          <p:pic>
            <p:nvPicPr>
              <p:cNvPr id="210" name="Graphique 209" descr="Mur de briques avec un remplissage uni">
                <a:extLst>
                  <a:ext uri="{FF2B5EF4-FFF2-40B4-BE49-F238E27FC236}">
                    <a16:creationId xmlns:a16="http://schemas.microsoft.com/office/drawing/2014/main" id="{212501E2-9D3A-4F9F-879F-77EBD27CFEE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3501774"/>
                <a:ext cx="914400" cy="624623"/>
              </a:xfrm>
              <a:prstGeom prst="rect">
                <a:avLst/>
              </a:prstGeom>
            </p:spPr>
          </p:pic>
          <p:pic>
            <p:nvPicPr>
              <p:cNvPr id="211" name="Graphique 210" descr="Mur de briques avec un remplissage uni">
                <a:extLst>
                  <a:ext uri="{FF2B5EF4-FFF2-40B4-BE49-F238E27FC236}">
                    <a16:creationId xmlns:a16="http://schemas.microsoft.com/office/drawing/2014/main" id="{5B1AC9B6-3FC6-405D-A995-9FF64015845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2985743"/>
                <a:ext cx="914400" cy="624623"/>
              </a:xfrm>
              <a:prstGeom prst="rect">
                <a:avLst/>
              </a:prstGeom>
            </p:spPr>
          </p:pic>
          <p:pic>
            <p:nvPicPr>
              <p:cNvPr id="212" name="Graphique 211" descr="Mur de briques avec un remplissage uni">
                <a:extLst>
                  <a:ext uri="{FF2B5EF4-FFF2-40B4-BE49-F238E27FC236}">
                    <a16:creationId xmlns:a16="http://schemas.microsoft.com/office/drawing/2014/main" id="{58D86B92-44BB-4976-A6B7-22E43218CC0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1793"/>
              <a:stretch/>
            </p:blipFill>
            <p:spPr>
              <a:xfrm>
                <a:off x="4849072" y="2280250"/>
                <a:ext cx="914400" cy="806561"/>
              </a:xfrm>
              <a:prstGeom prst="rect">
                <a:avLst/>
              </a:prstGeom>
            </p:spPr>
          </p:pic>
        </p:grpSp>
      </p:grpSp>
      <p:graphicFrame>
        <p:nvGraphicFramePr>
          <p:cNvPr id="214" name="Tableau 5">
            <a:extLst>
              <a:ext uri="{FF2B5EF4-FFF2-40B4-BE49-F238E27FC236}">
                <a16:creationId xmlns:a16="http://schemas.microsoft.com/office/drawing/2014/main" id="{544A8329-65D2-416E-AF0D-148A34597BC1}"/>
              </a:ext>
            </a:extLst>
          </p:cNvPr>
          <p:cNvGraphicFramePr>
            <a:graphicFrameLocks noGrp="1"/>
          </p:cNvGraphicFramePr>
          <p:nvPr>
            <p:extLst>
              <p:ext uri="{D42A27DB-BD31-4B8C-83A1-F6EECF244321}">
                <p14:modId xmlns:p14="http://schemas.microsoft.com/office/powerpoint/2010/main" val="4210675163"/>
              </p:ext>
            </p:extLst>
          </p:nvPr>
        </p:nvGraphicFramePr>
        <p:xfrm>
          <a:off x="2174555" y="4749298"/>
          <a:ext cx="3002006" cy="363718"/>
        </p:xfrm>
        <a:graphic>
          <a:graphicData uri="http://schemas.openxmlformats.org/drawingml/2006/table">
            <a:tbl>
              <a:tblPr firstRow="1" bandRow="1">
                <a:tableStyleId>{5C22544A-7EE6-4342-B048-85BDC9FD1C3A}</a:tableStyleId>
              </a:tblPr>
              <a:tblGrid>
                <a:gridCol w="428858">
                  <a:extLst>
                    <a:ext uri="{9D8B030D-6E8A-4147-A177-3AD203B41FA5}">
                      <a16:colId xmlns:a16="http://schemas.microsoft.com/office/drawing/2014/main" val="1258243979"/>
                    </a:ext>
                  </a:extLst>
                </a:gridCol>
                <a:gridCol w="428858">
                  <a:extLst>
                    <a:ext uri="{9D8B030D-6E8A-4147-A177-3AD203B41FA5}">
                      <a16:colId xmlns:a16="http://schemas.microsoft.com/office/drawing/2014/main" val="1079462814"/>
                    </a:ext>
                  </a:extLst>
                </a:gridCol>
                <a:gridCol w="428858">
                  <a:extLst>
                    <a:ext uri="{9D8B030D-6E8A-4147-A177-3AD203B41FA5}">
                      <a16:colId xmlns:a16="http://schemas.microsoft.com/office/drawing/2014/main" val="3397691572"/>
                    </a:ext>
                  </a:extLst>
                </a:gridCol>
                <a:gridCol w="428858">
                  <a:extLst>
                    <a:ext uri="{9D8B030D-6E8A-4147-A177-3AD203B41FA5}">
                      <a16:colId xmlns:a16="http://schemas.microsoft.com/office/drawing/2014/main" val="3075883050"/>
                    </a:ext>
                  </a:extLst>
                </a:gridCol>
                <a:gridCol w="428858">
                  <a:extLst>
                    <a:ext uri="{9D8B030D-6E8A-4147-A177-3AD203B41FA5}">
                      <a16:colId xmlns:a16="http://schemas.microsoft.com/office/drawing/2014/main" val="1259412674"/>
                    </a:ext>
                  </a:extLst>
                </a:gridCol>
                <a:gridCol w="428858">
                  <a:extLst>
                    <a:ext uri="{9D8B030D-6E8A-4147-A177-3AD203B41FA5}">
                      <a16:colId xmlns:a16="http://schemas.microsoft.com/office/drawing/2014/main" val="3392695109"/>
                    </a:ext>
                  </a:extLst>
                </a:gridCol>
                <a:gridCol w="428858">
                  <a:extLst>
                    <a:ext uri="{9D8B030D-6E8A-4147-A177-3AD203B41FA5}">
                      <a16:colId xmlns:a16="http://schemas.microsoft.com/office/drawing/2014/main" val="2848032752"/>
                    </a:ext>
                  </a:extLst>
                </a:gridCol>
              </a:tblGrid>
              <a:tr h="320862">
                <a:tc>
                  <a:txBody>
                    <a:bodyPr/>
                    <a:lstStyle/>
                    <a:p>
                      <a:pPr algn="ctr"/>
                      <a:r>
                        <a:rPr lang="en-US" sz="400" dirty="0">
                          <a:solidFill>
                            <a:schemeClr val="tx1"/>
                          </a:solidFill>
                        </a:rPr>
                        <a:t>“You got my attention”</a:t>
                      </a:r>
                    </a:p>
                  </a:txBody>
                  <a:tcPr marL="58918" marR="58918" marT="29459" marB="29459">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experience something”</a:t>
                      </a:r>
                    </a:p>
                  </a:txBody>
                  <a:tcPr marL="58918" marR="58918" marT="29459" marB="29459">
                    <a:solidFill>
                      <a:schemeClr val="bg1">
                        <a:lumMod val="95000"/>
                      </a:schemeClr>
                    </a:solidFill>
                  </a:tcPr>
                </a:tc>
                <a:tc>
                  <a:txBody>
                    <a:bodyPr/>
                    <a:lstStyle/>
                    <a:p>
                      <a:pPr algn="ctr"/>
                      <a:r>
                        <a:rPr lang="en-US" sz="400" dirty="0">
                          <a:solidFill>
                            <a:schemeClr val="tx1"/>
                          </a:solidFill>
                        </a:rPr>
                        <a:t>“I want reasons to come again”</a:t>
                      </a:r>
                    </a:p>
                  </a:txBody>
                  <a:tcPr marL="58918" marR="58918" marT="29459" marB="29459">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feel involved”</a:t>
                      </a:r>
                    </a:p>
                  </a:txBody>
                  <a:tcPr marL="58918" marR="58918" marT="29459" marB="29459">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lead something”</a:t>
                      </a:r>
                    </a:p>
                  </a:txBody>
                  <a:tcPr marL="58918" marR="58918" marT="29459" marB="29459">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bg1"/>
                          </a:solidFill>
                        </a:rPr>
                        <a:t>“I want to add my own touch”</a:t>
                      </a:r>
                    </a:p>
                  </a:txBody>
                  <a:tcPr marL="58918" marR="58918" marT="29459" marB="29459">
                    <a:solidFill>
                      <a:schemeClr val="accent1">
                        <a:lumMod val="75000"/>
                      </a:schemeClr>
                    </a:solidFill>
                  </a:tcPr>
                </a:tc>
                <a:tc>
                  <a:txBody>
                    <a:bodyPr/>
                    <a:lstStyle/>
                    <a:p>
                      <a:pPr algn="ctr"/>
                      <a:r>
                        <a:rPr lang="en-US" sz="400" dirty="0">
                          <a:solidFill>
                            <a:schemeClr val="bg1"/>
                          </a:solidFill>
                        </a:rPr>
                        <a:t>“I want to gather people around this topic”</a:t>
                      </a:r>
                    </a:p>
                  </a:txBody>
                  <a:tcPr marL="58918" marR="58918" marT="29459" marB="29459">
                    <a:solidFill>
                      <a:schemeClr val="accent1">
                        <a:lumMod val="50000"/>
                      </a:schemeClr>
                    </a:solidFill>
                  </a:tcPr>
                </a:tc>
                <a:extLst>
                  <a:ext uri="{0D108BD9-81ED-4DB2-BD59-A6C34878D82A}">
                    <a16:rowId xmlns:a16="http://schemas.microsoft.com/office/drawing/2014/main" val="3032128388"/>
                  </a:ext>
                </a:extLst>
              </a:tr>
            </a:tbl>
          </a:graphicData>
        </a:graphic>
      </p:graphicFrame>
      <p:graphicFrame>
        <p:nvGraphicFramePr>
          <p:cNvPr id="215" name="Tableau 5">
            <a:extLst>
              <a:ext uri="{FF2B5EF4-FFF2-40B4-BE49-F238E27FC236}">
                <a16:creationId xmlns:a16="http://schemas.microsoft.com/office/drawing/2014/main" id="{C00E33FE-A9E0-4A64-9AAC-BFD0B1F0FE95}"/>
              </a:ext>
            </a:extLst>
          </p:cNvPr>
          <p:cNvGraphicFramePr>
            <a:graphicFrameLocks noGrp="1"/>
          </p:cNvGraphicFramePr>
          <p:nvPr>
            <p:extLst>
              <p:ext uri="{D42A27DB-BD31-4B8C-83A1-F6EECF244321}">
                <p14:modId xmlns:p14="http://schemas.microsoft.com/office/powerpoint/2010/main" val="2389736166"/>
              </p:ext>
            </p:extLst>
          </p:nvPr>
        </p:nvGraphicFramePr>
        <p:xfrm>
          <a:off x="2174113" y="3445189"/>
          <a:ext cx="3002006" cy="363718"/>
        </p:xfrm>
        <a:graphic>
          <a:graphicData uri="http://schemas.openxmlformats.org/drawingml/2006/table">
            <a:tbl>
              <a:tblPr firstRow="1" bandRow="1">
                <a:tableStyleId>{5C22544A-7EE6-4342-B048-85BDC9FD1C3A}</a:tableStyleId>
              </a:tblPr>
              <a:tblGrid>
                <a:gridCol w="428858">
                  <a:extLst>
                    <a:ext uri="{9D8B030D-6E8A-4147-A177-3AD203B41FA5}">
                      <a16:colId xmlns:a16="http://schemas.microsoft.com/office/drawing/2014/main" val="1258243979"/>
                    </a:ext>
                  </a:extLst>
                </a:gridCol>
                <a:gridCol w="428858">
                  <a:extLst>
                    <a:ext uri="{9D8B030D-6E8A-4147-A177-3AD203B41FA5}">
                      <a16:colId xmlns:a16="http://schemas.microsoft.com/office/drawing/2014/main" val="1079462814"/>
                    </a:ext>
                  </a:extLst>
                </a:gridCol>
                <a:gridCol w="428858">
                  <a:extLst>
                    <a:ext uri="{9D8B030D-6E8A-4147-A177-3AD203B41FA5}">
                      <a16:colId xmlns:a16="http://schemas.microsoft.com/office/drawing/2014/main" val="3397691572"/>
                    </a:ext>
                  </a:extLst>
                </a:gridCol>
                <a:gridCol w="428858">
                  <a:extLst>
                    <a:ext uri="{9D8B030D-6E8A-4147-A177-3AD203B41FA5}">
                      <a16:colId xmlns:a16="http://schemas.microsoft.com/office/drawing/2014/main" val="3075883050"/>
                    </a:ext>
                  </a:extLst>
                </a:gridCol>
                <a:gridCol w="428858">
                  <a:extLst>
                    <a:ext uri="{9D8B030D-6E8A-4147-A177-3AD203B41FA5}">
                      <a16:colId xmlns:a16="http://schemas.microsoft.com/office/drawing/2014/main" val="1259412674"/>
                    </a:ext>
                  </a:extLst>
                </a:gridCol>
                <a:gridCol w="428858">
                  <a:extLst>
                    <a:ext uri="{9D8B030D-6E8A-4147-A177-3AD203B41FA5}">
                      <a16:colId xmlns:a16="http://schemas.microsoft.com/office/drawing/2014/main" val="3392695109"/>
                    </a:ext>
                  </a:extLst>
                </a:gridCol>
                <a:gridCol w="428858">
                  <a:extLst>
                    <a:ext uri="{9D8B030D-6E8A-4147-A177-3AD203B41FA5}">
                      <a16:colId xmlns:a16="http://schemas.microsoft.com/office/drawing/2014/main" val="2848032752"/>
                    </a:ext>
                  </a:extLst>
                </a:gridCol>
              </a:tblGrid>
              <a:tr h="320862">
                <a:tc>
                  <a:txBody>
                    <a:bodyPr/>
                    <a:lstStyle/>
                    <a:p>
                      <a:pPr algn="ctr"/>
                      <a:r>
                        <a:rPr lang="en-US" sz="400" dirty="0">
                          <a:solidFill>
                            <a:schemeClr val="tx1"/>
                          </a:solidFill>
                        </a:rPr>
                        <a:t>“You got my attention”</a:t>
                      </a:r>
                    </a:p>
                  </a:txBody>
                  <a:tcPr marL="58918" marR="58918" marT="29459" marB="29459">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experience something”</a:t>
                      </a:r>
                    </a:p>
                  </a:txBody>
                  <a:tcPr marL="58918" marR="58918" marT="29459" marB="29459">
                    <a:solidFill>
                      <a:schemeClr val="bg1">
                        <a:lumMod val="95000"/>
                      </a:schemeClr>
                    </a:solidFill>
                  </a:tcPr>
                </a:tc>
                <a:tc>
                  <a:txBody>
                    <a:bodyPr/>
                    <a:lstStyle/>
                    <a:p>
                      <a:pPr algn="ctr"/>
                      <a:r>
                        <a:rPr lang="en-US" sz="400" dirty="0">
                          <a:solidFill>
                            <a:schemeClr val="tx1"/>
                          </a:solidFill>
                        </a:rPr>
                        <a:t>“I want reasons to come again”</a:t>
                      </a:r>
                    </a:p>
                  </a:txBody>
                  <a:tcPr marL="58918" marR="58918" marT="29459" marB="29459">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feel involved”</a:t>
                      </a:r>
                    </a:p>
                  </a:txBody>
                  <a:tcPr marL="58918" marR="58918" marT="29459" marB="29459">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tx1"/>
                          </a:solidFill>
                        </a:rPr>
                        <a:t>“I want to lead something”</a:t>
                      </a:r>
                    </a:p>
                  </a:txBody>
                  <a:tcPr marL="58918" marR="58918" marT="29459" marB="29459">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 dirty="0">
                          <a:solidFill>
                            <a:schemeClr val="bg1"/>
                          </a:solidFill>
                        </a:rPr>
                        <a:t>“I want to add my own touch”</a:t>
                      </a:r>
                    </a:p>
                  </a:txBody>
                  <a:tcPr marL="58918" marR="58918" marT="29459" marB="29459">
                    <a:solidFill>
                      <a:schemeClr val="accent1">
                        <a:lumMod val="75000"/>
                      </a:schemeClr>
                    </a:solidFill>
                  </a:tcPr>
                </a:tc>
                <a:tc>
                  <a:txBody>
                    <a:bodyPr/>
                    <a:lstStyle/>
                    <a:p>
                      <a:pPr algn="ctr"/>
                      <a:r>
                        <a:rPr lang="en-US" sz="400" dirty="0">
                          <a:solidFill>
                            <a:schemeClr val="bg1"/>
                          </a:solidFill>
                        </a:rPr>
                        <a:t>“I want to gather people around this topic”</a:t>
                      </a:r>
                    </a:p>
                  </a:txBody>
                  <a:tcPr marL="58918" marR="58918" marT="29459" marB="29459">
                    <a:solidFill>
                      <a:schemeClr val="accent1">
                        <a:lumMod val="50000"/>
                      </a:schemeClr>
                    </a:solidFill>
                  </a:tcPr>
                </a:tc>
                <a:extLst>
                  <a:ext uri="{0D108BD9-81ED-4DB2-BD59-A6C34878D82A}">
                    <a16:rowId xmlns:a16="http://schemas.microsoft.com/office/drawing/2014/main" val="3032128388"/>
                  </a:ext>
                </a:extLst>
              </a:tr>
            </a:tbl>
          </a:graphicData>
        </a:graphic>
      </p:graphicFrame>
      <p:grpSp>
        <p:nvGrpSpPr>
          <p:cNvPr id="216" name="Groupe 215">
            <a:extLst>
              <a:ext uri="{FF2B5EF4-FFF2-40B4-BE49-F238E27FC236}">
                <a16:creationId xmlns:a16="http://schemas.microsoft.com/office/drawing/2014/main" id="{2ED6D071-7287-4E89-A4A8-CDFE3785003A}"/>
              </a:ext>
            </a:extLst>
          </p:cNvPr>
          <p:cNvGrpSpPr/>
          <p:nvPr/>
        </p:nvGrpSpPr>
        <p:grpSpPr>
          <a:xfrm>
            <a:off x="3868926" y="2917615"/>
            <a:ext cx="886084" cy="551291"/>
            <a:chOff x="6627639" y="2896584"/>
            <a:chExt cx="3866054" cy="2405327"/>
          </a:xfrm>
        </p:grpSpPr>
        <p:grpSp>
          <p:nvGrpSpPr>
            <p:cNvPr id="217" name="Groupe 216">
              <a:extLst>
                <a:ext uri="{FF2B5EF4-FFF2-40B4-BE49-F238E27FC236}">
                  <a16:creationId xmlns:a16="http://schemas.microsoft.com/office/drawing/2014/main" id="{EC1FDAC5-5BEB-4C44-ACDF-7E88E4BDC425}"/>
                </a:ext>
              </a:extLst>
            </p:cNvPr>
            <p:cNvGrpSpPr/>
            <p:nvPr/>
          </p:nvGrpSpPr>
          <p:grpSpPr>
            <a:xfrm>
              <a:off x="9222344" y="4103148"/>
              <a:ext cx="667207" cy="667207"/>
              <a:chOff x="9249702" y="4886325"/>
              <a:chExt cx="485775" cy="485775"/>
            </a:xfrm>
          </p:grpSpPr>
          <p:sp>
            <p:nvSpPr>
              <p:cNvPr id="247" name="Ellipse 246">
                <a:extLst>
                  <a:ext uri="{FF2B5EF4-FFF2-40B4-BE49-F238E27FC236}">
                    <a16:creationId xmlns:a16="http://schemas.microsoft.com/office/drawing/2014/main" id="{501EE4D6-0B65-4D94-9601-3D8BB8B88086}"/>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8" name="Graphique 247" descr="Utilisateur avec un remplissage uni">
                <a:extLst>
                  <a:ext uri="{FF2B5EF4-FFF2-40B4-BE49-F238E27FC236}">
                    <a16:creationId xmlns:a16="http://schemas.microsoft.com/office/drawing/2014/main" id="{B71D9CFB-A395-41FD-B151-C4F763C763B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18" name="Groupe 217">
              <a:extLst>
                <a:ext uri="{FF2B5EF4-FFF2-40B4-BE49-F238E27FC236}">
                  <a16:creationId xmlns:a16="http://schemas.microsoft.com/office/drawing/2014/main" id="{936078B8-574E-453E-9FC8-8A02EAF41135}"/>
                </a:ext>
              </a:extLst>
            </p:cNvPr>
            <p:cNvGrpSpPr/>
            <p:nvPr/>
          </p:nvGrpSpPr>
          <p:grpSpPr>
            <a:xfrm>
              <a:off x="6627639" y="2896584"/>
              <a:ext cx="642146" cy="2405327"/>
              <a:chOff x="4849072" y="2280250"/>
              <a:chExt cx="914400" cy="3425125"/>
            </a:xfrm>
          </p:grpSpPr>
          <p:pic>
            <p:nvPicPr>
              <p:cNvPr id="241" name="Graphique 240" descr="Mur de briques avec un remplissage uni">
                <a:extLst>
                  <a:ext uri="{FF2B5EF4-FFF2-40B4-BE49-F238E27FC236}">
                    <a16:creationId xmlns:a16="http://schemas.microsoft.com/office/drawing/2014/main" id="{E0E725C3-2927-4383-811D-A4CDBB689D4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5080752"/>
                <a:ext cx="914400" cy="624623"/>
              </a:xfrm>
              <a:prstGeom prst="rect">
                <a:avLst/>
              </a:prstGeom>
            </p:spPr>
          </p:pic>
          <p:pic>
            <p:nvPicPr>
              <p:cNvPr id="242" name="Graphique 241" descr="Mur de briques avec un remplissage uni">
                <a:extLst>
                  <a:ext uri="{FF2B5EF4-FFF2-40B4-BE49-F238E27FC236}">
                    <a16:creationId xmlns:a16="http://schemas.microsoft.com/office/drawing/2014/main" id="{3ADBE3CF-945C-40E3-BF6B-6EF2CA02658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557197"/>
                <a:ext cx="914400" cy="624623"/>
              </a:xfrm>
              <a:prstGeom prst="rect">
                <a:avLst/>
              </a:prstGeom>
            </p:spPr>
          </p:pic>
          <p:pic>
            <p:nvPicPr>
              <p:cNvPr id="243" name="Graphique 242" descr="Mur de briques avec un remplissage uni">
                <a:extLst>
                  <a:ext uri="{FF2B5EF4-FFF2-40B4-BE49-F238E27FC236}">
                    <a16:creationId xmlns:a16="http://schemas.microsoft.com/office/drawing/2014/main" id="{BC3AD04B-221E-4A20-AFE8-721BB8A76B0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025329"/>
                <a:ext cx="914400" cy="624623"/>
              </a:xfrm>
              <a:prstGeom prst="rect">
                <a:avLst/>
              </a:prstGeom>
            </p:spPr>
          </p:pic>
          <p:pic>
            <p:nvPicPr>
              <p:cNvPr id="244" name="Graphique 243" descr="Mur de briques avec un remplissage uni">
                <a:extLst>
                  <a:ext uri="{FF2B5EF4-FFF2-40B4-BE49-F238E27FC236}">
                    <a16:creationId xmlns:a16="http://schemas.microsoft.com/office/drawing/2014/main" id="{C76E4680-B43B-44CE-9CC7-9EE150E3618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3501774"/>
                <a:ext cx="914400" cy="624623"/>
              </a:xfrm>
              <a:prstGeom prst="rect">
                <a:avLst/>
              </a:prstGeom>
            </p:spPr>
          </p:pic>
          <p:pic>
            <p:nvPicPr>
              <p:cNvPr id="245" name="Graphique 244" descr="Mur de briques avec un remplissage uni">
                <a:extLst>
                  <a:ext uri="{FF2B5EF4-FFF2-40B4-BE49-F238E27FC236}">
                    <a16:creationId xmlns:a16="http://schemas.microsoft.com/office/drawing/2014/main" id="{F8D4BF87-71A8-4F6E-906A-ACCB91EF32A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2985743"/>
                <a:ext cx="914400" cy="624623"/>
              </a:xfrm>
              <a:prstGeom prst="rect">
                <a:avLst/>
              </a:prstGeom>
            </p:spPr>
          </p:pic>
          <p:pic>
            <p:nvPicPr>
              <p:cNvPr id="246" name="Graphique 245" descr="Mur de briques avec un remplissage uni">
                <a:extLst>
                  <a:ext uri="{FF2B5EF4-FFF2-40B4-BE49-F238E27FC236}">
                    <a16:creationId xmlns:a16="http://schemas.microsoft.com/office/drawing/2014/main" id="{EFCD4D9D-1A0A-46AC-8F0F-7C38985C8A24}"/>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1793"/>
              <a:stretch/>
            </p:blipFill>
            <p:spPr>
              <a:xfrm>
                <a:off x="4849072" y="2280250"/>
                <a:ext cx="914400" cy="806561"/>
              </a:xfrm>
              <a:prstGeom prst="rect">
                <a:avLst/>
              </a:prstGeom>
            </p:spPr>
          </p:pic>
        </p:grpSp>
        <p:grpSp>
          <p:nvGrpSpPr>
            <p:cNvPr id="219" name="Groupe 218">
              <a:extLst>
                <a:ext uri="{FF2B5EF4-FFF2-40B4-BE49-F238E27FC236}">
                  <a16:creationId xmlns:a16="http://schemas.microsoft.com/office/drawing/2014/main" id="{9FA6C1B7-E8B9-4E5E-8157-7A334EF68E2F}"/>
                </a:ext>
              </a:extLst>
            </p:cNvPr>
            <p:cNvGrpSpPr/>
            <p:nvPr/>
          </p:nvGrpSpPr>
          <p:grpSpPr>
            <a:xfrm>
              <a:off x="7228154" y="4404607"/>
              <a:ext cx="667207" cy="667207"/>
              <a:chOff x="9249702" y="4886325"/>
              <a:chExt cx="485775" cy="485775"/>
            </a:xfrm>
          </p:grpSpPr>
          <p:sp>
            <p:nvSpPr>
              <p:cNvPr id="239" name="Ellipse 238">
                <a:extLst>
                  <a:ext uri="{FF2B5EF4-FFF2-40B4-BE49-F238E27FC236}">
                    <a16:creationId xmlns:a16="http://schemas.microsoft.com/office/drawing/2014/main" id="{69EA2108-19B1-406A-A747-734930C23783}"/>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0" name="Graphique 239" descr="Utilisateur avec un remplissage uni">
                <a:extLst>
                  <a:ext uri="{FF2B5EF4-FFF2-40B4-BE49-F238E27FC236}">
                    <a16:creationId xmlns:a16="http://schemas.microsoft.com/office/drawing/2014/main" id="{4605E49D-6B9F-4DA9-9FDF-89F490AE99F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20" name="Groupe 219">
              <a:extLst>
                <a:ext uri="{FF2B5EF4-FFF2-40B4-BE49-F238E27FC236}">
                  <a16:creationId xmlns:a16="http://schemas.microsoft.com/office/drawing/2014/main" id="{CCEC68A0-3B13-4B23-B19D-2D324FAE62B5}"/>
                </a:ext>
              </a:extLst>
            </p:cNvPr>
            <p:cNvGrpSpPr/>
            <p:nvPr/>
          </p:nvGrpSpPr>
          <p:grpSpPr>
            <a:xfrm>
              <a:off x="9851547" y="2896584"/>
              <a:ext cx="642146" cy="2405327"/>
              <a:chOff x="4849072" y="2280250"/>
              <a:chExt cx="914400" cy="3425125"/>
            </a:xfrm>
          </p:grpSpPr>
          <p:pic>
            <p:nvPicPr>
              <p:cNvPr id="233" name="Graphique 232" descr="Mur de briques avec un remplissage uni">
                <a:extLst>
                  <a:ext uri="{FF2B5EF4-FFF2-40B4-BE49-F238E27FC236}">
                    <a16:creationId xmlns:a16="http://schemas.microsoft.com/office/drawing/2014/main" id="{B1032C4D-89B1-42A2-A61B-BE2682C334D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5080752"/>
                <a:ext cx="914400" cy="624623"/>
              </a:xfrm>
              <a:prstGeom prst="rect">
                <a:avLst/>
              </a:prstGeom>
            </p:spPr>
          </p:pic>
          <p:pic>
            <p:nvPicPr>
              <p:cNvPr id="234" name="Graphique 233" descr="Mur de briques avec un remplissage uni">
                <a:extLst>
                  <a:ext uri="{FF2B5EF4-FFF2-40B4-BE49-F238E27FC236}">
                    <a16:creationId xmlns:a16="http://schemas.microsoft.com/office/drawing/2014/main" id="{D8AF06C8-FD52-4CB5-9C96-2386FC048BA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557197"/>
                <a:ext cx="914400" cy="624623"/>
              </a:xfrm>
              <a:prstGeom prst="rect">
                <a:avLst/>
              </a:prstGeom>
            </p:spPr>
          </p:pic>
          <p:pic>
            <p:nvPicPr>
              <p:cNvPr id="235" name="Graphique 234" descr="Mur de briques avec un remplissage uni">
                <a:extLst>
                  <a:ext uri="{FF2B5EF4-FFF2-40B4-BE49-F238E27FC236}">
                    <a16:creationId xmlns:a16="http://schemas.microsoft.com/office/drawing/2014/main" id="{987F5B68-02E0-474F-B368-24A345155D10}"/>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4025329"/>
                <a:ext cx="914400" cy="624623"/>
              </a:xfrm>
              <a:prstGeom prst="rect">
                <a:avLst/>
              </a:prstGeom>
            </p:spPr>
          </p:pic>
          <p:pic>
            <p:nvPicPr>
              <p:cNvPr id="236" name="Graphique 235" descr="Mur de briques avec un remplissage uni">
                <a:extLst>
                  <a:ext uri="{FF2B5EF4-FFF2-40B4-BE49-F238E27FC236}">
                    <a16:creationId xmlns:a16="http://schemas.microsoft.com/office/drawing/2014/main" id="{0383385A-72E8-425E-9A6D-DF68D6A1914E}"/>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3501774"/>
                <a:ext cx="914400" cy="624623"/>
              </a:xfrm>
              <a:prstGeom prst="rect">
                <a:avLst/>
              </a:prstGeom>
            </p:spPr>
          </p:pic>
          <p:pic>
            <p:nvPicPr>
              <p:cNvPr id="237" name="Graphique 236" descr="Mur de briques avec un remplissage uni">
                <a:extLst>
                  <a:ext uri="{FF2B5EF4-FFF2-40B4-BE49-F238E27FC236}">
                    <a16:creationId xmlns:a16="http://schemas.microsoft.com/office/drawing/2014/main" id="{6C4E334C-6F2B-481D-A09B-F444945E5DC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31690"/>
              <a:stretch/>
            </p:blipFill>
            <p:spPr>
              <a:xfrm>
                <a:off x="4849072" y="2985743"/>
                <a:ext cx="914400" cy="624623"/>
              </a:xfrm>
              <a:prstGeom prst="rect">
                <a:avLst/>
              </a:prstGeom>
            </p:spPr>
          </p:pic>
          <p:pic>
            <p:nvPicPr>
              <p:cNvPr id="238" name="Graphique 237" descr="Mur de briques avec un remplissage uni">
                <a:extLst>
                  <a:ext uri="{FF2B5EF4-FFF2-40B4-BE49-F238E27FC236}">
                    <a16:creationId xmlns:a16="http://schemas.microsoft.com/office/drawing/2014/main" id="{4B30AC9D-DDC9-4069-9DAF-614E05F5CAC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11793"/>
              <a:stretch/>
            </p:blipFill>
            <p:spPr>
              <a:xfrm>
                <a:off x="4849072" y="2280250"/>
                <a:ext cx="914400" cy="806561"/>
              </a:xfrm>
              <a:prstGeom prst="rect">
                <a:avLst/>
              </a:prstGeom>
            </p:spPr>
          </p:pic>
        </p:grpSp>
        <p:grpSp>
          <p:nvGrpSpPr>
            <p:cNvPr id="221" name="Groupe 220">
              <a:extLst>
                <a:ext uri="{FF2B5EF4-FFF2-40B4-BE49-F238E27FC236}">
                  <a16:creationId xmlns:a16="http://schemas.microsoft.com/office/drawing/2014/main" id="{C1E6150C-ED3E-4292-B2F6-FEC9D50A6ACA}"/>
                </a:ext>
              </a:extLst>
            </p:cNvPr>
            <p:cNvGrpSpPr/>
            <p:nvPr/>
          </p:nvGrpSpPr>
          <p:grpSpPr>
            <a:xfrm>
              <a:off x="7212628" y="3139729"/>
              <a:ext cx="667207" cy="667207"/>
              <a:chOff x="9249702" y="4886325"/>
              <a:chExt cx="485775" cy="485775"/>
            </a:xfrm>
          </p:grpSpPr>
          <p:sp>
            <p:nvSpPr>
              <p:cNvPr id="231" name="Ellipse 230">
                <a:extLst>
                  <a:ext uri="{FF2B5EF4-FFF2-40B4-BE49-F238E27FC236}">
                    <a16:creationId xmlns:a16="http://schemas.microsoft.com/office/drawing/2014/main" id="{DECA20F0-FF4D-4760-A6D9-4669B7431083}"/>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2" name="Graphique 231" descr="Utilisateur avec un remplissage uni">
                <a:extLst>
                  <a:ext uri="{FF2B5EF4-FFF2-40B4-BE49-F238E27FC236}">
                    <a16:creationId xmlns:a16="http://schemas.microsoft.com/office/drawing/2014/main" id="{2A9DE456-D08F-4F0B-90F1-9C5670D49C2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22" name="Groupe 221">
              <a:extLst>
                <a:ext uri="{FF2B5EF4-FFF2-40B4-BE49-F238E27FC236}">
                  <a16:creationId xmlns:a16="http://schemas.microsoft.com/office/drawing/2014/main" id="{DBC12E83-B792-4E8B-917A-5B12D6664B14}"/>
                </a:ext>
              </a:extLst>
            </p:cNvPr>
            <p:cNvGrpSpPr/>
            <p:nvPr/>
          </p:nvGrpSpPr>
          <p:grpSpPr>
            <a:xfrm>
              <a:off x="9157092" y="3329359"/>
              <a:ext cx="667207" cy="667207"/>
              <a:chOff x="9249702" y="4886325"/>
              <a:chExt cx="485775" cy="485775"/>
            </a:xfrm>
          </p:grpSpPr>
          <p:sp>
            <p:nvSpPr>
              <p:cNvPr id="229" name="Ellipse 228">
                <a:extLst>
                  <a:ext uri="{FF2B5EF4-FFF2-40B4-BE49-F238E27FC236}">
                    <a16:creationId xmlns:a16="http://schemas.microsoft.com/office/drawing/2014/main" id="{E5EE8D64-7F9C-4059-AC4F-43B23AF77BB7}"/>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0" name="Graphique 229" descr="Utilisateur avec un remplissage uni">
                <a:extLst>
                  <a:ext uri="{FF2B5EF4-FFF2-40B4-BE49-F238E27FC236}">
                    <a16:creationId xmlns:a16="http://schemas.microsoft.com/office/drawing/2014/main" id="{9384F15D-255A-4091-8270-181A6BB4706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23" name="Groupe 222">
              <a:extLst>
                <a:ext uri="{FF2B5EF4-FFF2-40B4-BE49-F238E27FC236}">
                  <a16:creationId xmlns:a16="http://schemas.microsoft.com/office/drawing/2014/main" id="{52FCA89C-C15A-4720-A0E0-812B323CED11}"/>
                </a:ext>
              </a:extLst>
            </p:cNvPr>
            <p:cNvGrpSpPr/>
            <p:nvPr/>
          </p:nvGrpSpPr>
          <p:grpSpPr>
            <a:xfrm>
              <a:off x="8546880" y="3750606"/>
              <a:ext cx="667207" cy="667207"/>
              <a:chOff x="9249702" y="4886325"/>
              <a:chExt cx="485775" cy="485775"/>
            </a:xfrm>
          </p:grpSpPr>
          <p:sp>
            <p:nvSpPr>
              <p:cNvPr id="227" name="Ellipse 226">
                <a:extLst>
                  <a:ext uri="{FF2B5EF4-FFF2-40B4-BE49-F238E27FC236}">
                    <a16:creationId xmlns:a16="http://schemas.microsoft.com/office/drawing/2014/main" id="{B73D8274-FFDA-476F-9300-37796B628478}"/>
                  </a:ext>
                </a:extLst>
              </p:cNvPr>
              <p:cNvSpPr/>
              <p:nvPr/>
            </p:nvSpPr>
            <p:spPr>
              <a:xfrm>
                <a:off x="9249702" y="4886325"/>
                <a:ext cx="485775" cy="48577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8" name="Graphique 227" descr="Utilisateur avec un remplissage uni">
                <a:extLst>
                  <a:ext uri="{FF2B5EF4-FFF2-40B4-BE49-F238E27FC236}">
                    <a16:creationId xmlns:a16="http://schemas.microsoft.com/office/drawing/2014/main" id="{9FE7637A-1830-468A-8575-18AAB5CC36C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nvGrpSpPr>
            <p:cNvPr id="224" name="Groupe 223">
              <a:extLst>
                <a:ext uri="{FF2B5EF4-FFF2-40B4-BE49-F238E27FC236}">
                  <a16:creationId xmlns:a16="http://schemas.microsoft.com/office/drawing/2014/main" id="{F3DA34A8-BABA-4AD7-8AD7-32C6DD2CC7DA}"/>
                </a:ext>
              </a:extLst>
            </p:cNvPr>
            <p:cNvGrpSpPr/>
            <p:nvPr/>
          </p:nvGrpSpPr>
          <p:grpSpPr>
            <a:xfrm>
              <a:off x="7594973" y="3733287"/>
              <a:ext cx="667207" cy="667207"/>
              <a:chOff x="9249702" y="4886325"/>
              <a:chExt cx="485775" cy="485775"/>
            </a:xfrm>
          </p:grpSpPr>
          <p:sp>
            <p:nvSpPr>
              <p:cNvPr id="225" name="Ellipse 224">
                <a:extLst>
                  <a:ext uri="{FF2B5EF4-FFF2-40B4-BE49-F238E27FC236}">
                    <a16:creationId xmlns:a16="http://schemas.microsoft.com/office/drawing/2014/main" id="{53285908-F443-4660-A30B-50E1FB7F005C}"/>
                  </a:ext>
                </a:extLst>
              </p:cNvPr>
              <p:cNvSpPr/>
              <p:nvPr/>
            </p:nvSpPr>
            <p:spPr>
              <a:xfrm>
                <a:off x="9249702" y="4886325"/>
                <a:ext cx="485775" cy="485775"/>
              </a:xfrm>
              <a:prstGeom prst="ellipse">
                <a:avLst/>
              </a:prstGeom>
              <a:solidFill>
                <a:srgbClr val="7FC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6" name="Graphique 225" descr="Utilisateur avec un remplissage uni">
                <a:extLst>
                  <a:ext uri="{FF2B5EF4-FFF2-40B4-BE49-F238E27FC236}">
                    <a16:creationId xmlns:a16="http://schemas.microsoft.com/office/drawing/2014/main" id="{CB70BDAC-7961-485F-8278-68191CEA35C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025" t="11570" r="12554" b="10608"/>
              <a:stretch/>
            </p:blipFill>
            <p:spPr>
              <a:xfrm>
                <a:off x="9345577" y="4972170"/>
                <a:ext cx="300037" cy="318019"/>
              </a:xfrm>
              <a:prstGeom prst="rect">
                <a:avLst/>
              </a:prstGeom>
            </p:spPr>
          </p:pic>
        </p:grpSp>
      </p:grpSp>
    </p:spTree>
    <p:extLst>
      <p:ext uri="{BB962C8B-B14F-4D97-AF65-F5344CB8AC3E}">
        <p14:creationId xmlns:p14="http://schemas.microsoft.com/office/powerpoint/2010/main" val="2145789263"/>
      </p:ext>
    </p:extLst>
  </p:cSld>
  <p:clrMapOvr>
    <a:masterClrMapping/>
  </p:clrMapOvr>
  <mc:AlternateContent xmlns:mc="http://schemas.openxmlformats.org/markup-compatibility/2006" xmlns:p14="http://schemas.microsoft.com/office/powerpoint/2010/main">
    <mc:Choice Requires="p14">
      <p:transition spd="slow" p14:dur="2000" advTm="25662"/>
    </mc:Choice>
    <mc:Fallback xmlns="">
      <p:transition spd="slow" advTm="25662"/>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D9F0143-3725-4F2D-8C19-7159D2860FCB}"/>
              </a:ext>
            </a:extLst>
          </p:cNvPr>
          <p:cNvSpPr>
            <a:spLocks noGrp="1"/>
          </p:cNvSpPr>
          <p:nvPr>
            <p:ph type="title"/>
          </p:nvPr>
        </p:nvSpPr>
        <p:spPr/>
        <p:txBody>
          <a:bodyPr/>
          <a:lstStyle/>
          <a:p>
            <a:pPr algn="ctr"/>
            <a:r>
              <a:rPr lang="en-US" dirty="0"/>
              <a:t>Example story / Use case</a:t>
            </a:r>
          </a:p>
        </p:txBody>
      </p:sp>
      <p:sp>
        <p:nvSpPr>
          <p:cNvPr id="6" name="Espace réservé du contenu 5">
            <a:extLst>
              <a:ext uri="{FF2B5EF4-FFF2-40B4-BE49-F238E27FC236}">
                <a16:creationId xmlns:a16="http://schemas.microsoft.com/office/drawing/2014/main" id="{B22A1477-67D6-43A3-A1B7-AFC82D4AFD96}"/>
              </a:ext>
            </a:extLst>
          </p:cNvPr>
          <p:cNvSpPr>
            <a:spLocks noGrp="1"/>
          </p:cNvSpPr>
          <p:nvPr>
            <p:ph idx="1"/>
          </p:nvPr>
        </p:nvSpPr>
        <p:spPr/>
        <p:txBody>
          <a:bodyPr/>
          <a:lstStyle/>
          <a:p>
            <a:pPr marL="0" indent="0">
              <a:buNone/>
            </a:pPr>
            <a:r>
              <a:rPr lang="en-US" dirty="0"/>
              <a:t> </a:t>
            </a:r>
          </a:p>
        </p:txBody>
      </p:sp>
      <p:sp>
        <p:nvSpPr>
          <p:cNvPr id="8" name="Bulle narrative : ronde 7">
            <a:extLst>
              <a:ext uri="{FF2B5EF4-FFF2-40B4-BE49-F238E27FC236}">
                <a16:creationId xmlns:a16="http://schemas.microsoft.com/office/drawing/2014/main" id="{DA7C68FC-7B6E-4D71-964B-7614B40F9666}"/>
              </a:ext>
            </a:extLst>
          </p:cNvPr>
          <p:cNvSpPr/>
          <p:nvPr/>
        </p:nvSpPr>
        <p:spPr>
          <a:xfrm>
            <a:off x="2668772" y="2679405"/>
            <a:ext cx="4284921" cy="1594883"/>
          </a:xfrm>
          <a:prstGeom prst="wedgeEllipseCallout">
            <a:avLst>
              <a:gd name="adj1" fmla="val -37408"/>
              <a:gd name="adj2" fmla="val 6250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I’m not ready to Engage more</a:t>
            </a:r>
          </a:p>
        </p:txBody>
      </p:sp>
      <p:pic>
        <p:nvPicPr>
          <p:cNvPr id="3" name="Graphique 2" descr="Profil mâle avec un remplissage uni">
            <a:extLst>
              <a:ext uri="{FF2B5EF4-FFF2-40B4-BE49-F238E27FC236}">
                <a16:creationId xmlns:a16="http://schemas.microsoft.com/office/drawing/2014/main" id="{4EBBDC1C-BA72-433E-B69C-F7E3F8C28A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919055" y="4642735"/>
            <a:ext cx="1666625" cy="1666625"/>
          </a:xfrm>
          <a:prstGeom prst="rect">
            <a:avLst/>
          </a:prstGeom>
        </p:spPr>
      </p:pic>
    </p:spTree>
    <p:extLst>
      <p:ext uri="{BB962C8B-B14F-4D97-AF65-F5344CB8AC3E}">
        <p14:creationId xmlns:p14="http://schemas.microsoft.com/office/powerpoint/2010/main" val="1832859687"/>
      </p:ext>
    </p:extLst>
  </p:cSld>
  <p:clrMapOvr>
    <a:masterClrMapping/>
  </p:clrMapOvr>
  <mc:AlternateContent xmlns:mc="http://schemas.openxmlformats.org/markup-compatibility/2006" xmlns:p14="http://schemas.microsoft.com/office/powerpoint/2010/main">
    <mc:Choice Requires="p14">
      <p:transition spd="slow" p14:dur="2000" advTm="11991"/>
    </mc:Choice>
    <mc:Fallback xmlns="">
      <p:transition spd="slow" advTm="1199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BCF334-05DA-41C8-833A-2B06F2E2F824}"/>
              </a:ext>
            </a:extLst>
          </p:cNvPr>
          <p:cNvSpPr>
            <a:spLocks noGrp="1"/>
          </p:cNvSpPr>
          <p:nvPr>
            <p:ph type="title"/>
          </p:nvPr>
        </p:nvSpPr>
        <p:spPr/>
        <p:txBody>
          <a:bodyPr>
            <a:normAutofit fontScale="90000"/>
          </a:bodyPr>
          <a:lstStyle/>
          <a:p>
            <a:r>
              <a:rPr lang="en-US" dirty="0"/>
              <a:t>Challenge P10</a:t>
            </a:r>
            <a:br>
              <a:rPr lang="en-US" dirty="0"/>
            </a:br>
            <a:r>
              <a:rPr lang="en-US" dirty="0"/>
              <a:t>Identify Engagement Walls</a:t>
            </a:r>
          </a:p>
        </p:txBody>
      </p:sp>
      <p:sp>
        <p:nvSpPr>
          <p:cNvPr id="28" name="ZoneTexte 27">
            <a:extLst>
              <a:ext uri="{FF2B5EF4-FFF2-40B4-BE49-F238E27FC236}">
                <a16:creationId xmlns:a16="http://schemas.microsoft.com/office/drawing/2014/main" id="{4ED8F56E-6C78-4CFF-A954-917DEC557786}"/>
              </a:ext>
            </a:extLst>
          </p:cNvPr>
          <p:cNvSpPr txBox="1"/>
          <p:nvPr/>
        </p:nvSpPr>
        <p:spPr>
          <a:xfrm>
            <a:off x="7017139" y="2171800"/>
            <a:ext cx="5174862" cy="3477490"/>
          </a:xfrm>
          <a:prstGeom prst="rect">
            <a:avLst/>
          </a:prstGeom>
          <a:noFill/>
        </p:spPr>
        <p:txBody>
          <a:bodyPr wrap="square" rtlCol="0">
            <a:spAutoFit/>
          </a:bodyPr>
          <a:lstStyle/>
          <a:p>
            <a:r>
              <a:rPr lang="en-US" sz="1200" b="1" dirty="0"/>
              <a:t>Engagement Front Walls </a:t>
            </a:r>
            <a:r>
              <a:rPr lang="en-US" sz="1200" dirty="0"/>
              <a:t>(preventing from engaging more)  </a:t>
            </a:r>
            <a:r>
              <a:rPr lang="en-US" sz="1200" b="1" dirty="0"/>
              <a:t>examples</a:t>
            </a:r>
          </a:p>
          <a:p>
            <a:endParaRPr lang="en-US" sz="1200" b="1" dirty="0"/>
          </a:p>
          <a:p>
            <a:pPr marL="285750" indent="-285750">
              <a:lnSpc>
                <a:spcPct val="150000"/>
              </a:lnSpc>
              <a:buFont typeface="Arial" panose="020B0604020202020204" pitchFamily="34" charset="0"/>
              <a:buChar char="•"/>
            </a:pPr>
            <a:r>
              <a:rPr lang="en-US" sz="1200" dirty="0"/>
              <a:t>Ignorance of opportunity : “I did not know it was possible”</a:t>
            </a:r>
          </a:p>
          <a:p>
            <a:pPr marL="285750" indent="-285750">
              <a:lnSpc>
                <a:spcPct val="150000"/>
              </a:lnSpc>
              <a:buFont typeface="Arial" panose="020B0604020202020204" pitchFamily="34" charset="0"/>
              <a:buChar char="•"/>
            </a:pPr>
            <a:r>
              <a:rPr lang="en-US" sz="1200" dirty="0"/>
              <a:t>Low Estimated pleasure : “I would not enjoy it”</a:t>
            </a:r>
          </a:p>
          <a:p>
            <a:pPr marL="285750" indent="-285750">
              <a:lnSpc>
                <a:spcPct val="150000"/>
              </a:lnSpc>
              <a:buFont typeface="Arial" panose="020B0604020202020204" pitchFamily="34" charset="0"/>
              <a:buChar char="•"/>
            </a:pPr>
            <a:r>
              <a:rPr lang="en-US" sz="1200" dirty="0"/>
              <a:t>Low Estimated value : “It would not be useful for me”</a:t>
            </a:r>
          </a:p>
          <a:p>
            <a:pPr marL="285750" indent="-285750">
              <a:lnSpc>
                <a:spcPct val="150000"/>
              </a:lnSpc>
              <a:buFont typeface="Arial" panose="020B0604020202020204" pitchFamily="34" charset="0"/>
              <a:buChar char="•"/>
            </a:pPr>
            <a:r>
              <a:rPr lang="en-US" sz="1200" dirty="0"/>
              <a:t>Lack of legitimacy : “I would not feel legitimate”</a:t>
            </a:r>
          </a:p>
          <a:p>
            <a:pPr marL="285750" indent="-285750">
              <a:lnSpc>
                <a:spcPct val="150000"/>
              </a:lnSpc>
              <a:buFont typeface="Arial" panose="020B0604020202020204" pitchFamily="34" charset="0"/>
              <a:buChar char="•"/>
            </a:pPr>
            <a:r>
              <a:rPr lang="en-US" sz="1200" dirty="0"/>
              <a:t>Lack of availability : “I cannot invest more time”</a:t>
            </a:r>
          </a:p>
          <a:p>
            <a:pPr marL="285750" indent="-285750">
              <a:lnSpc>
                <a:spcPct val="150000"/>
              </a:lnSpc>
              <a:buFont typeface="Arial" panose="020B0604020202020204" pitchFamily="34" charset="0"/>
              <a:buChar char="•"/>
            </a:pPr>
            <a:r>
              <a:rPr lang="en-US" sz="1200" dirty="0"/>
              <a:t>Lack of resources : “I don’t have the resources to…”</a:t>
            </a:r>
          </a:p>
          <a:p>
            <a:pPr marL="285750" indent="-285750">
              <a:lnSpc>
                <a:spcPct val="150000"/>
              </a:lnSpc>
              <a:buFont typeface="Arial" panose="020B0604020202020204" pitchFamily="34" charset="0"/>
              <a:buChar char="•"/>
            </a:pPr>
            <a:r>
              <a:rPr lang="en-US" sz="1200" dirty="0"/>
              <a:t>Lack of skills : “I would not be able to…”</a:t>
            </a:r>
          </a:p>
          <a:p>
            <a:pPr marL="285750" indent="-285750">
              <a:lnSpc>
                <a:spcPct val="150000"/>
              </a:lnSpc>
              <a:buFont typeface="Arial" panose="020B0604020202020204" pitchFamily="34" charset="0"/>
              <a:buChar char="•"/>
            </a:pPr>
            <a:r>
              <a:rPr lang="en-US" sz="1200" dirty="0"/>
              <a:t>Refusal by others : “Others do not want me to”</a:t>
            </a:r>
          </a:p>
          <a:p>
            <a:pPr marL="285750" indent="-285750">
              <a:lnSpc>
                <a:spcPct val="150000"/>
              </a:lnSpc>
              <a:buFont typeface="Arial" panose="020B0604020202020204" pitchFamily="34" charset="0"/>
              <a:buChar char="•"/>
            </a:pPr>
            <a:r>
              <a:rPr lang="en-US" sz="1200" dirty="0"/>
              <a:t>Saturation : “there is no more room for this level of engagement” </a:t>
            </a:r>
          </a:p>
          <a:p>
            <a:pPr marL="285750" indent="-285750">
              <a:lnSpc>
                <a:spcPct val="150000"/>
              </a:lnSpc>
              <a:buFont typeface="Arial" panose="020B0604020202020204" pitchFamily="34" charset="0"/>
              <a:buChar char="•"/>
            </a:pPr>
            <a:r>
              <a:rPr lang="en-US" sz="1200" dirty="0"/>
              <a:t>Irreversibility : “I will not be able to go back”</a:t>
            </a:r>
          </a:p>
          <a:p>
            <a:pPr marL="285750" indent="-285750">
              <a:lnSpc>
                <a:spcPct val="150000"/>
              </a:lnSpc>
              <a:buFont typeface="Arial" panose="020B0604020202020204" pitchFamily="34" charset="0"/>
              <a:buChar char="•"/>
            </a:pPr>
            <a:r>
              <a:rPr lang="en-US" sz="1200" dirty="0"/>
              <a:t>….</a:t>
            </a:r>
          </a:p>
        </p:txBody>
      </p:sp>
      <p:pic>
        <p:nvPicPr>
          <p:cNvPr id="30" name="Graphique 29" descr="Sablier 90% avec un remplissage uni">
            <a:extLst>
              <a:ext uri="{FF2B5EF4-FFF2-40B4-BE49-F238E27FC236}">
                <a16:creationId xmlns:a16="http://schemas.microsoft.com/office/drawing/2014/main" id="{30DF773E-2B0C-4A80-B81F-1B66175F59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98114" y="3706877"/>
            <a:ext cx="287724" cy="282306"/>
          </a:xfrm>
          <a:prstGeom prst="rect">
            <a:avLst/>
          </a:prstGeom>
        </p:spPr>
      </p:pic>
      <p:pic>
        <p:nvPicPr>
          <p:cNvPr id="32" name="Graphique 31" descr="Argent volant avec un remplissage uni">
            <a:extLst>
              <a:ext uri="{FF2B5EF4-FFF2-40B4-BE49-F238E27FC236}">
                <a16:creationId xmlns:a16="http://schemas.microsoft.com/office/drawing/2014/main" id="{2F35211E-EEFA-406E-AD5E-31CFF4C84BA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03080" y="4001234"/>
            <a:ext cx="268595" cy="263537"/>
          </a:xfrm>
          <a:prstGeom prst="rect">
            <a:avLst/>
          </a:prstGeom>
        </p:spPr>
      </p:pic>
      <p:pic>
        <p:nvPicPr>
          <p:cNvPr id="34" name="Graphique 33" descr="Zombie avec un remplissage uni">
            <a:extLst>
              <a:ext uri="{FF2B5EF4-FFF2-40B4-BE49-F238E27FC236}">
                <a16:creationId xmlns:a16="http://schemas.microsoft.com/office/drawing/2014/main" id="{F358646E-9D2E-4CF3-8D22-1ADCE88E95C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98114" y="4215839"/>
            <a:ext cx="287724" cy="282306"/>
          </a:xfrm>
          <a:prstGeom prst="rect">
            <a:avLst/>
          </a:prstGeom>
        </p:spPr>
      </p:pic>
      <p:pic>
        <p:nvPicPr>
          <p:cNvPr id="36" name="Graphique 35" descr="Questions avec un remplissage uni">
            <a:extLst>
              <a:ext uri="{FF2B5EF4-FFF2-40B4-BE49-F238E27FC236}">
                <a16:creationId xmlns:a16="http://schemas.microsoft.com/office/drawing/2014/main" id="{C0BECAF4-CD0C-4C07-AEF2-7B4ACDB6B8A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979551" y="2521820"/>
            <a:ext cx="340061" cy="333657"/>
          </a:xfrm>
          <a:prstGeom prst="rect">
            <a:avLst/>
          </a:prstGeom>
        </p:spPr>
      </p:pic>
      <p:pic>
        <p:nvPicPr>
          <p:cNvPr id="38" name="Graphique 37" descr="Pouce en bas avec un remplissage uni">
            <a:extLst>
              <a:ext uri="{FF2B5EF4-FFF2-40B4-BE49-F238E27FC236}">
                <a16:creationId xmlns:a16="http://schemas.microsoft.com/office/drawing/2014/main" id="{917C9A05-D206-4851-B6F5-1D2A96CCE93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95364" y="3174093"/>
            <a:ext cx="260280" cy="255378"/>
          </a:xfrm>
          <a:prstGeom prst="rect">
            <a:avLst/>
          </a:prstGeom>
        </p:spPr>
      </p:pic>
      <p:pic>
        <p:nvPicPr>
          <p:cNvPr id="40" name="Graphique 39" descr="Cœur brisé avec un remplissage uni">
            <a:extLst>
              <a:ext uri="{FF2B5EF4-FFF2-40B4-BE49-F238E27FC236}">
                <a16:creationId xmlns:a16="http://schemas.microsoft.com/office/drawing/2014/main" id="{087A8608-A1DB-489C-9AAF-04D0D9780D0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011835" y="2909863"/>
            <a:ext cx="260280" cy="255378"/>
          </a:xfrm>
          <a:prstGeom prst="rect">
            <a:avLst/>
          </a:prstGeom>
        </p:spPr>
      </p:pic>
      <p:pic>
        <p:nvPicPr>
          <p:cNvPr id="42" name="Graphique 41" descr="Femme juge avec un remplissage uni">
            <a:extLst>
              <a:ext uri="{FF2B5EF4-FFF2-40B4-BE49-F238E27FC236}">
                <a16:creationId xmlns:a16="http://schemas.microsoft.com/office/drawing/2014/main" id="{09D8C67C-BC2B-40F4-9252-0FBA147D377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011834" y="3437655"/>
            <a:ext cx="260280" cy="255378"/>
          </a:xfrm>
          <a:prstGeom prst="rect">
            <a:avLst/>
          </a:prstGeom>
        </p:spPr>
      </p:pic>
      <p:pic>
        <p:nvPicPr>
          <p:cNvPr id="44" name="Graphique 43" descr="Stop avec un remplissage uni">
            <a:extLst>
              <a:ext uri="{FF2B5EF4-FFF2-40B4-BE49-F238E27FC236}">
                <a16:creationId xmlns:a16="http://schemas.microsoft.com/office/drawing/2014/main" id="{7DCA629F-C7E9-4BC4-A5CD-47A62BE5F10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985573" y="4478035"/>
            <a:ext cx="351174" cy="344561"/>
          </a:xfrm>
          <a:prstGeom prst="rect">
            <a:avLst/>
          </a:prstGeom>
        </p:spPr>
      </p:pic>
      <p:pic>
        <p:nvPicPr>
          <p:cNvPr id="53" name="Graphique 52" descr="Prison avec un remplissage uni">
            <a:extLst>
              <a:ext uri="{FF2B5EF4-FFF2-40B4-BE49-F238E27FC236}">
                <a16:creationId xmlns:a16="http://schemas.microsoft.com/office/drawing/2014/main" id="{2E56C912-90EA-44A8-BC48-A3DCB368313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973904" y="5049669"/>
            <a:ext cx="378449" cy="371323"/>
          </a:xfrm>
          <a:prstGeom prst="rect">
            <a:avLst/>
          </a:prstGeom>
        </p:spPr>
      </p:pic>
      <p:pic>
        <p:nvPicPr>
          <p:cNvPr id="55" name="Graphique 54" descr="Batterie chargée avec un remplissage uni">
            <a:extLst>
              <a:ext uri="{FF2B5EF4-FFF2-40B4-BE49-F238E27FC236}">
                <a16:creationId xmlns:a16="http://schemas.microsoft.com/office/drawing/2014/main" id="{53520BE7-F9FC-4966-838C-7E3DC468CBA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985573" y="4791367"/>
            <a:ext cx="306570" cy="300797"/>
          </a:xfrm>
          <a:prstGeom prst="rect">
            <a:avLst/>
          </a:prstGeom>
        </p:spPr>
      </p:pic>
      <p:grpSp>
        <p:nvGrpSpPr>
          <p:cNvPr id="75" name="Groupe 74">
            <a:extLst>
              <a:ext uri="{FF2B5EF4-FFF2-40B4-BE49-F238E27FC236}">
                <a16:creationId xmlns:a16="http://schemas.microsoft.com/office/drawing/2014/main" id="{3EBC4CFD-F9E4-4F32-8C65-589E465AE34A}"/>
              </a:ext>
            </a:extLst>
          </p:cNvPr>
          <p:cNvGrpSpPr/>
          <p:nvPr/>
        </p:nvGrpSpPr>
        <p:grpSpPr>
          <a:xfrm>
            <a:off x="3832636" y="3474191"/>
            <a:ext cx="3424505" cy="3367265"/>
            <a:chOff x="3294676" y="2874612"/>
            <a:chExt cx="3730767" cy="3668408"/>
          </a:xfrm>
        </p:grpSpPr>
        <p:grpSp>
          <p:nvGrpSpPr>
            <p:cNvPr id="12" name="Groupe 11">
              <a:extLst>
                <a:ext uri="{FF2B5EF4-FFF2-40B4-BE49-F238E27FC236}">
                  <a16:creationId xmlns:a16="http://schemas.microsoft.com/office/drawing/2014/main" id="{8F63D32B-5541-4592-8163-279BF4E7DBF4}"/>
                </a:ext>
              </a:extLst>
            </p:cNvPr>
            <p:cNvGrpSpPr/>
            <p:nvPr/>
          </p:nvGrpSpPr>
          <p:grpSpPr>
            <a:xfrm>
              <a:off x="5498096" y="4137693"/>
              <a:ext cx="642146" cy="2405327"/>
              <a:chOff x="4849072" y="2280250"/>
              <a:chExt cx="914400" cy="3425125"/>
            </a:xfrm>
          </p:grpSpPr>
          <p:pic>
            <p:nvPicPr>
              <p:cNvPr id="13" name="Graphique 12" descr="Mur de briques avec un remplissage uni">
                <a:extLst>
                  <a:ext uri="{FF2B5EF4-FFF2-40B4-BE49-F238E27FC236}">
                    <a16:creationId xmlns:a16="http://schemas.microsoft.com/office/drawing/2014/main" id="{C07230A0-FFEE-4241-B718-2C6A6FD164F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5080752"/>
                <a:ext cx="914400" cy="624623"/>
              </a:xfrm>
              <a:prstGeom prst="rect">
                <a:avLst/>
              </a:prstGeom>
            </p:spPr>
          </p:pic>
          <p:pic>
            <p:nvPicPr>
              <p:cNvPr id="14" name="Graphique 13" descr="Mur de briques avec un remplissage uni">
                <a:extLst>
                  <a:ext uri="{FF2B5EF4-FFF2-40B4-BE49-F238E27FC236}">
                    <a16:creationId xmlns:a16="http://schemas.microsoft.com/office/drawing/2014/main" id="{A5BF5E93-3BBC-4BF4-9D84-E708DC32BA9A}"/>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4557197"/>
                <a:ext cx="914400" cy="624623"/>
              </a:xfrm>
              <a:prstGeom prst="rect">
                <a:avLst/>
              </a:prstGeom>
            </p:spPr>
          </p:pic>
          <p:pic>
            <p:nvPicPr>
              <p:cNvPr id="15" name="Graphique 14" descr="Mur de briques avec un remplissage uni">
                <a:extLst>
                  <a:ext uri="{FF2B5EF4-FFF2-40B4-BE49-F238E27FC236}">
                    <a16:creationId xmlns:a16="http://schemas.microsoft.com/office/drawing/2014/main" id="{EC9A9630-1F28-4B93-A1D6-FF6934430620}"/>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4025329"/>
                <a:ext cx="914400" cy="624623"/>
              </a:xfrm>
              <a:prstGeom prst="rect">
                <a:avLst/>
              </a:prstGeom>
            </p:spPr>
          </p:pic>
          <p:pic>
            <p:nvPicPr>
              <p:cNvPr id="16" name="Graphique 15" descr="Mur de briques avec un remplissage uni">
                <a:extLst>
                  <a:ext uri="{FF2B5EF4-FFF2-40B4-BE49-F238E27FC236}">
                    <a16:creationId xmlns:a16="http://schemas.microsoft.com/office/drawing/2014/main" id="{F26F00E0-9F09-47E6-810E-52E0643913CA}"/>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3501774"/>
                <a:ext cx="914400" cy="624623"/>
              </a:xfrm>
              <a:prstGeom prst="rect">
                <a:avLst/>
              </a:prstGeom>
            </p:spPr>
          </p:pic>
          <p:pic>
            <p:nvPicPr>
              <p:cNvPr id="17" name="Graphique 16" descr="Mur de briques avec un remplissage uni">
                <a:extLst>
                  <a:ext uri="{FF2B5EF4-FFF2-40B4-BE49-F238E27FC236}">
                    <a16:creationId xmlns:a16="http://schemas.microsoft.com/office/drawing/2014/main" id="{7FC6F2AC-86A7-448A-B179-F0C3C4EC9D3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2985743"/>
                <a:ext cx="914400" cy="624623"/>
              </a:xfrm>
              <a:prstGeom prst="rect">
                <a:avLst/>
              </a:prstGeom>
            </p:spPr>
          </p:pic>
          <p:pic>
            <p:nvPicPr>
              <p:cNvPr id="18" name="Graphique 17" descr="Mur de briques avec un remplissage uni">
                <a:extLst>
                  <a:ext uri="{FF2B5EF4-FFF2-40B4-BE49-F238E27FC236}">
                    <a16:creationId xmlns:a16="http://schemas.microsoft.com/office/drawing/2014/main" id="{F4FD23B9-4F82-4A2A-A8F8-86C5A30C673F}"/>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11793"/>
              <a:stretch/>
            </p:blipFill>
            <p:spPr>
              <a:xfrm>
                <a:off x="4849072" y="2280250"/>
                <a:ext cx="914400" cy="806561"/>
              </a:xfrm>
              <a:prstGeom prst="rect">
                <a:avLst/>
              </a:prstGeom>
            </p:spPr>
          </p:pic>
        </p:grpSp>
        <p:sp>
          <p:nvSpPr>
            <p:cNvPr id="19" name="ZoneTexte 18">
              <a:extLst>
                <a:ext uri="{FF2B5EF4-FFF2-40B4-BE49-F238E27FC236}">
                  <a16:creationId xmlns:a16="http://schemas.microsoft.com/office/drawing/2014/main" id="{107AC107-4003-45A6-91D6-AB815B3037C5}"/>
                </a:ext>
              </a:extLst>
            </p:cNvPr>
            <p:cNvSpPr txBox="1"/>
            <p:nvPr/>
          </p:nvSpPr>
          <p:spPr>
            <a:xfrm>
              <a:off x="5162084" y="2874612"/>
              <a:ext cx="1478088" cy="1200329"/>
            </a:xfrm>
            <a:prstGeom prst="rect">
              <a:avLst/>
            </a:prstGeom>
            <a:noFill/>
          </p:spPr>
          <p:txBody>
            <a:bodyPr wrap="square" rtlCol="0">
              <a:spAutoFit/>
            </a:bodyPr>
            <a:lstStyle/>
            <a:p>
              <a:pPr algn="ctr"/>
              <a:r>
                <a:rPr lang="en-US" sz="1100" b="1" dirty="0"/>
                <a:t>Engagement Front Walls </a:t>
              </a:r>
            </a:p>
            <a:p>
              <a:pPr algn="ctr"/>
              <a:r>
                <a:rPr lang="en-US" sz="1100" dirty="0"/>
                <a:t>are all the reasons why Members do not get more involved</a:t>
              </a:r>
            </a:p>
          </p:txBody>
        </p:sp>
        <p:grpSp>
          <p:nvGrpSpPr>
            <p:cNvPr id="20" name="Groupe 19">
              <a:extLst>
                <a:ext uri="{FF2B5EF4-FFF2-40B4-BE49-F238E27FC236}">
                  <a16:creationId xmlns:a16="http://schemas.microsoft.com/office/drawing/2014/main" id="{C23D6BD3-1445-4199-BD37-EC6C0D370455}"/>
                </a:ext>
              </a:extLst>
            </p:cNvPr>
            <p:cNvGrpSpPr/>
            <p:nvPr/>
          </p:nvGrpSpPr>
          <p:grpSpPr>
            <a:xfrm>
              <a:off x="4665431" y="5438324"/>
              <a:ext cx="2360012" cy="879143"/>
              <a:chOff x="3502812" y="1202922"/>
              <a:chExt cx="2592452" cy="965731"/>
            </a:xfrm>
          </p:grpSpPr>
          <p:pic>
            <p:nvPicPr>
              <p:cNvPr id="21" name="Graphique 20" descr="Une artiste avec un remplissage uni">
                <a:extLst>
                  <a:ext uri="{FF2B5EF4-FFF2-40B4-BE49-F238E27FC236}">
                    <a16:creationId xmlns:a16="http://schemas.microsoft.com/office/drawing/2014/main" id="{E6AC38A6-B90F-43D2-A67E-AA81700E6D98}"/>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5180864" y="1202922"/>
                <a:ext cx="914400" cy="914400"/>
              </a:xfrm>
              <a:prstGeom prst="rect">
                <a:avLst/>
              </a:prstGeom>
            </p:spPr>
          </p:pic>
          <p:pic>
            <p:nvPicPr>
              <p:cNvPr id="25" name="Graphique 24" descr="Femme DJ avec un remplissage uni">
                <a:extLst>
                  <a:ext uri="{FF2B5EF4-FFF2-40B4-BE49-F238E27FC236}">
                    <a16:creationId xmlns:a16="http://schemas.microsoft.com/office/drawing/2014/main" id="{EDE0F7F1-6C2A-444B-AB41-E4E4B44E6651}"/>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3502812" y="1254253"/>
                <a:ext cx="914400" cy="914400"/>
              </a:xfrm>
              <a:prstGeom prst="rect">
                <a:avLst/>
              </a:prstGeom>
            </p:spPr>
          </p:pic>
        </p:grpSp>
        <p:grpSp>
          <p:nvGrpSpPr>
            <p:cNvPr id="45" name="Groupe 44">
              <a:extLst>
                <a:ext uri="{FF2B5EF4-FFF2-40B4-BE49-F238E27FC236}">
                  <a16:creationId xmlns:a16="http://schemas.microsoft.com/office/drawing/2014/main" id="{2EA85715-3BD5-48FA-879C-DFF7660D2998}"/>
                </a:ext>
              </a:extLst>
            </p:cNvPr>
            <p:cNvGrpSpPr/>
            <p:nvPr/>
          </p:nvGrpSpPr>
          <p:grpSpPr>
            <a:xfrm>
              <a:off x="4075313" y="4137693"/>
              <a:ext cx="642146" cy="2405327"/>
              <a:chOff x="4849072" y="2280250"/>
              <a:chExt cx="914400" cy="3425125"/>
            </a:xfrm>
          </p:grpSpPr>
          <p:pic>
            <p:nvPicPr>
              <p:cNvPr id="46" name="Graphique 45" descr="Mur de briques avec un remplissage uni">
                <a:extLst>
                  <a:ext uri="{FF2B5EF4-FFF2-40B4-BE49-F238E27FC236}">
                    <a16:creationId xmlns:a16="http://schemas.microsoft.com/office/drawing/2014/main" id="{D8D68E89-8F25-4AA9-8073-E3AE4E94994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5080752"/>
                <a:ext cx="914400" cy="624623"/>
              </a:xfrm>
              <a:prstGeom prst="rect">
                <a:avLst/>
              </a:prstGeom>
            </p:spPr>
          </p:pic>
          <p:pic>
            <p:nvPicPr>
              <p:cNvPr id="47" name="Graphique 46" descr="Mur de briques avec un remplissage uni">
                <a:extLst>
                  <a:ext uri="{FF2B5EF4-FFF2-40B4-BE49-F238E27FC236}">
                    <a16:creationId xmlns:a16="http://schemas.microsoft.com/office/drawing/2014/main" id="{4DAD3F90-E327-4923-B53F-156E3265B233}"/>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4557197"/>
                <a:ext cx="914400" cy="624623"/>
              </a:xfrm>
              <a:prstGeom prst="rect">
                <a:avLst/>
              </a:prstGeom>
            </p:spPr>
          </p:pic>
          <p:pic>
            <p:nvPicPr>
              <p:cNvPr id="48" name="Graphique 47" descr="Mur de briques avec un remplissage uni">
                <a:extLst>
                  <a:ext uri="{FF2B5EF4-FFF2-40B4-BE49-F238E27FC236}">
                    <a16:creationId xmlns:a16="http://schemas.microsoft.com/office/drawing/2014/main" id="{F922C47E-DD8D-4395-BD32-69B5CEC6DA8F}"/>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4025329"/>
                <a:ext cx="914400" cy="624623"/>
              </a:xfrm>
              <a:prstGeom prst="rect">
                <a:avLst/>
              </a:prstGeom>
            </p:spPr>
          </p:pic>
          <p:pic>
            <p:nvPicPr>
              <p:cNvPr id="49" name="Graphique 48" descr="Mur de briques avec un remplissage uni">
                <a:extLst>
                  <a:ext uri="{FF2B5EF4-FFF2-40B4-BE49-F238E27FC236}">
                    <a16:creationId xmlns:a16="http://schemas.microsoft.com/office/drawing/2014/main" id="{FC8E93A0-4D75-4E14-B9A2-92737E39F220}"/>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3501774"/>
                <a:ext cx="914400" cy="624623"/>
              </a:xfrm>
              <a:prstGeom prst="rect">
                <a:avLst/>
              </a:prstGeom>
            </p:spPr>
          </p:pic>
          <p:pic>
            <p:nvPicPr>
              <p:cNvPr id="50" name="Graphique 49" descr="Mur de briques avec un remplissage uni">
                <a:extLst>
                  <a:ext uri="{FF2B5EF4-FFF2-40B4-BE49-F238E27FC236}">
                    <a16:creationId xmlns:a16="http://schemas.microsoft.com/office/drawing/2014/main" id="{814DEACC-3291-4329-A129-940056026708}"/>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31690"/>
              <a:stretch/>
            </p:blipFill>
            <p:spPr>
              <a:xfrm>
                <a:off x="4849072" y="2985743"/>
                <a:ext cx="914400" cy="624623"/>
              </a:xfrm>
              <a:prstGeom prst="rect">
                <a:avLst/>
              </a:prstGeom>
            </p:spPr>
          </p:pic>
          <p:pic>
            <p:nvPicPr>
              <p:cNvPr id="51" name="Graphique 50" descr="Mur de briques avec un remplissage uni">
                <a:extLst>
                  <a:ext uri="{FF2B5EF4-FFF2-40B4-BE49-F238E27FC236}">
                    <a16:creationId xmlns:a16="http://schemas.microsoft.com/office/drawing/2014/main" id="{2E9ED49A-2B78-4CCF-BA57-1BB18908DE32}"/>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11793"/>
              <a:stretch/>
            </p:blipFill>
            <p:spPr>
              <a:xfrm>
                <a:off x="4849072" y="2280250"/>
                <a:ext cx="914400" cy="806561"/>
              </a:xfrm>
              <a:prstGeom prst="rect">
                <a:avLst/>
              </a:prstGeom>
            </p:spPr>
          </p:pic>
        </p:grpSp>
        <p:sp>
          <p:nvSpPr>
            <p:cNvPr id="56" name="ZoneTexte 55">
              <a:extLst>
                <a:ext uri="{FF2B5EF4-FFF2-40B4-BE49-F238E27FC236}">
                  <a16:creationId xmlns:a16="http://schemas.microsoft.com/office/drawing/2014/main" id="{85D047D1-981F-4002-8B7B-CC76A9EF3C3D}"/>
                </a:ext>
              </a:extLst>
            </p:cNvPr>
            <p:cNvSpPr txBox="1"/>
            <p:nvPr/>
          </p:nvSpPr>
          <p:spPr>
            <a:xfrm>
              <a:off x="3560193" y="2874612"/>
              <a:ext cx="1478088" cy="1200329"/>
            </a:xfrm>
            <a:prstGeom prst="rect">
              <a:avLst/>
            </a:prstGeom>
            <a:noFill/>
          </p:spPr>
          <p:txBody>
            <a:bodyPr wrap="square" rtlCol="0">
              <a:spAutoFit/>
            </a:bodyPr>
            <a:lstStyle/>
            <a:p>
              <a:pPr algn="ctr"/>
              <a:r>
                <a:rPr lang="en-US" sz="1100" b="1" dirty="0"/>
                <a:t>Engagement Rear Walls </a:t>
              </a:r>
            </a:p>
            <a:p>
              <a:pPr algn="ctr"/>
              <a:r>
                <a:rPr lang="en-US" sz="1100" dirty="0"/>
                <a:t>are all the reasons why Members do not get less involved</a:t>
              </a:r>
            </a:p>
          </p:txBody>
        </p:sp>
        <p:pic>
          <p:nvPicPr>
            <p:cNvPr id="57" name="Graphique 56" descr="Écolière avec un remplissage uni">
              <a:extLst>
                <a:ext uri="{FF2B5EF4-FFF2-40B4-BE49-F238E27FC236}">
                  <a16:creationId xmlns:a16="http://schemas.microsoft.com/office/drawing/2014/main" id="{15D5C4F9-FEF6-4C00-A7D3-A06E56C1819B}"/>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3294676" y="5485052"/>
              <a:ext cx="832415" cy="832415"/>
            </a:xfrm>
            <a:prstGeom prst="rect">
              <a:avLst/>
            </a:prstGeom>
          </p:spPr>
        </p:pic>
      </p:grpSp>
      <p:sp>
        <p:nvSpPr>
          <p:cNvPr id="61" name="ZoneTexte 60">
            <a:extLst>
              <a:ext uri="{FF2B5EF4-FFF2-40B4-BE49-F238E27FC236}">
                <a16:creationId xmlns:a16="http://schemas.microsoft.com/office/drawing/2014/main" id="{4A13F011-5DC0-42C9-8D1B-26624964A9CB}"/>
              </a:ext>
            </a:extLst>
          </p:cNvPr>
          <p:cNvSpPr txBox="1"/>
          <p:nvPr/>
        </p:nvSpPr>
        <p:spPr>
          <a:xfrm>
            <a:off x="260651" y="2230221"/>
            <a:ext cx="3702064" cy="5231817"/>
          </a:xfrm>
          <a:prstGeom prst="rect">
            <a:avLst/>
          </a:prstGeom>
          <a:noFill/>
        </p:spPr>
        <p:txBody>
          <a:bodyPr wrap="square" rtlCol="0">
            <a:spAutoFit/>
          </a:bodyPr>
          <a:lstStyle/>
          <a:p>
            <a:r>
              <a:rPr lang="en-US" sz="1200" b="1" dirty="0"/>
              <a:t>Engagement Rear Walls </a:t>
            </a:r>
            <a:r>
              <a:rPr lang="en-US" sz="1200" dirty="0"/>
              <a:t>(preventing members from engaging less than current level) </a:t>
            </a:r>
            <a:r>
              <a:rPr lang="en-US" sz="1200" b="1" dirty="0"/>
              <a:t>examples</a:t>
            </a:r>
          </a:p>
          <a:p>
            <a:endParaRPr lang="en-US" sz="1200" b="1" dirty="0"/>
          </a:p>
          <a:p>
            <a:pPr marL="285750" indent="-285750">
              <a:lnSpc>
                <a:spcPct val="150000"/>
              </a:lnSpc>
              <a:buFont typeface="Arial" panose="020B0604020202020204" pitchFamily="34" charset="0"/>
              <a:buChar char="•"/>
            </a:pPr>
            <a:r>
              <a:rPr lang="en-US" sz="1200" dirty="0"/>
              <a:t>Ignorance of opportunity : “I did not know it was possible”</a:t>
            </a:r>
          </a:p>
          <a:p>
            <a:pPr marL="285750" indent="-285750">
              <a:lnSpc>
                <a:spcPct val="150000"/>
              </a:lnSpc>
              <a:buFont typeface="Arial" panose="020B0604020202020204" pitchFamily="34" charset="0"/>
              <a:buChar char="•"/>
            </a:pPr>
            <a:r>
              <a:rPr lang="en-US" sz="1200" dirty="0"/>
              <a:t>Low Estimated pleasure : “I would not enjoy it”</a:t>
            </a:r>
          </a:p>
          <a:p>
            <a:pPr marL="285750" indent="-285750">
              <a:lnSpc>
                <a:spcPct val="150000"/>
              </a:lnSpc>
              <a:buFont typeface="Arial" panose="020B0604020202020204" pitchFamily="34" charset="0"/>
              <a:buChar char="•"/>
            </a:pPr>
            <a:r>
              <a:rPr lang="en-US" sz="1200" dirty="0"/>
              <a:t>Low Estimated value : “It would not be useful for me”</a:t>
            </a:r>
          </a:p>
          <a:p>
            <a:pPr marL="285750" indent="-285750">
              <a:lnSpc>
                <a:spcPct val="150000"/>
              </a:lnSpc>
              <a:buFont typeface="Arial" panose="020B0604020202020204" pitchFamily="34" charset="0"/>
              <a:buChar char="•"/>
            </a:pPr>
            <a:r>
              <a:rPr lang="en-US" sz="1200" dirty="0"/>
              <a:t>Guilt : “I would feel guilty to do less”</a:t>
            </a:r>
          </a:p>
          <a:p>
            <a:pPr marL="285750" indent="-285750">
              <a:lnSpc>
                <a:spcPct val="150000"/>
              </a:lnSpc>
              <a:buFont typeface="Arial" panose="020B0604020202020204" pitchFamily="34" charset="0"/>
              <a:buChar char="•"/>
            </a:pPr>
            <a:r>
              <a:rPr lang="en-US" sz="1200" dirty="0"/>
              <a:t>Lack of resources : “I don’t have the resources to…”</a:t>
            </a:r>
          </a:p>
          <a:p>
            <a:pPr marL="285750" indent="-285750">
              <a:lnSpc>
                <a:spcPct val="150000"/>
              </a:lnSpc>
              <a:buFont typeface="Arial" panose="020B0604020202020204" pitchFamily="34" charset="0"/>
              <a:buChar char="•"/>
            </a:pPr>
            <a:r>
              <a:rPr lang="en-US" sz="1200" dirty="0"/>
              <a:t>Refusal by others : “Others do not want me to”</a:t>
            </a:r>
          </a:p>
          <a:p>
            <a:pPr marL="285750" indent="-285750">
              <a:lnSpc>
                <a:spcPct val="150000"/>
              </a:lnSpc>
              <a:buFont typeface="Arial" panose="020B0604020202020204" pitchFamily="34" charset="0"/>
              <a:buChar char="•"/>
            </a:pPr>
            <a:r>
              <a:rPr lang="en-US" sz="1200" dirty="0"/>
              <a:t>Saturation : “there is no more room for this level of engagement” </a:t>
            </a:r>
          </a:p>
          <a:p>
            <a:pPr marL="285750" indent="-285750">
              <a:lnSpc>
                <a:spcPct val="150000"/>
              </a:lnSpc>
              <a:buFont typeface="Arial" panose="020B0604020202020204" pitchFamily="34" charset="0"/>
              <a:buChar char="•"/>
            </a:pPr>
            <a:r>
              <a:rPr lang="en-US" sz="1200" dirty="0"/>
              <a:t>Irreversibility : “I will not be able to go back”</a:t>
            </a:r>
          </a:p>
          <a:p>
            <a:pPr marL="285750" indent="-285750">
              <a:lnSpc>
                <a:spcPct val="150000"/>
              </a:lnSpc>
              <a:buFont typeface="Arial" panose="020B0604020202020204" pitchFamily="34" charset="0"/>
              <a:buChar char="•"/>
            </a:pPr>
            <a:r>
              <a:rPr lang="en-US" sz="1200" dirty="0"/>
              <a:t>…</a:t>
            </a:r>
          </a:p>
          <a:p>
            <a:pPr marL="285750" indent="-285750">
              <a:lnSpc>
                <a:spcPct val="150000"/>
              </a:lnSpc>
              <a:buFont typeface="Arial" panose="020B0604020202020204" pitchFamily="34" charset="0"/>
              <a:buChar char="•"/>
            </a:pPr>
            <a:endParaRPr lang="en-US" sz="1200" dirty="0"/>
          </a:p>
          <a:p>
            <a:pPr marL="285750" indent="-285750">
              <a:lnSpc>
                <a:spcPct val="150000"/>
              </a:lnSpc>
              <a:buFont typeface="Arial" panose="020B0604020202020204" pitchFamily="34" charset="0"/>
              <a:buChar char="•"/>
            </a:pPr>
            <a:endParaRPr lang="en-US" sz="1200" dirty="0"/>
          </a:p>
          <a:p>
            <a:pPr marL="285750" indent="-285750">
              <a:lnSpc>
                <a:spcPct val="150000"/>
              </a:lnSpc>
              <a:buFont typeface="Arial" panose="020B0604020202020204" pitchFamily="34" charset="0"/>
              <a:buChar char="•"/>
            </a:pPr>
            <a:endParaRPr lang="en-US" sz="1200" dirty="0"/>
          </a:p>
        </p:txBody>
      </p:sp>
      <p:pic>
        <p:nvPicPr>
          <p:cNvPr id="72" name="Graphique 71" descr="Femme juge avec un remplissage uni">
            <a:extLst>
              <a:ext uri="{FF2B5EF4-FFF2-40B4-BE49-F238E27FC236}">
                <a16:creationId xmlns:a16="http://schemas.microsoft.com/office/drawing/2014/main" id="{F7334188-F1FD-49F8-A74B-12EE2A4ED25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09743" y="4193411"/>
            <a:ext cx="260280" cy="255378"/>
          </a:xfrm>
          <a:prstGeom prst="rect">
            <a:avLst/>
          </a:prstGeom>
        </p:spPr>
      </p:pic>
      <p:pic>
        <p:nvPicPr>
          <p:cNvPr id="73" name="Graphique 72" descr="Pouce en bas avec un remplissage uni">
            <a:extLst>
              <a:ext uri="{FF2B5EF4-FFF2-40B4-BE49-F238E27FC236}">
                <a16:creationId xmlns:a16="http://schemas.microsoft.com/office/drawing/2014/main" id="{2CF0FD0F-A911-4746-9AA5-598CE74705A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9743" y="3726014"/>
            <a:ext cx="260280" cy="255378"/>
          </a:xfrm>
          <a:prstGeom prst="rect">
            <a:avLst/>
          </a:prstGeom>
        </p:spPr>
      </p:pic>
      <p:pic>
        <p:nvPicPr>
          <p:cNvPr id="74" name="Graphique 73" descr="Cœur brisé avec un remplissage uni">
            <a:extLst>
              <a:ext uri="{FF2B5EF4-FFF2-40B4-BE49-F238E27FC236}">
                <a16:creationId xmlns:a16="http://schemas.microsoft.com/office/drawing/2014/main" id="{349444BE-4E6E-408D-9A99-9A1FF11A758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28502" y="3437558"/>
            <a:ext cx="260280" cy="255378"/>
          </a:xfrm>
          <a:prstGeom prst="rect">
            <a:avLst/>
          </a:prstGeom>
        </p:spPr>
      </p:pic>
      <p:pic>
        <p:nvPicPr>
          <p:cNvPr id="76" name="Graphique 75" descr="Stop avec un remplissage uni">
            <a:extLst>
              <a:ext uri="{FF2B5EF4-FFF2-40B4-BE49-F238E27FC236}">
                <a16:creationId xmlns:a16="http://schemas.microsoft.com/office/drawing/2014/main" id="{7493DC70-1A4E-41F3-87DA-9AAF8422619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78897" y="4950794"/>
            <a:ext cx="351174" cy="344561"/>
          </a:xfrm>
          <a:prstGeom prst="rect">
            <a:avLst/>
          </a:prstGeom>
        </p:spPr>
      </p:pic>
      <p:pic>
        <p:nvPicPr>
          <p:cNvPr id="77" name="Graphique 76" descr="Prison avec un remplissage uni">
            <a:extLst>
              <a:ext uri="{FF2B5EF4-FFF2-40B4-BE49-F238E27FC236}">
                <a16:creationId xmlns:a16="http://schemas.microsoft.com/office/drawing/2014/main" id="{81B65824-34EC-4C97-A6AA-DD348DACB2B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0658" y="5797360"/>
            <a:ext cx="378449" cy="371323"/>
          </a:xfrm>
          <a:prstGeom prst="rect">
            <a:avLst/>
          </a:prstGeom>
        </p:spPr>
      </p:pic>
      <p:pic>
        <p:nvPicPr>
          <p:cNvPr id="78" name="Graphique 77" descr="Batterie chargée avec un remplissage uni">
            <a:extLst>
              <a:ext uri="{FF2B5EF4-FFF2-40B4-BE49-F238E27FC236}">
                <a16:creationId xmlns:a16="http://schemas.microsoft.com/office/drawing/2014/main" id="{B1114AB9-28DE-46CB-8B65-90CCC06A1AD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94605" y="5306631"/>
            <a:ext cx="306570" cy="300797"/>
          </a:xfrm>
          <a:prstGeom prst="rect">
            <a:avLst/>
          </a:prstGeom>
        </p:spPr>
      </p:pic>
      <p:pic>
        <p:nvPicPr>
          <p:cNvPr id="79" name="Graphique 78" descr="Argent volant avec un remplissage uni">
            <a:extLst>
              <a:ext uri="{FF2B5EF4-FFF2-40B4-BE49-F238E27FC236}">
                <a16:creationId xmlns:a16="http://schemas.microsoft.com/office/drawing/2014/main" id="{FF1B3BFB-5A1E-4F74-9AAA-9E4D24A3989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0187" y="4493402"/>
            <a:ext cx="268595" cy="263537"/>
          </a:xfrm>
          <a:prstGeom prst="rect">
            <a:avLst/>
          </a:prstGeom>
        </p:spPr>
      </p:pic>
      <p:pic>
        <p:nvPicPr>
          <p:cNvPr id="80" name="Graphique 79" descr="Questions avec un remplissage uni">
            <a:extLst>
              <a:ext uri="{FF2B5EF4-FFF2-40B4-BE49-F238E27FC236}">
                <a16:creationId xmlns:a16="http://schemas.microsoft.com/office/drawing/2014/main" id="{1887A9AF-9DDD-4F4B-8703-FC24B1D4AA1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18490" y="2785678"/>
            <a:ext cx="340061" cy="333657"/>
          </a:xfrm>
          <a:prstGeom prst="rect">
            <a:avLst/>
          </a:prstGeom>
        </p:spPr>
      </p:pic>
      <p:sp>
        <p:nvSpPr>
          <p:cNvPr id="52" name="ZoneTexte 51">
            <a:extLst>
              <a:ext uri="{FF2B5EF4-FFF2-40B4-BE49-F238E27FC236}">
                <a16:creationId xmlns:a16="http://schemas.microsoft.com/office/drawing/2014/main" id="{525FCF99-A4B0-499F-B59F-E975C768417D}"/>
              </a:ext>
            </a:extLst>
          </p:cNvPr>
          <p:cNvSpPr txBox="1"/>
          <p:nvPr/>
        </p:nvSpPr>
        <p:spPr>
          <a:xfrm>
            <a:off x="7888801" y="6009278"/>
            <a:ext cx="1808060" cy="600164"/>
          </a:xfrm>
          <a:prstGeom prst="rect">
            <a:avLst/>
          </a:prstGeom>
          <a:noFill/>
        </p:spPr>
        <p:txBody>
          <a:bodyPr wrap="square" rtlCol="0">
            <a:spAutoFit/>
          </a:bodyPr>
          <a:lstStyle/>
          <a:p>
            <a:pPr algn="ctr"/>
            <a:r>
              <a:rPr lang="en-US" sz="1100" b="1" dirty="0"/>
              <a:t>Note : </a:t>
            </a:r>
          </a:p>
          <a:p>
            <a:pPr algn="ctr"/>
            <a:r>
              <a:rPr lang="en-US" sz="1100" dirty="0"/>
              <a:t>Front Walls can also exist even before level 1</a:t>
            </a:r>
          </a:p>
        </p:txBody>
      </p:sp>
    </p:spTree>
    <p:extLst>
      <p:ext uri="{BB962C8B-B14F-4D97-AF65-F5344CB8AC3E}">
        <p14:creationId xmlns:p14="http://schemas.microsoft.com/office/powerpoint/2010/main" val="2940423127"/>
      </p:ext>
    </p:extLst>
  </p:cSld>
  <p:clrMapOvr>
    <a:masterClrMapping/>
  </p:clrMapOvr>
  <mc:AlternateContent xmlns:mc="http://schemas.openxmlformats.org/markup-compatibility/2006" xmlns:p14="http://schemas.microsoft.com/office/powerpoint/2010/main">
    <mc:Choice Requires="p14">
      <p:transition spd="slow" p14:dur="2000" advTm="77318"/>
    </mc:Choice>
    <mc:Fallback xmlns="">
      <p:transition spd="slow" advTm="77318"/>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What are the rear and front Engagement Walls in your Community ?</a:t>
            </a:r>
          </a:p>
          <a:p>
            <a:pPr marL="0" indent="0">
              <a:buNone/>
            </a:pPr>
            <a:endParaRPr lang="en-US" noProof="1"/>
          </a:p>
          <a:p>
            <a:pPr marL="0" indent="0">
              <a:buNone/>
            </a:pPr>
            <a:r>
              <a:rPr lang="en-US" noProof="1"/>
              <a:t>Which ones are willfully placed, which ones are unwanted ?</a:t>
            </a:r>
          </a:p>
        </p:txBody>
      </p:sp>
      <p:grpSp>
        <p:nvGrpSpPr>
          <p:cNvPr id="6" name="Groupe 5">
            <a:extLst>
              <a:ext uri="{FF2B5EF4-FFF2-40B4-BE49-F238E27FC236}">
                <a16:creationId xmlns:a16="http://schemas.microsoft.com/office/drawing/2014/main" id="{A6D92002-8305-4AC4-A559-05A6AFDF78BE}"/>
              </a:ext>
            </a:extLst>
          </p:cNvPr>
          <p:cNvGrpSpPr/>
          <p:nvPr/>
        </p:nvGrpSpPr>
        <p:grpSpPr>
          <a:xfrm>
            <a:off x="2030469" y="3800872"/>
            <a:ext cx="3424505" cy="2207871"/>
            <a:chOff x="3294676" y="4137693"/>
            <a:chExt cx="3730767" cy="2405327"/>
          </a:xfrm>
        </p:grpSpPr>
        <p:grpSp>
          <p:nvGrpSpPr>
            <p:cNvPr id="7" name="Groupe 6">
              <a:extLst>
                <a:ext uri="{FF2B5EF4-FFF2-40B4-BE49-F238E27FC236}">
                  <a16:creationId xmlns:a16="http://schemas.microsoft.com/office/drawing/2014/main" id="{0AFCB093-B0AC-40C4-912A-76042BD2C8F1}"/>
                </a:ext>
              </a:extLst>
            </p:cNvPr>
            <p:cNvGrpSpPr/>
            <p:nvPr/>
          </p:nvGrpSpPr>
          <p:grpSpPr>
            <a:xfrm>
              <a:off x="5498096" y="4137693"/>
              <a:ext cx="642146" cy="2405327"/>
              <a:chOff x="4849072" y="2280250"/>
              <a:chExt cx="914400" cy="3425125"/>
            </a:xfrm>
          </p:grpSpPr>
          <p:pic>
            <p:nvPicPr>
              <p:cNvPr id="21" name="Graphique 20" descr="Mur de briques avec un remplissage uni">
                <a:extLst>
                  <a:ext uri="{FF2B5EF4-FFF2-40B4-BE49-F238E27FC236}">
                    <a16:creationId xmlns:a16="http://schemas.microsoft.com/office/drawing/2014/main" id="{8A0E2E02-ACB9-48AA-96C6-79B0BDF48A8E}"/>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5080752"/>
                <a:ext cx="914400" cy="624623"/>
              </a:xfrm>
              <a:prstGeom prst="rect">
                <a:avLst/>
              </a:prstGeom>
            </p:spPr>
          </p:pic>
          <p:pic>
            <p:nvPicPr>
              <p:cNvPr id="22" name="Graphique 21" descr="Mur de briques avec un remplissage uni">
                <a:extLst>
                  <a:ext uri="{FF2B5EF4-FFF2-40B4-BE49-F238E27FC236}">
                    <a16:creationId xmlns:a16="http://schemas.microsoft.com/office/drawing/2014/main" id="{195C814B-3ACC-4DC2-A009-275BE41E066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4557197"/>
                <a:ext cx="914400" cy="624623"/>
              </a:xfrm>
              <a:prstGeom prst="rect">
                <a:avLst/>
              </a:prstGeom>
            </p:spPr>
          </p:pic>
          <p:pic>
            <p:nvPicPr>
              <p:cNvPr id="23" name="Graphique 22" descr="Mur de briques avec un remplissage uni">
                <a:extLst>
                  <a:ext uri="{FF2B5EF4-FFF2-40B4-BE49-F238E27FC236}">
                    <a16:creationId xmlns:a16="http://schemas.microsoft.com/office/drawing/2014/main" id="{7A92CC36-20C8-41FC-A749-D69580029EEA}"/>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4025329"/>
                <a:ext cx="914400" cy="624623"/>
              </a:xfrm>
              <a:prstGeom prst="rect">
                <a:avLst/>
              </a:prstGeom>
            </p:spPr>
          </p:pic>
          <p:pic>
            <p:nvPicPr>
              <p:cNvPr id="24" name="Graphique 23" descr="Mur de briques avec un remplissage uni">
                <a:extLst>
                  <a:ext uri="{FF2B5EF4-FFF2-40B4-BE49-F238E27FC236}">
                    <a16:creationId xmlns:a16="http://schemas.microsoft.com/office/drawing/2014/main" id="{C5BAC96A-FD99-46DC-A5A2-FDFABE51D70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3501774"/>
                <a:ext cx="914400" cy="624623"/>
              </a:xfrm>
              <a:prstGeom prst="rect">
                <a:avLst/>
              </a:prstGeom>
            </p:spPr>
          </p:pic>
          <p:pic>
            <p:nvPicPr>
              <p:cNvPr id="25" name="Graphique 24" descr="Mur de briques avec un remplissage uni">
                <a:extLst>
                  <a:ext uri="{FF2B5EF4-FFF2-40B4-BE49-F238E27FC236}">
                    <a16:creationId xmlns:a16="http://schemas.microsoft.com/office/drawing/2014/main" id="{76A758A4-26D3-404B-A35B-90520DD543DA}"/>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2985743"/>
                <a:ext cx="914400" cy="624623"/>
              </a:xfrm>
              <a:prstGeom prst="rect">
                <a:avLst/>
              </a:prstGeom>
            </p:spPr>
          </p:pic>
          <p:pic>
            <p:nvPicPr>
              <p:cNvPr id="26" name="Graphique 25" descr="Mur de briques avec un remplissage uni">
                <a:extLst>
                  <a:ext uri="{FF2B5EF4-FFF2-40B4-BE49-F238E27FC236}">
                    <a16:creationId xmlns:a16="http://schemas.microsoft.com/office/drawing/2014/main" id="{4A7B9B52-8ADB-48DC-9595-1039DDB06AA8}"/>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1793"/>
              <a:stretch/>
            </p:blipFill>
            <p:spPr>
              <a:xfrm>
                <a:off x="4849072" y="2280250"/>
                <a:ext cx="914400" cy="806561"/>
              </a:xfrm>
              <a:prstGeom prst="rect">
                <a:avLst/>
              </a:prstGeom>
            </p:spPr>
          </p:pic>
        </p:grpSp>
        <p:grpSp>
          <p:nvGrpSpPr>
            <p:cNvPr id="9" name="Groupe 8">
              <a:extLst>
                <a:ext uri="{FF2B5EF4-FFF2-40B4-BE49-F238E27FC236}">
                  <a16:creationId xmlns:a16="http://schemas.microsoft.com/office/drawing/2014/main" id="{8C7CE6A5-C517-4542-AE50-C977DA50B83E}"/>
                </a:ext>
              </a:extLst>
            </p:cNvPr>
            <p:cNvGrpSpPr/>
            <p:nvPr/>
          </p:nvGrpSpPr>
          <p:grpSpPr>
            <a:xfrm>
              <a:off x="4665431" y="5438324"/>
              <a:ext cx="2360012" cy="879143"/>
              <a:chOff x="3502812" y="1202922"/>
              <a:chExt cx="2592452" cy="965731"/>
            </a:xfrm>
          </p:grpSpPr>
          <p:pic>
            <p:nvPicPr>
              <p:cNvPr id="19" name="Graphique 18" descr="Une artiste avec un remplissage uni">
                <a:extLst>
                  <a:ext uri="{FF2B5EF4-FFF2-40B4-BE49-F238E27FC236}">
                    <a16:creationId xmlns:a16="http://schemas.microsoft.com/office/drawing/2014/main" id="{B6027B5C-E6EF-4260-B285-C3EBD1F76D0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80864" y="1202922"/>
                <a:ext cx="914400" cy="914400"/>
              </a:xfrm>
              <a:prstGeom prst="rect">
                <a:avLst/>
              </a:prstGeom>
            </p:spPr>
          </p:pic>
          <p:pic>
            <p:nvPicPr>
              <p:cNvPr id="20" name="Graphique 19" descr="Femme DJ avec un remplissage uni">
                <a:extLst>
                  <a:ext uri="{FF2B5EF4-FFF2-40B4-BE49-F238E27FC236}">
                    <a16:creationId xmlns:a16="http://schemas.microsoft.com/office/drawing/2014/main" id="{92DE7A76-38F9-4507-9608-0A5E7818578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502812" y="1254253"/>
                <a:ext cx="914400" cy="914400"/>
              </a:xfrm>
              <a:prstGeom prst="rect">
                <a:avLst/>
              </a:prstGeom>
            </p:spPr>
          </p:pic>
        </p:grpSp>
        <p:grpSp>
          <p:nvGrpSpPr>
            <p:cNvPr id="10" name="Groupe 9">
              <a:extLst>
                <a:ext uri="{FF2B5EF4-FFF2-40B4-BE49-F238E27FC236}">
                  <a16:creationId xmlns:a16="http://schemas.microsoft.com/office/drawing/2014/main" id="{F42BBAEF-9EBF-4462-A9FE-50EB933ADF68}"/>
                </a:ext>
              </a:extLst>
            </p:cNvPr>
            <p:cNvGrpSpPr/>
            <p:nvPr/>
          </p:nvGrpSpPr>
          <p:grpSpPr>
            <a:xfrm>
              <a:off x="4075313" y="4137693"/>
              <a:ext cx="642146" cy="2405327"/>
              <a:chOff x="4849072" y="2280250"/>
              <a:chExt cx="914400" cy="3425125"/>
            </a:xfrm>
          </p:grpSpPr>
          <p:pic>
            <p:nvPicPr>
              <p:cNvPr id="13" name="Graphique 12" descr="Mur de briques avec un remplissage uni">
                <a:extLst>
                  <a:ext uri="{FF2B5EF4-FFF2-40B4-BE49-F238E27FC236}">
                    <a16:creationId xmlns:a16="http://schemas.microsoft.com/office/drawing/2014/main" id="{C1A00219-D666-408E-A763-02DC55DEEBC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5080752"/>
                <a:ext cx="914400" cy="624623"/>
              </a:xfrm>
              <a:prstGeom prst="rect">
                <a:avLst/>
              </a:prstGeom>
            </p:spPr>
          </p:pic>
          <p:pic>
            <p:nvPicPr>
              <p:cNvPr id="14" name="Graphique 13" descr="Mur de briques avec un remplissage uni">
                <a:extLst>
                  <a:ext uri="{FF2B5EF4-FFF2-40B4-BE49-F238E27FC236}">
                    <a16:creationId xmlns:a16="http://schemas.microsoft.com/office/drawing/2014/main" id="{2D5E0FAF-A01F-4660-A6CF-63EADD485328}"/>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4557197"/>
                <a:ext cx="914400" cy="624623"/>
              </a:xfrm>
              <a:prstGeom prst="rect">
                <a:avLst/>
              </a:prstGeom>
            </p:spPr>
          </p:pic>
          <p:pic>
            <p:nvPicPr>
              <p:cNvPr id="15" name="Graphique 14" descr="Mur de briques avec un remplissage uni">
                <a:extLst>
                  <a:ext uri="{FF2B5EF4-FFF2-40B4-BE49-F238E27FC236}">
                    <a16:creationId xmlns:a16="http://schemas.microsoft.com/office/drawing/2014/main" id="{3E19ABDB-ED94-4BAA-AE73-9E7EA8164672}"/>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4025329"/>
                <a:ext cx="914400" cy="624623"/>
              </a:xfrm>
              <a:prstGeom prst="rect">
                <a:avLst/>
              </a:prstGeom>
            </p:spPr>
          </p:pic>
          <p:pic>
            <p:nvPicPr>
              <p:cNvPr id="16" name="Graphique 15" descr="Mur de briques avec un remplissage uni">
                <a:extLst>
                  <a:ext uri="{FF2B5EF4-FFF2-40B4-BE49-F238E27FC236}">
                    <a16:creationId xmlns:a16="http://schemas.microsoft.com/office/drawing/2014/main" id="{C7D96D45-5FF5-402A-8589-51C054FB1E9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3501774"/>
                <a:ext cx="914400" cy="624623"/>
              </a:xfrm>
              <a:prstGeom prst="rect">
                <a:avLst/>
              </a:prstGeom>
            </p:spPr>
          </p:pic>
          <p:pic>
            <p:nvPicPr>
              <p:cNvPr id="17" name="Graphique 16" descr="Mur de briques avec un remplissage uni">
                <a:extLst>
                  <a:ext uri="{FF2B5EF4-FFF2-40B4-BE49-F238E27FC236}">
                    <a16:creationId xmlns:a16="http://schemas.microsoft.com/office/drawing/2014/main" id="{BC506A67-0E8F-48CF-AA19-C91A6491852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31690"/>
              <a:stretch/>
            </p:blipFill>
            <p:spPr>
              <a:xfrm>
                <a:off x="4849072" y="2985743"/>
                <a:ext cx="914400" cy="624623"/>
              </a:xfrm>
              <a:prstGeom prst="rect">
                <a:avLst/>
              </a:prstGeom>
            </p:spPr>
          </p:pic>
          <p:pic>
            <p:nvPicPr>
              <p:cNvPr id="18" name="Graphique 17" descr="Mur de briques avec un remplissage uni">
                <a:extLst>
                  <a:ext uri="{FF2B5EF4-FFF2-40B4-BE49-F238E27FC236}">
                    <a16:creationId xmlns:a16="http://schemas.microsoft.com/office/drawing/2014/main" id="{10F0F215-29AD-4B1E-AFAC-4CCB245B897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11793"/>
              <a:stretch/>
            </p:blipFill>
            <p:spPr>
              <a:xfrm>
                <a:off x="4849072" y="2280250"/>
                <a:ext cx="914400" cy="806561"/>
              </a:xfrm>
              <a:prstGeom prst="rect">
                <a:avLst/>
              </a:prstGeom>
            </p:spPr>
          </p:pic>
        </p:grpSp>
        <p:pic>
          <p:nvPicPr>
            <p:cNvPr id="12" name="Graphique 11" descr="Écolière avec un remplissage uni">
              <a:extLst>
                <a:ext uri="{FF2B5EF4-FFF2-40B4-BE49-F238E27FC236}">
                  <a16:creationId xmlns:a16="http://schemas.microsoft.com/office/drawing/2014/main" id="{8F98DDD5-2D4A-459E-B314-55770BB5532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294676" y="5485052"/>
              <a:ext cx="832415" cy="832415"/>
            </a:xfrm>
            <a:prstGeom prst="rect">
              <a:avLst/>
            </a:prstGeom>
          </p:spPr>
        </p:pic>
      </p:grpSp>
      <p:pic>
        <p:nvPicPr>
          <p:cNvPr id="35" name="Graphique 34" descr="Sablier 90% avec un remplissage uni">
            <a:extLst>
              <a:ext uri="{FF2B5EF4-FFF2-40B4-BE49-F238E27FC236}">
                <a16:creationId xmlns:a16="http://schemas.microsoft.com/office/drawing/2014/main" id="{D5A5F809-3428-4079-AC6A-AB7E7179D02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656169" y="3735172"/>
            <a:ext cx="287724" cy="282306"/>
          </a:xfrm>
          <a:prstGeom prst="rect">
            <a:avLst/>
          </a:prstGeom>
        </p:spPr>
      </p:pic>
      <p:pic>
        <p:nvPicPr>
          <p:cNvPr id="36" name="Graphique 35" descr="Argent volant avec un remplissage uni">
            <a:extLst>
              <a:ext uri="{FF2B5EF4-FFF2-40B4-BE49-F238E27FC236}">
                <a16:creationId xmlns:a16="http://schemas.microsoft.com/office/drawing/2014/main" id="{CEFEBC72-F64E-4D53-B42F-0406E3F5A7C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661135" y="4029529"/>
            <a:ext cx="268595" cy="263537"/>
          </a:xfrm>
          <a:prstGeom prst="rect">
            <a:avLst/>
          </a:prstGeom>
        </p:spPr>
      </p:pic>
      <p:pic>
        <p:nvPicPr>
          <p:cNvPr id="37" name="Graphique 36" descr="Zombie avec un remplissage uni">
            <a:extLst>
              <a:ext uri="{FF2B5EF4-FFF2-40B4-BE49-F238E27FC236}">
                <a16:creationId xmlns:a16="http://schemas.microsoft.com/office/drawing/2014/main" id="{4A8119A4-3B3D-40C6-92E1-7395BC33A6B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656169" y="4244134"/>
            <a:ext cx="287724" cy="282306"/>
          </a:xfrm>
          <a:prstGeom prst="rect">
            <a:avLst/>
          </a:prstGeom>
        </p:spPr>
      </p:pic>
      <p:pic>
        <p:nvPicPr>
          <p:cNvPr id="38" name="Graphique 37" descr="Questions avec un remplissage uni">
            <a:extLst>
              <a:ext uri="{FF2B5EF4-FFF2-40B4-BE49-F238E27FC236}">
                <a16:creationId xmlns:a16="http://schemas.microsoft.com/office/drawing/2014/main" id="{046F10E7-C310-4A30-BD25-0FBFAD62C958}"/>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637606" y="2550115"/>
            <a:ext cx="340061" cy="333657"/>
          </a:xfrm>
          <a:prstGeom prst="rect">
            <a:avLst/>
          </a:prstGeom>
        </p:spPr>
      </p:pic>
      <p:pic>
        <p:nvPicPr>
          <p:cNvPr id="39" name="Graphique 38" descr="Pouce en bas avec un remplissage uni">
            <a:extLst>
              <a:ext uri="{FF2B5EF4-FFF2-40B4-BE49-F238E27FC236}">
                <a16:creationId xmlns:a16="http://schemas.microsoft.com/office/drawing/2014/main" id="{B3A21CD7-5CB0-4711-BE6B-CE1EC5F0540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653419" y="3202388"/>
            <a:ext cx="260280" cy="255378"/>
          </a:xfrm>
          <a:prstGeom prst="rect">
            <a:avLst/>
          </a:prstGeom>
        </p:spPr>
      </p:pic>
      <p:pic>
        <p:nvPicPr>
          <p:cNvPr id="40" name="Graphique 39" descr="Cœur brisé avec un remplissage uni">
            <a:extLst>
              <a:ext uri="{FF2B5EF4-FFF2-40B4-BE49-F238E27FC236}">
                <a16:creationId xmlns:a16="http://schemas.microsoft.com/office/drawing/2014/main" id="{ABFB02CC-1798-49D0-B0D8-EFB159BF124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5669890" y="2938158"/>
            <a:ext cx="260280" cy="255378"/>
          </a:xfrm>
          <a:prstGeom prst="rect">
            <a:avLst/>
          </a:prstGeom>
        </p:spPr>
      </p:pic>
      <p:pic>
        <p:nvPicPr>
          <p:cNvPr id="41" name="Graphique 40" descr="Femme juge avec un remplissage uni">
            <a:extLst>
              <a:ext uri="{FF2B5EF4-FFF2-40B4-BE49-F238E27FC236}">
                <a16:creationId xmlns:a16="http://schemas.microsoft.com/office/drawing/2014/main" id="{848E5A46-5B72-485A-9A61-3C4078928DC1}"/>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669889" y="3465950"/>
            <a:ext cx="260280" cy="255378"/>
          </a:xfrm>
          <a:prstGeom prst="rect">
            <a:avLst/>
          </a:prstGeom>
        </p:spPr>
      </p:pic>
      <p:pic>
        <p:nvPicPr>
          <p:cNvPr id="42" name="Graphique 41" descr="Stop avec un remplissage uni">
            <a:extLst>
              <a:ext uri="{FF2B5EF4-FFF2-40B4-BE49-F238E27FC236}">
                <a16:creationId xmlns:a16="http://schemas.microsoft.com/office/drawing/2014/main" id="{7DAFD20C-AF22-4C95-A620-C32B730CA511}"/>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5643628" y="4506330"/>
            <a:ext cx="351174" cy="344561"/>
          </a:xfrm>
          <a:prstGeom prst="rect">
            <a:avLst/>
          </a:prstGeom>
        </p:spPr>
      </p:pic>
      <p:pic>
        <p:nvPicPr>
          <p:cNvPr id="43" name="Graphique 42" descr="Prison avec un remplissage uni">
            <a:extLst>
              <a:ext uri="{FF2B5EF4-FFF2-40B4-BE49-F238E27FC236}">
                <a16:creationId xmlns:a16="http://schemas.microsoft.com/office/drawing/2014/main" id="{0BFB0103-E0BD-4DE0-85FF-303547C884C9}"/>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5631959" y="5077964"/>
            <a:ext cx="378449" cy="371323"/>
          </a:xfrm>
          <a:prstGeom prst="rect">
            <a:avLst/>
          </a:prstGeom>
        </p:spPr>
      </p:pic>
      <p:pic>
        <p:nvPicPr>
          <p:cNvPr id="44" name="Graphique 43" descr="Batterie chargée avec un remplissage uni">
            <a:extLst>
              <a:ext uri="{FF2B5EF4-FFF2-40B4-BE49-F238E27FC236}">
                <a16:creationId xmlns:a16="http://schemas.microsoft.com/office/drawing/2014/main" id="{1CE04021-E728-41AF-BBEC-42E1E63465C1}"/>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5643628" y="4819662"/>
            <a:ext cx="306570" cy="300797"/>
          </a:xfrm>
          <a:prstGeom prst="rect">
            <a:avLst/>
          </a:prstGeom>
        </p:spPr>
      </p:pic>
    </p:spTree>
    <p:extLst>
      <p:ext uri="{BB962C8B-B14F-4D97-AF65-F5344CB8AC3E}">
        <p14:creationId xmlns:p14="http://schemas.microsoft.com/office/powerpoint/2010/main" val="2742599109"/>
      </p:ext>
    </p:extLst>
  </p:cSld>
  <p:clrMapOvr>
    <a:masterClrMapping/>
  </p:clrMapOvr>
  <mc:AlternateContent xmlns:mc="http://schemas.openxmlformats.org/markup-compatibility/2006" xmlns:p14="http://schemas.microsoft.com/office/powerpoint/2010/main">
    <mc:Choice Requires="p14">
      <p:transition spd="slow" p14:dur="2000" advTm="33672"/>
    </mc:Choice>
    <mc:Fallback xmlns="">
      <p:transition spd="slow" advTm="33672"/>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P10</a:t>
            </a:r>
            <a:br>
              <a:rPr lang="en-US" dirty="0"/>
            </a:br>
            <a:r>
              <a:rPr lang="en-US" dirty="0"/>
              <a:t>Identify your engagement Rear walls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extLst>
              <p:ext uri="{D42A27DB-BD31-4B8C-83A1-F6EECF244321}">
                <p14:modId xmlns:p14="http://schemas.microsoft.com/office/powerpoint/2010/main" val="3113205108"/>
              </p:ext>
            </p:extLst>
          </p:nvPr>
        </p:nvGraphicFramePr>
        <p:xfrm>
          <a:off x="277267"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543054"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3940341"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374419"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833970"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413293"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8810580"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244658"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grpSp>
        <p:nvGrpSpPr>
          <p:cNvPr id="3" name="Groupe 2">
            <a:extLst>
              <a:ext uri="{FF2B5EF4-FFF2-40B4-BE49-F238E27FC236}">
                <a16:creationId xmlns:a16="http://schemas.microsoft.com/office/drawing/2014/main" id="{ECE46FCA-8A91-4BBE-8E8F-A600316BA41A}"/>
              </a:ext>
            </a:extLst>
          </p:cNvPr>
          <p:cNvGrpSpPr/>
          <p:nvPr/>
        </p:nvGrpSpPr>
        <p:grpSpPr>
          <a:xfrm>
            <a:off x="1646964" y="3687849"/>
            <a:ext cx="589432" cy="2207871"/>
            <a:chOff x="4549190" y="4633585"/>
            <a:chExt cx="589432" cy="2207871"/>
          </a:xfrm>
        </p:grpSpPr>
        <p:pic>
          <p:nvPicPr>
            <p:cNvPr id="40" name="Graphique 39" descr="Mur de briques avec un remplissage uni">
              <a:extLst>
                <a:ext uri="{FF2B5EF4-FFF2-40B4-BE49-F238E27FC236}">
                  <a16:creationId xmlns:a16="http://schemas.microsoft.com/office/drawing/2014/main" id="{FB2260F6-B4B1-4F1E-883E-EF27A1751B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2" name="Graphique 41" descr="Mur de briques avec un remplissage uni">
              <a:extLst>
                <a:ext uri="{FF2B5EF4-FFF2-40B4-BE49-F238E27FC236}">
                  <a16:creationId xmlns:a16="http://schemas.microsoft.com/office/drawing/2014/main" id="{A56ECE07-E4BC-4B80-81E0-92F5A82BE37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43" name="Graphique 42" descr="Mur de briques avec un remplissage uni">
              <a:extLst>
                <a:ext uri="{FF2B5EF4-FFF2-40B4-BE49-F238E27FC236}">
                  <a16:creationId xmlns:a16="http://schemas.microsoft.com/office/drawing/2014/main" id="{33A22896-BCFF-447D-8837-A2E4083D5F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44" name="Graphique 43" descr="Mur de briques avec un remplissage uni">
              <a:extLst>
                <a:ext uri="{FF2B5EF4-FFF2-40B4-BE49-F238E27FC236}">
                  <a16:creationId xmlns:a16="http://schemas.microsoft.com/office/drawing/2014/main" id="{7C403915-B39C-4AA1-A28D-0D45A51882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45" name="Graphique 44" descr="Mur de briques avec un remplissage uni">
              <a:extLst>
                <a:ext uri="{FF2B5EF4-FFF2-40B4-BE49-F238E27FC236}">
                  <a16:creationId xmlns:a16="http://schemas.microsoft.com/office/drawing/2014/main" id="{343C5BF3-15F7-4426-8698-D15B25A61E7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46" name="Graphique 45" descr="Mur de briques avec un remplissage uni">
              <a:extLst>
                <a:ext uri="{FF2B5EF4-FFF2-40B4-BE49-F238E27FC236}">
                  <a16:creationId xmlns:a16="http://schemas.microsoft.com/office/drawing/2014/main" id="{F4B0E6F7-7CAF-4DD5-9EF5-27EC75E9593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47" name="Groupe 46">
            <a:extLst>
              <a:ext uri="{FF2B5EF4-FFF2-40B4-BE49-F238E27FC236}">
                <a16:creationId xmlns:a16="http://schemas.microsoft.com/office/drawing/2014/main" id="{371670B8-4C8C-455C-B1AE-018430D4BFAF}"/>
              </a:ext>
            </a:extLst>
          </p:cNvPr>
          <p:cNvGrpSpPr/>
          <p:nvPr/>
        </p:nvGrpSpPr>
        <p:grpSpPr>
          <a:xfrm>
            <a:off x="3227418" y="3687849"/>
            <a:ext cx="589432" cy="2207871"/>
            <a:chOff x="4549190" y="4633585"/>
            <a:chExt cx="589432" cy="2207871"/>
          </a:xfrm>
        </p:grpSpPr>
        <p:pic>
          <p:nvPicPr>
            <p:cNvPr id="48" name="Graphique 47" descr="Mur de briques avec un remplissage uni">
              <a:extLst>
                <a:ext uri="{FF2B5EF4-FFF2-40B4-BE49-F238E27FC236}">
                  <a16:creationId xmlns:a16="http://schemas.microsoft.com/office/drawing/2014/main" id="{EF6BD225-6760-4128-B962-5A62288757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9" name="Graphique 48" descr="Mur de briques avec un remplissage uni">
              <a:extLst>
                <a:ext uri="{FF2B5EF4-FFF2-40B4-BE49-F238E27FC236}">
                  <a16:creationId xmlns:a16="http://schemas.microsoft.com/office/drawing/2014/main" id="{7A92BB50-3802-4E86-9911-7EEC04D312D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0" name="Graphique 49" descr="Mur de briques avec un remplissage uni">
              <a:extLst>
                <a:ext uri="{FF2B5EF4-FFF2-40B4-BE49-F238E27FC236}">
                  <a16:creationId xmlns:a16="http://schemas.microsoft.com/office/drawing/2014/main" id="{D3F5DA60-B1EF-476D-88A0-7A792F0989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1" name="Graphique 50" descr="Mur de briques avec un remplissage uni">
              <a:extLst>
                <a:ext uri="{FF2B5EF4-FFF2-40B4-BE49-F238E27FC236}">
                  <a16:creationId xmlns:a16="http://schemas.microsoft.com/office/drawing/2014/main" id="{BD603662-8A72-4C0C-A2EB-91F1455FBB6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2" name="Graphique 51" descr="Mur de briques avec un remplissage uni">
              <a:extLst>
                <a:ext uri="{FF2B5EF4-FFF2-40B4-BE49-F238E27FC236}">
                  <a16:creationId xmlns:a16="http://schemas.microsoft.com/office/drawing/2014/main" id="{4999C97D-C509-45FF-9E30-52CC3021539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53" name="Graphique 52" descr="Mur de briques avec un remplissage uni">
              <a:extLst>
                <a:ext uri="{FF2B5EF4-FFF2-40B4-BE49-F238E27FC236}">
                  <a16:creationId xmlns:a16="http://schemas.microsoft.com/office/drawing/2014/main" id="{D91F80A9-ECD9-470B-9209-41B960A06E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54" name="Groupe 53">
            <a:extLst>
              <a:ext uri="{FF2B5EF4-FFF2-40B4-BE49-F238E27FC236}">
                <a16:creationId xmlns:a16="http://schemas.microsoft.com/office/drawing/2014/main" id="{3B872303-A1C2-4242-A4F9-76395DDE462E}"/>
              </a:ext>
            </a:extLst>
          </p:cNvPr>
          <p:cNvGrpSpPr/>
          <p:nvPr/>
        </p:nvGrpSpPr>
        <p:grpSpPr>
          <a:xfrm>
            <a:off x="4907717" y="3681411"/>
            <a:ext cx="589432" cy="2207871"/>
            <a:chOff x="4549190" y="4633585"/>
            <a:chExt cx="589432" cy="2207871"/>
          </a:xfrm>
        </p:grpSpPr>
        <p:pic>
          <p:nvPicPr>
            <p:cNvPr id="55" name="Graphique 54" descr="Mur de briques avec un remplissage uni">
              <a:extLst>
                <a:ext uri="{FF2B5EF4-FFF2-40B4-BE49-F238E27FC236}">
                  <a16:creationId xmlns:a16="http://schemas.microsoft.com/office/drawing/2014/main" id="{82C4ECB9-0BF7-447B-97D6-7E0E3BE100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56" name="Graphique 55" descr="Mur de briques avec un remplissage uni">
              <a:extLst>
                <a:ext uri="{FF2B5EF4-FFF2-40B4-BE49-F238E27FC236}">
                  <a16:creationId xmlns:a16="http://schemas.microsoft.com/office/drawing/2014/main" id="{62D948DE-7033-4C05-8C7B-CA9D070860E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7" name="Graphique 56" descr="Mur de briques avec un remplissage uni">
              <a:extLst>
                <a:ext uri="{FF2B5EF4-FFF2-40B4-BE49-F238E27FC236}">
                  <a16:creationId xmlns:a16="http://schemas.microsoft.com/office/drawing/2014/main" id="{B0B5D4DD-A40A-4C88-ACF0-E27EF9C2D6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8" name="Graphique 57" descr="Mur de briques avec un remplissage uni">
              <a:extLst>
                <a:ext uri="{FF2B5EF4-FFF2-40B4-BE49-F238E27FC236}">
                  <a16:creationId xmlns:a16="http://schemas.microsoft.com/office/drawing/2014/main" id="{4F5724BD-1CCF-40BD-A5ED-B646359FD3B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9" name="Graphique 58" descr="Mur de briques avec un remplissage uni">
              <a:extLst>
                <a:ext uri="{FF2B5EF4-FFF2-40B4-BE49-F238E27FC236}">
                  <a16:creationId xmlns:a16="http://schemas.microsoft.com/office/drawing/2014/main" id="{8A1F6869-3F3F-4B8B-B5FF-7FB5D245208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0" name="Graphique 59" descr="Mur de briques avec un remplissage uni">
              <a:extLst>
                <a:ext uri="{FF2B5EF4-FFF2-40B4-BE49-F238E27FC236}">
                  <a16:creationId xmlns:a16="http://schemas.microsoft.com/office/drawing/2014/main" id="{F785B0F1-3C4E-4D8B-AC1C-D827F75CFA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1" name="Groupe 60">
            <a:extLst>
              <a:ext uri="{FF2B5EF4-FFF2-40B4-BE49-F238E27FC236}">
                <a16:creationId xmlns:a16="http://schemas.microsoft.com/office/drawing/2014/main" id="{0154EDE2-155E-47B1-8892-7557F100108C}"/>
              </a:ext>
            </a:extLst>
          </p:cNvPr>
          <p:cNvGrpSpPr/>
          <p:nvPr/>
        </p:nvGrpSpPr>
        <p:grpSpPr>
          <a:xfrm>
            <a:off x="6488171" y="3681411"/>
            <a:ext cx="589432" cy="2207871"/>
            <a:chOff x="4549190" y="4633585"/>
            <a:chExt cx="589432" cy="2207871"/>
          </a:xfrm>
        </p:grpSpPr>
        <p:pic>
          <p:nvPicPr>
            <p:cNvPr id="62" name="Graphique 61" descr="Mur de briques avec un remplissage uni">
              <a:extLst>
                <a:ext uri="{FF2B5EF4-FFF2-40B4-BE49-F238E27FC236}">
                  <a16:creationId xmlns:a16="http://schemas.microsoft.com/office/drawing/2014/main" id="{C29037B8-D8B3-4B98-A7F8-F57105A5E69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63" name="Graphique 62" descr="Mur de briques avec un remplissage uni">
              <a:extLst>
                <a:ext uri="{FF2B5EF4-FFF2-40B4-BE49-F238E27FC236}">
                  <a16:creationId xmlns:a16="http://schemas.microsoft.com/office/drawing/2014/main" id="{788DBC55-D097-41E6-AD50-EFDF8686876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64" name="Graphique 63" descr="Mur de briques avec un remplissage uni">
              <a:extLst>
                <a:ext uri="{FF2B5EF4-FFF2-40B4-BE49-F238E27FC236}">
                  <a16:creationId xmlns:a16="http://schemas.microsoft.com/office/drawing/2014/main" id="{4341252D-2729-4CD0-8FCE-116197D920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65" name="Graphique 64" descr="Mur de briques avec un remplissage uni">
              <a:extLst>
                <a:ext uri="{FF2B5EF4-FFF2-40B4-BE49-F238E27FC236}">
                  <a16:creationId xmlns:a16="http://schemas.microsoft.com/office/drawing/2014/main" id="{E91753ED-716B-458C-9E04-E9F356FB3B2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66" name="Graphique 65" descr="Mur de briques avec un remplissage uni">
              <a:extLst>
                <a:ext uri="{FF2B5EF4-FFF2-40B4-BE49-F238E27FC236}">
                  <a16:creationId xmlns:a16="http://schemas.microsoft.com/office/drawing/2014/main" id="{2FA39551-9F78-4791-B3F5-559C2619C10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7" name="Graphique 66" descr="Mur de briques avec un remplissage uni">
              <a:extLst>
                <a:ext uri="{FF2B5EF4-FFF2-40B4-BE49-F238E27FC236}">
                  <a16:creationId xmlns:a16="http://schemas.microsoft.com/office/drawing/2014/main" id="{497736D9-EB61-4E0F-90FD-EBD3C7535E2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8" name="Groupe 67">
            <a:extLst>
              <a:ext uri="{FF2B5EF4-FFF2-40B4-BE49-F238E27FC236}">
                <a16:creationId xmlns:a16="http://schemas.microsoft.com/office/drawing/2014/main" id="{089B7CE2-8FB5-4507-9CC7-4DCD964AD42A}"/>
              </a:ext>
            </a:extLst>
          </p:cNvPr>
          <p:cNvGrpSpPr/>
          <p:nvPr/>
        </p:nvGrpSpPr>
        <p:grpSpPr>
          <a:xfrm>
            <a:off x="8168470" y="3672022"/>
            <a:ext cx="589432" cy="2207871"/>
            <a:chOff x="4549190" y="4633585"/>
            <a:chExt cx="589432" cy="2207871"/>
          </a:xfrm>
        </p:grpSpPr>
        <p:pic>
          <p:nvPicPr>
            <p:cNvPr id="69" name="Graphique 68" descr="Mur de briques avec un remplissage uni">
              <a:extLst>
                <a:ext uri="{FF2B5EF4-FFF2-40B4-BE49-F238E27FC236}">
                  <a16:creationId xmlns:a16="http://schemas.microsoft.com/office/drawing/2014/main" id="{AE3FEE25-158E-4CA9-BE95-304EC5AD06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70" name="Graphique 69" descr="Mur de briques avec un remplissage uni">
              <a:extLst>
                <a:ext uri="{FF2B5EF4-FFF2-40B4-BE49-F238E27FC236}">
                  <a16:creationId xmlns:a16="http://schemas.microsoft.com/office/drawing/2014/main" id="{6D19FBA9-B245-4F35-A2D5-B3C97BA9E3E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71" name="Graphique 70" descr="Mur de briques avec un remplissage uni">
              <a:extLst>
                <a:ext uri="{FF2B5EF4-FFF2-40B4-BE49-F238E27FC236}">
                  <a16:creationId xmlns:a16="http://schemas.microsoft.com/office/drawing/2014/main" id="{41609B30-A320-4C38-8492-93B83D278D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82" name="Graphique 81" descr="Mur de briques avec un remplissage uni">
              <a:extLst>
                <a:ext uri="{FF2B5EF4-FFF2-40B4-BE49-F238E27FC236}">
                  <a16:creationId xmlns:a16="http://schemas.microsoft.com/office/drawing/2014/main" id="{1AF3333C-1B2B-45DA-8654-934A7E0A983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83" name="Graphique 82" descr="Mur de briques avec un remplissage uni">
              <a:extLst>
                <a:ext uri="{FF2B5EF4-FFF2-40B4-BE49-F238E27FC236}">
                  <a16:creationId xmlns:a16="http://schemas.microsoft.com/office/drawing/2014/main" id="{343C2AAC-EBDA-4AA5-8A94-A7FF2E3A711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87" name="Graphique 86" descr="Mur de briques avec un remplissage uni">
              <a:extLst>
                <a:ext uri="{FF2B5EF4-FFF2-40B4-BE49-F238E27FC236}">
                  <a16:creationId xmlns:a16="http://schemas.microsoft.com/office/drawing/2014/main" id="{FBCE6C75-7D6E-4E4A-A1E9-CD53F3CFCE0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95" name="Groupe 94">
            <a:extLst>
              <a:ext uri="{FF2B5EF4-FFF2-40B4-BE49-F238E27FC236}">
                <a16:creationId xmlns:a16="http://schemas.microsoft.com/office/drawing/2014/main" id="{0B37F3EC-EE38-4E1C-B180-C67CBDFD171B}"/>
              </a:ext>
            </a:extLst>
          </p:cNvPr>
          <p:cNvGrpSpPr/>
          <p:nvPr/>
        </p:nvGrpSpPr>
        <p:grpSpPr>
          <a:xfrm>
            <a:off x="9748924" y="3672022"/>
            <a:ext cx="589432" cy="2207871"/>
            <a:chOff x="4549190" y="4633585"/>
            <a:chExt cx="589432" cy="2207871"/>
          </a:xfrm>
        </p:grpSpPr>
        <p:pic>
          <p:nvPicPr>
            <p:cNvPr id="97" name="Graphique 96" descr="Mur de briques avec un remplissage uni">
              <a:extLst>
                <a:ext uri="{FF2B5EF4-FFF2-40B4-BE49-F238E27FC236}">
                  <a16:creationId xmlns:a16="http://schemas.microsoft.com/office/drawing/2014/main" id="{9822FAF0-1515-4DCE-8CE7-DBF72B2A7B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98" name="Graphique 97" descr="Mur de briques avec un remplissage uni">
              <a:extLst>
                <a:ext uri="{FF2B5EF4-FFF2-40B4-BE49-F238E27FC236}">
                  <a16:creationId xmlns:a16="http://schemas.microsoft.com/office/drawing/2014/main" id="{D35CA215-CA0E-4E77-836D-C2099C6171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99" name="Graphique 98" descr="Mur de briques avec un remplissage uni">
              <a:extLst>
                <a:ext uri="{FF2B5EF4-FFF2-40B4-BE49-F238E27FC236}">
                  <a16:creationId xmlns:a16="http://schemas.microsoft.com/office/drawing/2014/main" id="{405BFAC2-FA4F-40E7-A271-D15CDDFA2A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0" name="Graphique 99" descr="Mur de briques avec un remplissage uni">
              <a:extLst>
                <a:ext uri="{FF2B5EF4-FFF2-40B4-BE49-F238E27FC236}">
                  <a16:creationId xmlns:a16="http://schemas.microsoft.com/office/drawing/2014/main" id="{7B5CB492-4E6D-4AEF-89CA-616BC9187CA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1" name="Graphique 100" descr="Mur de briques avec un remplissage uni">
              <a:extLst>
                <a:ext uri="{FF2B5EF4-FFF2-40B4-BE49-F238E27FC236}">
                  <a16:creationId xmlns:a16="http://schemas.microsoft.com/office/drawing/2014/main" id="{D2D64D62-7BCB-4844-A29E-65B55F7285F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2" name="Graphique 101" descr="Mur de briques avec un remplissage uni">
              <a:extLst>
                <a:ext uri="{FF2B5EF4-FFF2-40B4-BE49-F238E27FC236}">
                  <a16:creationId xmlns:a16="http://schemas.microsoft.com/office/drawing/2014/main" id="{2277FE00-E442-4CF7-8C6B-09B55D5BFFF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103" name="Groupe 102">
            <a:extLst>
              <a:ext uri="{FF2B5EF4-FFF2-40B4-BE49-F238E27FC236}">
                <a16:creationId xmlns:a16="http://schemas.microsoft.com/office/drawing/2014/main" id="{29D1985A-4456-48A0-AFB2-297F66DD9B87}"/>
              </a:ext>
            </a:extLst>
          </p:cNvPr>
          <p:cNvGrpSpPr/>
          <p:nvPr/>
        </p:nvGrpSpPr>
        <p:grpSpPr>
          <a:xfrm>
            <a:off x="16588" y="3692982"/>
            <a:ext cx="589432" cy="2207871"/>
            <a:chOff x="4549190" y="4633585"/>
            <a:chExt cx="589432" cy="2207871"/>
          </a:xfrm>
        </p:grpSpPr>
        <p:pic>
          <p:nvPicPr>
            <p:cNvPr id="104" name="Graphique 103" descr="Mur de briques avec un remplissage uni">
              <a:extLst>
                <a:ext uri="{FF2B5EF4-FFF2-40B4-BE49-F238E27FC236}">
                  <a16:creationId xmlns:a16="http://schemas.microsoft.com/office/drawing/2014/main" id="{613DAF50-95FD-4816-9D82-B915A285DC9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105" name="Graphique 104" descr="Mur de briques avec un remplissage uni">
              <a:extLst>
                <a:ext uri="{FF2B5EF4-FFF2-40B4-BE49-F238E27FC236}">
                  <a16:creationId xmlns:a16="http://schemas.microsoft.com/office/drawing/2014/main" id="{19B5DFD2-2C1B-437D-B7BA-95FA99854E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106" name="Graphique 105" descr="Mur de briques avec un remplissage uni">
              <a:extLst>
                <a:ext uri="{FF2B5EF4-FFF2-40B4-BE49-F238E27FC236}">
                  <a16:creationId xmlns:a16="http://schemas.microsoft.com/office/drawing/2014/main" id="{46EE626D-9CA9-4AA4-8799-981C3C14D75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7" name="Graphique 106" descr="Mur de briques avec un remplissage uni">
              <a:extLst>
                <a:ext uri="{FF2B5EF4-FFF2-40B4-BE49-F238E27FC236}">
                  <a16:creationId xmlns:a16="http://schemas.microsoft.com/office/drawing/2014/main" id="{4DFB16B2-C026-44BF-9832-52741AC9FFE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8" name="Graphique 107" descr="Mur de briques avec un remplissage uni">
              <a:extLst>
                <a:ext uri="{FF2B5EF4-FFF2-40B4-BE49-F238E27FC236}">
                  <a16:creationId xmlns:a16="http://schemas.microsoft.com/office/drawing/2014/main" id="{C3687360-6A29-408E-8A86-198623C3D0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9" name="Graphique 108" descr="Mur de briques avec un remplissage uni">
              <a:extLst>
                <a:ext uri="{FF2B5EF4-FFF2-40B4-BE49-F238E27FC236}">
                  <a16:creationId xmlns:a16="http://schemas.microsoft.com/office/drawing/2014/main" id="{33EEFF45-7646-4077-8979-537DBCD18C8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sp>
        <p:nvSpPr>
          <p:cNvPr id="114" name="Rectangle 113">
            <a:extLst>
              <a:ext uri="{FF2B5EF4-FFF2-40B4-BE49-F238E27FC236}">
                <a16:creationId xmlns:a16="http://schemas.microsoft.com/office/drawing/2014/main" id="{85F510F6-3E65-45EA-8636-39AE577A2A18}"/>
              </a:ext>
            </a:extLst>
          </p:cNvPr>
          <p:cNvSpPr/>
          <p:nvPr/>
        </p:nvSpPr>
        <p:spPr>
          <a:xfrm>
            <a:off x="218993" y="38700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218993" y="451076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224513" y="520894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1865970" y="386203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1865970" y="450274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871490" y="520092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428710" y="384620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428710" y="44869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434230" y="518509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111445" y="38401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111445" y="448083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5116965" y="51790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6684592" y="38346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6684592" y="44753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690112" y="51735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386668" y="38197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386668" y="44604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392188" y="515867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9973318" y="37951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9973318" y="44358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978838" y="51340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3411704853"/>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P10</a:t>
            </a:r>
            <a:br>
              <a:rPr lang="en-US" dirty="0"/>
            </a:br>
            <a:r>
              <a:rPr lang="en-US" dirty="0"/>
              <a:t>Identify your engagement Front walls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extLst>
              <p:ext uri="{D42A27DB-BD31-4B8C-83A1-F6EECF244321}">
                <p14:modId xmlns:p14="http://schemas.microsoft.com/office/powerpoint/2010/main" val="204933670"/>
              </p:ext>
            </p:extLst>
          </p:nvPr>
        </p:nvGraphicFramePr>
        <p:xfrm>
          <a:off x="515806"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781593"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4178880"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612958"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1072509"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651832"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9049119"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483197"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grpSp>
        <p:nvGrpSpPr>
          <p:cNvPr id="3" name="Groupe 2">
            <a:extLst>
              <a:ext uri="{FF2B5EF4-FFF2-40B4-BE49-F238E27FC236}">
                <a16:creationId xmlns:a16="http://schemas.microsoft.com/office/drawing/2014/main" id="{ECE46FCA-8A91-4BBE-8E8F-A600316BA41A}"/>
              </a:ext>
            </a:extLst>
          </p:cNvPr>
          <p:cNvGrpSpPr/>
          <p:nvPr/>
        </p:nvGrpSpPr>
        <p:grpSpPr>
          <a:xfrm>
            <a:off x="1994832" y="3687849"/>
            <a:ext cx="589432" cy="2207871"/>
            <a:chOff x="4549190" y="4633585"/>
            <a:chExt cx="589432" cy="2207871"/>
          </a:xfrm>
        </p:grpSpPr>
        <p:pic>
          <p:nvPicPr>
            <p:cNvPr id="40" name="Graphique 39" descr="Mur de briques avec un remplissage uni">
              <a:extLst>
                <a:ext uri="{FF2B5EF4-FFF2-40B4-BE49-F238E27FC236}">
                  <a16:creationId xmlns:a16="http://schemas.microsoft.com/office/drawing/2014/main" id="{FB2260F6-B4B1-4F1E-883E-EF27A1751B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2" name="Graphique 41" descr="Mur de briques avec un remplissage uni">
              <a:extLst>
                <a:ext uri="{FF2B5EF4-FFF2-40B4-BE49-F238E27FC236}">
                  <a16:creationId xmlns:a16="http://schemas.microsoft.com/office/drawing/2014/main" id="{A56ECE07-E4BC-4B80-81E0-92F5A82BE37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43" name="Graphique 42" descr="Mur de briques avec un remplissage uni">
              <a:extLst>
                <a:ext uri="{FF2B5EF4-FFF2-40B4-BE49-F238E27FC236}">
                  <a16:creationId xmlns:a16="http://schemas.microsoft.com/office/drawing/2014/main" id="{33A22896-BCFF-447D-8837-A2E4083D5FD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44" name="Graphique 43" descr="Mur de briques avec un remplissage uni">
              <a:extLst>
                <a:ext uri="{FF2B5EF4-FFF2-40B4-BE49-F238E27FC236}">
                  <a16:creationId xmlns:a16="http://schemas.microsoft.com/office/drawing/2014/main" id="{7C403915-B39C-4AA1-A28D-0D45A518826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45" name="Graphique 44" descr="Mur de briques avec un remplissage uni">
              <a:extLst>
                <a:ext uri="{FF2B5EF4-FFF2-40B4-BE49-F238E27FC236}">
                  <a16:creationId xmlns:a16="http://schemas.microsoft.com/office/drawing/2014/main" id="{343C5BF3-15F7-4426-8698-D15B25A61E7E}"/>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46" name="Graphique 45" descr="Mur de briques avec un remplissage uni">
              <a:extLst>
                <a:ext uri="{FF2B5EF4-FFF2-40B4-BE49-F238E27FC236}">
                  <a16:creationId xmlns:a16="http://schemas.microsoft.com/office/drawing/2014/main" id="{F4B0E6F7-7CAF-4DD5-9EF5-27EC75E9593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47" name="Groupe 46">
            <a:extLst>
              <a:ext uri="{FF2B5EF4-FFF2-40B4-BE49-F238E27FC236}">
                <a16:creationId xmlns:a16="http://schemas.microsoft.com/office/drawing/2014/main" id="{371670B8-4C8C-455C-B1AE-018430D4BFAF}"/>
              </a:ext>
            </a:extLst>
          </p:cNvPr>
          <p:cNvGrpSpPr/>
          <p:nvPr/>
        </p:nvGrpSpPr>
        <p:grpSpPr>
          <a:xfrm>
            <a:off x="3575286" y="3687849"/>
            <a:ext cx="589432" cy="2207871"/>
            <a:chOff x="4549190" y="4633585"/>
            <a:chExt cx="589432" cy="2207871"/>
          </a:xfrm>
        </p:grpSpPr>
        <p:pic>
          <p:nvPicPr>
            <p:cNvPr id="48" name="Graphique 47" descr="Mur de briques avec un remplissage uni">
              <a:extLst>
                <a:ext uri="{FF2B5EF4-FFF2-40B4-BE49-F238E27FC236}">
                  <a16:creationId xmlns:a16="http://schemas.microsoft.com/office/drawing/2014/main" id="{EF6BD225-6760-4128-B962-5A62288757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49" name="Graphique 48" descr="Mur de briques avec un remplissage uni">
              <a:extLst>
                <a:ext uri="{FF2B5EF4-FFF2-40B4-BE49-F238E27FC236}">
                  <a16:creationId xmlns:a16="http://schemas.microsoft.com/office/drawing/2014/main" id="{7A92BB50-3802-4E86-9911-7EEC04D312D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0" name="Graphique 49" descr="Mur de briques avec un remplissage uni">
              <a:extLst>
                <a:ext uri="{FF2B5EF4-FFF2-40B4-BE49-F238E27FC236}">
                  <a16:creationId xmlns:a16="http://schemas.microsoft.com/office/drawing/2014/main" id="{D3F5DA60-B1EF-476D-88A0-7A792F09897B}"/>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1" name="Graphique 50" descr="Mur de briques avec un remplissage uni">
              <a:extLst>
                <a:ext uri="{FF2B5EF4-FFF2-40B4-BE49-F238E27FC236}">
                  <a16:creationId xmlns:a16="http://schemas.microsoft.com/office/drawing/2014/main" id="{BD603662-8A72-4C0C-A2EB-91F1455FBB6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2" name="Graphique 51" descr="Mur de briques avec un remplissage uni">
              <a:extLst>
                <a:ext uri="{FF2B5EF4-FFF2-40B4-BE49-F238E27FC236}">
                  <a16:creationId xmlns:a16="http://schemas.microsoft.com/office/drawing/2014/main" id="{4999C97D-C509-45FF-9E30-52CC3021539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53" name="Graphique 52" descr="Mur de briques avec un remplissage uni">
              <a:extLst>
                <a:ext uri="{FF2B5EF4-FFF2-40B4-BE49-F238E27FC236}">
                  <a16:creationId xmlns:a16="http://schemas.microsoft.com/office/drawing/2014/main" id="{D91F80A9-ECD9-470B-9209-41B960A06E1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54" name="Groupe 53">
            <a:extLst>
              <a:ext uri="{FF2B5EF4-FFF2-40B4-BE49-F238E27FC236}">
                <a16:creationId xmlns:a16="http://schemas.microsoft.com/office/drawing/2014/main" id="{3B872303-A1C2-4242-A4F9-76395DDE462E}"/>
              </a:ext>
            </a:extLst>
          </p:cNvPr>
          <p:cNvGrpSpPr/>
          <p:nvPr/>
        </p:nvGrpSpPr>
        <p:grpSpPr>
          <a:xfrm>
            <a:off x="5255585" y="3681411"/>
            <a:ext cx="589432" cy="2207871"/>
            <a:chOff x="4549190" y="4633585"/>
            <a:chExt cx="589432" cy="2207871"/>
          </a:xfrm>
        </p:grpSpPr>
        <p:pic>
          <p:nvPicPr>
            <p:cNvPr id="55" name="Graphique 54" descr="Mur de briques avec un remplissage uni">
              <a:extLst>
                <a:ext uri="{FF2B5EF4-FFF2-40B4-BE49-F238E27FC236}">
                  <a16:creationId xmlns:a16="http://schemas.microsoft.com/office/drawing/2014/main" id="{82C4ECB9-0BF7-447B-97D6-7E0E3BE100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56" name="Graphique 55" descr="Mur de briques avec un remplissage uni">
              <a:extLst>
                <a:ext uri="{FF2B5EF4-FFF2-40B4-BE49-F238E27FC236}">
                  <a16:creationId xmlns:a16="http://schemas.microsoft.com/office/drawing/2014/main" id="{62D948DE-7033-4C05-8C7B-CA9D070860E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57" name="Graphique 56" descr="Mur de briques avec un remplissage uni">
              <a:extLst>
                <a:ext uri="{FF2B5EF4-FFF2-40B4-BE49-F238E27FC236}">
                  <a16:creationId xmlns:a16="http://schemas.microsoft.com/office/drawing/2014/main" id="{B0B5D4DD-A40A-4C88-ACF0-E27EF9C2D6E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58" name="Graphique 57" descr="Mur de briques avec un remplissage uni">
              <a:extLst>
                <a:ext uri="{FF2B5EF4-FFF2-40B4-BE49-F238E27FC236}">
                  <a16:creationId xmlns:a16="http://schemas.microsoft.com/office/drawing/2014/main" id="{4F5724BD-1CCF-40BD-A5ED-B646359FD3B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59" name="Graphique 58" descr="Mur de briques avec un remplissage uni">
              <a:extLst>
                <a:ext uri="{FF2B5EF4-FFF2-40B4-BE49-F238E27FC236}">
                  <a16:creationId xmlns:a16="http://schemas.microsoft.com/office/drawing/2014/main" id="{8A1F6869-3F3F-4B8B-B5FF-7FB5D245208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0" name="Graphique 59" descr="Mur de briques avec un remplissage uni">
              <a:extLst>
                <a:ext uri="{FF2B5EF4-FFF2-40B4-BE49-F238E27FC236}">
                  <a16:creationId xmlns:a16="http://schemas.microsoft.com/office/drawing/2014/main" id="{F785B0F1-3C4E-4D8B-AC1C-D827F75CFA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1" name="Groupe 60">
            <a:extLst>
              <a:ext uri="{FF2B5EF4-FFF2-40B4-BE49-F238E27FC236}">
                <a16:creationId xmlns:a16="http://schemas.microsoft.com/office/drawing/2014/main" id="{0154EDE2-155E-47B1-8892-7557F100108C}"/>
              </a:ext>
            </a:extLst>
          </p:cNvPr>
          <p:cNvGrpSpPr/>
          <p:nvPr/>
        </p:nvGrpSpPr>
        <p:grpSpPr>
          <a:xfrm>
            <a:off x="6836039" y="3681411"/>
            <a:ext cx="589432" cy="2207871"/>
            <a:chOff x="4549190" y="4633585"/>
            <a:chExt cx="589432" cy="2207871"/>
          </a:xfrm>
        </p:grpSpPr>
        <p:pic>
          <p:nvPicPr>
            <p:cNvPr id="62" name="Graphique 61" descr="Mur de briques avec un remplissage uni">
              <a:extLst>
                <a:ext uri="{FF2B5EF4-FFF2-40B4-BE49-F238E27FC236}">
                  <a16:creationId xmlns:a16="http://schemas.microsoft.com/office/drawing/2014/main" id="{C29037B8-D8B3-4B98-A7F8-F57105A5E69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63" name="Graphique 62" descr="Mur de briques avec un remplissage uni">
              <a:extLst>
                <a:ext uri="{FF2B5EF4-FFF2-40B4-BE49-F238E27FC236}">
                  <a16:creationId xmlns:a16="http://schemas.microsoft.com/office/drawing/2014/main" id="{788DBC55-D097-41E6-AD50-EFDF8686876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64" name="Graphique 63" descr="Mur de briques avec un remplissage uni">
              <a:extLst>
                <a:ext uri="{FF2B5EF4-FFF2-40B4-BE49-F238E27FC236}">
                  <a16:creationId xmlns:a16="http://schemas.microsoft.com/office/drawing/2014/main" id="{4341252D-2729-4CD0-8FCE-116197D920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65" name="Graphique 64" descr="Mur de briques avec un remplissage uni">
              <a:extLst>
                <a:ext uri="{FF2B5EF4-FFF2-40B4-BE49-F238E27FC236}">
                  <a16:creationId xmlns:a16="http://schemas.microsoft.com/office/drawing/2014/main" id="{E91753ED-716B-458C-9E04-E9F356FB3B2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66" name="Graphique 65" descr="Mur de briques avec un remplissage uni">
              <a:extLst>
                <a:ext uri="{FF2B5EF4-FFF2-40B4-BE49-F238E27FC236}">
                  <a16:creationId xmlns:a16="http://schemas.microsoft.com/office/drawing/2014/main" id="{2FA39551-9F78-4791-B3F5-559C2619C10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67" name="Graphique 66" descr="Mur de briques avec un remplissage uni">
              <a:extLst>
                <a:ext uri="{FF2B5EF4-FFF2-40B4-BE49-F238E27FC236}">
                  <a16:creationId xmlns:a16="http://schemas.microsoft.com/office/drawing/2014/main" id="{497736D9-EB61-4E0F-90FD-EBD3C7535E2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68" name="Groupe 67">
            <a:extLst>
              <a:ext uri="{FF2B5EF4-FFF2-40B4-BE49-F238E27FC236}">
                <a16:creationId xmlns:a16="http://schemas.microsoft.com/office/drawing/2014/main" id="{089B7CE2-8FB5-4507-9CC7-4DCD964AD42A}"/>
              </a:ext>
            </a:extLst>
          </p:cNvPr>
          <p:cNvGrpSpPr/>
          <p:nvPr/>
        </p:nvGrpSpPr>
        <p:grpSpPr>
          <a:xfrm>
            <a:off x="8516338" y="3672022"/>
            <a:ext cx="589432" cy="2207871"/>
            <a:chOff x="4549190" y="4633585"/>
            <a:chExt cx="589432" cy="2207871"/>
          </a:xfrm>
        </p:grpSpPr>
        <p:pic>
          <p:nvPicPr>
            <p:cNvPr id="69" name="Graphique 68" descr="Mur de briques avec un remplissage uni">
              <a:extLst>
                <a:ext uri="{FF2B5EF4-FFF2-40B4-BE49-F238E27FC236}">
                  <a16:creationId xmlns:a16="http://schemas.microsoft.com/office/drawing/2014/main" id="{AE3FEE25-158E-4CA9-BE95-304EC5AD06B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70" name="Graphique 69" descr="Mur de briques avec un remplissage uni">
              <a:extLst>
                <a:ext uri="{FF2B5EF4-FFF2-40B4-BE49-F238E27FC236}">
                  <a16:creationId xmlns:a16="http://schemas.microsoft.com/office/drawing/2014/main" id="{6D19FBA9-B245-4F35-A2D5-B3C97BA9E3E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71" name="Graphique 70" descr="Mur de briques avec un remplissage uni">
              <a:extLst>
                <a:ext uri="{FF2B5EF4-FFF2-40B4-BE49-F238E27FC236}">
                  <a16:creationId xmlns:a16="http://schemas.microsoft.com/office/drawing/2014/main" id="{41609B30-A320-4C38-8492-93B83D278D7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82" name="Graphique 81" descr="Mur de briques avec un remplissage uni">
              <a:extLst>
                <a:ext uri="{FF2B5EF4-FFF2-40B4-BE49-F238E27FC236}">
                  <a16:creationId xmlns:a16="http://schemas.microsoft.com/office/drawing/2014/main" id="{1AF3333C-1B2B-45DA-8654-934A7E0A983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83" name="Graphique 82" descr="Mur de briques avec un remplissage uni">
              <a:extLst>
                <a:ext uri="{FF2B5EF4-FFF2-40B4-BE49-F238E27FC236}">
                  <a16:creationId xmlns:a16="http://schemas.microsoft.com/office/drawing/2014/main" id="{343C2AAC-EBDA-4AA5-8A94-A7FF2E3A711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87" name="Graphique 86" descr="Mur de briques avec un remplissage uni">
              <a:extLst>
                <a:ext uri="{FF2B5EF4-FFF2-40B4-BE49-F238E27FC236}">
                  <a16:creationId xmlns:a16="http://schemas.microsoft.com/office/drawing/2014/main" id="{FBCE6C75-7D6E-4E4A-A1E9-CD53F3CFCE0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95" name="Groupe 94">
            <a:extLst>
              <a:ext uri="{FF2B5EF4-FFF2-40B4-BE49-F238E27FC236}">
                <a16:creationId xmlns:a16="http://schemas.microsoft.com/office/drawing/2014/main" id="{0B37F3EC-EE38-4E1C-B180-C67CBDFD171B}"/>
              </a:ext>
            </a:extLst>
          </p:cNvPr>
          <p:cNvGrpSpPr/>
          <p:nvPr/>
        </p:nvGrpSpPr>
        <p:grpSpPr>
          <a:xfrm>
            <a:off x="10096792" y="3672022"/>
            <a:ext cx="589432" cy="2207871"/>
            <a:chOff x="4549190" y="4633585"/>
            <a:chExt cx="589432" cy="2207871"/>
          </a:xfrm>
        </p:grpSpPr>
        <p:pic>
          <p:nvPicPr>
            <p:cNvPr id="97" name="Graphique 96" descr="Mur de briques avec un remplissage uni">
              <a:extLst>
                <a:ext uri="{FF2B5EF4-FFF2-40B4-BE49-F238E27FC236}">
                  <a16:creationId xmlns:a16="http://schemas.microsoft.com/office/drawing/2014/main" id="{9822FAF0-1515-4DCE-8CE7-DBF72B2A7B9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98" name="Graphique 97" descr="Mur de briques avec un remplissage uni">
              <a:extLst>
                <a:ext uri="{FF2B5EF4-FFF2-40B4-BE49-F238E27FC236}">
                  <a16:creationId xmlns:a16="http://schemas.microsoft.com/office/drawing/2014/main" id="{D35CA215-CA0E-4E77-836D-C2099C6171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99" name="Graphique 98" descr="Mur de briques avec un remplissage uni">
              <a:extLst>
                <a:ext uri="{FF2B5EF4-FFF2-40B4-BE49-F238E27FC236}">
                  <a16:creationId xmlns:a16="http://schemas.microsoft.com/office/drawing/2014/main" id="{405BFAC2-FA4F-40E7-A271-D15CDDFA2A2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0" name="Graphique 99" descr="Mur de briques avec un remplissage uni">
              <a:extLst>
                <a:ext uri="{FF2B5EF4-FFF2-40B4-BE49-F238E27FC236}">
                  <a16:creationId xmlns:a16="http://schemas.microsoft.com/office/drawing/2014/main" id="{7B5CB492-4E6D-4AEF-89CA-616BC9187CA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1" name="Graphique 100" descr="Mur de briques avec un remplissage uni">
              <a:extLst>
                <a:ext uri="{FF2B5EF4-FFF2-40B4-BE49-F238E27FC236}">
                  <a16:creationId xmlns:a16="http://schemas.microsoft.com/office/drawing/2014/main" id="{D2D64D62-7BCB-4844-A29E-65B55F7285FC}"/>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2" name="Graphique 101" descr="Mur de briques avec un remplissage uni">
              <a:extLst>
                <a:ext uri="{FF2B5EF4-FFF2-40B4-BE49-F238E27FC236}">
                  <a16:creationId xmlns:a16="http://schemas.microsoft.com/office/drawing/2014/main" id="{2277FE00-E442-4CF7-8C6B-09B55D5BFFF6}"/>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grpSp>
        <p:nvGrpSpPr>
          <p:cNvPr id="103" name="Groupe 102">
            <a:extLst>
              <a:ext uri="{FF2B5EF4-FFF2-40B4-BE49-F238E27FC236}">
                <a16:creationId xmlns:a16="http://schemas.microsoft.com/office/drawing/2014/main" id="{29D1985A-4456-48A0-AFB2-297F66DD9B87}"/>
              </a:ext>
            </a:extLst>
          </p:cNvPr>
          <p:cNvGrpSpPr/>
          <p:nvPr/>
        </p:nvGrpSpPr>
        <p:grpSpPr>
          <a:xfrm>
            <a:off x="364456" y="3692982"/>
            <a:ext cx="589432" cy="2207871"/>
            <a:chOff x="4549190" y="4633585"/>
            <a:chExt cx="589432" cy="2207871"/>
          </a:xfrm>
        </p:grpSpPr>
        <p:pic>
          <p:nvPicPr>
            <p:cNvPr id="104" name="Graphique 103" descr="Mur de briques avec un remplissage uni">
              <a:extLst>
                <a:ext uri="{FF2B5EF4-FFF2-40B4-BE49-F238E27FC236}">
                  <a16:creationId xmlns:a16="http://schemas.microsoft.com/office/drawing/2014/main" id="{613DAF50-95FD-4816-9D82-B915A285DC9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438818"/>
              <a:ext cx="589432" cy="402638"/>
            </a:xfrm>
            <a:prstGeom prst="rect">
              <a:avLst/>
            </a:prstGeom>
          </p:spPr>
        </p:pic>
        <p:pic>
          <p:nvPicPr>
            <p:cNvPr id="105" name="Graphique 104" descr="Mur de briques avec un remplissage uni">
              <a:extLst>
                <a:ext uri="{FF2B5EF4-FFF2-40B4-BE49-F238E27FC236}">
                  <a16:creationId xmlns:a16="http://schemas.microsoft.com/office/drawing/2014/main" id="{19B5DFD2-2C1B-437D-B7BA-95FA99854EC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6101329"/>
              <a:ext cx="589432" cy="402638"/>
            </a:xfrm>
            <a:prstGeom prst="rect">
              <a:avLst/>
            </a:prstGeom>
          </p:spPr>
        </p:pic>
        <p:pic>
          <p:nvPicPr>
            <p:cNvPr id="106" name="Graphique 105" descr="Mur de briques avec un remplissage uni">
              <a:extLst>
                <a:ext uri="{FF2B5EF4-FFF2-40B4-BE49-F238E27FC236}">
                  <a16:creationId xmlns:a16="http://schemas.microsoft.com/office/drawing/2014/main" id="{46EE626D-9CA9-4AA4-8799-981C3C14D753}"/>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758481"/>
              <a:ext cx="589432" cy="402638"/>
            </a:xfrm>
            <a:prstGeom prst="rect">
              <a:avLst/>
            </a:prstGeom>
          </p:spPr>
        </p:pic>
        <p:pic>
          <p:nvPicPr>
            <p:cNvPr id="107" name="Graphique 106" descr="Mur de briques avec un remplissage uni">
              <a:extLst>
                <a:ext uri="{FF2B5EF4-FFF2-40B4-BE49-F238E27FC236}">
                  <a16:creationId xmlns:a16="http://schemas.microsoft.com/office/drawing/2014/main" id="{4DFB16B2-C026-44BF-9832-52741AC9FFE1}"/>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420992"/>
              <a:ext cx="589432" cy="402638"/>
            </a:xfrm>
            <a:prstGeom prst="rect">
              <a:avLst/>
            </a:prstGeom>
          </p:spPr>
        </p:pic>
        <p:pic>
          <p:nvPicPr>
            <p:cNvPr id="108" name="Graphique 107" descr="Mur de briques avec un remplissage uni">
              <a:extLst>
                <a:ext uri="{FF2B5EF4-FFF2-40B4-BE49-F238E27FC236}">
                  <a16:creationId xmlns:a16="http://schemas.microsoft.com/office/drawing/2014/main" id="{C3687360-6A29-408E-8A86-198623C3D08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31690"/>
            <a:stretch/>
          </p:blipFill>
          <p:spPr>
            <a:xfrm>
              <a:off x="4549190" y="5088353"/>
              <a:ext cx="589432" cy="402638"/>
            </a:xfrm>
            <a:prstGeom prst="rect">
              <a:avLst/>
            </a:prstGeom>
          </p:spPr>
        </p:pic>
        <p:pic>
          <p:nvPicPr>
            <p:cNvPr id="109" name="Graphique 108" descr="Mur de briques avec un remplissage uni">
              <a:extLst>
                <a:ext uri="{FF2B5EF4-FFF2-40B4-BE49-F238E27FC236}">
                  <a16:creationId xmlns:a16="http://schemas.microsoft.com/office/drawing/2014/main" id="{33EEFF45-7646-4077-8979-537DBCD18C8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1793"/>
            <a:stretch/>
          </p:blipFill>
          <p:spPr>
            <a:xfrm>
              <a:off x="4549190" y="4633585"/>
              <a:ext cx="589432" cy="519918"/>
            </a:xfrm>
            <a:prstGeom prst="rect">
              <a:avLst/>
            </a:prstGeom>
          </p:spPr>
        </p:pic>
      </p:grpSp>
      <p:sp>
        <p:nvSpPr>
          <p:cNvPr id="114" name="Rectangle 113">
            <a:extLst>
              <a:ext uri="{FF2B5EF4-FFF2-40B4-BE49-F238E27FC236}">
                <a16:creationId xmlns:a16="http://schemas.microsoft.com/office/drawing/2014/main" id="{85F510F6-3E65-45EA-8636-39AE577A2A18}"/>
              </a:ext>
            </a:extLst>
          </p:cNvPr>
          <p:cNvSpPr/>
          <p:nvPr/>
        </p:nvSpPr>
        <p:spPr>
          <a:xfrm>
            <a:off x="189175" y="38700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189175" y="451076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194695" y="520894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1836152" y="386203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1836152" y="450274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841672" y="520092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398892" y="384620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398892" y="44869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404412" y="518509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081627" y="38401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081627" y="448083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5087147" y="517901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6654774" y="38346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6654774" y="44753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660294" y="51735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356850" y="38197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356850" y="44604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362370" y="515867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9943500" y="37951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9943500" y="44358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949020" y="513402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Tree>
    <p:extLst>
      <p:ext uri="{BB962C8B-B14F-4D97-AF65-F5344CB8AC3E}">
        <p14:creationId xmlns:p14="http://schemas.microsoft.com/office/powerpoint/2010/main" val="3555974910"/>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D9F0143-3725-4F2D-8C19-7159D2860FCB}"/>
              </a:ext>
            </a:extLst>
          </p:cNvPr>
          <p:cNvSpPr>
            <a:spLocks noGrp="1"/>
          </p:cNvSpPr>
          <p:nvPr>
            <p:ph type="title"/>
          </p:nvPr>
        </p:nvSpPr>
        <p:spPr/>
        <p:txBody>
          <a:bodyPr/>
          <a:lstStyle/>
          <a:p>
            <a:pPr algn="ctr"/>
            <a:r>
              <a:rPr lang="en-US" dirty="0"/>
              <a:t>Use case</a:t>
            </a:r>
          </a:p>
        </p:txBody>
      </p:sp>
      <p:sp>
        <p:nvSpPr>
          <p:cNvPr id="6" name="Espace réservé du contenu 5">
            <a:extLst>
              <a:ext uri="{FF2B5EF4-FFF2-40B4-BE49-F238E27FC236}">
                <a16:creationId xmlns:a16="http://schemas.microsoft.com/office/drawing/2014/main" id="{B22A1477-67D6-43A3-A1B7-AFC82D4AFD96}"/>
              </a:ext>
            </a:extLst>
          </p:cNvPr>
          <p:cNvSpPr>
            <a:spLocks noGrp="1"/>
          </p:cNvSpPr>
          <p:nvPr>
            <p:ph idx="1"/>
          </p:nvPr>
        </p:nvSpPr>
        <p:spPr/>
        <p:txBody>
          <a:bodyPr/>
          <a:lstStyle/>
          <a:p>
            <a:pPr marL="0" indent="0">
              <a:buNone/>
            </a:pPr>
            <a:r>
              <a:rPr lang="en-US" dirty="0"/>
              <a:t> </a:t>
            </a:r>
          </a:p>
        </p:txBody>
      </p:sp>
      <p:pic>
        <p:nvPicPr>
          <p:cNvPr id="7" name="Graphique 6" descr="Écolière avec un remplissage uni">
            <a:extLst>
              <a:ext uri="{FF2B5EF4-FFF2-40B4-BE49-F238E27FC236}">
                <a16:creationId xmlns:a16="http://schemas.microsoft.com/office/drawing/2014/main" id="{FF95402E-4FF5-437A-9109-AE6E50C2274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72636" y="4028704"/>
            <a:ext cx="2482676" cy="2482676"/>
          </a:xfrm>
          <a:prstGeom prst="rect">
            <a:avLst/>
          </a:prstGeom>
        </p:spPr>
      </p:pic>
      <p:sp>
        <p:nvSpPr>
          <p:cNvPr id="8" name="Bulle narrative : ronde 7">
            <a:extLst>
              <a:ext uri="{FF2B5EF4-FFF2-40B4-BE49-F238E27FC236}">
                <a16:creationId xmlns:a16="http://schemas.microsoft.com/office/drawing/2014/main" id="{DA7C68FC-7B6E-4D71-964B-7614B40F9666}"/>
              </a:ext>
            </a:extLst>
          </p:cNvPr>
          <p:cNvSpPr/>
          <p:nvPr/>
        </p:nvSpPr>
        <p:spPr>
          <a:xfrm>
            <a:off x="2668772" y="2679405"/>
            <a:ext cx="4284921" cy="1594883"/>
          </a:xfrm>
          <a:prstGeom prst="wedgeEllipseCallout">
            <a:avLst>
              <a:gd name="adj1" fmla="val -37408"/>
              <a:gd name="adj2" fmla="val 6250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 would really love to get involved more…</a:t>
            </a:r>
          </a:p>
        </p:txBody>
      </p:sp>
    </p:spTree>
    <p:extLst>
      <p:ext uri="{BB962C8B-B14F-4D97-AF65-F5344CB8AC3E}">
        <p14:creationId xmlns:p14="http://schemas.microsoft.com/office/powerpoint/2010/main" val="2972497799"/>
      </p:ext>
    </p:extLst>
  </p:cSld>
  <p:clrMapOvr>
    <a:masterClrMapping/>
  </p:clrMapOvr>
  <mc:AlternateContent xmlns:mc="http://schemas.openxmlformats.org/markup-compatibility/2006" xmlns:p14="http://schemas.microsoft.com/office/powerpoint/2010/main">
    <mc:Choice Requires="p14">
      <p:transition spd="slow" p14:dur="2000" advTm="13535"/>
    </mc:Choice>
    <mc:Fallback xmlns="">
      <p:transition spd="slow" advTm="13535"/>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BCF334-05DA-41C8-833A-2B06F2E2F824}"/>
              </a:ext>
            </a:extLst>
          </p:cNvPr>
          <p:cNvSpPr>
            <a:spLocks noGrp="1"/>
          </p:cNvSpPr>
          <p:nvPr>
            <p:ph type="title"/>
          </p:nvPr>
        </p:nvSpPr>
        <p:spPr/>
        <p:txBody>
          <a:bodyPr>
            <a:normAutofit fontScale="90000"/>
          </a:bodyPr>
          <a:lstStyle/>
          <a:p>
            <a:r>
              <a:rPr lang="en-US" dirty="0"/>
              <a:t>Challenge P11</a:t>
            </a:r>
            <a:br>
              <a:rPr lang="en-US" dirty="0"/>
            </a:br>
            <a:r>
              <a:rPr lang="en-US" dirty="0"/>
              <a:t>Identify and design Engagement Jumps</a:t>
            </a:r>
          </a:p>
        </p:txBody>
      </p:sp>
      <p:sp>
        <p:nvSpPr>
          <p:cNvPr id="28" name="ZoneTexte 27">
            <a:extLst>
              <a:ext uri="{FF2B5EF4-FFF2-40B4-BE49-F238E27FC236}">
                <a16:creationId xmlns:a16="http://schemas.microsoft.com/office/drawing/2014/main" id="{4ED8F56E-6C78-4CFF-A954-917DEC557786}"/>
              </a:ext>
            </a:extLst>
          </p:cNvPr>
          <p:cNvSpPr txBox="1"/>
          <p:nvPr/>
        </p:nvSpPr>
        <p:spPr>
          <a:xfrm>
            <a:off x="7111013" y="3240314"/>
            <a:ext cx="3838113" cy="2646494"/>
          </a:xfrm>
          <a:prstGeom prst="rect">
            <a:avLst/>
          </a:prstGeom>
          <a:noFill/>
        </p:spPr>
        <p:txBody>
          <a:bodyPr wrap="square" rtlCol="0">
            <a:spAutoFit/>
          </a:bodyPr>
          <a:lstStyle/>
          <a:p>
            <a:r>
              <a:rPr lang="en-US" sz="1200" b="1" dirty="0"/>
              <a:t>Engagement Front Jumps examples</a:t>
            </a:r>
          </a:p>
          <a:p>
            <a:endParaRPr lang="en-US" sz="1200" b="1" dirty="0"/>
          </a:p>
          <a:p>
            <a:pPr marL="285750" indent="-285750">
              <a:lnSpc>
                <a:spcPct val="150000"/>
              </a:lnSpc>
              <a:buFont typeface="Arial" panose="020B0604020202020204" pitchFamily="34" charset="0"/>
              <a:buChar char="•"/>
            </a:pPr>
            <a:r>
              <a:rPr lang="en-US" sz="1200" b="1" dirty="0"/>
              <a:t>Acceleration program / Mentoring – Coaching </a:t>
            </a:r>
            <a:r>
              <a:rPr lang="en-US" sz="1200" dirty="0"/>
              <a:t>: “I was trained to act further, now I want to act further”</a:t>
            </a:r>
          </a:p>
          <a:p>
            <a:pPr marL="285750" indent="-285750">
              <a:lnSpc>
                <a:spcPct val="150000"/>
              </a:lnSpc>
              <a:buFont typeface="Arial" panose="020B0604020202020204" pitchFamily="34" charset="0"/>
              <a:buChar char="•"/>
            </a:pPr>
            <a:r>
              <a:rPr lang="en-US" sz="1200" b="1" dirty="0"/>
              <a:t>Key decision </a:t>
            </a:r>
            <a:r>
              <a:rPr lang="en-US" sz="1200" dirty="0"/>
              <a:t>: “I figured out it was really time to…”</a:t>
            </a:r>
          </a:p>
          <a:p>
            <a:pPr marL="285750" indent="-285750">
              <a:lnSpc>
                <a:spcPct val="150000"/>
              </a:lnSpc>
              <a:buFont typeface="Arial" panose="020B0604020202020204" pitchFamily="34" charset="0"/>
              <a:buChar char="•"/>
            </a:pPr>
            <a:r>
              <a:rPr lang="en-US" sz="1200" b="1" dirty="0"/>
              <a:t>Progressive involvement </a:t>
            </a:r>
            <a:r>
              <a:rPr lang="en-US" sz="1200" dirty="0"/>
              <a:t>: “I ended up doing that much, step by step”</a:t>
            </a:r>
          </a:p>
          <a:p>
            <a:pPr marL="285750" indent="-285750">
              <a:lnSpc>
                <a:spcPct val="150000"/>
              </a:lnSpc>
              <a:buFont typeface="Arial" panose="020B0604020202020204" pitchFamily="34" charset="0"/>
              <a:buChar char="•"/>
            </a:pPr>
            <a:r>
              <a:rPr lang="en-US" sz="1200" dirty="0"/>
              <a:t>…</a:t>
            </a:r>
          </a:p>
        </p:txBody>
      </p:sp>
      <p:pic>
        <p:nvPicPr>
          <p:cNvPr id="21" name="Graphique 20" descr="Une artiste avec un remplissage uni">
            <a:extLst>
              <a:ext uri="{FF2B5EF4-FFF2-40B4-BE49-F238E27FC236}">
                <a16:creationId xmlns:a16="http://schemas.microsoft.com/office/drawing/2014/main" id="{E6AC38A6-B90F-43D2-A67E-AA81700E6D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39316" y="4012457"/>
            <a:ext cx="1759562" cy="1759560"/>
          </a:xfrm>
          <a:prstGeom prst="rect">
            <a:avLst/>
          </a:prstGeom>
        </p:spPr>
      </p:pic>
      <p:sp>
        <p:nvSpPr>
          <p:cNvPr id="52" name="ZoneTexte 51">
            <a:extLst>
              <a:ext uri="{FF2B5EF4-FFF2-40B4-BE49-F238E27FC236}">
                <a16:creationId xmlns:a16="http://schemas.microsoft.com/office/drawing/2014/main" id="{8F25CABD-8110-428F-8257-C1EE3C01C675}"/>
              </a:ext>
            </a:extLst>
          </p:cNvPr>
          <p:cNvSpPr txBox="1"/>
          <p:nvPr/>
        </p:nvSpPr>
        <p:spPr>
          <a:xfrm>
            <a:off x="447498" y="3240314"/>
            <a:ext cx="2867487" cy="2369495"/>
          </a:xfrm>
          <a:prstGeom prst="rect">
            <a:avLst/>
          </a:prstGeom>
          <a:noFill/>
        </p:spPr>
        <p:txBody>
          <a:bodyPr wrap="square" rtlCol="0">
            <a:spAutoFit/>
          </a:bodyPr>
          <a:lstStyle/>
          <a:p>
            <a:r>
              <a:rPr lang="en-US" sz="1200" b="1" dirty="0"/>
              <a:t>Engagement Rear Jumps examples</a:t>
            </a:r>
          </a:p>
          <a:p>
            <a:endParaRPr lang="en-US" sz="1200" b="1" dirty="0"/>
          </a:p>
          <a:p>
            <a:pPr marL="285750" indent="-285750">
              <a:lnSpc>
                <a:spcPct val="150000"/>
              </a:lnSpc>
              <a:buFont typeface="Arial" panose="020B0604020202020204" pitchFamily="34" charset="0"/>
              <a:buChar char="•"/>
            </a:pPr>
            <a:r>
              <a:rPr lang="en-US" sz="1200" b="1" dirty="0"/>
              <a:t>Demoting : </a:t>
            </a:r>
            <a:r>
              <a:rPr lang="en-US" sz="1200" dirty="0"/>
              <a:t>“The decision has been made by others to remove some functions …”</a:t>
            </a:r>
          </a:p>
          <a:p>
            <a:pPr marL="285750" indent="-285750">
              <a:lnSpc>
                <a:spcPct val="150000"/>
              </a:lnSpc>
              <a:buFont typeface="Arial" panose="020B0604020202020204" pitchFamily="34" charset="0"/>
              <a:buChar char="•"/>
            </a:pPr>
            <a:r>
              <a:rPr lang="en-US" sz="1200" b="1" dirty="0"/>
              <a:t>Disappointment : </a:t>
            </a:r>
            <a:r>
              <a:rPr lang="en-US" sz="1200" dirty="0"/>
              <a:t>“I invested myself too much and did not get any result”</a:t>
            </a:r>
          </a:p>
          <a:p>
            <a:pPr marL="285750" indent="-285750">
              <a:lnSpc>
                <a:spcPct val="150000"/>
              </a:lnSpc>
              <a:buFont typeface="Arial" panose="020B0604020202020204" pitchFamily="34" charset="0"/>
              <a:buChar char="•"/>
            </a:pPr>
            <a:r>
              <a:rPr lang="en-US" sz="1200" dirty="0"/>
              <a:t>….</a:t>
            </a:r>
          </a:p>
        </p:txBody>
      </p:sp>
      <p:pic>
        <p:nvPicPr>
          <p:cNvPr id="6" name="Graphique 5" descr="Retour avec un remplissage uni">
            <a:extLst>
              <a:ext uri="{FF2B5EF4-FFF2-40B4-BE49-F238E27FC236}">
                <a16:creationId xmlns:a16="http://schemas.microsoft.com/office/drawing/2014/main" id="{1C98D524-74A7-4FFE-BE32-D0AF89359B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416422">
            <a:off x="5500603" y="3118955"/>
            <a:ext cx="1530819" cy="1530819"/>
          </a:xfrm>
          <a:prstGeom prst="rect">
            <a:avLst/>
          </a:prstGeom>
        </p:spPr>
      </p:pic>
      <p:pic>
        <p:nvPicPr>
          <p:cNvPr id="8" name="Graphique 7" descr="Retour avec un remplissage uni">
            <a:extLst>
              <a:ext uri="{FF2B5EF4-FFF2-40B4-BE49-F238E27FC236}">
                <a16:creationId xmlns:a16="http://schemas.microsoft.com/office/drawing/2014/main" id="{10F2EF34-2E5A-4EF7-A44F-E88F2677A6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495049" flipH="1">
            <a:off x="3234902" y="3053512"/>
            <a:ext cx="1559753" cy="1559753"/>
          </a:xfrm>
          <a:prstGeom prst="rect">
            <a:avLst/>
          </a:prstGeom>
        </p:spPr>
      </p:pic>
    </p:spTree>
    <p:extLst>
      <p:ext uri="{BB962C8B-B14F-4D97-AF65-F5344CB8AC3E}">
        <p14:creationId xmlns:p14="http://schemas.microsoft.com/office/powerpoint/2010/main" val="661125353"/>
      </p:ext>
    </p:extLst>
  </p:cSld>
  <p:clrMapOvr>
    <a:masterClrMapping/>
  </p:clrMapOvr>
  <mc:AlternateContent xmlns:mc="http://schemas.openxmlformats.org/markup-compatibility/2006" xmlns:p14="http://schemas.microsoft.com/office/powerpoint/2010/main">
    <mc:Choice Requires="p14">
      <p:transition spd="slow" p14:dur="2000" advTm="38827"/>
    </mc:Choice>
    <mc:Fallback xmlns="">
      <p:transition spd="slow" advTm="38827"/>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Do you have cases of rear or front Jumps in your Community ?</a:t>
            </a:r>
          </a:p>
          <a:p>
            <a:pPr marL="0" indent="0">
              <a:buNone/>
            </a:pPr>
            <a:endParaRPr lang="en-US" noProof="1"/>
          </a:p>
          <a:p>
            <a:pPr marL="0" indent="0">
              <a:buNone/>
            </a:pPr>
            <a:r>
              <a:rPr lang="en-US" noProof="1"/>
              <a:t>Which ones were planned, and which ones were unplanned ?</a:t>
            </a:r>
          </a:p>
        </p:txBody>
      </p:sp>
      <p:pic>
        <p:nvPicPr>
          <p:cNvPr id="9" name="Graphique 8" descr="Une artiste avec un remplissage uni">
            <a:extLst>
              <a:ext uri="{FF2B5EF4-FFF2-40B4-BE49-F238E27FC236}">
                <a16:creationId xmlns:a16="http://schemas.microsoft.com/office/drawing/2014/main" id="{652CE9F6-2138-4918-8A6A-4CBCE95921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58191" y="3888632"/>
            <a:ext cx="1759562" cy="1759560"/>
          </a:xfrm>
          <a:prstGeom prst="rect">
            <a:avLst/>
          </a:prstGeom>
        </p:spPr>
      </p:pic>
      <p:pic>
        <p:nvPicPr>
          <p:cNvPr id="10" name="Graphique 9" descr="Retour avec un remplissage uni">
            <a:extLst>
              <a:ext uri="{FF2B5EF4-FFF2-40B4-BE49-F238E27FC236}">
                <a16:creationId xmlns:a16="http://schemas.microsoft.com/office/drawing/2014/main" id="{1DB00557-183B-4709-A741-32DCED48AAF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416422">
            <a:off x="4119478" y="2995130"/>
            <a:ext cx="1530819" cy="1530819"/>
          </a:xfrm>
          <a:prstGeom prst="rect">
            <a:avLst/>
          </a:prstGeom>
        </p:spPr>
      </p:pic>
      <p:pic>
        <p:nvPicPr>
          <p:cNvPr id="11" name="Graphique 10" descr="Retour avec un remplissage uni">
            <a:extLst>
              <a:ext uri="{FF2B5EF4-FFF2-40B4-BE49-F238E27FC236}">
                <a16:creationId xmlns:a16="http://schemas.microsoft.com/office/drawing/2014/main" id="{6428DE24-5512-420A-98D5-8F92F801963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0495049" flipH="1">
            <a:off x="1853777" y="2929687"/>
            <a:ext cx="1559753" cy="1559753"/>
          </a:xfrm>
          <a:prstGeom prst="rect">
            <a:avLst/>
          </a:prstGeom>
        </p:spPr>
      </p:pic>
    </p:spTree>
    <p:extLst>
      <p:ext uri="{BB962C8B-B14F-4D97-AF65-F5344CB8AC3E}">
        <p14:creationId xmlns:p14="http://schemas.microsoft.com/office/powerpoint/2010/main" val="3339666170"/>
      </p:ext>
    </p:extLst>
  </p:cSld>
  <p:clrMapOvr>
    <a:masterClrMapping/>
  </p:clrMapOvr>
  <mc:AlternateContent xmlns:mc="http://schemas.openxmlformats.org/markup-compatibility/2006" xmlns:p14="http://schemas.microsoft.com/office/powerpoint/2010/main">
    <mc:Choice Requires="p14">
      <p:transition spd="slow" p14:dur="2000" advTm="22649"/>
    </mc:Choice>
    <mc:Fallback xmlns="">
      <p:transition spd="slow" advTm="22649"/>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P11</a:t>
            </a:r>
            <a:br>
              <a:rPr lang="en-US" dirty="0"/>
            </a:br>
            <a:r>
              <a:rPr lang="en-US" dirty="0"/>
              <a:t>Identify ideas for Front Jumps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515806"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781593"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4178880"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612958"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1072509"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651832"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9049119"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483197"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14" name="Rectangle 113">
            <a:extLst>
              <a:ext uri="{FF2B5EF4-FFF2-40B4-BE49-F238E27FC236}">
                <a16:creationId xmlns:a16="http://schemas.microsoft.com/office/drawing/2014/main" id="{85F510F6-3E65-45EA-8636-39AE577A2A18}"/>
              </a:ext>
            </a:extLst>
          </p:cNvPr>
          <p:cNvSpPr/>
          <p:nvPr/>
        </p:nvSpPr>
        <p:spPr>
          <a:xfrm>
            <a:off x="614776" y="367330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614776" y="431401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0" y="40334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2261753" y="36652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2261753" y="43059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639238" y="431038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824493" y="364945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824493" y="429016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225888" y="418420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507228" y="36433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507228" y="428408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4895120" y="41595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7080375" y="36379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7080375" y="427863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483802" y="400957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782451" y="36230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782451" y="42637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170343"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10369101" y="35983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10369101" y="42390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739684"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pic>
        <p:nvPicPr>
          <p:cNvPr id="81" name="Graphique 80" descr="Retour avec un remplissage uni">
            <a:extLst>
              <a:ext uri="{FF2B5EF4-FFF2-40B4-BE49-F238E27FC236}">
                <a16:creationId xmlns:a16="http://schemas.microsoft.com/office/drawing/2014/main" id="{4EB2A86F-A04F-4D36-8D0D-43B76848BA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1499041" y="4521339"/>
            <a:ext cx="1530819" cy="1530819"/>
          </a:xfrm>
          <a:prstGeom prst="rect">
            <a:avLst/>
          </a:prstGeom>
        </p:spPr>
      </p:pic>
      <p:pic>
        <p:nvPicPr>
          <p:cNvPr id="84" name="Graphique 83" descr="Retour avec un remplissage uni">
            <a:extLst>
              <a:ext uri="{FF2B5EF4-FFF2-40B4-BE49-F238E27FC236}">
                <a16:creationId xmlns:a16="http://schemas.microsoft.com/office/drawing/2014/main" id="{6BDE6BE5-82EE-4D31-A14B-62E25C9FC5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3208882" y="4513446"/>
            <a:ext cx="1530819" cy="1530819"/>
          </a:xfrm>
          <a:prstGeom prst="rect">
            <a:avLst/>
          </a:prstGeom>
        </p:spPr>
      </p:pic>
      <p:pic>
        <p:nvPicPr>
          <p:cNvPr id="85" name="Graphique 84" descr="Retour avec un remplissage uni">
            <a:extLst>
              <a:ext uri="{FF2B5EF4-FFF2-40B4-BE49-F238E27FC236}">
                <a16:creationId xmlns:a16="http://schemas.microsoft.com/office/drawing/2014/main" id="{FE879A91-58D1-473E-BD07-4256D9D926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27081" y="4513446"/>
            <a:ext cx="1530819" cy="1530819"/>
          </a:xfrm>
          <a:prstGeom prst="rect">
            <a:avLst/>
          </a:prstGeom>
        </p:spPr>
      </p:pic>
      <p:pic>
        <p:nvPicPr>
          <p:cNvPr id="86" name="Graphique 85" descr="Retour avec un remplissage uni">
            <a:extLst>
              <a:ext uri="{FF2B5EF4-FFF2-40B4-BE49-F238E27FC236}">
                <a16:creationId xmlns:a16="http://schemas.microsoft.com/office/drawing/2014/main" id="{8CA42EA2-1BC9-4893-972C-A1759CED84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6337208" y="4537039"/>
            <a:ext cx="1530819" cy="1530819"/>
          </a:xfrm>
          <a:prstGeom prst="rect">
            <a:avLst/>
          </a:prstGeom>
        </p:spPr>
      </p:pic>
      <p:pic>
        <p:nvPicPr>
          <p:cNvPr id="88" name="Graphique 87" descr="Retour avec un remplissage uni">
            <a:extLst>
              <a:ext uri="{FF2B5EF4-FFF2-40B4-BE49-F238E27FC236}">
                <a16:creationId xmlns:a16="http://schemas.microsoft.com/office/drawing/2014/main" id="{0D698921-5EF6-4644-96AE-8D49EE2E39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8047049" y="4529146"/>
            <a:ext cx="1530819" cy="1530819"/>
          </a:xfrm>
          <a:prstGeom prst="rect">
            <a:avLst/>
          </a:prstGeom>
        </p:spPr>
      </p:pic>
      <p:pic>
        <p:nvPicPr>
          <p:cNvPr id="89" name="Graphique 88" descr="Retour avec un remplissage uni">
            <a:extLst>
              <a:ext uri="{FF2B5EF4-FFF2-40B4-BE49-F238E27FC236}">
                <a16:creationId xmlns:a16="http://schemas.microsoft.com/office/drawing/2014/main" id="{59C17064-B0F0-46B5-BFA0-280CE78FE3D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4811086" y="4529146"/>
            <a:ext cx="1530819" cy="1530819"/>
          </a:xfrm>
          <a:prstGeom prst="rect">
            <a:avLst/>
          </a:prstGeom>
        </p:spPr>
      </p:pic>
      <p:pic>
        <p:nvPicPr>
          <p:cNvPr id="90" name="Graphique 89" descr="Retour avec un remplissage uni">
            <a:extLst>
              <a:ext uri="{FF2B5EF4-FFF2-40B4-BE49-F238E27FC236}">
                <a16:creationId xmlns:a16="http://schemas.microsoft.com/office/drawing/2014/main" id="{7222D05D-19E4-45C2-9C2C-F43FD0B6EB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416422">
            <a:off x="9560487" y="4629519"/>
            <a:ext cx="1530819" cy="1530819"/>
          </a:xfrm>
          <a:prstGeom prst="rect">
            <a:avLst/>
          </a:prstGeom>
        </p:spPr>
      </p:pic>
    </p:spTree>
    <p:extLst>
      <p:ext uri="{BB962C8B-B14F-4D97-AF65-F5344CB8AC3E}">
        <p14:creationId xmlns:p14="http://schemas.microsoft.com/office/powerpoint/2010/main" val="3141478333"/>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3C4B0-E757-4B7A-990C-B7FA3D783740}"/>
              </a:ext>
            </a:extLst>
          </p:cNvPr>
          <p:cNvSpPr>
            <a:spLocks noGrp="1"/>
          </p:cNvSpPr>
          <p:nvPr>
            <p:ph type="title"/>
          </p:nvPr>
        </p:nvSpPr>
        <p:spPr>
          <a:xfrm>
            <a:off x="1115567" y="548640"/>
            <a:ext cx="10679895" cy="1179576"/>
          </a:xfrm>
        </p:spPr>
        <p:txBody>
          <a:bodyPr>
            <a:normAutofit fontScale="90000"/>
          </a:bodyPr>
          <a:lstStyle/>
          <a:p>
            <a:r>
              <a:rPr lang="en-US" dirty="0"/>
              <a:t>Challenge P11</a:t>
            </a:r>
            <a:br>
              <a:rPr lang="en-US" dirty="0"/>
            </a:br>
            <a:r>
              <a:rPr lang="en-US" dirty="0"/>
              <a:t>Identify ideas for Rear Jumps</a:t>
            </a:r>
          </a:p>
        </p:txBody>
      </p:sp>
      <p:graphicFrame>
        <p:nvGraphicFramePr>
          <p:cNvPr id="32" name="Tableau 5">
            <a:extLst>
              <a:ext uri="{FF2B5EF4-FFF2-40B4-BE49-F238E27FC236}">
                <a16:creationId xmlns:a16="http://schemas.microsoft.com/office/drawing/2014/main" id="{9819AC0A-6196-48FD-9C7B-98B627D86996}"/>
              </a:ext>
            </a:extLst>
          </p:cNvPr>
          <p:cNvGraphicFramePr>
            <a:graphicFrameLocks noGrp="1"/>
          </p:cNvGraphicFramePr>
          <p:nvPr/>
        </p:nvGraphicFramePr>
        <p:xfrm>
          <a:off x="515806" y="5895720"/>
          <a:ext cx="11398926" cy="827280"/>
        </p:xfrm>
        <a:graphic>
          <a:graphicData uri="http://schemas.openxmlformats.org/drawingml/2006/table">
            <a:tbl>
              <a:tblPr firstRow="1" bandRow="1">
                <a:tableStyleId>{5C22544A-7EE6-4342-B048-85BDC9FD1C3A}</a:tableStyleId>
              </a:tblPr>
              <a:tblGrid>
                <a:gridCol w="1628418">
                  <a:extLst>
                    <a:ext uri="{9D8B030D-6E8A-4147-A177-3AD203B41FA5}">
                      <a16:colId xmlns:a16="http://schemas.microsoft.com/office/drawing/2014/main" val="1258243979"/>
                    </a:ext>
                  </a:extLst>
                </a:gridCol>
                <a:gridCol w="1628418">
                  <a:extLst>
                    <a:ext uri="{9D8B030D-6E8A-4147-A177-3AD203B41FA5}">
                      <a16:colId xmlns:a16="http://schemas.microsoft.com/office/drawing/2014/main" val="1079462814"/>
                    </a:ext>
                  </a:extLst>
                </a:gridCol>
                <a:gridCol w="1628418">
                  <a:extLst>
                    <a:ext uri="{9D8B030D-6E8A-4147-A177-3AD203B41FA5}">
                      <a16:colId xmlns:a16="http://schemas.microsoft.com/office/drawing/2014/main" val="3397691572"/>
                    </a:ext>
                  </a:extLst>
                </a:gridCol>
                <a:gridCol w="1628418">
                  <a:extLst>
                    <a:ext uri="{9D8B030D-6E8A-4147-A177-3AD203B41FA5}">
                      <a16:colId xmlns:a16="http://schemas.microsoft.com/office/drawing/2014/main" val="3075883050"/>
                    </a:ext>
                  </a:extLst>
                </a:gridCol>
                <a:gridCol w="1628418">
                  <a:extLst>
                    <a:ext uri="{9D8B030D-6E8A-4147-A177-3AD203B41FA5}">
                      <a16:colId xmlns:a16="http://schemas.microsoft.com/office/drawing/2014/main" val="1259412674"/>
                    </a:ext>
                  </a:extLst>
                </a:gridCol>
                <a:gridCol w="1628418">
                  <a:extLst>
                    <a:ext uri="{9D8B030D-6E8A-4147-A177-3AD203B41FA5}">
                      <a16:colId xmlns:a16="http://schemas.microsoft.com/office/drawing/2014/main" val="3392695109"/>
                    </a:ext>
                  </a:extLst>
                </a:gridCol>
                <a:gridCol w="1628418">
                  <a:extLst>
                    <a:ext uri="{9D8B030D-6E8A-4147-A177-3AD203B41FA5}">
                      <a16:colId xmlns:a16="http://schemas.microsoft.com/office/drawing/2014/main" val="2848032752"/>
                    </a:ext>
                  </a:extLst>
                </a:gridCol>
              </a:tblGrid>
              <a:tr h="827280">
                <a:tc>
                  <a:txBody>
                    <a:bodyPr/>
                    <a:lstStyle/>
                    <a:p>
                      <a:pPr algn="ctr"/>
                      <a:endParaRPr lang="en-US" sz="1400" dirty="0">
                        <a:solidFill>
                          <a:schemeClr val="tx1"/>
                        </a:solidFill>
                      </a:endParaRP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bg1">
                        <a:lumMod val="95000"/>
                      </a:schemeClr>
                    </a:solidFill>
                  </a:tcPr>
                </a:tc>
                <a:tc>
                  <a:txBody>
                    <a:bodyPr/>
                    <a:lstStyle/>
                    <a:p>
                      <a:pPr algn="ctr"/>
                      <a:endParaRPr lang="en-US" sz="1400" dirty="0">
                        <a:solidFill>
                          <a:schemeClr val="tx1"/>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solidFill>
                      <a:schemeClr val="accent1">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bg1"/>
                        </a:solidFill>
                      </a:endParaRPr>
                    </a:p>
                  </a:txBody>
                  <a:tcPr>
                    <a:solidFill>
                      <a:schemeClr val="accent1">
                        <a:lumMod val="75000"/>
                      </a:schemeClr>
                    </a:solidFill>
                  </a:tcPr>
                </a:tc>
                <a:tc>
                  <a:txBody>
                    <a:bodyPr/>
                    <a:lstStyle/>
                    <a:p>
                      <a:pPr algn="ctr"/>
                      <a:endParaRPr lang="en-US" sz="1400" dirty="0">
                        <a:solidFill>
                          <a:schemeClr val="bg1"/>
                        </a:solidFill>
                      </a:endParaRPr>
                    </a:p>
                  </a:txBody>
                  <a:tcPr>
                    <a:solidFill>
                      <a:schemeClr val="accent1">
                        <a:lumMod val="50000"/>
                      </a:schemeClr>
                    </a:solidFill>
                  </a:tcPr>
                </a:tc>
                <a:extLst>
                  <a:ext uri="{0D108BD9-81ED-4DB2-BD59-A6C34878D82A}">
                    <a16:rowId xmlns:a16="http://schemas.microsoft.com/office/drawing/2014/main" val="3032128388"/>
                  </a:ext>
                </a:extLst>
              </a:tr>
            </a:tbl>
          </a:graphicData>
        </a:graphic>
      </p:graphicFrame>
      <p:sp>
        <p:nvSpPr>
          <p:cNvPr id="33" name="Rectangle 32">
            <a:extLst>
              <a:ext uri="{FF2B5EF4-FFF2-40B4-BE49-F238E27FC236}">
                <a16:creationId xmlns:a16="http://schemas.microsoft.com/office/drawing/2014/main" id="{9EF69306-9E8E-466E-B2BE-62A28ACB72F5}"/>
              </a:ext>
            </a:extLst>
          </p:cNvPr>
          <p:cNvSpPr/>
          <p:nvPr/>
        </p:nvSpPr>
        <p:spPr>
          <a:xfrm>
            <a:off x="5781593"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4" name="Rectangle 33">
            <a:extLst>
              <a:ext uri="{FF2B5EF4-FFF2-40B4-BE49-F238E27FC236}">
                <a16:creationId xmlns:a16="http://schemas.microsoft.com/office/drawing/2014/main" id="{C3574260-187B-4C1F-AADC-4DF803A8B6B8}"/>
              </a:ext>
            </a:extLst>
          </p:cNvPr>
          <p:cNvSpPr/>
          <p:nvPr/>
        </p:nvSpPr>
        <p:spPr>
          <a:xfrm>
            <a:off x="4178880"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5" name="Rectangle 34">
            <a:extLst>
              <a:ext uri="{FF2B5EF4-FFF2-40B4-BE49-F238E27FC236}">
                <a16:creationId xmlns:a16="http://schemas.microsoft.com/office/drawing/2014/main" id="{D6F6740A-D7F9-4E5C-9D88-F707BD3FFFFC}"/>
              </a:ext>
            </a:extLst>
          </p:cNvPr>
          <p:cNvSpPr/>
          <p:nvPr/>
        </p:nvSpPr>
        <p:spPr>
          <a:xfrm>
            <a:off x="2612958" y="6126116"/>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6" name="Rectangle 35">
            <a:extLst>
              <a:ext uri="{FF2B5EF4-FFF2-40B4-BE49-F238E27FC236}">
                <a16:creationId xmlns:a16="http://schemas.microsoft.com/office/drawing/2014/main" id="{7540182B-6063-4E55-824E-EA28FD099DB5}"/>
              </a:ext>
            </a:extLst>
          </p:cNvPr>
          <p:cNvSpPr/>
          <p:nvPr/>
        </p:nvSpPr>
        <p:spPr>
          <a:xfrm>
            <a:off x="1072509" y="6128793"/>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7" name="Rectangle 36">
            <a:extLst>
              <a:ext uri="{FF2B5EF4-FFF2-40B4-BE49-F238E27FC236}">
                <a16:creationId xmlns:a16="http://schemas.microsoft.com/office/drawing/2014/main" id="{B253E58E-801C-4A8E-84EB-638D539E9EE8}"/>
              </a:ext>
            </a:extLst>
          </p:cNvPr>
          <p:cNvSpPr/>
          <p:nvPr/>
        </p:nvSpPr>
        <p:spPr>
          <a:xfrm>
            <a:off x="10651832"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8" name="Rectangle 37">
            <a:extLst>
              <a:ext uri="{FF2B5EF4-FFF2-40B4-BE49-F238E27FC236}">
                <a16:creationId xmlns:a16="http://schemas.microsoft.com/office/drawing/2014/main" id="{98374EF3-5C9C-4EFA-8FAA-DE139ED7B516}"/>
              </a:ext>
            </a:extLst>
          </p:cNvPr>
          <p:cNvSpPr/>
          <p:nvPr/>
        </p:nvSpPr>
        <p:spPr>
          <a:xfrm>
            <a:off x="9049119"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39" name="Rectangle 38">
            <a:extLst>
              <a:ext uri="{FF2B5EF4-FFF2-40B4-BE49-F238E27FC236}">
                <a16:creationId xmlns:a16="http://schemas.microsoft.com/office/drawing/2014/main" id="{2F3760CC-DE20-4636-8334-AA30BC300616}"/>
              </a:ext>
            </a:extLst>
          </p:cNvPr>
          <p:cNvSpPr/>
          <p:nvPr/>
        </p:nvSpPr>
        <p:spPr>
          <a:xfrm>
            <a:off x="7483197" y="6116820"/>
            <a:ext cx="706197" cy="3863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r>
              <a:rPr lang="en-US" sz="800" dirty="0">
                <a:solidFill>
                  <a:schemeClr val="tx1"/>
                </a:solidFill>
              </a:rPr>
              <a:t>Level Name</a:t>
            </a:r>
          </a:p>
        </p:txBody>
      </p:sp>
      <p:sp>
        <p:nvSpPr>
          <p:cNvPr id="114" name="Rectangle 113">
            <a:extLst>
              <a:ext uri="{FF2B5EF4-FFF2-40B4-BE49-F238E27FC236}">
                <a16:creationId xmlns:a16="http://schemas.microsoft.com/office/drawing/2014/main" id="{85F510F6-3E65-45EA-8636-39AE577A2A18}"/>
              </a:ext>
            </a:extLst>
          </p:cNvPr>
          <p:cNvSpPr/>
          <p:nvPr/>
        </p:nvSpPr>
        <p:spPr>
          <a:xfrm>
            <a:off x="614776" y="367330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5" name="Rectangle 114">
            <a:extLst>
              <a:ext uri="{FF2B5EF4-FFF2-40B4-BE49-F238E27FC236}">
                <a16:creationId xmlns:a16="http://schemas.microsoft.com/office/drawing/2014/main" id="{84121BC2-F9D5-41C1-84CE-8DB2A3632E9F}"/>
              </a:ext>
            </a:extLst>
          </p:cNvPr>
          <p:cNvSpPr/>
          <p:nvPr/>
        </p:nvSpPr>
        <p:spPr>
          <a:xfrm>
            <a:off x="614776" y="4314013"/>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6" name="Rectangle 115">
            <a:extLst>
              <a:ext uri="{FF2B5EF4-FFF2-40B4-BE49-F238E27FC236}">
                <a16:creationId xmlns:a16="http://schemas.microsoft.com/office/drawing/2014/main" id="{9F8FA6DF-3714-492B-88D4-A5DADE841EFB}"/>
              </a:ext>
            </a:extLst>
          </p:cNvPr>
          <p:cNvSpPr/>
          <p:nvPr/>
        </p:nvSpPr>
        <p:spPr>
          <a:xfrm>
            <a:off x="0" y="40334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7" name="Rectangle 116">
            <a:extLst>
              <a:ext uri="{FF2B5EF4-FFF2-40B4-BE49-F238E27FC236}">
                <a16:creationId xmlns:a16="http://schemas.microsoft.com/office/drawing/2014/main" id="{67FFA9E4-BE0D-47B5-BF4D-2EF51B02D09F}"/>
              </a:ext>
            </a:extLst>
          </p:cNvPr>
          <p:cNvSpPr/>
          <p:nvPr/>
        </p:nvSpPr>
        <p:spPr>
          <a:xfrm>
            <a:off x="2261753" y="366527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8" name="Rectangle 117">
            <a:extLst>
              <a:ext uri="{FF2B5EF4-FFF2-40B4-BE49-F238E27FC236}">
                <a16:creationId xmlns:a16="http://schemas.microsoft.com/office/drawing/2014/main" id="{19B3872D-71CB-487B-8350-5A218EE60909}"/>
              </a:ext>
            </a:extLst>
          </p:cNvPr>
          <p:cNvSpPr/>
          <p:nvPr/>
        </p:nvSpPr>
        <p:spPr>
          <a:xfrm>
            <a:off x="2261753" y="430599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19" name="Rectangle 118">
            <a:extLst>
              <a:ext uri="{FF2B5EF4-FFF2-40B4-BE49-F238E27FC236}">
                <a16:creationId xmlns:a16="http://schemas.microsoft.com/office/drawing/2014/main" id="{C988C821-0D0B-4E79-B35F-F023FC94A519}"/>
              </a:ext>
            </a:extLst>
          </p:cNvPr>
          <p:cNvSpPr/>
          <p:nvPr/>
        </p:nvSpPr>
        <p:spPr>
          <a:xfrm>
            <a:off x="1639238" y="431038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0" name="Rectangle 119">
            <a:extLst>
              <a:ext uri="{FF2B5EF4-FFF2-40B4-BE49-F238E27FC236}">
                <a16:creationId xmlns:a16="http://schemas.microsoft.com/office/drawing/2014/main" id="{68ED7F88-819F-4E89-9686-C43A91D4958A}"/>
              </a:ext>
            </a:extLst>
          </p:cNvPr>
          <p:cNvSpPr/>
          <p:nvPr/>
        </p:nvSpPr>
        <p:spPr>
          <a:xfrm>
            <a:off x="3824493" y="364945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1" name="Rectangle 120">
            <a:extLst>
              <a:ext uri="{FF2B5EF4-FFF2-40B4-BE49-F238E27FC236}">
                <a16:creationId xmlns:a16="http://schemas.microsoft.com/office/drawing/2014/main" id="{9EB1FF84-1E6B-4617-8BA4-36B3F72B19DD}"/>
              </a:ext>
            </a:extLst>
          </p:cNvPr>
          <p:cNvSpPr/>
          <p:nvPr/>
        </p:nvSpPr>
        <p:spPr>
          <a:xfrm>
            <a:off x="3824493" y="4290165"/>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2" name="Rectangle 121">
            <a:extLst>
              <a:ext uri="{FF2B5EF4-FFF2-40B4-BE49-F238E27FC236}">
                <a16:creationId xmlns:a16="http://schemas.microsoft.com/office/drawing/2014/main" id="{3B7B2605-5B51-4424-AC8D-4430D2118F74}"/>
              </a:ext>
            </a:extLst>
          </p:cNvPr>
          <p:cNvSpPr/>
          <p:nvPr/>
        </p:nvSpPr>
        <p:spPr>
          <a:xfrm>
            <a:off x="3225888" y="4184202"/>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3" name="Rectangle 122">
            <a:extLst>
              <a:ext uri="{FF2B5EF4-FFF2-40B4-BE49-F238E27FC236}">
                <a16:creationId xmlns:a16="http://schemas.microsoft.com/office/drawing/2014/main" id="{A4132FFE-31B1-41AB-BCF8-C01B25C41134}"/>
              </a:ext>
            </a:extLst>
          </p:cNvPr>
          <p:cNvSpPr/>
          <p:nvPr/>
        </p:nvSpPr>
        <p:spPr>
          <a:xfrm>
            <a:off x="5507228" y="364337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4" name="Rectangle 123">
            <a:extLst>
              <a:ext uri="{FF2B5EF4-FFF2-40B4-BE49-F238E27FC236}">
                <a16:creationId xmlns:a16="http://schemas.microsoft.com/office/drawing/2014/main" id="{B401ACD4-FADB-4303-984E-62E2ACA206F4}"/>
              </a:ext>
            </a:extLst>
          </p:cNvPr>
          <p:cNvSpPr/>
          <p:nvPr/>
        </p:nvSpPr>
        <p:spPr>
          <a:xfrm>
            <a:off x="5507228" y="4284084"/>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5" name="Rectangle 124">
            <a:extLst>
              <a:ext uri="{FF2B5EF4-FFF2-40B4-BE49-F238E27FC236}">
                <a16:creationId xmlns:a16="http://schemas.microsoft.com/office/drawing/2014/main" id="{09EDE1B0-22A3-4236-A82D-F940900C6A89}"/>
              </a:ext>
            </a:extLst>
          </p:cNvPr>
          <p:cNvSpPr/>
          <p:nvPr/>
        </p:nvSpPr>
        <p:spPr>
          <a:xfrm>
            <a:off x="4895120" y="415955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6" name="Rectangle 125">
            <a:extLst>
              <a:ext uri="{FF2B5EF4-FFF2-40B4-BE49-F238E27FC236}">
                <a16:creationId xmlns:a16="http://schemas.microsoft.com/office/drawing/2014/main" id="{9879F733-F1E6-4D45-B483-051C9E095EF9}"/>
              </a:ext>
            </a:extLst>
          </p:cNvPr>
          <p:cNvSpPr/>
          <p:nvPr/>
        </p:nvSpPr>
        <p:spPr>
          <a:xfrm>
            <a:off x="7080375" y="3637926"/>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7" name="Rectangle 126">
            <a:extLst>
              <a:ext uri="{FF2B5EF4-FFF2-40B4-BE49-F238E27FC236}">
                <a16:creationId xmlns:a16="http://schemas.microsoft.com/office/drawing/2014/main" id="{51F1D9BB-D150-4B3D-A54E-FDC7B2AC06F5}"/>
              </a:ext>
            </a:extLst>
          </p:cNvPr>
          <p:cNvSpPr/>
          <p:nvPr/>
        </p:nvSpPr>
        <p:spPr>
          <a:xfrm>
            <a:off x="7080375" y="4278639"/>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8" name="Rectangle 127">
            <a:extLst>
              <a:ext uri="{FF2B5EF4-FFF2-40B4-BE49-F238E27FC236}">
                <a16:creationId xmlns:a16="http://schemas.microsoft.com/office/drawing/2014/main" id="{3B3664FE-ADD0-4455-929C-56370758CF22}"/>
              </a:ext>
            </a:extLst>
          </p:cNvPr>
          <p:cNvSpPr/>
          <p:nvPr/>
        </p:nvSpPr>
        <p:spPr>
          <a:xfrm>
            <a:off x="6483802" y="400957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29" name="Rectangle 128">
            <a:extLst>
              <a:ext uri="{FF2B5EF4-FFF2-40B4-BE49-F238E27FC236}">
                <a16:creationId xmlns:a16="http://schemas.microsoft.com/office/drawing/2014/main" id="{1DF83E5B-A81F-4280-B05E-D7906AD28C86}"/>
              </a:ext>
            </a:extLst>
          </p:cNvPr>
          <p:cNvSpPr/>
          <p:nvPr/>
        </p:nvSpPr>
        <p:spPr>
          <a:xfrm>
            <a:off x="8782451" y="3623028"/>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0" name="Rectangle 129">
            <a:extLst>
              <a:ext uri="{FF2B5EF4-FFF2-40B4-BE49-F238E27FC236}">
                <a16:creationId xmlns:a16="http://schemas.microsoft.com/office/drawing/2014/main" id="{2B53725A-71E7-4D39-A4E8-6B2144CCE9A1}"/>
              </a:ext>
            </a:extLst>
          </p:cNvPr>
          <p:cNvSpPr/>
          <p:nvPr/>
        </p:nvSpPr>
        <p:spPr>
          <a:xfrm>
            <a:off x="8782451" y="426374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1" name="Rectangle 130">
            <a:extLst>
              <a:ext uri="{FF2B5EF4-FFF2-40B4-BE49-F238E27FC236}">
                <a16:creationId xmlns:a16="http://schemas.microsoft.com/office/drawing/2014/main" id="{0434B1DA-534F-4309-A21E-F97BF77631AC}"/>
              </a:ext>
            </a:extLst>
          </p:cNvPr>
          <p:cNvSpPr/>
          <p:nvPr/>
        </p:nvSpPr>
        <p:spPr>
          <a:xfrm>
            <a:off x="8170343"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2" name="Rectangle 131">
            <a:extLst>
              <a:ext uri="{FF2B5EF4-FFF2-40B4-BE49-F238E27FC236}">
                <a16:creationId xmlns:a16="http://schemas.microsoft.com/office/drawing/2014/main" id="{B9A43AA8-5C7A-44D2-AC72-D2BD2D8503DF}"/>
              </a:ext>
            </a:extLst>
          </p:cNvPr>
          <p:cNvSpPr/>
          <p:nvPr/>
        </p:nvSpPr>
        <p:spPr>
          <a:xfrm>
            <a:off x="10369101" y="3598377"/>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3" name="Rectangle 132">
            <a:extLst>
              <a:ext uri="{FF2B5EF4-FFF2-40B4-BE49-F238E27FC236}">
                <a16:creationId xmlns:a16="http://schemas.microsoft.com/office/drawing/2014/main" id="{1346A2F3-DC6D-44F3-BB5F-932D0FC96CC9}"/>
              </a:ext>
            </a:extLst>
          </p:cNvPr>
          <p:cNvSpPr/>
          <p:nvPr/>
        </p:nvSpPr>
        <p:spPr>
          <a:xfrm>
            <a:off x="10369101" y="4239090"/>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sp>
        <p:nvSpPr>
          <p:cNvPr id="134" name="Rectangle 133">
            <a:extLst>
              <a:ext uri="{FF2B5EF4-FFF2-40B4-BE49-F238E27FC236}">
                <a16:creationId xmlns:a16="http://schemas.microsoft.com/office/drawing/2014/main" id="{096F8300-3915-425A-B9F1-168D7CBC78A9}"/>
              </a:ext>
            </a:extLst>
          </p:cNvPr>
          <p:cNvSpPr/>
          <p:nvPr/>
        </p:nvSpPr>
        <p:spPr>
          <a:xfrm>
            <a:off x="9739684" y="4091601"/>
            <a:ext cx="571718" cy="56117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800" dirty="0">
              <a:solidFill>
                <a:schemeClr val="tx1"/>
              </a:solidFill>
            </a:endParaRPr>
          </a:p>
        </p:txBody>
      </p:sp>
      <p:pic>
        <p:nvPicPr>
          <p:cNvPr id="40" name="Graphique 39" descr="Retour avec un remplissage uni">
            <a:extLst>
              <a:ext uri="{FF2B5EF4-FFF2-40B4-BE49-F238E27FC236}">
                <a16:creationId xmlns:a16="http://schemas.microsoft.com/office/drawing/2014/main" id="{021A4D40-BBDA-4105-9D3B-65183FFF84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1340224" y="4688210"/>
            <a:ext cx="1559753" cy="1559753"/>
          </a:xfrm>
          <a:prstGeom prst="rect">
            <a:avLst/>
          </a:prstGeom>
        </p:spPr>
      </p:pic>
      <p:pic>
        <p:nvPicPr>
          <p:cNvPr id="41" name="Graphique 40" descr="Retour avec un remplissage uni">
            <a:extLst>
              <a:ext uri="{FF2B5EF4-FFF2-40B4-BE49-F238E27FC236}">
                <a16:creationId xmlns:a16="http://schemas.microsoft.com/office/drawing/2014/main" id="{5B78E609-72CD-4E29-87EE-1EBBCA154A2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2777819" y="4700846"/>
            <a:ext cx="1559753" cy="1559753"/>
          </a:xfrm>
          <a:prstGeom prst="rect">
            <a:avLst/>
          </a:prstGeom>
        </p:spPr>
      </p:pic>
      <p:pic>
        <p:nvPicPr>
          <p:cNvPr id="42" name="Graphique 41" descr="Retour avec un remplissage uni">
            <a:extLst>
              <a:ext uri="{FF2B5EF4-FFF2-40B4-BE49-F238E27FC236}">
                <a16:creationId xmlns:a16="http://schemas.microsoft.com/office/drawing/2014/main" id="{742B8323-23ED-43D1-ADEB-A524A98A7F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4346870" y="4693870"/>
            <a:ext cx="1559753" cy="1559753"/>
          </a:xfrm>
          <a:prstGeom prst="rect">
            <a:avLst/>
          </a:prstGeom>
        </p:spPr>
      </p:pic>
      <p:pic>
        <p:nvPicPr>
          <p:cNvPr id="43" name="Graphique 42" descr="Retour avec un remplissage uni">
            <a:extLst>
              <a:ext uri="{FF2B5EF4-FFF2-40B4-BE49-F238E27FC236}">
                <a16:creationId xmlns:a16="http://schemas.microsoft.com/office/drawing/2014/main" id="{30D2DEB9-B8B4-4CB6-9AEC-00B28938386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38504" y="4671223"/>
            <a:ext cx="1559753" cy="1559753"/>
          </a:xfrm>
          <a:prstGeom prst="rect">
            <a:avLst/>
          </a:prstGeom>
        </p:spPr>
      </p:pic>
      <p:pic>
        <p:nvPicPr>
          <p:cNvPr id="44" name="Graphique 43" descr="Retour avec un remplissage uni">
            <a:extLst>
              <a:ext uri="{FF2B5EF4-FFF2-40B4-BE49-F238E27FC236}">
                <a16:creationId xmlns:a16="http://schemas.microsoft.com/office/drawing/2014/main" id="{AD180A0F-0D11-414B-9CEA-667D7938F4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7468742" y="4701085"/>
            <a:ext cx="1559753" cy="1559753"/>
          </a:xfrm>
          <a:prstGeom prst="rect">
            <a:avLst/>
          </a:prstGeom>
        </p:spPr>
      </p:pic>
      <p:pic>
        <p:nvPicPr>
          <p:cNvPr id="45" name="Graphique 44" descr="Retour avec un remplissage uni">
            <a:extLst>
              <a:ext uri="{FF2B5EF4-FFF2-40B4-BE49-F238E27FC236}">
                <a16:creationId xmlns:a16="http://schemas.microsoft.com/office/drawing/2014/main" id="{5883B19B-998A-49F4-A61F-6C8E742EEBE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8906337" y="4713721"/>
            <a:ext cx="1559753" cy="1559753"/>
          </a:xfrm>
          <a:prstGeom prst="rect">
            <a:avLst/>
          </a:prstGeom>
        </p:spPr>
      </p:pic>
      <p:pic>
        <p:nvPicPr>
          <p:cNvPr id="47" name="Graphique 46" descr="Retour avec un remplissage uni">
            <a:extLst>
              <a:ext uri="{FF2B5EF4-FFF2-40B4-BE49-F238E27FC236}">
                <a16:creationId xmlns:a16="http://schemas.microsoft.com/office/drawing/2014/main" id="{B2621E2B-E56A-4416-B76A-55A179D998E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495049" flipH="1">
            <a:off x="6090014" y="4684098"/>
            <a:ext cx="1559753" cy="1559753"/>
          </a:xfrm>
          <a:prstGeom prst="rect">
            <a:avLst/>
          </a:prstGeom>
        </p:spPr>
      </p:pic>
    </p:spTree>
    <p:extLst>
      <p:ext uri="{BB962C8B-B14F-4D97-AF65-F5344CB8AC3E}">
        <p14:creationId xmlns:p14="http://schemas.microsoft.com/office/powerpoint/2010/main" val="1613881779"/>
      </p:ext>
    </p:extLst>
  </p:cSld>
  <p:clrMapOvr>
    <a:masterClrMapping/>
  </p:clrMapOvr>
  <mc:AlternateContent xmlns:mc="http://schemas.openxmlformats.org/markup-compatibility/2006" xmlns:p14="http://schemas.microsoft.com/office/powerpoint/2010/main">
    <mc:Choice Requires="p14">
      <p:transition spd="slow" p14:dur="2000" advTm="39573"/>
    </mc:Choice>
    <mc:Fallback xmlns="">
      <p:transition spd="slow" advTm="39573"/>
    </mc:Fallback>
  </mc:AlternateContent>
</p:sld>
</file>

<file path=ppt/theme/theme1.xml><?xml version="1.0" encoding="utf-8"?>
<a:theme xmlns:a="http://schemas.openxmlformats.org/drawingml/2006/main" name="AccentBoxVTI">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8824</TotalTime>
  <Words>3503</Words>
  <Application>Microsoft Office PowerPoint</Application>
  <PresentationFormat>Grand écran</PresentationFormat>
  <Paragraphs>644</Paragraphs>
  <Slides>45</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45</vt:i4>
      </vt:variant>
    </vt:vector>
  </HeadingPairs>
  <TitlesOfParts>
    <vt:vector size="49" baseType="lpstr">
      <vt:lpstr>Arial</vt:lpstr>
      <vt:lpstr>Avenir Next LT Pro</vt:lpstr>
      <vt:lpstr>Calibri</vt:lpstr>
      <vt:lpstr>AccentBoxVTI</vt:lpstr>
      <vt:lpstr>The Corporate Community Boosters People challenges</vt:lpstr>
      <vt:lpstr>360 expectations - oversimplified</vt:lpstr>
      <vt:lpstr>Example story</vt:lpstr>
      <vt:lpstr>Challenge P1 Manage Sponsors &amp; hierarchy expectations</vt:lpstr>
      <vt:lpstr>Share your opinions and experiences</vt:lpstr>
      <vt:lpstr>Exercise #P1 Identify expectations</vt:lpstr>
      <vt:lpstr>Use case / Example story</vt:lpstr>
      <vt:lpstr>Challenge P2 Measure the performance of a Community</vt:lpstr>
      <vt:lpstr>Share your opinions / experiences</vt:lpstr>
      <vt:lpstr>Exercise #P2 Brainstorm Community performance indicators</vt:lpstr>
      <vt:lpstr>Use case / Example story</vt:lpstr>
      <vt:lpstr>Challenge P3 Understand your own version of the Golden Engagement Circle</vt:lpstr>
      <vt:lpstr>Share your opinions and experiences</vt:lpstr>
      <vt:lpstr>Use Case / Example story</vt:lpstr>
      <vt:lpstr>Challenge P4 Identify your members’ Engagement and available time</vt:lpstr>
      <vt:lpstr>Share your opinions and experiences</vt:lpstr>
      <vt:lpstr>Exercise #P4 List reasons for disengagement and ideas for engagement</vt:lpstr>
      <vt:lpstr>Example story</vt:lpstr>
      <vt:lpstr>Challenge P5 Outline members’ time investment profiles</vt:lpstr>
      <vt:lpstr>Share your opinion and experiences</vt:lpstr>
      <vt:lpstr>Use case / Example story</vt:lpstr>
      <vt:lpstr>Challenge P6 Understand Engagement flow</vt:lpstr>
      <vt:lpstr>Share your opinions and experiences</vt:lpstr>
      <vt:lpstr>Challenge P7 Outline for each Engagement level what are the Gives &amp; Takes</vt:lpstr>
      <vt:lpstr>Share your opinions and experiences</vt:lpstr>
      <vt:lpstr>Challenge P8 Identify example activities &amp; content for each level</vt:lpstr>
      <vt:lpstr>Share your opinions and experiences</vt:lpstr>
      <vt:lpstr>Exercise #P4, 5, 6 Outline engagement levels, then time investment profiles, give &amp; take, activities and content for each level</vt:lpstr>
      <vt:lpstr>Example story / Use Case</vt:lpstr>
      <vt:lpstr>Challenge P9 Set up a Community Engagement target Example : The Core &amp; Crowd</vt:lpstr>
      <vt:lpstr>Challenge P9 Set up a Community Engagement target Example : The closed elite</vt:lpstr>
      <vt:lpstr>Challenge 9 Set up a Community Engagement target Example : 3 levels pyramid with Ambassadors</vt:lpstr>
      <vt:lpstr>Challenge P9 Set up a Community Engagement target Example : The missionaries</vt:lpstr>
      <vt:lpstr>Challenge P9 Represent your Engagement Target (copy paste for numbers)</vt:lpstr>
      <vt:lpstr>Share your opinions and experiences</vt:lpstr>
      <vt:lpstr>Example story / Use case</vt:lpstr>
      <vt:lpstr>Challenge P10 Identify Engagement Walls</vt:lpstr>
      <vt:lpstr>Share your opinions and experiences</vt:lpstr>
      <vt:lpstr>Challenge P10 Identify your engagement Rear walls</vt:lpstr>
      <vt:lpstr>Challenge P10 Identify your engagement Front walls</vt:lpstr>
      <vt:lpstr>Use case</vt:lpstr>
      <vt:lpstr>Challenge P11 Identify and design Engagement Jumps</vt:lpstr>
      <vt:lpstr>Share your opinions and experiences</vt:lpstr>
      <vt:lpstr>Challenge P11 Identify ideas for Front Jumps</vt:lpstr>
      <vt:lpstr>Challenge P11 Identify ideas for Rear Jumps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80</cp:revision>
  <dcterms:created xsi:type="dcterms:W3CDTF">2020-12-16T10:05:09Z</dcterms:created>
  <dcterms:modified xsi:type="dcterms:W3CDTF">2021-03-23T12:16:39Z</dcterms:modified>
</cp:coreProperties>
</file>