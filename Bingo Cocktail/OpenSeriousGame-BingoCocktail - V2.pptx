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7"/>
  </p:notesMasterIdLst>
  <p:handoutMasterIdLst>
    <p:handoutMasterId r:id="rId8"/>
  </p:handoutMasterIdLst>
  <p:sldIdLst>
    <p:sldId id="256" r:id="rId2"/>
    <p:sldId id="260" r:id="rId3"/>
    <p:sldId id="265" r:id="rId4"/>
    <p:sldId id="264" r:id="rId5"/>
    <p:sldId id="259" r:id="rId6"/>
  </p:sldIdLst>
  <p:sldSz cx="6858000" cy="9906000" type="A4"/>
  <p:notesSz cx="6858000" cy="9926638"/>
  <p:defaultTextStyle>
    <a:defPPr>
      <a:defRPr lang="en-US"/>
    </a:defPPr>
    <a:lvl1pPr marL="0" algn="l" defTabSz="457133" rtl="0" eaLnBrk="1" latinLnBrk="0" hangingPunct="1">
      <a:defRPr sz="1799" kern="1200">
        <a:solidFill>
          <a:schemeClr val="tx1"/>
        </a:solidFill>
        <a:latin typeface="+mn-lt"/>
        <a:ea typeface="+mn-ea"/>
        <a:cs typeface="+mn-cs"/>
      </a:defRPr>
    </a:lvl1pPr>
    <a:lvl2pPr marL="457133" algn="l" defTabSz="457133" rtl="0" eaLnBrk="1" latinLnBrk="0" hangingPunct="1">
      <a:defRPr sz="1799" kern="1200">
        <a:solidFill>
          <a:schemeClr val="tx1"/>
        </a:solidFill>
        <a:latin typeface="+mn-lt"/>
        <a:ea typeface="+mn-ea"/>
        <a:cs typeface="+mn-cs"/>
      </a:defRPr>
    </a:lvl2pPr>
    <a:lvl3pPr marL="914266" algn="l" defTabSz="457133" rtl="0" eaLnBrk="1" latinLnBrk="0" hangingPunct="1">
      <a:defRPr sz="1799" kern="1200">
        <a:solidFill>
          <a:schemeClr val="tx1"/>
        </a:solidFill>
        <a:latin typeface="+mn-lt"/>
        <a:ea typeface="+mn-ea"/>
        <a:cs typeface="+mn-cs"/>
      </a:defRPr>
    </a:lvl3pPr>
    <a:lvl4pPr marL="1371399" algn="l" defTabSz="457133" rtl="0" eaLnBrk="1" latinLnBrk="0" hangingPunct="1">
      <a:defRPr sz="1799" kern="1200">
        <a:solidFill>
          <a:schemeClr val="tx1"/>
        </a:solidFill>
        <a:latin typeface="+mn-lt"/>
        <a:ea typeface="+mn-ea"/>
        <a:cs typeface="+mn-cs"/>
      </a:defRPr>
    </a:lvl4pPr>
    <a:lvl5pPr marL="1828532" algn="l" defTabSz="457133" rtl="0" eaLnBrk="1" latinLnBrk="0" hangingPunct="1">
      <a:defRPr sz="1799" kern="1200">
        <a:solidFill>
          <a:schemeClr val="tx1"/>
        </a:solidFill>
        <a:latin typeface="+mn-lt"/>
        <a:ea typeface="+mn-ea"/>
        <a:cs typeface="+mn-cs"/>
      </a:defRPr>
    </a:lvl5pPr>
    <a:lvl6pPr marL="2285665" algn="l" defTabSz="457133" rtl="0" eaLnBrk="1" latinLnBrk="0" hangingPunct="1">
      <a:defRPr sz="1799" kern="1200">
        <a:solidFill>
          <a:schemeClr val="tx1"/>
        </a:solidFill>
        <a:latin typeface="+mn-lt"/>
        <a:ea typeface="+mn-ea"/>
        <a:cs typeface="+mn-cs"/>
      </a:defRPr>
    </a:lvl6pPr>
    <a:lvl7pPr marL="2742798" algn="l" defTabSz="457133" rtl="0" eaLnBrk="1" latinLnBrk="0" hangingPunct="1">
      <a:defRPr sz="1799" kern="1200">
        <a:solidFill>
          <a:schemeClr val="tx1"/>
        </a:solidFill>
        <a:latin typeface="+mn-lt"/>
        <a:ea typeface="+mn-ea"/>
        <a:cs typeface="+mn-cs"/>
      </a:defRPr>
    </a:lvl7pPr>
    <a:lvl8pPr marL="3199931" algn="l" defTabSz="457133" rtl="0" eaLnBrk="1" latinLnBrk="0" hangingPunct="1">
      <a:defRPr sz="1799" kern="1200">
        <a:solidFill>
          <a:schemeClr val="tx1"/>
        </a:solidFill>
        <a:latin typeface="+mn-lt"/>
        <a:ea typeface="+mn-ea"/>
        <a:cs typeface="+mn-cs"/>
      </a:defRPr>
    </a:lvl8pPr>
    <a:lvl9pPr marL="3657064" algn="l" defTabSz="457133" rtl="0" eaLnBrk="1" latinLnBrk="0" hangingPunct="1">
      <a:defRPr sz="1799"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0C0D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6BEF447-F077-47FE-82B9-A9A8F13DF895}" v="20" dt="2023-10-09T22:01:17.352"/>
  </p1510:revLst>
</p1510:revInfo>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Style moyen 2 - Accentuation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0A15C55-8517-42AA-B614-E9B94910E393}" styleName="Style moyen 2 - Accentuation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073A0DAA-6AF3-43AB-8588-CEC1D06C72B9}" styleName="Style moyen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3296810-A885-4BE3-A3E7-6D5BEEA58F35}" styleName="Style moyen 2 - Accentuation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348" autoAdjust="0"/>
    <p:restoredTop sz="94660"/>
  </p:normalViewPr>
  <p:slideViewPr>
    <p:cSldViewPr snapToGrid="0">
      <p:cViewPr varScale="1">
        <p:scale>
          <a:sx n="77" d="100"/>
          <a:sy n="77" d="100"/>
        </p:scale>
        <p:origin x="2624" y="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handoutMaster" Target="handoutMasters/handoutMaster1.xml"/><Relationship Id="rId13"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notesMaster" Target="notesMasters/notesMaster1.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 Id="rId14"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exandre Quach" userId="03a3b9a4-365b-425e-bba9-a77346403bac" providerId="ADAL" clId="{4972B678-411D-4304-BA47-F1F67C7E6D5A}"/>
    <pc:docChg chg="delSld modSld">
      <pc:chgData name="Alexandre Quach" userId="03a3b9a4-365b-425e-bba9-a77346403bac" providerId="ADAL" clId="{4972B678-411D-4304-BA47-F1F67C7E6D5A}" dt="2023-06-14T12:37:08.561" v="8" actId="47"/>
      <pc:docMkLst>
        <pc:docMk/>
      </pc:docMkLst>
      <pc:sldChg chg="modSp mod">
        <pc:chgData name="Alexandre Quach" userId="03a3b9a4-365b-425e-bba9-a77346403bac" providerId="ADAL" clId="{4972B678-411D-4304-BA47-F1F67C7E6D5A}" dt="2023-06-14T12:36:54.669" v="7" actId="20577"/>
        <pc:sldMkLst>
          <pc:docMk/>
          <pc:sldMk cId="1060690436" sldId="260"/>
        </pc:sldMkLst>
        <pc:spChg chg="mod">
          <ac:chgData name="Alexandre Quach" userId="03a3b9a4-365b-425e-bba9-a77346403bac" providerId="ADAL" clId="{4972B678-411D-4304-BA47-F1F67C7E6D5A}" dt="2023-06-14T12:36:54.669" v="7" actId="20577"/>
          <ac:spMkLst>
            <pc:docMk/>
            <pc:sldMk cId="1060690436" sldId="260"/>
            <ac:spMk id="11" creationId="{249FC274-2561-A605-3512-14F27FF09516}"/>
          </ac:spMkLst>
        </pc:spChg>
      </pc:sldChg>
      <pc:sldChg chg="del">
        <pc:chgData name="Alexandre Quach" userId="03a3b9a4-365b-425e-bba9-a77346403bac" providerId="ADAL" clId="{4972B678-411D-4304-BA47-F1F67C7E6D5A}" dt="2023-06-14T12:37:08.561" v="8" actId="47"/>
        <pc:sldMkLst>
          <pc:docMk/>
          <pc:sldMk cId="2494253049" sldId="261"/>
        </pc:sldMkLst>
      </pc:sldChg>
    </pc:docChg>
  </pc:docChgLst>
  <pc:docChgLst>
    <pc:chgData name="Alexandre Quach" userId="03a3b9a4-365b-425e-bba9-a77346403bac" providerId="ADAL" clId="{D6BEF447-F077-47FE-82B9-A9A8F13DF895}"/>
    <pc:docChg chg="undo custSel addSld delSld modSld">
      <pc:chgData name="Alexandre Quach" userId="03a3b9a4-365b-425e-bba9-a77346403bac" providerId="ADAL" clId="{D6BEF447-F077-47FE-82B9-A9A8F13DF895}" dt="2023-10-09T22:01:17.352" v="3313"/>
      <pc:docMkLst>
        <pc:docMk/>
      </pc:docMkLst>
      <pc:sldChg chg="modSp del mod">
        <pc:chgData name="Alexandre Quach" userId="03a3b9a4-365b-425e-bba9-a77346403bac" providerId="ADAL" clId="{D6BEF447-F077-47FE-82B9-A9A8F13DF895}" dt="2023-10-09T21:59:35.335" v="3300" actId="47"/>
        <pc:sldMkLst>
          <pc:docMk/>
          <pc:sldMk cId="2923768813" sldId="256"/>
        </pc:sldMkLst>
        <pc:graphicFrameChg chg="modGraphic">
          <ac:chgData name="Alexandre Quach" userId="03a3b9a4-365b-425e-bba9-a77346403bac" providerId="ADAL" clId="{D6BEF447-F077-47FE-82B9-A9A8F13DF895}" dt="2023-10-09T21:37:01.594" v="368" actId="20577"/>
          <ac:graphicFrameMkLst>
            <pc:docMk/>
            <pc:sldMk cId="2923768813" sldId="256"/>
            <ac:graphicFrameMk id="7" creationId="{8F54CC7A-2683-4D5C-BC2E-362AA3F06638}"/>
          </ac:graphicFrameMkLst>
        </pc:graphicFrameChg>
      </pc:sldChg>
      <pc:sldChg chg="del">
        <pc:chgData name="Alexandre Quach" userId="03a3b9a4-365b-425e-bba9-a77346403bac" providerId="ADAL" clId="{D6BEF447-F077-47FE-82B9-A9A8F13DF895}" dt="2023-10-09T21:46:06.845" v="1381" actId="47"/>
        <pc:sldMkLst>
          <pc:docMk/>
          <pc:sldMk cId="2047994815" sldId="259"/>
        </pc:sldMkLst>
      </pc:sldChg>
      <pc:sldChg chg="addSp delSp modSp mod">
        <pc:chgData name="Alexandre Quach" userId="03a3b9a4-365b-425e-bba9-a77346403bac" providerId="ADAL" clId="{D6BEF447-F077-47FE-82B9-A9A8F13DF895}" dt="2023-10-09T22:01:08.717" v="3310" actId="1076"/>
        <pc:sldMkLst>
          <pc:docMk/>
          <pc:sldMk cId="1060690436" sldId="260"/>
        </pc:sldMkLst>
        <pc:spChg chg="mod">
          <ac:chgData name="Alexandre Quach" userId="03a3b9a4-365b-425e-bba9-a77346403bac" providerId="ADAL" clId="{D6BEF447-F077-47FE-82B9-A9A8F13DF895}" dt="2023-10-09T21:33:03.798" v="278" actId="1076"/>
          <ac:spMkLst>
            <pc:docMk/>
            <pc:sldMk cId="1060690436" sldId="260"/>
            <ac:spMk id="4" creationId="{ED5A47A5-9AC1-A2E6-B4F7-22C3CCF82220}"/>
          </ac:spMkLst>
        </pc:spChg>
        <pc:spChg chg="mod">
          <ac:chgData name="Alexandre Quach" userId="03a3b9a4-365b-425e-bba9-a77346403bac" providerId="ADAL" clId="{D6BEF447-F077-47FE-82B9-A9A8F13DF895}" dt="2023-10-09T21:33:03.798" v="278" actId="1076"/>
          <ac:spMkLst>
            <pc:docMk/>
            <pc:sldMk cId="1060690436" sldId="260"/>
            <ac:spMk id="5" creationId="{39A2D396-4DDC-2265-7916-FF22EC9D9EC0}"/>
          </ac:spMkLst>
        </pc:spChg>
        <pc:spChg chg="mod">
          <ac:chgData name="Alexandre Quach" userId="03a3b9a4-365b-425e-bba9-a77346403bac" providerId="ADAL" clId="{D6BEF447-F077-47FE-82B9-A9A8F13DF895}" dt="2023-10-09T21:33:03.798" v="278" actId="1076"/>
          <ac:spMkLst>
            <pc:docMk/>
            <pc:sldMk cId="1060690436" sldId="260"/>
            <ac:spMk id="8" creationId="{C58D17F7-7A24-BB8B-91F5-03EB4BA2A145}"/>
          </ac:spMkLst>
        </pc:spChg>
        <pc:spChg chg="mod">
          <ac:chgData name="Alexandre Quach" userId="03a3b9a4-365b-425e-bba9-a77346403bac" providerId="ADAL" clId="{D6BEF447-F077-47FE-82B9-A9A8F13DF895}" dt="2023-10-09T21:33:03.798" v="278" actId="1076"/>
          <ac:spMkLst>
            <pc:docMk/>
            <pc:sldMk cId="1060690436" sldId="260"/>
            <ac:spMk id="10" creationId="{B6730ECE-0078-6AB1-6887-FB7E65C1DA59}"/>
          </ac:spMkLst>
        </pc:spChg>
        <pc:spChg chg="mod">
          <ac:chgData name="Alexandre Quach" userId="03a3b9a4-365b-425e-bba9-a77346403bac" providerId="ADAL" clId="{D6BEF447-F077-47FE-82B9-A9A8F13DF895}" dt="2023-10-09T21:33:03.798" v="278" actId="1076"/>
          <ac:spMkLst>
            <pc:docMk/>
            <pc:sldMk cId="1060690436" sldId="260"/>
            <ac:spMk id="11" creationId="{249FC274-2561-A605-3512-14F27FF09516}"/>
          </ac:spMkLst>
        </pc:spChg>
        <pc:spChg chg="mod">
          <ac:chgData name="Alexandre Quach" userId="03a3b9a4-365b-425e-bba9-a77346403bac" providerId="ADAL" clId="{D6BEF447-F077-47FE-82B9-A9A8F13DF895}" dt="2023-10-09T21:33:03.798" v="278" actId="1076"/>
          <ac:spMkLst>
            <pc:docMk/>
            <pc:sldMk cId="1060690436" sldId="260"/>
            <ac:spMk id="12" creationId="{4234E132-CE65-7C41-1D42-5DC45A845402}"/>
          </ac:spMkLst>
        </pc:spChg>
        <pc:spChg chg="mod">
          <ac:chgData name="Alexandre Quach" userId="03a3b9a4-365b-425e-bba9-a77346403bac" providerId="ADAL" clId="{D6BEF447-F077-47FE-82B9-A9A8F13DF895}" dt="2023-10-09T21:33:03.798" v="278" actId="1076"/>
          <ac:spMkLst>
            <pc:docMk/>
            <pc:sldMk cId="1060690436" sldId="260"/>
            <ac:spMk id="13" creationId="{1A959866-D781-7253-FA8D-D0CE04D7CA23}"/>
          </ac:spMkLst>
        </pc:spChg>
        <pc:spChg chg="mod">
          <ac:chgData name="Alexandre Quach" userId="03a3b9a4-365b-425e-bba9-a77346403bac" providerId="ADAL" clId="{D6BEF447-F077-47FE-82B9-A9A8F13DF895}" dt="2023-10-09T21:33:03.798" v="278" actId="1076"/>
          <ac:spMkLst>
            <pc:docMk/>
            <pc:sldMk cId="1060690436" sldId="260"/>
            <ac:spMk id="14" creationId="{02DCFC43-28DD-9E73-CD02-4E636C18B6D4}"/>
          </ac:spMkLst>
        </pc:spChg>
        <pc:spChg chg="mod">
          <ac:chgData name="Alexandre Quach" userId="03a3b9a4-365b-425e-bba9-a77346403bac" providerId="ADAL" clId="{D6BEF447-F077-47FE-82B9-A9A8F13DF895}" dt="2023-10-09T21:33:03.798" v="278" actId="1076"/>
          <ac:spMkLst>
            <pc:docMk/>
            <pc:sldMk cId="1060690436" sldId="260"/>
            <ac:spMk id="15" creationId="{83F161A2-E718-9A6E-CCA5-A3B8024932B6}"/>
          </ac:spMkLst>
        </pc:spChg>
        <pc:spChg chg="mod">
          <ac:chgData name="Alexandre Quach" userId="03a3b9a4-365b-425e-bba9-a77346403bac" providerId="ADAL" clId="{D6BEF447-F077-47FE-82B9-A9A8F13DF895}" dt="2023-10-09T21:29:45.103" v="227" actId="1076"/>
          <ac:spMkLst>
            <pc:docMk/>
            <pc:sldMk cId="1060690436" sldId="260"/>
            <ac:spMk id="16" creationId="{8A1CABBD-B849-B24A-2494-470E128B9E6E}"/>
          </ac:spMkLst>
        </pc:spChg>
        <pc:spChg chg="mod">
          <ac:chgData name="Alexandre Quach" userId="03a3b9a4-365b-425e-bba9-a77346403bac" providerId="ADAL" clId="{D6BEF447-F077-47FE-82B9-A9A8F13DF895}" dt="2023-10-09T21:29:45.103" v="227" actId="1076"/>
          <ac:spMkLst>
            <pc:docMk/>
            <pc:sldMk cId="1060690436" sldId="260"/>
            <ac:spMk id="17" creationId="{F4574E63-4A3B-ED87-D53E-15308FF34129}"/>
          </ac:spMkLst>
        </pc:spChg>
        <pc:spChg chg="mod">
          <ac:chgData name="Alexandre Quach" userId="03a3b9a4-365b-425e-bba9-a77346403bac" providerId="ADAL" clId="{D6BEF447-F077-47FE-82B9-A9A8F13DF895}" dt="2023-10-09T21:29:59.425" v="232" actId="1076"/>
          <ac:spMkLst>
            <pc:docMk/>
            <pc:sldMk cId="1060690436" sldId="260"/>
            <ac:spMk id="18" creationId="{7A725329-A257-95FE-6B58-24034FD7F0B9}"/>
          </ac:spMkLst>
        </pc:spChg>
        <pc:spChg chg="mod">
          <ac:chgData name="Alexandre Quach" userId="03a3b9a4-365b-425e-bba9-a77346403bac" providerId="ADAL" clId="{D6BEF447-F077-47FE-82B9-A9A8F13DF895}" dt="2023-10-09T21:29:59.425" v="232" actId="1076"/>
          <ac:spMkLst>
            <pc:docMk/>
            <pc:sldMk cId="1060690436" sldId="260"/>
            <ac:spMk id="19" creationId="{FF6FF6DB-9318-3D47-7BDB-E56B169F5C0B}"/>
          </ac:spMkLst>
        </pc:spChg>
        <pc:spChg chg="mod">
          <ac:chgData name="Alexandre Quach" userId="03a3b9a4-365b-425e-bba9-a77346403bac" providerId="ADAL" clId="{D6BEF447-F077-47FE-82B9-A9A8F13DF895}" dt="2023-10-09T21:29:59.425" v="232" actId="1076"/>
          <ac:spMkLst>
            <pc:docMk/>
            <pc:sldMk cId="1060690436" sldId="260"/>
            <ac:spMk id="20" creationId="{DB45163D-C888-206E-B46C-0BFB96C996D5}"/>
          </ac:spMkLst>
        </pc:spChg>
        <pc:spChg chg="mod">
          <ac:chgData name="Alexandre Quach" userId="03a3b9a4-365b-425e-bba9-a77346403bac" providerId="ADAL" clId="{D6BEF447-F077-47FE-82B9-A9A8F13DF895}" dt="2023-10-09T21:29:59.425" v="232" actId="1076"/>
          <ac:spMkLst>
            <pc:docMk/>
            <pc:sldMk cId="1060690436" sldId="260"/>
            <ac:spMk id="21" creationId="{819B2E41-5143-7C3C-5A85-24A5D7FF0A9C}"/>
          </ac:spMkLst>
        </pc:spChg>
        <pc:spChg chg="mod">
          <ac:chgData name="Alexandre Quach" userId="03a3b9a4-365b-425e-bba9-a77346403bac" providerId="ADAL" clId="{D6BEF447-F077-47FE-82B9-A9A8F13DF895}" dt="2023-10-09T21:29:59.425" v="232" actId="1076"/>
          <ac:spMkLst>
            <pc:docMk/>
            <pc:sldMk cId="1060690436" sldId="260"/>
            <ac:spMk id="22" creationId="{48918525-68A3-85EB-4CE2-A29184B1A803}"/>
          </ac:spMkLst>
        </pc:spChg>
        <pc:spChg chg="mod">
          <ac:chgData name="Alexandre Quach" userId="03a3b9a4-365b-425e-bba9-a77346403bac" providerId="ADAL" clId="{D6BEF447-F077-47FE-82B9-A9A8F13DF895}" dt="2023-10-09T21:29:59.425" v="232" actId="1076"/>
          <ac:spMkLst>
            <pc:docMk/>
            <pc:sldMk cId="1060690436" sldId="260"/>
            <ac:spMk id="23" creationId="{10EDC537-7930-8BC6-17F2-5F422D4D9FD0}"/>
          </ac:spMkLst>
        </pc:spChg>
        <pc:spChg chg="mod">
          <ac:chgData name="Alexandre Quach" userId="03a3b9a4-365b-425e-bba9-a77346403bac" providerId="ADAL" clId="{D6BEF447-F077-47FE-82B9-A9A8F13DF895}" dt="2023-10-09T21:29:59.425" v="232" actId="1076"/>
          <ac:spMkLst>
            <pc:docMk/>
            <pc:sldMk cId="1060690436" sldId="260"/>
            <ac:spMk id="24" creationId="{4B721F53-4E79-E4E0-5E99-ED10C7C26D36}"/>
          </ac:spMkLst>
        </pc:spChg>
        <pc:spChg chg="mod">
          <ac:chgData name="Alexandre Quach" userId="03a3b9a4-365b-425e-bba9-a77346403bac" providerId="ADAL" clId="{D6BEF447-F077-47FE-82B9-A9A8F13DF895}" dt="2023-10-09T21:29:59.425" v="232" actId="1076"/>
          <ac:spMkLst>
            <pc:docMk/>
            <pc:sldMk cId="1060690436" sldId="260"/>
            <ac:spMk id="25" creationId="{4F022446-577D-7739-03AD-E2BFA30086D1}"/>
          </ac:spMkLst>
        </pc:spChg>
        <pc:spChg chg="mod">
          <ac:chgData name="Alexandre Quach" userId="03a3b9a4-365b-425e-bba9-a77346403bac" providerId="ADAL" clId="{D6BEF447-F077-47FE-82B9-A9A8F13DF895}" dt="2023-10-09T21:29:59.425" v="232" actId="1076"/>
          <ac:spMkLst>
            <pc:docMk/>
            <pc:sldMk cId="1060690436" sldId="260"/>
            <ac:spMk id="26" creationId="{A8C3586B-6FE2-2FB5-4AC5-514A59D7FBD9}"/>
          </ac:spMkLst>
        </pc:spChg>
        <pc:spChg chg="add mod">
          <ac:chgData name="Alexandre Quach" userId="03a3b9a4-365b-425e-bba9-a77346403bac" providerId="ADAL" clId="{D6BEF447-F077-47FE-82B9-A9A8F13DF895}" dt="2023-10-09T21:34:33.445" v="302"/>
          <ac:spMkLst>
            <pc:docMk/>
            <pc:sldMk cId="1060690436" sldId="260"/>
            <ac:spMk id="28" creationId="{3CB3931F-C377-4C36-A5EE-5C55FE9C1A1B}"/>
          </ac:spMkLst>
        </pc:spChg>
        <pc:spChg chg="add mod">
          <ac:chgData name="Alexandre Quach" userId="03a3b9a4-365b-425e-bba9-a77346403bac" providerId="ADAL" clId="{D6BEF447-F077-47FE-82B9-A9A8F13DF895}" dt="2023-10-09T21:44:09.033" v="1261" actId="33524"/>
          <ac:spMkLst>
            <pc:docMk/>
            <pc:sldMk cId="1060690436" sldId="260"/>
            <ac:spMk id="29" creationId="{7B1E3837-F695-8624-23AD-E1DB7BE0AA3C}"/>
          </ac:spMkLst>
        </pc:spChg>
        <pc:spChg chg="add mod">
          <ac:chgData name="Alexandre Quach" userId="03a3b9a4-365b-425e-bba9-a77346403bac" providerId="ADAL" clId="{D6BEF447-F077-47FE-82B9-A9A8F13DF895}" dt="2023-10-09T21:36:00.308" v="309"/>
          <ac:spMkLst>
            <pc:docMk/>
            <pc:sldMk cId="1060690436" sldId="260"/>
            <ac:spMk id="30" creationId="{B8BE942B-3278-FF78-CA75-07245E2B189C}"/>
          </ac:spMkLst>
        </pc:spChg>
        <pc:spChg chg="add del mod">
          <ac:chgData name="Alexandre Quach" userId="03a3b9a4-365b-425e-bba9-a77346403bac" providerId="ADAL" clId="{D6BEF447-F077-47FE-82B9-A9A8F13DF895}" dt="2023-10-09T21:29:55.304" v="231"/>
          <ac:spMkLst>
            <pc:docMk/>
            <pc:sldMk cId="1060690436" sldId="260"/>
            <ac:spMk id="33" creationId="{A91880B8-0F49-3767-B62A-19E8B0C52935}"/>
          </ac:spMkLst>
        </pc:spChg>
        <pc:spChg chg="add del mod">
          <ac:chgData name="Alexandre Quach" userId="03a3b9a4-365b-425e-bba9-a77346403bac" providerId="ADAL" clId="{D6BEF447-F077-47FE-82B9-A9A8F13DF895}" dt="2023-10-09T21:29:55.304" v="231"/>
          <ac:spMkLst>
            <pc:docMk/>
            <pc:sldMk cId="1060690436" sldId="260"/>
            <ac:spMk id="34" creationId="{C7D88595-043C-431B-F656-1EA000B19E0A}"/>
          </ac:spMkLst>
        </pc:spChg>
        <pc:spChg chg="add del mod">
          <ac:chgData name="Alexandre Quach" userId="03a3b9a4-365b-425e-bba9-a77346403bac" providerId="ADAL" clId="{D6BEF447-F077-47FE-82B9-A9A8F13DF895}" dt="2023-10-09T21:29:55.304" v="231"/>
          <ac:spMkLst>
            <pc:docMk/>
            <pc:sldMk cId="1060690436" sldId="260"/>
            <ac:spMk id="35" creationId="{83E7F3E6-687E-89FA-EE98-017405D75A95}"/>
          </ac:spMkLst>
        </pc:spChg>
        <pc:spChg chg="add del mod">
          <ac:chgData name="Alexandre Quach" userId="03a3b9a4-365b-425e-bba9-a77346403bac" providerId="ADAL" clId="{D6BEF447-F077-47FE-82B9-A9A8F13DF895}" dt="2023-10-09T21:29:55.304" v="231"/>
          <ac:spMkLst>
            <pc:docMk/>
            <pc:sldMk cId="1060690436" sldId="260"/>
            <ac:spMk id="36" creationId="{ADEC3373-F44C-1EA6-33D9-A34698882D2F}"/>
          </ac:spMkLst>
        </pc:spChg>
        <pc:spChg chg="add mod">
          <ac:chgData name="Alexandre Quach" userId="03a3b9a4-365b-425e-bba9-a77346403bac" providerId="ADAL" clId="{D6BEF447-F077-47FE-82B9-A9A8F13DF895}" dt="2023-10-09T21:31:16.343" v="256" actId="164"/>
          <ac:spMkLst>
            <pc:docMk/>
            <pc:sldMk cId="1060690436" sldId="260"/>
            <ac:spMk id="37" creationId="{CA216BC0-74FD-EFEE-752C-6FFBF83C509A}"/>
          </ac:spMkLst>
        </pc:spChg>
        <pc:spChg chg="add mod">
          <ac:chgData name="Alexandre Quach" userId="03a3b9a4-365b-425e-bba9-a77346403bac" providerId="ADAL" clId="{D6BEF447-F077-47FE-82B9-A9A8F13DF895}" dt="2023-10-09T21:31:16.343" v="256" actId="164"/>
          <ac:spMkLst>
            <pc:docMk/>
            <pc:sldMk cId="1060690436" sldId="260"/>
            <ac:spMk id="38" creationId="{4A648D7F-CE40-C7D8-6EE6-96AB23542CCB}"/>
          </ac:spMkLst>
        </pc:spChg>
        <pc:spChg chg="add mod">
          <ac:chgData name="Alexandre Quach" userId="03a3b9a4-365b-425e-bba9-a77346403bac" providerId="ADAL" clId="{D6BEF447-F077-47FE-82B9-A9A8F13DF895}" dt="2023-10-09T21:31:16.343" v="256" actId="164"/>
          <ac:spMkLst>
            <pc:docMk/>
            <pc:sldMk cId="1060690436" sldId="260"/>
            <ac:spMk id="39" creationId="{7FE319BC-FAEA-F35D-88C3-23118F0283F3}"/>
          </ac:spMkLst>
        </pc:spChg>
        <pc:spChg chg="add mod">
          <ac:chgData name="Alexandre Quach" userId="03a3b9a4-365b-425e-bba9-a77346403bac" providerId="ADAL" clId="{D6BEF447-F077-47FE-82B9-A9A8F13DF895}" dt="2023-10-09T21:31:16.343" v="256" actId="164"/>
          <ac:spMkLst>
            <pc:docMk/>
            <pc:sldMk cId="1060690436" sldId="260"/>
            <ac:spMk id="40" creationId="{C97C8A25-5E74-72EB-2E54-F1CB7C8B6AC9}"/>
          </ac:spMkLst>
        </pc:spChg>
        <pc:spChg chg="add mod">
          <ac:chgData name="Alexandre Quach" userId="03a3b9a4-365b-425e-bba9-a77346403bac" providerId="ADAL" clId="{D6BEF447-F077-47FE-82B9-A9A8F13DF895}" dt="2023-10-09T21:31:16.343" v="256" actId="164"/>
          <ac:spMkLst>
            <pc:docMk/>
            <pc:sldMk cId="1060690436" sldId="260"/>
            <ac:spMk id="41" creationId="{CB44FD54-B24D-0C82-C16D-B38B1BCA450E}"/>
          </ac:spMkLst>
        </pc:spChg>
        <pc:spChg chg="add mod">
          <ac:chgData name="Alexandre Quach" userId="03a3b9a4-365b-425e-bba9-a77346403bac" providerId="ADAL" clId="{D6BEF447-F077-47FE-82B9-A9A8F13DF895}" dt="2023-10-09T21:31:16.343" v="256" actId="164"/>
          <ac:spMkLst>
            <pc:docMk/>
            <pc:sldMk cId="1060690436" sldId="260"/>
            <ac:spMk id="42" creationId="{65D8D720-DAB5-03D7-C5E3-9C9A37562360}"/>
          </ac:spMkLst>
        </pc:spChg>
        <pc:spChg chg="add mod">
          <ac:chgData name="Alexandre Quach" userId="03a3b9a4-365b-425e-bba9-a77346403bac" providerId="ADAL" clId="{D6BEF447-F077-47FE-82B9-A9A8F13DF895}" dt="2023-10-09T21:31:16.343" v="256" actId="164"/>
          <ac:spMkLst>
            <pc:docMk/>
            <pc:sldMk cId="1060690436" sldId="260"/>
            <ac:spMk id="43" creationId="{E9BA00F3-9217-3123-A0F7-CC9671267A71}"/>
          </ac:spMkLst>
        </pc:spChg>
        <pc:spChg chg="add mod">
          <ac:chgData name="Alexandre Quach" userId="03a3b9a4-365b-425e-bba9-a77346403bac" providerId="ADAL" clId="{D6BEF447-F077-47FE-82B9-A9A8F13DF895}" dt="2023-10-09T21:35:16.146" v="307"/>
          <ac:spMkLst>
            <pc:docMk/>
            <pc:sldMk cId="1060690436" sldId="260"/>
            <ac:spMk id="47" creationId="{B6C7EE36-AAC6-032D-5132-7C1DFDD24309}"/>
          </ac:spMkLst>
        </pc:spChg>
        <pc:spChg chg="add mod">
          <ac:chgData name="Alexandre Quach" userId="03a3b9a4-365b-425e-bba9-a77346403bac" providerId="ADAL" clId="{D6BEF447-F077-47FE-82B9-A9A8F13DF895}" dt="2023-10-09T21:35:04.116" v="304"/>
          <ac:spMkLst>
            <pc:docMk/>
            <pc:sldMk cId="1060690436" sldId="260"/>
            <ac:spMk id="48" creationId="{819B054D-2FEA-62EE-04C1-ABCEBE2C0714}"/>
          </ac:spMkLst>
        </pc:spChg>
        <pc:spChg chg="add mod">
          <ac:chgData name="Alexandre Quach" userId="03a3b9a4-365b-425e-bba9-a77346403bac" providerId="ADAL" clId="{D6BEF447-F077-47FE-82B9-A9A8F13DF895}" dt="2023-10-09T21:35:44.917" v="308"/>
          <ac:spMkLst>
            <pc:docMk/>
            <pc:sldMk cId="1060690436" sldId="260"/>
            <ac:spMk id="49" creationId="{F4F98C7E-B52E-3A2D-3967-1AFA7633CD9A}"/>
          </ac:spMkLst>
        </pc:spChg>
        <pc:spChg chg="add mod">
          <ac:chgData name="Alexandre Quach" userId="03a3b9a4-365b-425e-bba9-a77346403bac" providerId="ADAL" clId="{D6BEF447-F077-47FE-82B9-A9A8F13DF895}" dt="2023-10-09T21:34:48.752" v="303"/>
          <ac:spMkLst>
            <pc:docMk/>
            <pc:sldMk cId="1060690436" sldId="260"/>
            <ac:spMk id="50" creationId="{881AF95D-8B16-FC7E-9572-8270B8D3BCBE}"/>
          </ac:spMkLst>
        </pc:spChg>
        <pc:spChg chg="mod">
          <ac:chgData name="Alexandre Quach" userId="03a3b9a4-365b-425e-bba9-a77346403bac" providerId="ADAL" clId="{D6BEF447-F077-47FE-82B9-A9A8F13DF895}" dt="2023-10-09T21:30:18.118" v="240" actId="1076"/>
          <ac:spMkLst>
            <pc:docMk/>
            <pc:sldMk cId="1060690436" sldId="260"/>
            <ac:spMk id="55" creationId="{A02D5966-B4D3-42FA-9A7D-8DC2C40BE8C6}"/>
          </ac:spMkLst>
        </pc:spChg>
        <pc:grpChg chg="mod">
          <ac:chgData name="Alexandre Quach" userId="03a3b9a4-365b-425e-bba9-a77346403bac" providerId="ADAL" clId="{D6BEF447-F077-47FE-82B9-A9A8F13DF895}" dt="2023-10-09T21:31:16.343" v="256" actId="164"/>
          <ac:grpSpMkLst>
            <pc:docMk/>
            <pc:sldMk cId="1060690436" sldId="260"/>
            <ac:grpSpMk id="27" creationId="{C79B1EE0-95EB-441F-C982-D14DE1083056}"/>
          </ac:grpSpMkLst>
        </pc:grpChg>
        <pc:grpChg chg="add mod">
          <ac:chgData name="Alexandre Quach" userId="03a3b9a4-365b-425e-bba9-a77346403bac" providerId="ADAL" clId="{D6BEF447-F077-47FE-82B9-A9A8F13DF895}" dt="2023-10-09T22:00:44.856" v="3302" actId="1076"/>
          <ac:grpSpMkLst>
            <pc:docMk/>
            <pc:sldMk cId="1060690436" sldId="260"/>
            <ac:grpSpMk id="44" creationId="{6A77140A-27B2-DB02-DA9F-352C8B3C3C8C}"/>
          </ac:grpSpMkLst>
        </pc:grpChg>
        <pc:graphicFrameChg chg="modGraphic">
          <ac:chgData name="Alexandre Quach" userId="03a3b9a4-365b-425e-bba9-a77346403bac" providerId="ADAL" clId="{D6BEF447-F077-47FE-82B9-A9A8F13DF895}" dt="2023-10-09T21:36:47.609" v="365" actId="404"/>
          <ac:graphicFrameMkLst>
            <pc:docMk/>
            <pc:sldMk cId="1060690436" sldId="260"/>
            <ac:graphicFrameMk id="7" creationId="{8F54CC7A-2683-4D5C-BC2E-362AA3F06638}"/>
          </ac:graphicFrameMkLst>
        </pc:graphicFrameChg>
        <pc:picChg chg="add del mod">
          <ac:chgData name="Alexandre Quach" userId="03a3b9a4-365b-425e-bba9-a77346403bac" providerId="ADAL" clId="{D6BEF447-F077-47FE-82B9-A9A8F13DF895}" dt="2023-10-09T22:01:05.561" v="3309" actId="478"/>
          <ac:picMkLst>
            <pc:docMk/>
            <pc:sldMk cId="1060690436" sldId="260"/>
            <ac:picMk id="2" creationId="{778F037E-36E0-FD99-EFDD-A1F6AB32512B}"/>
          </ac:picMkLst>
        </pc:picChg>
        <pc:picChg chg="mod">
          <ac:chgData name="Alexandre Quach" userId="03a3b9a4-365b-425e-bba9-a77346403bac" providerId="ADAL" clId="{D6BEF447-F077-47FE-82B9-A9A8F13DF895}" dt="2023-10-09T21:29:59.425" v="232" actId="1076"/>
          <ac:picMkLst>
            <pc:docMk/>
            <pc:sldMk cId="1060690436" sldId="260"/>
            <ac:picMk id="6" creationId="{861522AB-8F82-6358-1CD9-2D63ED4E3D94}"/>
          </ac:picMkLst>
        </pc:picChg>
        <pc:picChg chg="mod">
          <ac:chgData name="Alexandre Quach" userId="03a3b9a4-365b-425e-bba9-a77346403bac" providerId="ADAL" clId="{D6BEF447-F077-47FE-82B9-A9A8F13DF895}" dt="2023-10-09T22:01:08.717" v="3310" actId="1076"/>
          <ac:picMkLst>
            <pc:docMk/>
            <pc:sldMk cId="1060690436" sldId="260"/>
            <ac:picMk id="9" creationId="{0C6AA734-3511-01A4-9E7E-B30FFB15F118}"/>
          </ac:picMkLst>
        </pc:picChg>
        <pc:cxnChg chg="mod">
          <ac:chgData name="Alexandre Quach" userId="03a3b9a4-365b-425e-bba9-a77346403bac" providerId="ADAL" clId="{D6BEF447-F077-47FE-82B9-A9A8F13DF895}" dt="2023-10-09T21:31:22.161" v="258" actId="14100"/>
          <ac:cxnSpMkLst>
            <pc:docMk/>
            <pc:sldMk cId="1060690436" sldId="260"/>
            <ac:cxnSpMk id="31" creationId="{4A74901D-0DC2-5197-6D20-D27D4AE2F19A}"/>
          </ac:cxnSpMkLst>
        </pc:cxnChg>
        <pc:cxnChg chg="mod">
          <ac:chgData name="Alexandre Quach" userId="03a3b9a4-365b-425e-bba9-a77346403bac" providerId="ADAL" clId="{D6BEF447-F077-47FE-82B9-A9A8F13DF895}" dt="2023-10-09T21:31:19.384" v="257" actId="14100"/>
          <ac:cxnSpMkLst>
            <pc:docMk/>
            <pc:sldMk cId="1060690436" sldId="260"/>
            <ac:cxnSpMk id="32" creationId="{C3BD9566-B867-9945-3E08-8B268E226EB0}"/>
          </ac:cxnSpMkLst>
        </pc:cxnChg>
      </pc:sldChg>
      <pc:sldChg chg="modSp del mod">
        <pc:chgData name="Alexandre Quach" userId="03a3b9a4-365b-425e-bba9-a77346403bac" providerId="ADAL" clId="{D6BEF447-F077-47FE-82B9-A9A8F13DF895}" dt="2023-10-09T21:36:32.127" v="357" actId="47"/>
        <pc:sldMkLst>
          <pc:docMk/>
          <pc:sldMk cId="1609168568" sldId="262"/>
        </pc:sldMkLst>
        <pc:spChg chg="mod">
          <ac:chgData name="Alexandre Quach" userId="03a3b9a4-365b-425e-bba9-a77346403bac" providerId="ADAL" clId="{D6BEF447-F077-47FE-82B9-A9A8F13DF895}" dt="2023-10-09T21:36:22.920" v="355" actId="20577"/>
          <ac:spMkLst>
            <pc:docMk/>
            <pc:sldMk cId="1609168568" sldId="262"/>
            <ac:spMk id="12" creationId="{4234E132-CE65-7C41-1D42-5DC45A845402}"/>
          </ac:spMkLst>
        </pc:spChg>
        <pc:spChg chg="mod">
          <ac:chgData name="Alexandre Quach" userId="03a3b9a4-365b-425e-bba9-a77346403bac" providerId="ADAL" clId="{D6BEF447-F077-47FE-82B9-A9A8F13DF895}" dt="2023-10-09T21:35:10.702" v="306" actId="20577"/>
          <ac:spMkLst>
            <pc:docMk/>
            <pc:sldMk cId="1609168568" sldId="262"/>
            <ac:spMk id="14" creationId="{02DCFC43-28DD-9E73-CD02-4E636C18B6D4}"/>
          </ac:spMkLst>
        </pc:spChg>
      </pc:sldChg>
      <pc:sldChg chg="modSp del mod">
        <pc:chgData name="Alexandre Quach" userId="03a3b9a4-365b-425e-bba9-a77346403bac" providerId="ADAL" clId="{D6BEF447-F077-47FE-82B9-A9A8F13DF895}" dt="2023-10-09T21:46:02.397" v="1380" actId="47"/>
        <pc:sldMkLst>
          <pc:docMk/>
          <pc:sldMk cId="2956830845" sldId="263"/>
        </pc:sldMkLst>
        <pc:spChg chg="mod">
          <ac:chgData name="Alexandre Quach" userId="03a3b9a4-365b-425e-bba9-a77346403bac" providerId="ADAL" clId="{D6BEF447-F077-47FE-82B9-A9A8F13DF895}" dt="2023-10-09T21:33:44.265" v="301" actId="6549"/>
          <ac:spMkLst>
            <pc:docMk/>
            <pc:sldMk cId="2956830845" sldId="263"/>
            <ac:spMk id="8" creationId="{C58D17F7-7A24-BB8B-91F5-03EB4BA2A145}"/>
          </ac:spMkLst>
        </pc:spChg>
      </pc:sldChg>
      <pc:sldChg chg="addSp delSp modSp add mod">
        <pc:chgData name="Alexandre Quach" userId="03a3b9a4-365b-425e-bba9-a77346403bac" providerId="ADAL" clId="{D6BEF447-F077-47FE-82B9-A9A8F13DF895}" dt="2023-10-09T22:01:17.352" v="3313"/>
        <pc:sldMkLst>
          <pc:docMk/>
          <pc:sldMk cId="3278687396" sldId="264"/>
        </pc:sldMkLst>
        <pc:spChg chg="mod">
          <ac:chgData name="Alexandre Quach" userId="03a3b9a4-365b-425e-bba9-a77346403bac" providerId="ADAL" clId="{D6BEF447-F077-47FE-82B9-A9A8F13DF895}" dt="2023-10-09T21:39:18.527" v="423" actId="207"/>
          <ac:spMkLst>
            <pc:docMk/>
            <pc:sldMk cId="3278687396" sldId="264"/>
            <ac:spMk id="4" creationId="{ED5A47A5-9AC1-A2E6-B4F7-22C3CCF82220}"/>
          </ac:spMkLst>
        </pc:spChg>
        <pc:spChg chg="mod">
          <ac:chgData name="Alexandre Quach" userId="03a3b9a4-365b-425e-bba9-a77346403bac" providerId="ADAL" clId="{D6BEF447-F077-47FE-82B9-A9A8F13DF895}" dt="2023-10-09T21:39:18.527" v="423" actId="207"/>
          <ac:spMkLst>
            <pc:docMk/>
            <pc:sldMk cId="3278687396" sldId="264"/>
            <ac:spMk id="5" creationId="{39A2D396-4DDC-2265-7916-FF22EC9D9EC0}"/>
          </ac:spMkLst>
        </pc:spChg>
        <pc:spChg chg="mod">
          <ac:chgData name="Alexandre Quach" userId="03a3b9a4-365b-425e-bba9-a77346403bac" providerId="ADAL" clId="{D6BEF447-F077-47FE-82B9-A9A8F13DF895}" dt="2023-10-09T21:39:18.527" v="423" actId="207"/>
          <ac:spMkLst>
            <pc:docMk/>
            <pc:sldMk cId="3278687396" sldId="264"/>
            <ac:spMk id="8" creationId="{C58D17F7-7A24-BB8B-91F5-03EB4BA2A145}"/>
          </ac:spMkLst>
        </pc:spChg>
        <pc:spChg chg="mod">
          <ac:chgData name="Alexandre Quach" userId="03a3b9a4-365b-425e-bba9-a77346403bac" providerId="ADAL" clId="{D6BEF447-F077-47FE-82B9-A9A8F13DF895}" dt="2023-10-09T21:39:18.527" v="423" actId="207"/>
          <ac:spMkLst>
            <pc:docMk/>
            <pc:sldMk cId="3278687396" sldId="264"/>
            <ac:spMk id="10" creationId="{B6730ECE-0078-6AB1-6887-FB7E65C1DA59}"/>
          </ac:spMkLst>
        </pc:spChg>
        <pc:spChg chg="mod">
          <ac:chgData name="Alexandre Quach" userId="03a3b9a4-365b-425e-bba9-a77346403bac" providerId="ADAL" clId="{D6BEF447-F077-47FE-82B9-A9A8F13DF895}" dt="2023-10-09T21:39:18.527" v="423" actId="207"/>
          <ac:spMkLst>
            <pc:docMk/>
            <pc:sldMk cId="3278687396" sldId="264"/>
            <ac:spMk id="11" creationId="{249FC274-2561-A605-3512-14F27FF09516}"/>
          </ac:spMkLst>
        </pc:spChg>
        <pc:spChg chg="mod">
          <ac:chgData name="Alexandre Quach" userId="03a3b9a4-365b-425e-bba9-a77346403bac" providerId="ADAL" clId="{D6BEF447-F077-47FE-82B9-A9A8F13DF895}" dt="2023-10-09T21:39:18.527" v="423" actId="207"/>
          <ac:spMkLst>
            <pc:docMk/>
            <pc:sldMk cId="3278687396" sldId="264"/>
            <ac:spMk id="12" creationId="{4234E132-CE65-7C41-1D42-5DC45A845402}"/>
          </ac:spMkLst>
        </pc:spChg>
        <pc:spChg chg="mod">
          <ac:chgData name="Alexandre Quach" userId="03a3b9a4-365b-425e-bba9-a77346403bac" providerId="ADAL" clId="{D6BEF447-F077-47FE-82B9-A9A8F13DF895}" dt="2023-10-09T21:39:18.527" v="423" actId="207"/>
          <ac:spMkLst>
            <pc:docMk/>
            <pc:sldMk cId="3278687396" sldId="264"/>
            <ac:spMk id="13" creationId="{1A959866-D781-7253-FA8D-D0CE04D7CA23}"/>
          </ac:spMkLst>
        </pc:spChg>
        <pc:spChg chg="mod">
          <ac:chgData name="Alexandre Quach" userId="03a3b9a4-365b-425e-bba9-a77346403bac" providerId="ADAL" clId="{D6BEF447-F077-47FE-82B9-A9A8F13DF895}" dt="2023-10-09T21:39:18.527" v="423" actId="207"/>
          <ac:spMkLst>
            <pc:docMk/>
            <pc:sldMk cId="3278687396" sldId="264"/>
            <ac:spMk id="14" creationId="{02DCFC43-28DD-9E73-CD02-4E636C18B6D4}"/>
          </ac:spMkLst>
        </pc:spChg>
        <pc:spChg chg="mod">
          <ac:chgData name="Alexandre Quach" userId="03a3b9a4-365b-425e-bba9-a77346403bac" providerId="ADAL" clId="{D6BEF447-F077-47FE-82B9-A9A8F13DF895}" dt="2023-10-09T21:39:18.527" v="423" actId="207"/>
          <ac:spMkLst>
            <pc:docMk/>
            <pc:sldMk cId="3278687396" sldId="264"/>
            <ac:spMk id="15" creationId="{83F161A2-E718-9A6E-CCA5-A3B8024932B6}"/>
          </ac:spMkLst>
        </pc:spChg>
        <pc:spChg chg="mod">
          <ac:chgData name="Alexandre Quach" userId="03a3b9a4-365b-425e-bba9-a77346403bac" providerId="ADAL" clId="{D6BEF447-F077-47FE-82B9-A9A8F13DF895}" dt="2023-10-09T21:40:24.956" v="667" actId="20577"/>
          <ac:spMkLst>
            <pc:docMk/>
            <pc:sldMk cId="3278687396" sldId="264"/>
            <ac:spMk id="28" creationId="{3CB3931F-C377-4C36-A5EE-5C55FE9C1A1B}"/>
          </ac:spMkLst>
        </pc:spChg>
        <pc:spChg chg="mod">
          <ac:chgData name="Alexandre Quach" userId="03a3b9a4-365b-425e-bba9-a77346403bac" providerId="ADAL" clId="{D6BEF447-F077-47FE-82B9-A9A8F13DF895}" dt="2023-10-09T21:41:05.014" v="777" actId="20577"/>
          <ac:spMkLst>
            <pc:docMk/>
            <pc:sldMk cId="3278687396" sldId="264"/>
            <ac:spMk id="29" creationId="{7B1E3837-F695-8624-23AD-E1DB7BE0AA3C}"/>
          </ac:spMkLst>
        </pc:spChg>
        <pc:spChg chg="mod">
          <ac:chgData name="Alexandre Quach" userId="03a3b9a4-365b-425e-bba9-a77346403bac" providerId="ADAL" clId="{D6BEF447-F077-47FE-82B9-A9A8F13DF895}" dt="2023-10-09T21:42:24.042" v="1049" actId="20577"/>
          <ac:spMkLst>
            <pc:docMk/>
            <pc:sldMk cId="3278687396" sldId="264"/>
            <ac:spMk id="30" creationId="{B8BE942B-3278-FF78-CA75-07245E2B189C}"/>
          </ac:spMkLst>
        </pc:spChg>
        <pc:spChg chg="mod">
          <ac:chgData name="Alexandre Quach" userId="03a3b9a4-365b-425e-bba9-a77346403bac" providerId="ADAL" clId="{D6BEF447-F077-47FE-82B9-A9A8F13DF895}" dt="2023-10-09T21:39:41.278" v="558" actId="20577"/>
          <ac:spMkLst>
            <pc:docMk/>
            <pc:sldMk cId="3278687396" sldId="264"/>
            <ac:spMk id="47" creationId="{B6C7EE36-AAC6-032D-5132-7C1DFDD24309}"/>
          </ac:spMkLst>
        </pc:spChg>
        <pc:spChg chg="mod">
          <ac:chgData name="Alexandre Quach" userId="03a3b9a4-365b-425e-bba9-a77346403bac" providerId="ADAL" clId="{D6BEF447-F077-47FE-82B9-A9A8F13DF895}" dt="2023-10-09T21:43:27.434" v="1260" actId="20577"/>
          <ac:spMkLst>
            <pc:docMk/>
            <pc:sldMk cId="3278687396" sldId="264"/>
            <ac:spMk id="48" creationId="{819B054D-2FEA-62EE-04C1-ABCEBE2C0714}"/>
          </ac:spMkLst>
        </pc:spChg>
        <pc:spChg chg="mod">
          <ac:chgData name="Alexandre Quach" userId="03a3b9a4-365b-425e-bba9-a77346403bac" providerId="ADAL" clId="{D6BEF447-F077-47FE-82B9-A9A8F13DF895}" dt="2023-10-09T21:45:00.602" v="1356" actId="5793"/>
          <ac:spMkLst>
            <pc:docMk/>
            <pc:sldMk cId="3278687396" sldId="264"/>
            <ac:spMk id="49" creationId="{F4F98C7E-B52E-3A2D-3967-1AFA7633CD9A}"/>
          </ac:spMkLst>
        </pc:spChg>
        <pc:spChg chg="mod">
          <ac:chgData name="Alexandre Quach" userId="03a3b9a4-365b-425e-bba9-a77346403bac" providerId="ADAL" clId="{D6BEF447-F077-47FE-82B9-A9A8F13DF895}" dt="2023-10-09T21:46:52.241" v="1519" actId="20577"/>
          <ac:spMkLst>
            <pc:docMk/>
            <pc:sldMk cId="3278687396" sldId="264"/>
            <ac:spMk id="50" creationId="{881AF95D-8B16-FC7E-9572-8270B8D3BCBE}"/>
          </ac:spMkLst>
        </pc:spChg>
        <pc:spChg chg="mod">
          <ac:chgData name="Alexandre Quach" userId="03a3b9a4-365b-425e-bba9-a77346403bac" providerId="ADAL" clId="{D6BEF447-F077-47FE-82B9-A9A8F13DF895}" dt="2023-10-09T22:01:17.352" v="3313"/>
          <ac:spMkLst>
            <pc:docMk/>
            <pc:sldMk cId="3278687396" sldId="264"/>
            <ac:spMk id="51" creationId="{46582293-B7CB-2E26-EFED-093AE26614BA}"/>
          </ac:spMkLst>
        </pc:spChg>
        <pc:spChg chg="mod">
          <ac:chgData name="Alexandre Quach" userId="03a3b9a4-365b-425e-bba9-a77346403bac" providerId="ADAL" clId="{D6BEF447-F077-47FE-82B9-A9A8F13DF895}" dt="2023-10-09T22:01:17.352" v="3313"/>
          <ac:spMkLst>
            <pc:docMk/>
            <pc:sldMk cId="3278687396" sldId="264"/>
            <ac:spMk id="52" creationId="{449A00EF-B996-CDCF-2014-295FE2EB2FE9}"/>
          </ac:spMkLst>
        </pc:spChg>
        <pc:spChg chg="mod">
          <ac:chgData name="Alexandre Quach" userId="03a3b9a4-365b-425e-bba9-a77346403bac" providerId="ADAL" clId="{D6BEF447-F077-47FE-82B9-A9A8F13DF895}" dt="2023-10-09T22:01:17.352" v="3313"/>
          <ac:spMkLst>
            <pc:docMk/>
            <pc:sldMk cId="3278687396" sldId="264"/>
            <ac:spMk id="53" creationId="{4639F907-5C0F-B2C3-F904-3619DDA1FEC5}"/>
          </ac:spMkLst>
        </pc:spChg>
        <pc:spChg chg="mod">
          <ac:chgData name="Alexandre Quach" userId="03a3b9a4-365b-425e-bba9-a77346403bac" providerId="ADAL" clId="{D6BEF447-F077-47FE-82B9-A9A8F13DF895}" dt="2023-10-09T22:01:17.352" v="3313"/>
          <ac:spMkLst>
            <pc:docMk/>
            <pc:sldMk cId="3278687396" sldId="264"/>
            <ac:spMk id="54" creationId="{3729E29F-9C05-9BB0-CC7A-6647AE10EABB}"/>
          </ac:spMkLst>
        </pc:spChg>
        <pc:spChg chg="mod">
          <ac:chgData name="Alexandre Quach" userId="03a3b9a4-365b-425e-bba9-a77346403bac" providerId="ADAL" clId="{D6BEF447-F077-47FE-82B9-A9A8F13DF895}" dt="2023-10-09T22:01:17.352" v="3313"/>
          <ac:spMkLst>
            <pc:docMk/>
            <pc:sldMk cId="3278687396" sldId="264"/>
            <ac:spMk id="56" creationId="{62D6B575-9923-149A-8ED5-361D5BCAF3BB}"/>
          </ac:spMkLst>
        </pc:spChg>
        <pc:spChg chg="mod">
          <ac:chgData name="Alexandre Quach" userId="03a3b9a4-365b-425e-bba9-a77346403bac" providerId="ADAL" clId="{D6BEF447-F077-47FE-82B9-A9A8F13DF895}" dt="2023-10-09T22:01:17.352" v="3313"/>
          <ac:spMkLst>
            <pc:docMk/>
            <pc:sldMk cId="3278687396" sldId="264"/>
            <ac:spMk id="57" creationId="{B2A9F02D-A8FA-ED79-95D7-0CA663E5136E}"/>
          </ac:spMkLst>
        </pc:spChg>
        <pc:spChg chg="mod">
          <ac:chgData name="Alexandre Quach" userId="03a3b9a4-365b-425e-bba9-a77346403bac" providerId="ADAL" clId="{D6BEF447-F077-47FE-82B9-A9A8F13DF895}" dt="2023-10-09T22:01:17.352" v="3313"/>
          <ac:spMkLst>
            <pc:docMk/>
            <pc:sldMk cId="3278687396" sldId="264"/>
            <ac:spMk id="58" creationId="{8F20BDEC-4D4F-23D4-2E25-B9B09F6E8F2D}"/>
          </ac:spMkLst>
        </pc:spChg>
        <pc:spChg chg="mod">
          <ac:chgData name="Alexandre Quach" userId="03a3b9a4-365b-425e-bba9-a77346403bac" providerId="ADAL" clId="{D6BEF447-F077-47FE-82B9-A9A8F13DF895}" dt="2023-10-09T22:01:17.352" v="3313"/>
          <ac:spMkLst>
            <pc:docMk/>
            <pc:sldMk cId="3278687396" sldId="264"/>
            <ac:spMk id="59" creationId="{27C3F0EA-ED8E-FD2B-A8D1-222A190B5D6C}"/>
          </ac:spMkLst>
        </pc:spChg>
        <pc:spChg chg="mod">
          <ac:chgData name="Alexandre Quach" userId="03a3b9a4-365b-425e-bba9-a77346403bac" providerId="ADAL" clId="{D6BEF447-F077-47FE-82B9-A9A8F13DF895}" dt="2023-10-09T22:01:17.352" v="3313"/>
          <ac:spMkLst>
            <pc:docMk/>
            <pc:sldMk cId="3278687396" sldId="264"/>
            <ac:spMk id="60" creationId="{5BD67FDD-5206-3608-CC59-AAE3DB519DED}"/>
          </ac:spMkLst>
        </pc:spChg>
        <pc:spChg chg="mod">
          <ac:chgData name="Alexandre Quach" userId="03a3b9a4-365b-425e-bba9-a77346403bac" providerId="ADAL" clId="{D6BEF447-F077-47FE-82B9-A9A8F13DF895}" dt="2023-10-09T22:01:17.352" v="3313"/>
          <ac:spMkLst>
            <pc:docMk/>
            <pc:sldMk cId="3278687396" sldId="264"/>
            <ac:spMk id="61" creationId="{2BD5937C-961A-E2A8-BB02-5BB09501D879}"/>
          </ac:spMkLst>
        </pc:spChg>
        <pc:spChg chg="mod">
          <ac:chgData name="Alexandre Quach" userId="03a3b9a4-365b-425e-bba9-a77346403bac" providerId="ADAL" clId="{D6BEF447-F077-47FE-82B9-A9A8F13DF895}" dt="2023-10-09T22:01:17.352" v="3313"/>
          <ac:spMkLst>
            <pc:docMk/>
            <pc:sldMk cId="3278687396" sldId="264"/>
            <ac:spMk id="62" creationId="{A9AAD8CF-9A0F-A1C2-7197-03E708B62BB9}"/>
          </ac:spMkLst>
        </pc:spChg>
        <pc:spChg chg="mod">
          <ac:chgData name="Alexandre Quach" userId="03a3b9a4-365b-425e-bba9-a77346403bac" providerId="ADAL" clId="{D6BEF447-F077-47FE-82B9-A9A8F13DF895}" dt="2023-10-09T22:01:17.352" v="3313"/>
          <ac:spMkLst>
            <pc:docMk/>
            <pc:sldMk cId="3278687396" sldId="264"/>
            <ac:spMk id="63" creationId="{CB80DB99-EA97-8DAA-4995-9A1D9B9DA06D}"/>
          </ac:spMkLst>
        </pc:spChg>
        <pc:spChg chg="mod">
          <ac:chgData name="Alexandre Quach" userId="03a3b9a4-365b-425e-bba9-a77346403bac" providerId="ADAL" clId="{D6BEF447-F077-47FE-82B9-A9A8F13DF895}" dt="2023-10-09T22:01:17.352" v="3313"/>
          <ac:spMkLst>
            <pc:docMk/>
            <pc:sldMk cId="3278687396" sldId="264"/>
            <ac:spMk id="64" creationId="{40D9EEAD-47E9-B5C6-46CF-BBDBD304CC43}"/>
          </ac:spMkLst>
        </pc:spChg>
        <pc:spChg chg="mod">
          <ac:chgData name="Alexandre Quach" userId="03a3b9a4-365b-425e-bba9-a77346403bac" providerId="ADAL" clId="{D6BEF447-F077-47FE-82B9-A9A8F13DF895}" dt="2023-10-09T22:01:17.352" v="3313"/>
          <ac:spMkLst>
            <pc:docMk/>
            <pc:sldMk cId="3278687396" sldId="264"/>
            <ac:spMk id="65" creationId="{03116F73-C654-7574-D444-085A7D6D10EA}"/>
          </ac:spMkLst>
        </pc:spChg>
        <pc:spChg chg="mod">
          <ac:chgData name="Alexandre Quach" userId="03a3b9a4-365b-425e-bba9-a77346403bac" providerId="ADAL" clId="{D6BEF447-F077-47FE-82B9-A9A8F13DF895}" dt="2023-10-09T22:01:17.352" v="3313"/>
          <ac:spMkLst>
            <pc:docMk/>
            <pc:sldMk cId="3278687396" sldId="264"/>
            <ac:spMk id="66" creationId="{5D9B161F-9ABF-E3A5-EE1B-90059DD13140}"/>
          </ac:spMkLst>
        </pc:spChg>
        <pc:spChg chg="mod">
          <ac:chgData name="Alexandre Quach" userId="03a3b9a4-365b-425e-bba9-a77346403bac" providerId="ADAL" clId="{D6BEF447-F077-47FE-82B9-A9A8F13DF895}" dt="2023-10-09T22:01:17.352" v="3313"/>
          <ac:spMkLst>
            <pc:docMk/>
            <pc:sldMk cId="3278687396" sldId="264"/>
            <ac:spMk id="67" creationId="{C534D6F1-3FED-D20D-12BA-4B98AF4E75F3}"/>
          </ac:spMkLst>
        </pc:spChg>
        <pc:grpChg chg="add mod">
          <ac:chgData name="Alexandre Quach" userId="03a3b9a4-365b-425e-bba9-a77346403bac" providerId="ADAL" clId="{D6BEF447-F077-47FE-82B9-A9A8F13DF895}" dt="2023-10-09T22:01:17.352" v="3313"/>
          <ac:grpSpMkLst>
            <pc:docMk/>
            <pc:sldMk cId="3278687396" sldId="264"/>
            <ac:grpSpMk id="35" creationId="{4D178B80-638D-C3BF-E1E9-D91C3F28E47A}"/>
          </ac:grpSpMkLst>
        </pc:grpChg>
        <pc:grpChg chg="mod">
          <ac:chgData name="Alexandre Quach" userId="03a3b9a4-365b-425e-bba9-a77346403bac" providerId="ADAL" clId="{D6BEF447-F077-47FE-82B9-A9A8F13DF895}" dt="2023-10-09T22:01:17.352" v="3313"/>
          <ac:grpSpMkLst>
            <pc:docMk/>
            <pc:sldMk cId="3278687396" sldId="264"/>
            <ac:grpSpMk id="36" creationId="{BF684BE2-A8E7-02A4-14AD-851F6B4A7793}"/>
          </ac:grpSpMkLst>
        </pc:grpChg>
        <pc:grpChg chg="del">
          <ac:chgData name="Alexandre Quach" userId="03a3b9a4-365b-425e-bba9-a77346403bac" providerId="ADAL" clId="{D6BEF447-F077-47FE-82B9-A9A8F13DF895}" dt="2023-10-09T22:01:16.989" v="3312" actId="478"/>
          <ac:grpSpMkLst>
            <pc:docMk/>
            <pc:sldMk cId="3278687396" sldId="264"/>
            <ac:grpSpMk id="44" creationId="{6A77140A-27B2-DB02-DA9F-352C8B3C3C8C}"/>
          </ac:grpSpMkLst>
        </pc:grpChg>
        <pc:graphicFrameChg chg="modGraphic">
          <ac:chgData name="Alexandre Quach" userId="03a3b9a4-365b-425e-bba9-a77346403bac" providerId="ADAL" clId="{D6BEF447-F077-47FE-82B9-A9A8F13DF895}" dt="2023-10-09T21:38:22.055" v="406" actId="20577"/>
          <ac:graphicFrameMkLst>
            <pc:docMk/>
            <pc:sldMk cId="3278687396" sldId="264"/>
            <ac:graphicFrameMk id="7" creationId="{8F54CC7A-2683-4D5C-BC2E-362AA3F06638}"/>
          </ac:graphicFrameMkLst>
        </pc:graphicFrameChg>
        <pc:picChg chg="del">
          <ac:chgData name="Alexandre Quach" userId="03a3b9a4-365b-425e-bba9-a77346403bac" providerId="ADAL" clId="{D6BEF447-F077-47FE-82B9-A9A8F13DF895}" dt="2023-10-09T22:01:16.989" v="3312" actId="478"/>
          <ac:picMkLst>
            <pc:docMk/>
            <pc:sldMk cId="3278687396" sldId="264"/>
            <ac:picMk id="2" creationId="{778F037E-36E0-FD99-EFDD-A1F6AB32512B}"/>
          </ac:picMkLst>
        </pc:picChg>
        <pc:picChg chg="del">
          <ac:chgData name="Alexandre Quach" userId="03a3b9a4-365b-425e-bba9-a77346403bac" providerId="ADAL" clId="{D6BEF447-F077-47FE-82B9-A9A8F13DF895}" dt="2023-10-09T22:01:16.989" v="3312" actId="478"/>
          <ac:picMkLst>
            <pc:docMk/>
            <pc:sldMk cId="3278687396" sldId="264"/>
            <ac:picMk id="6" creationId="{861522AB-8F82-6358-1CD9-2D63ED4E3D94}"/>
          </ac:picMkLst>
        </pc:picChg>
        <pc:picChg chg="del">
          <ac:chgData name="Alexandre Quach" userId="03a3b9a4-365b-425e-bba9-a77346403bac" providerId="ADAL" clId="{D6BEF447-F077-47FE-82B9-A9A8F13DF895}" dt="2023-10-09T22:01:16.989" v="3312" actId="478"/>
          <ac:picMkLst>
            <pc:docMk/>
            <pc:sldMk cId="3278687396" sldId="264"/>
            <ac:picMk id="9" creationId="{0C6AA734-3511-01A4-9E7E-B30FFB15F118}"/>
          </ac:picMkLst>
        </pc:picChg>
        <pc:picChg chg="add mod">
          <ac:chgData name="Alexandre Quach" userId="03a3b9a4-365b-425e-bba9-a77346403bac" providerId="ADAL" clId="{D6BEF447-F077-47FE-82B9-A9A8F13DF895}" dt="2023-10-09T22:01:17.352" v="3313"/>
          <ac:picMkLst>
            <pc:docMk/>
            <pc:sldMk cId="3278687396" sldId="264"/>
            <ac:picMk id="33" creationId="{8CD26BF3-4DD9-86D4-A7A5-9BB660191FFD}"/>
          </ac:picMkLst>
        </pc:picChg>
        <pc:picChg chg="add mod">
          <ac:chgData name="Alexandre Quach" userId="03a3b9a4-365b-425e-bba9-a77346403bac" providerId="ADAL" clId="{D6BEF447-F077-47FE-82B9-A9A8F13DF895}" dt="2023-10-09T22:01:17.352" v="3313"/>
          <ac:picMkLst>
            <pc:docMk/>
            <pc:sldMk cId="3278687396" sldId="264"/>
            <ac:picMk id="34" creationId="{082FB544-D2DD-AF20-B99A-2BBDE0B659B0}"/>
          </ac:picMkLst>
        </pc:picChg>
        <pc:cxnChg chg="mod">
          <ac:chgData name="Alexandre Quach" userId="03a3b9a4-365b-425e-bba9-a77346403bac" providerId="ADAL" clId="{D6BEF447-F077-47FE-82B9-A9A8F13DF895}" dt="2023-10-09T22:01:17.352" v="3313"/>
          <ac:cxnSpMkLst>
            <pc:docMk/>
            <pc:sldMk cId="3278687396" sldId="264"/>
            <ac:cxnSpMk id="45" creationId="{0C26B422-BC33-B5D4-6170-F76BDCB21BB6}"/>
          </ac:cxnSpMkLst>
        </pc:cxnChg>
        <pc:cxnChg chg="mod">
          <ac:chgData name="Alexandre Quach" userId="03a3b9a4-365b-425e-bba9-a77346403bac" providerId="ADAL" clId="{D6BEF447-F077-47FE-82B9-A9A8F13DF895}" dt="2023-10-09T22:01:17.352" v="3313"/>
          <ac:cxnSpMkLst>
            <pc:docMk/>
            <pc:sldMk cId="3278687396" sldId="264"/>
            <ac:cxnSpMk id="46" creationId="{CA8F688A-F497-8D76-B33A-27849EBDC34D}"/>
          </ac:cxnSpMkLst>
        </pc:cxnChg>
      </pc:sldChg>
      <pc:sldChg chg="addSp delSp modSp add mod">
        <pc:chgData name="Alexandre Quach" userId="03a3b9a4-365b-425e-bba9-a77346403bac" providerId="ADAL" clId="{D6BEF447-F077-47FE-82B9-A9A8F13DF895}" dt="2023-10-09T22:01:12.207" v="3311"/>
        <pc:sldMkLst>
          <pc:docMk/>
          <pc:sldMk cId="3100879670" sldId="265"/>
        </pc:sldMkLst>
        <pc:spChg chg="mod">
          <ac:chgData name="Alexandre Quach" userId="03a3b9a4-365b-425e-bba9-a77346403bac" providerId="ADAL" clId="{D6BEF447-F077-47FE-82B9-A9A8F13DF895}" dt="2023-10-09T21:47:35.130" v="1617" actId="20577"/>
          <ac:spMkLst>
            <pc:docMk/>
            <pc:sldMk cId="3100879670" sldId="265"/>
            <ac:spMk id="4" creationId="{ED5A47A5-9AC1-A2E6-B4F7-22C3CCF82220}"/>
          </ac:spMkLst>
        </pc:spChg>
        <pc:spChg chg="mod">
          <ac:chgData name="Alexandre Quach" userId="03a3b9a4-365b-425e-bba9-a77346403bac" providerId="ADAL" clId="{D6BEF447-F077-47FE-82B9-A9A8F13DF895}" dt="2023-10-09T21:50:38.100" v="1988" actId="20577"/>
          <ac:spMkLst>
            <pc:docMk/>
            <pc:sldMk cId="3100879670" sldId="265"/>
            <ac:spMk id="5" creationId="{39A2D396-4DDC-2265-7916-FF22EC9D9EC0}"/>
          </ac:spMkLst>
        </pc:spChg>
        <pc:spChg chg="mod">
          <ac:chgData name="Alexandre Quach" userId="03a3b9a4-365b-425e-bba9-a77346403bac" providerId="ADAL" clId="{D6BEF447-F077-47FE-82B9-A9A8F13DF895}" dt="2023-10-09T21:59:13.181" v="3299" actId="20577"/>
          <ac:spMkLst>
            <pc:docMk/>
            <pc:sldMk cId="3100879670" sldId="265"/>
            <ac:spMk id="8" creationId="{C58D17F7-7A24-BB8B-91F5-03EB4BA2A145}"/>
          </ac:spMkLst>
        </pc:spChg>
        <pc:spChg chg="mod">
          <ac:chgData name="Alexandre Quach" userId="03a3b9a4-365b-425e-bba9-a77346403bac" providerId="ADAL" clId="{D6BEF447-F077-47FE-82B9-A9A8F13DF895}" dt="2023-10-09T21:51:53.063" v="2135" actId="20577"/>
          <ac:spMkLst>
            <pc:docMk/>
            <pc:sldMk cId="3100879670" sldId="265"/>
            <ac:spMk id="10" creationId="{B6730ECE-0078-6AB1-6887-FB7E65C1DA59}"/>
          </ac:spMkLst>
        </pc:spChg>
        <pc:spChg chg="mod">
          <ac:chgData name="Alexandre Quach" userId="03a3b9a4-365b-425e-bba9-a77346403bac" providerId="ADAL" clId="{D6BEF447-F077-47FE-82B9-A9A8F13DF895}" dt="2023-10-09T21:57:04.861" v="3003" actId="20577"/>
          <ac:spMkLst>
            <pc:docMk/>
            <pc:sldMk cId="3100879670" sldId="265"/>
            <ac:spMk id="11" creationId="{249FC274-2561-A605-3512-14F27FF09516}"/>
          </ac:spMkLst>
        </pc:spChg>
        <pc:spChg chg="mod">
          <ac:chgData name="Alexandre Quach" userId="03a3b9a4-365b-425e-bba9-a77346403bac" providerId="ADAL" clId="{D6BEF447-F077-47FE-82B9-A9A8F13DF895}" dt="2023-10-09T21:48:57.041" v="1876" actId="20577"/>
          <ac:spMkLst>
            <pc:docMk/>
            <pc:sldMk cId="3100879670" sldId="265"/>
            <ac:spMk id="12" creationId="{4234E132-CE65-7C41-1D42-5DC45A845402}"/>
          </ac:spMkLst>
        </pc:spChg>
        <pc:spChg chg="mod">
          <ac:chgData name="Alexandre Quach" userId="03a3b9a4-365b-425e-bba9-a77346403bac" providerId="ADAL" clId="{D6BEF447-F077-47FE-82B9-A9A8F13DF895}" dt="2023-10-09T21:52:16.242" v="2213" actId="20577"/>
          <ac:spMkLst>
            <pc:docMk/>
            <pc:sldMk cId="3100879670" sldId="265"/>
            <ac:spMk id="13" creationId="{1A959866-D781-7253-FA8D-D0CE04D7CA23}"/>
          </ac:spMkLst>
        </pc:spChg>
        <pc:spChg chg="mod">
          <ac:chgData name="Alexandre Quach" userId="03a3b9a4-365b-425e-bba9-a77346403bac" providerId="ADAL" clId="{D6BEF447-F077-47FE-82B9-A9A8F13DF895}" dt="2023-10-09T21:56:16.511" v="2896" actId="20577"/>
          <ac:spMkLst>
            <pc:docMk/>
            <pc:sldMk cId="3100879670" sldId="265"/>
            <ac:spMk id="14" creationId="{02DCFC43-28DD-9E73-CD02-4E636C18B6D4}"/>
          </ac:spMkLst>
        </pc:spChg>
        <pc:spChg chg="mod">
          <ac:chgData name="Alexandre Quach" userId="03a3b9a4-365b-425e-bba9-a77346403bac" providerId="ADAL" clId="{D6BEF447-F077-47FE-82B9-A9A8F13DF895}" dt="2023-10-09T21:54:39.403" v="2613" actId="5793"/>
          <ac:spMkLst>
            <pc:docMk/>
            <pc:sldMk cId="3100879670" sldId="265"/>
            <ac:spMk id="15" creationId="{83F161A2-E718-9A6E-CCA5-A3B8024932B6}"/>
          </ac:spMkLst>
        </pc:spChg>
        <pc:spChg chg="mod">
          <ac:chgData name="Alexandre Quach" userId="03a3b9a4-365b-425e-bba9-a77346403bac" providerId="ADAL" clId="{D6BEF447-F077-47FE-82B9-A9A8F13DF895}" dt="2023-10-09T21:55:40.561" v="2805" actId="20577"/>
          <ac:spMkLst>
            <pc:docMk/>
            <pc:sldMk cId="3100879670" sldId="265"/>
            <ac:spMk id="28" creationId="{3CB3931F-C377-4C36-A5EE-5C55FE9C1A1B}"/>
          </ac:spMkLst>
        </pc:spChg>
        <pc:spChg chg="mod">
          <ac:chgData name="Alexandre Quach" userId="03a3b9a4-365b-425e-bba9-a77346403bac" providerId="ADAL" clId="{D6BEF447-F077-47FE-82B9-A9A8F13DF895}" dt="2023-10-09T21:49:41.066" v="1962" actId="20577"/>
          <ac:spMkLst>
            <pc:docMk/>
            <pc:sldMk cId="3100879670" sldId="265"/>
            <ac:spMk id="29" creationId="{7B1E3837-F695-8624-23AD-E1DB7BE0AA3C}"/>
          </ac:spMkLst>
        </pc:spChg>
        <pc:spChg chg="mod">
          <ac:chgData name="Alexandre Quach" userId="03a3b9a4-365b-425e-bba9-a77346403bac" providerId="ADAL" clId="{D6BEF447-F077-47FE-82B9-A9A8F13DF895}" dt="2023-10-09T21:57:45.062" v="3099" actId="20577"/>
          <ac:spMkLst>
            <pc:docMk/>
            <pc:sldMk cId="3100879670" sldId="265"/>
            <ac:spMk id="30" creationId="{B8BE942B-3278-FF78-CA75-07245E2B189C}"/>
          </ac:spMkLst>
        </pc:spChg>
        <pc:spChg chg="mod">
          <ac:chgData name="Alexandre Quach" userId="03a3b9a4-365b-425e-bba9-a77346403bac" providerId="ADAL" clId="{D6BEF447-F077-47FE-82B9-A9A8F13DF895}" dt="2023-10-09T21:53:00.832" v="2367"/>
          <ac:spMkLst>
            <pc:docMk/>
            <pc:sldMk cId="3100879670" sldId="265"/>
            <ac:spMk id="47" creationId="{B6C7EE36-AAC6-032D-5132-7C1DFDD24309}"/>
          </ac:spMkLst>
        </pc:spChg>
        <pc:spChg chg="mod">
          <ac:chgData name="Alexandre Quach" userId="03a3b9a4-365b-425e-bba9-a77346403bac" providerId="ADAL" clId="{D6BEF447-F077-47FE-82B9-A9A8F13DF895}" dt="2023-10-09T21:58:18.224" v="3196" actId="20577"/>
          <ac:spMkLst>
            <pc:docMk/>
            <pc:sldMk cId="3100879670" sldId="265"/>
            <ac:spMk id="48" creationId="{819B054D-2FEA-62EE-04C1-ABCEBE2C0714}"/>
          </ac:spMkLst>
        </pc:spChg>
        <pc:spChg chg="mod">
          <ac:chgData name="Alexandre Quach" userId="03a3b9a4-365b-425e-bba9-a77346403bac" providerId="ADAL" clId="{D6BEF447-F077-47FE-82B9-A9A8F13DF895}" dt="2023-10-09T21:59:06.593" v="3297" actId="20577"/>
          <ac:spMkLst>
            <pc:docMk/>
            <pc:sldMk cId="3100879670" sldId="265"/>
            <ac:spMk id="49" creationId="{F4F98C7E-B52E-3A2D-3967-1AFA7633CD9A}"/>
          </ac:spMkLst>
        </pc:spChg>
        <pc:spChg chg="mod">
          <ac:chgData name="Alexandre Quach" userId="03a3b9a4-365b-425e-bba9-a77346403bac" providerId="ADAL" clId="{D6BEF447-F077-47FE-82B9-A9A8F13DF895}" dt="2023-10-09T21:53:45.818" v="2432"/>
          <ac:spMkLst>
            <pc:docMk/>
            <pc:sldMk cId="3100879670" sldId="265"/>
            <ac:spMk id="50" creationId="{881AF95D-8B16-FC7E-9572-8270B8D3BCBE}"/>
          </ac:spMkLst>
        </pc:spChg>
        <pc:spChg chg="mod">
          <ac:chgData name="Alexandre Quach" userId="03a3b9a4-365b-425e-bba9-a77346403bac" providerId="ADAL" clId="{D6BEF447-F077-47FE-82B9-A9A8F13DF895}" dt="2023-10-09T22:01:12.207" v="3311"/>
          <ac:spMkLst>
            <pc:docMk/>
            <pc:sldMk cId="3100879670" sldId="265"/>
            <ac:spMk id="51" creationId="{6864224B-EA26-AF90-F26F-D63C6759B3DC}"/>
          </ac:spMkLst>
        </pc:spChg>
        <pc:spChg chg="mod">
          <ac:chgData name="Alexandre Quach" userId="03a3b9a4-365b-425e-bba9-a77346403bac" providerId="ADAL" clId="{D6BEF447-F077-47FE-82B9-A9A8F13DF895}" dt="2023-10-09T22:01:12.207" v="3311"/>
          <ac:spMkLst>
            <pc:docMk/>
            <pc:sldMk cId="3100879670" sldId="265"/>
            <ac:spMk id="52" creationId="{FF59F08C-6ED4-E7A3-1298-C3DAC5D090FE}"/>
          </ac:spMkLst>
        </pc:spChg>
        <pc:spChg chg="mod">
          <ac:chgData name="Alexandre Quach" userId="03a3b9a4-365b-425e-bba9-a77346403bac" providerId="ADAL" clId="{D6BEF447-F077-47FE-82B9-A9A8F13DF895}" dt="2023-10-09T22:01:12.207" v="3311"/>
          <ac:spMkLst>
            <pc:docMk/>
            <pc:sldMk cId="3100879670" sldId="265"/>
            <ac:spMk id="53" creationId="{7403FE93-6D90-90FC-EDCF-E6DE1B25F216}"/>
          </ac:spMkLst>
        </pc:spChg>
        <pc:spChg chg="mod">
          <ac:chgData name="Alexandre Quach" userId="03a3b9a4-365b-425e-bba9-a77346403bac" providerId="ADAL" clId="{D6BEF447-F077-47FE-82B9-A9A8F13DF895}" dt="2023-10-09T22:01:12.207" v="3311"/>
          <ac:spMkLst>
            <pc:docMk/>
            <pc:sldMk cId="3100879670" sldId="265"/>
            <ac:spMk id="54" creationId="{A1331116-2E37-8650-034E-36F30187C112}"/>
          </ac:spMkLst>
        </pc:spChg>
        <pc:spChg chg="mod">
          <ac:chgData name="Alexandre Quach" userId="03a3b9a4-365b-425e-bba9-a77346403bac" providerId="ADAL" clId="{D6BEF447-F077-47FE-82B9-A9A8F13DF895}" dt="2023-10-09T22:01:12.207" v="3311"/>
          <ac:spMkLst>
            <pc:docMk/>
            <pc:sldMk cId="3100879670" sldId="265"/>
            <ac:spMk id="56" creationId="{09D507C3-936B-4B24-6F44-0C8D286F7F24}"/>
          </ac:spMkLst>
        </pc:spChg>
        <pc:spChg chg="mod">
          <ac:chgData name="Alexandre Quach" userId="03a3b9a4-365b-425e-bba9-a77346403bac" providerId="ADAL" clId="{D6BEF447-F077-47FE-82B9-A9A8F13DF895}" dt="2023-10-09T22:01:12.207" v="3311"/>
          <ac:spMkLst>
            <pc:docMk/>
            <pc:sldMk cId="3100879670" sldId="265"/>
            <ac:spMk id="57" creationId="{08F01FB9-C708-E261-CFDB-F05A920BF2EF}"/>
          </ac:spMkLst>
        </pc:spChg>
        <pc:spChg chg="mod">
          <ac:chgData name="Alexandre Quach" userId="03a3b9a4-365b-425e-bba9-a77346403bac" providerId="ADAL" clId="{D6BEF447-F077-47FE-82B9-A9A8F13DF895}" dt="2023-10-09T22:01:12.207" v="3311"/>
          <ac:spMkLst>
            <pc:docMk/>
            <pc:sldMk cId="3100879670" sldId="265"/>
            <ac:spMk id="58" creationId="{ACCD4758-C017-6E91-55FB-A84353C86762}"/>
          </ac:spMkLst>
        </pc:spChg>
        <pc:spChg chg="mod">
          <ac:chgData name="Alexandre Quach" userId="03a3b9a4-365b-425e-bba9-a77346403bac" providerId="ADAL" clId="{D6BEF447-F077-47FE-82B9-A9A8F13DF895}" dt="2023-10-09T22:01:12.207" v="3311"/>
          <ac:spMkLst>
            <pc:docMk/>
            <pc:sldMk cId="3100879670" sldId="265"/>
            <ac:spMk id="59" creationId="{3D3C2A6D-6E52-607E-5B0E-B5743BF08BB4}"/>
          </ac:spMkLst>
        </pc:spChg>
        <pc:spChg chg="mod">
          <ac:chgData name="Alexandre Quach" userId="03a3b9a4-365b-425e-bba9-a77346403bac" providerId="ADAL" clId="{D6BEF447-F077-47FE-82B9-A9A8F13DF895}" dt="2023-10-09T22:01:12.207" v="3311"/>
          <ac:spMkLst>
            <pc:docMk/>
            <pc:sldMk cId="3100879670" sldId="265"/>
            <ac:spMk id="60" creationId="{111DACF0-DBE5-20F4-2668-F0920B9BE747}"/>
          </ac:spMkLst>
        </pc:spChg>
        <pc:spChg chg="mod">
          <ac:chgData name="Alexandre Quach" userId="03a3b9a4-365b-425e-bba9-a77346403bac" providerId="ADAL" clId="{D6BEF447-F077-47FE-82B9-A9A8F13DF895}" dt="2023-10-09T22:01:12.207" v="3311"/>
          <ac:spMkLst>
            <pc:docMk/>
            <pc:sldMk cId="3100879670" sldId="265"/>
            <ac:spMk id="61" creationId="{1E386C13-7ACC-81D2-7264-A965537C8AF6}"/>
          </ac:spMkLst>
        </pc:spChg>
        <pc:spChg chg="mod">
          <ac:chgData name="Alexandre Quach" userId="03a3b9a4-365b-425e-bba9-a77346403bac" providerId="ADAL" clId="{D6BEF447-F077-47FE-82B9-A9A8F13DF895}" dt="2023-10-09T22:01:12.207" v="3311"/>
          <ac:spMkLst>
            <pc:docMk/>
            <pc:sldMk cId="3100879670" sldId="265"/>
            <ac:spMk id="62" creationId="{11B23D9A-3F10-8842-C5CA-DB24FB63DEFA}"/>
          </ac:spMkLst>
        </pc:spChg>
        <pc:spChg chg="mod">
          <ac:chgData name="Alexandre Quach" userId="03a3b9a4-365b-425e-bba9-a77346403bac" providerId="ADAL" clId="{D6BEF447-F077-47FE-82B9-A9A8F13DF895}" dt="2023-10-09T22:01:12.207" v="3311"/>
          <ac:spMkLst>
            <pc:docMk/>
            <pc:sldMk cId="3100879670" sldId="265"/>
            <ac:spMk id="63" creationId="{42EE93E2-2314-FBBB-75DD-C2024891C2E8}"/>
          </ac:spMkLst>
        </pc:spChg>
        <pc:spChg chg="mod">
          <ac:chgData name="Alexandre Quach" userId="03a3b9a4-365b-425e-bba9-a77346403bac" providerId="ADAL" clId="{D6BEF447-F077-47FE-82B9-A9A8F13DF895}" dt="2023-10-09T22:01:12.207" v="3311"/>
          <ac:spMkLst>
            <pc:docMk/>
            <pc:sldMk cId="3100879670" sldId="265"/>
            <ac:spMk id="64" creationId="{9073DC58-A429-DFFC-9966-9CE12184D899}"/>
          </ac:spMkLst>
        </pc:spChg>
        <pc:spChg chg="mod">
          <ac:chgData name="Alexandre Quach" userId="03a3b9a4-365b-425e-bba9-a77346403bac" providerId="ADAL" clId="{D6BEF447-F077-47FE-82B9-A9A8F13DF895}" dt="2023-10-09T22:01:12.207" v="3311"/>
          <ac:spMkLst>
            <pc:docMk/>
            <pc:sldMk cId="3100879670" sldId="265"/>
            <ac:spMk id="65" creationId="{0F099DCC-2C2D-0F92-5FB3-F655E7FB060E}"/>
          </ac:spMkLst>
        </pc:spChg>
        <pc:spChg chg="mod">
          <ac:chgData name="Alexandre Quach" userId="03a3b9a4-365b-425e-bba9-a77346403bac" providerId="ADAL" clId="{D6BEF447-F077-47FE-82B9-A9A8F13DF895}" dt="2023-10-09T22:01:12.207" v="3311"/>
          <ac:spMkLst>
            <pc:docMk/>
            <pc:sldMk cId="3100879670" sldId="265"/>
            <ac:spMk id="66" creationId="{ED188C75-A3B6-C150-6FD7-E6FC57015AE4}"/>
          </ac:spMkLst>
        </pc:spChg>
        <pc:spChg chg="mod">
          <ac:chgData name="Alexandre Quach" userId="03a3b9a4-365b-425e-bba9-a77346403bac" providerId="ADAL" clId="{D6BEF447-F077-47FE-82B9-A9A8F13DF895}" dt="2023-10-09T22:01:12.207" v="3311"/>
          <ac:spMkLst>
            <pc:docMk/>
            <pc:sldMk cId="3100879670" sldId="265"/>
            <ac:spMk id="67" creationId="{7A33C0A6-1B6C-41F1-C02D-8F4CC4D3D00E}"/>
          </ac:spMkLst>
        </pc:spChg>
        <pc:grpChg chg="add mod">
          <ac:chgData name="Alexandre Quach" userId="03a3b9a4-365b-425e-bba9-a77346403bac" providerId="ADAL" clId="{D6BEF447-F077-47FE-82B9-A9A8F13DF895}" dt="2023-10-09T22:01:12.207" v="3311"/>
          <ac:grpSpMkLst>
            <pc:docMk/>
            <pc:sldMk cId="3100879670" sldId="265"/>
            <ac:grpSpMk id="35" creationId="{04AFDF56-B233-26B2-286F-56484BC260F1}"/>
          </ac:grpSpMkLst>
        </pc:grpChg>
        <pc:grpChg chg="mod">
          <ac:chgData name="Alexandre Quach" userId="03a3b9a4-365b-425e-bba9-a77346403bac" providerId="ADAL" clId="{D6BEF447-F077-47FE-82B9-A9A8F13DF895}" dt="2023-10-09T22:01:12.207" v="3311"/>
          <ac:grpSpMkLst>
            <pc:docMk/>
            <pc:sldMk cId="3100879670" sldId="265"/>
            <ac:grpSpMk id="36" creationId="{AA8C469B-8DAA-BB78-05CD-04C27ECC8FBF}"/>
          </ac:grpSpMkLst>
        </pc:grpChg>
        <pc:grpChg chg="del">
          <ac:chgData name="Alexandre Quach" userId="03a3b9a4-365b-425e-bba9-a77346403bac" providerId="ADAL" clId="{D6BEF447-F077-47FE-82B9-A9A8F13DF895}" dt="2023-10-09T22:01:00.992" v="3308" actId="478"/>
          <ac:grpSpMkLst>
            <pc:docMk/>
            <pc:sldMk cId="3100879670" sldId="265"/>
            <ac:grpSpMk id="44" creationId="{6A77140A-27B2-DB02-DA9F-352C8B3C3C8C}"/>
          </ac:grpSpMkLst>
        </pc:grpChg>
        <pc:graphicFrameChg chg="modGraphic">
          <ac:chgData name="Alexandre Quach" userId="03a3b9a4-365b-425e-bba9-a77346403bac" providerId="ADAL" clId="{D6BEF447-F077-47FE-82B9-A9A8F13DF895}" dt="2023-10-09T21:47:00.563" v="1523" actId="20577"/>
          <ac:graphicFrameMkLst>
            <pc:docMk/>
            <pc:sldMk cId="3100879670" sldId="265"/>
            <ac:graphicFrameMk id="7" creationId="{8F54CC7A-2683-4D5C-BC2E-362AA3F06638}"/>
          </ac:graphicFrameMkLst>
        </pc:graphicFrameChg>
        <pc:picChg chg="del">
          <ac:chgData name="Alexandre Quach" userId="03a3b9a4-365b-425e-bba9-a77346403bac" providerId="ADAL" clId="{D6BEF447-F077-47FE-82B9-A9A8F13DF895}" dt="2023-10-09T22:01:00.992" v="3308" actId="478"/>
          <ac:picMkLst>
            <pc:docMk/>
            <pc:sldMk cId="3100879670" sldId="265"/>
            <ac:picMk id="2" creationId="{778F037E-36E0-FD99-EFDD-A1F6AB32512B}"/>
          </ac:picMkLst>
        </pc:picChg>
        <pc:picChg chg="del">
          <ac:chgData name="Alexandre Quach" userId="03a3b9a4-365b-425e-bba9-a77346403bac" providerId="ADAL" clId="{D6BEF447-F077-47FE-82B9-A9A8F13DF895}" dt="2023-10-09T22:01:00.992" v="3308" actId="478"/>
          <ac:picMkLst>
            <pc:docMk/>
            <pc:sldMk cId="3100879670" sldId="265"/>
            <ac:picMk id="6" creationId="{861522AB-8F82-6358-1CD9-2D63ED4E3D94}"/>
          </ac:picMkLst>
        </pc:picChg>
        <pc:picChg chg="del">
          <ac:chgData name="Alexandre Quach" userId="03a3b9a4-365b-425e-bba9-a77346403bac" providerId="ADAL" clId="{D6BEF447-F077-47FE-82B9-A9A8F13DF895}" dt="2023-10-09T22:01:00.992" v="3308" actId="478"/>
          <ac:picMkLst>
            <pc:docMk/>
            <pc:sldMk cId="3100879670" sldId="265"/>
            <ac:picMk id="9" creationId="{0C6AA734-3511-01A4-9E7E-B30FFB15F118}"/>
          </ac:picMkLst>
        </pc:picChg>
        <pc:picChg chg="add mod">
          <ac:chgData name="Alexandre Quach" userId="03a3b9a4-365b-425e-bba9-a77346403bac" providerId="ADAL" clId="{D6BEF447-F077-47FE-82B9-A9A8F13DF895}" dt="2023-10-09T22:01:12.207" v="3311"/>
          <ac:picMkLst>
            <pc:docMk/>
            <pc:sldMk cId="3100879670" sldId="265"/>
            <ac:picMk id="33" creationId="{00CC2B87-5D2D-18CE-1CFD-29283BCAF7A3}"/>
          </ac:picMkLst>
        </pc:picChg>
        <pc:picChg chg="add mod">
          <ac:chgData name="Alexandre Quach" userId="03a3b9a4-365b-425e-bba9-a77346403bac" providerId="ADAL" clId="{D6BEF447-F077-47FE-82B9-A9A8F13DF895}" dt="2023-10-09T22:01:12.207" v="3311"/>
          <ac:picMkLst>
            <pc:docMk/>
            <pc:sldMk cId="3100879670" sldId="265"/>
            <ac:picMk id="34" creationId="{0A099487-DD18-90F3-17E9-A6808ADF7FE8}"/>
          </ac:picMkLst>
        </pc:picChg>
        <pc:cxnChg chg="mod">
          <ac:chgData name="Alexandre Quach" userId="03a3b9a4-365b-425e-bba9-a77346403bac" providerId="ADAL" clId="{D6BEF447-F077-47FE-82B9-A9A8F13DF895}" dt="2023-10-09T22:01:12.207" v="3311"/>
          <ac:cxnSpMkLst>
            <pc:docMk/>
            <pc:sldMk cId="3100879670" sldId="265"/>
            <ac:cxnSpMk id="45" creationId="{3122630D-3B38-50CC-6ADC-A8E248B4DE3B}"/>
          </ac:cxnSpMkLst>
        </pc:cxnChg>
        <pc:cxnChg chg="mod">
          <ac:chgData name="Alexandre Quach" userId="03a3b9a4-365b-425e-bba9-a77346403bac" providerId="ADAL" clId="{D6BEF447-F077-47FE-82B9-A9A8F13DF895}" dt="2023-10-09T22:01:12.207" v="3311"/>
          <ac:cxnSpMkLst>
            <pc:docMk/>
            <pc:sldMk cId="3100879670" sldId="265"/>
            <ac:cxnSpMk id="46" creationId="{C86E6151-E174-701E-60D8-B7DD795C5876}"/>
          </ac:cxnSpMkLst>
        </pc:cxn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a:extLst>
              <a:ext uri="{FF2B5EF4-FFF2-40B4-BE49-F238E27FC236}">
                <a16:creationId xmlns:a16="http://schemas.microsoft.com/office/drawing/2014/main" id="{0A948C06-F7D7-4872-AC54-D56568C40DBA}"/>
              </a:ext>
            </a:extLst>
          </p:cNvPr>
          <p:cNvSpPr>
            <a:spLocks noGrp="1"/>
          </p:cNvSpPr>
          <p:nvPr>
            <p:ph type="hdr" sz="quarter"/>
          </p:nvPr>
        </p:nvSpPr>
        <p:spPr>
          <a:xfrm>
            <a:off x="0" y="0"/>
            <a:ext cx="2971800" cy="496888"/>
          </a:xfrm>
          <a:prstGeom prst="rect">
            <a:avLst/>
          </a:prstGeom>
        </p:spPr>
        <p:txBody>
          <a:bodyPr vert="horz" lIns="91440" tIns="45720" rIns="91440" bIns="45720" rtlCol="0"/>
          <a:lstStyle>
            <a:lvl1pPr algn="l">
              <a:defRPr sz="1200"/>
            </a:lvl1pPr>
          </a:lstStyle>
          <a:p>
            <a:endParaRPr lang="fr-FR"/>
          </a:p>
        </p:txBody>
      </p:sp>
      <p:sp>
        <p:nvSpPr>
          <p:cNvPr id="3" name="Espace réservé de la date 2">
            <a:extLst>
              <a:ext uri="{FF2B5EF4-FFF2-40B4-BE49-F238E27FC236}">
                <a16:creationId xmlns:a16="http://schemas.microsoft.com/office/drawing/2014/main" id="{CA16C201-56D9-42B1-91DB-92380F28681E}"/>
              </a:ext>
            </a:extLst>
          </p:cNvPr>
          <p:cNvSpPr>
            <a:spLocks noGrp="1"/>
          </p:cNvSpPr>
          <p:nvPr>
            <p:ph type="dt" sz="quarter" idx="1"/>
          </p:nvPr>
        </p:nvSpPr>
        <p:spPr>
          <a:xfrm>
            <a:off x="3884613" y="0"/>
            <a:ext cx="2971800" cy="496888"/>
          </a:xfrm>
          <a:prstGeom prst="rect">
            <a:avLst/>
          </a:prstGeom>
        </p:spPr>
        <p:txBody>
          <a:bodyPr vert="horz" lIns="91440" tIns="45720" rIns="91440" bIns="45720" rtlCol="0"/>
          <a:lstStyle>
            <a:lvl1pPr algn="r">
              <a:defRPr sz="1200"/>
            </a:lvl1pPr>
          </a:lstStyle>
          <a:p>
            <a:fld id="{4846E387-58D0-40AA-A111-39025C8DE5A5}" type="datetimeFigureOut">
              <a:rPr lang="fr-FR" smtClean="0"/>
              <a:t>11/10/2023</a:t>
            </a:fld>
            <a:endParaRPr lang="fr-FR"/>
          </a:p>
        </p:txBody>
      </p:sp>
      <p:sp>
        <p:nvSpPr>
          <p:cNvPr id="4" name="Espace réservé du pied de page 3">
            <a:extLst>
              <a:ext uri="{FF2B5EF4-FFF2-40B4-BE49-F238E27FC236}">
                <a16:creationId xmlns:a16="http://schemas.microsoft.com/office/drawing/2014/main" id="{CBF02CFE-A077-47B6-A7C0-3D0CE9751024}"/>
              </a:ext>
            </a:extLst>
          </p:cNvPr>
          <p:cNvSpPr>
            <a:spLocks noGrp="1"/>
          </p:cNvSpPr>
          <p:nvPr>
            <p:ph type="ftr" sz="quarter" idx="2"/>
          </p:nvPr>
        </p:nvSpPr>
        <p:spPr>
          <a:xfrm>
            <a:off x="0" y="9429750"/>
            <a:ext cx="2971800" cy="496888"/>
          </a:xfrm>
          <a:prstGeom prst="rect">
            <a:avLst/>
          </a:prstGeom>
        </p:spPr>
        <p:txBody>
          <a:bodyPr vert="horz" lIns="91440" tIns="45720" rIns="91440" bIns="45720" rtlCol="0" anchor="b"/>
          <a:lstStyle>
            <a:lvl1pPr algn="l">
              <a:defRPr sz="1200"/>
            </a:lvl1pPr>
          </a:lstStyle>
          <a:p>
            <a:endParaRPr lang="fr-FR"/>
          </a:p>
        </p:txBody>
      </p:sp>
      <p:sp>
        <p:nvSpPr>
          <p:cNvPr id="5" name="Espace réservé du numéro de diapositive 4">
            <a:extLst>
              <a:ext uri="{FF2B5EF4-FFF2-40B4-BE49-F238E27FC236}">
                <a16:creationId xmlns:a16="http://schemas.microsoft.com/office/drawing/2014/main" id="{D3E98511-98FD-4F53-85BC-630702199D32}"/>
              </a:ext>
            </a:extLst>
          </p:cNvPr>
          <p:cNvSpPr>
            <a:spLocks noGrp="1"/>
          </p:cNvSpPr>
          <p:nvPr>
            <p:ph type="sldNum" sz="quarter" idx="3"/>
          </p:nvPr>
        </p:nvSpPr>
        <p:spPr>
          <a:xfrm>
            <a:off x="3884613" y="9429750"/>
            <a:ext cx="2971800" cy="496888"/>
          </a:xfrm>
          <a:prstGeom prst="rect">
            <a:avLst/>
          </a:prstGeom>
        </p:spPr>
        <p:txBody>
          <a:bodyPr vert="horz" lIns="91440" tIns="45720" rIns="91440" bIns="45720" rtlCol="0" anchor="b"/>
          <a:lstStyle>
            <a:lvl1pPr algn="r">
              <a:defRPr sz="1200"/>
            </a:lvl1pPr>
          </a:lstStyle>
          <a:p>
            <a:fld id="{0F17C46C-43A9-4CC6-ABA8-CCA27B0BD1B2}" type="slidenum">
              <a:rPr lang="fr-FR" smtClean="0"/>
              <a:t>‹N›</a:t>
            </a:fld>
            <a:endParaRPr lang="fr-FR"/>
          </a:p>
        </p:txBody>
      </p:sp>
    </p:spTree>
    <p:extLst>
      <p:ext uri="{BB962C8B-B14F-4D97-AF65-F5344CB8AC3E}">
        <p14:creationId xmlns:p14="http://schemas.microsoft.com/office/powerpoint/2010/main" val="3092942365"/>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968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96888"/>
          </a:xfrm>
          <a:prstGeom prst="rect">
            <a:avLst/>
          </a:prstGeom>
        </p:spPr>
        <p:txBody>
          <a:bodyPr vert="horz" lIns="91440" tIns="45720" rIns="91440" bIns="45720" rtlCol="0"/>
          <a:lstStyle>
            <a:lvl1pPr algn="r">
              <a:defRPr sz="1200"/>
            </a:lvl1pPr>
          </a:lstStyle>
          <a:p>
            <a:fld id="{BDF20955-6C47-4586-98EC-FFC38E96B8F7}" type="datetimeFigureOut">
              <a:rPr lang="fr-FR" smtClean="0"/>
              <a:t>11/10/2023</a:t>
            </a:fld>
            <a:endParaRPr lang="fr-FR"/>
          </a:p>
        </p:txBody>
      </p:sp>
      <p:sp>
        <p:nvSpPr>
          <p:cNvPr id="4" name="Espace réservé de l'image des diapositives 3"/>
          <p:cNvSpPr>
            <a:spLocks noGrp="1" noRot="1" noChangeAspect="1"/>
          </p:cNvSpPr>
          <p:nvPr>
            <p:ph type="sldImg" idx="2"/>
          </p:nvPr>
        </p:nvSpPr>
        <p:spPr>
          <a:xfrm>
            <a:off x="2270125" y="1241425"/>
            <a:ext cx="2317750" cy="3349625"/>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776788"/>
            <a:ext cx="5486400" cy="3908425"/>
          </a:xfrm>
          <a:prstGeom prst="rect">
            <a:avLst/>
          </a:prstGeom>
        </p:spPr>
        <p:txBody>
          <a:bodyPr vert="horz" lIns="91440" tIns="45720" rIns="91440" bIns="45720" rtlCol="0"/>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9429750"/>
            <a:ext cx="2971800" cy="496888"/>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9429750"/>
            <a:ext cx="2971800" cy="496888"/>
          </a:xfrm>
          <a:prstGeom prst="rect">
            <a:avLst/>
          </a:prstGeom>
        </p:spPr>
        <p:txBody>
          <a:bodyPr vert="horz" lIns="91440" tIns="45720" rIns="91440" bIns="45720" rtlCol="0" anchor="b"/>
          <a:lstStyle>
            <a:lvl1pPr algn="r">
              <a:defRPr sz="1200"/>
            </a:lvl1pPr>
          </a:lstStyle>
          <a:p>
            <a:fld id="{E4A7939E-2C09-4915-8039-A09DC60D8B16}" type="slidenum">
              <a:rPr lang="fr-FR" smtClean="0"/>
              <a:t>‹N›</a:t>
            </a:fld>
            <a:endParaRPr lang="fr-FR"/>
          </a:p>
        </p:txBody>
      </p:sp>
    </p:spTree>
    <p:extLst>
      <p:ext uri="{BB962C8B-B14F-4D97-AF65-F5344CB8AC3E}">
        <p14:creationId xmlns:p14="http://schemas.microsoft.com/office/powerpoint/2010/main" val="826367717"/>
      </p:ext>
    </p:extLst>
  </p:cSld>
  <p:clrMap bg1="lt1" tx1="dk1" bg2="lt2" tx2="dk2" accent1="accent1" accent2="accent2" accent3="accent3" accent4="accent4" accent5="accent5" accent6="accent6" hlink="hlink" folHlink="folHlink"/>
  <p:hf sldNum="0" hdr="0" ftr="0" dt="0"/>
  <p:notesStyle>
    <a:lvl1pPr marL="0" algn="l" defTabSz="914266" rtl="0" eaLnBrk="1" latinLnBrk="0" hangingPunct="1">
      <a:defRPr sz="1200" kern="1200">
        <a:solidFill>
          <a:schemeClr val="tx1"/>
        </a:solidFill>
        <a:latin typeface="+mn-lt"/>
        <a:ea typeface="+mn-ea"/>
        <a:cs typeface="+mn-cs"/>
      </a:defRPr>
    </a:lvl1pPr>
    <a:lvl2pPr marL="457133" algn="l" defTabSz="914266" rtl="0" eaLnBrk="1" latinLnBrk="0" hangingPunct="1">
      <a:defRPr sz="1200" kern="1200">
        <a:solidFill>
          <a:schemeClr val="tx1"/>
        </a:solidFill>
        <a:latin typeface="+mn-lt"/>
        <a:ea typeface="+mn-ea"/>
        <a:cs typeface="+mn-cs"/>
      </a:defRPr>
    </a:lvl2pPr>
    <a:lvl3pPr marL="914266" algn="l" defTabSz="914266" rtl="0" eaLnBrk="1" latinLnBrk="0" hangingPunct="1">
      <a:defRPr sz="1200" kern="1200">
        <a:solidFill>
          <a:schemeClr val="tx1"/>
        </a:solidFill>
        <a:latin typeface="+mn-lt"/>
        <a:ea typeface="+mn-ea"/>
        <a:cs typeface="+mn-cs"/>
      </a:defRPr>
    </a:lvl3pPr>
    <a:lvl4pPr marL="1371399" algn="l" defTabSz="914266" rtl="0" eaLnBrk="1" latinLnBrk="0" hangingPunct="1">
      <a:defRPr sz="1200" kern="1200">
        <a:solidFill>
          <a:schemeClr val="tx1"/>
        </a:solidFill>
        <a:latin typeface="+mn-lt"/>
        <a:ea typeface="+mn-ea"/>
        <a:cs typeface="+mn-cs"/>
      </a:defRPr>
    </a:lvl4pPr>
    <a:lvl5pPr marL="1828532" algn="l" defTabSz="914266" rtl="0" eaLnBrk="1" latinLnBrk="0" hangingPunct="1">
      <a:defRPr sz="1200" kern="1200">
        <a:solidFill>
          <a:schemeClr val="tx1"/>
        </a:solidFill>
        <a:latin typeface="+mn-lt"/>
        <a:ea typeface="+mn-ea"/>
        <a:cs typeface="+mn-cs"/>
      </a:defRPr>
    </a:lvl5pPr>
    <a:lvl6pPr marL="2285665" algn="l" defTabSz="914266" rtl="0" eaLnBrk="1" latinLnBrk="0" hangingPunct="1">
      <a:defRPr sz="1200" kern="1200">
        <a:solidFill>
          <a:schemeClr val="tx1"/>
        </a:solidFill>
        <a:latin typeface="+mn-lt"/>
        <a:ea typeface="+mn-ea"/>
        <a:cs typeface="+mn-cs"/>
      </a:defRPr>
    </a:lvl6pPr>
    <a:lvl7pPr marL="2742798" algn="l" defTabSz="914266" rtl="0" eaLnBrk="1" latinLnBrk="0" hangingPunct="1">
      <a:defRPr sz="1200" kern="1200">
        <a:solidFill>
          <a:schemeClr val="tx1"/>
        </a:solidFill>
        <a:latin typeface="+mn-lt"/>
        <a:ea typeface="+mn-ea"/>
        <a:cs typeface="+mn-cs"/>
      </a:defRPr>
    </a:lvl7pPr>
    <a:lvl8pPr marL="3199931" algn="l" defTabSz="914266" rtl="0" eaLnBrk="1" latinLnBrk="0" hangingPunct="1">
      <a:defRPr sz="1200" kern="1200">
        <a:solidFill>
          <a:schemeClr val="tx1"/>
        </a:solidFill>
        <a:latin typeface="+mn-lt"/>
        <a:ea typeface="+mn-ea"/>
        <a:cs typeface="+mn-cs"/>
      </a:defRPr>
    </a:lvl8pPr>
    <a:lvl9pPr marL="3657064" algn="l" defTabSz="914266"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621191"/>
            <a:ext cx="5829300" cy="3448756"/>
          </a:xfrm>
        </p:spPr>
        <p:txBody>
          <a:bodyPr anchor="b"/>
          <a:lstStyle>
            <a:lvl1pPr algn="ctr">
              <a:defRPr sz="4500"/>
            </a:lvl1pPr>
          </a:lstStyle>
          <a:p>
            <a:r>
              <a:rPr lang="fr-FR"/>
              <a:t>Modifiez le style du titre</a:t>
            </a:r>
            <a:endParaRPr lang="en-US" dirty="0"/>
          </a:p>
        </p:txBody>
      </p:sp>
      <p:sp>
        <p:nvSpPr>
          <p:cNvPr id="3" name="Subtitle 2"/>
          <p:cNvSpPr>
            <a:spLocks noGrp="1"/>
          </p:cNvSpPr>
          <p:nvPr>
            <p:ph type="subTitle" idx="1"/>
          </p:nvPr>
        </p:nvSpPr>
        <p:spPr>
          <a:xfrm>
            <a:off x="857250" y="5202945"/>
            <a:ext cx="5143500" cy="2391656"/>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fr-FR"/>
              <a:t>Modifiez le style des sous-titres du masque</a:t>
            </a:r>
            <a:endParaRPr lang="en-US" dirty="0"/>
          </a:p>
        </p:txBody>
      </p:sp>
      <p:sp>
        <p:nvSpPr>
          <p:cNvPr id="4" name="Date Placeholder 3"/>
          <p:cNvSpPr>
            <a:spLocks noGrp="1"/>
          </p:cNvSpPr>
          <p:nvPr>
            <p:ph type="dt" sz="half" idx="10"/>
          </p:nvPr>
        </p:nvSpPr>
        <p:spPr/>
        <p:txBody>
          <a:bodyPr/>
          <a:lstStyle/>
          <a:p>
            <a:fld id="{6DCA0D14-03F7-4F0D-A834-CBE5F1B767A5}" type="datetimeFigureOut">
              <a:rPr lang="fr-FR" smtClean="0"/>
              <a:t>11/10/2023</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97285C76-BE70-4258-8668-C07A75A9D8EB}" type="slidenum">
              <a:rPr lang="fr-FR" smtClean="0"/>
              <a:t>‹N›</a:t>
            </a:fld>
            <a:endParaRPr lang="fr-FR"/>
          </a:p>
        </p:txBody>
      </p:sp>
    </p:spTree>
    <p:extLst>
      <p:ext uri="{BB962C8B-B14F-4D97-AF65-F5344CB8AC3E}">
        <p14:creationId xmlns:p14="http://schemas.microsoft.com/office/powerpoint/2010/main" val="7829920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idx="1"/>
          </p:nvPr>
        </p:nvSpPr>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6DCA0D14-03F7-4F0D-A834-CBE5F1B767A5}" type="datetimeFigureOut">
              <a:rPr lang="fr-FR" smtClean="0"/>
              <a:t>11/10/2023</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97285C76-BE70-4258-8668-C07A75A9D8EB}" type="slidenum">
              <a:rPr lang="fr-FR" smtClean="0"/>
              <a:t>‹N›</a:t>
            </a:fld>
            <a:endParaRPr lang="fr-FR"/>
          </a:p>
        </p:txBody>
      </p:sp>
    </p:spTree>
    <p:extLst>
      <p:ext uri="{BB962C8B-B14F-4D97-AF65-F5344CB8AC3E}">
        <p14:creationId xmlns:p14="http://schemas.microsoft.com/office/powerpoint/2010/main" val="41553313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467917" y="2469625"/>
            <a:ext cx="5915025" cy="4120620"/>
          </a:xfrm>
        </p:spPr>
        <p:txBody>
          <a:bodyPr anchor="b"/>
          <a:lstStyle>
            <a:lvl1pPr>
              <a:defRPr sz="4500"/>
            </a:lvl1pPr>
          </a:lstStyle>
          <a:p>
            <a:r>
              <a:rPr lang="fr-FR"/>
              <a:t>Modifiez le style du titre</a:t>
            </a:r>
            <a:endParaRPr lang="en-US" dirty="0"/>
          </a:p>
        </p:txBody>
      </p:sp>
      <p:sp>
        <p:nvSpPr>
          <p:cNvPr id="3" name="Text Placeholder 2"/>
          <p:cNvSpPr>
            <a:spLocks noGrp="1"/>
          </p:cNvSpPr>
          <p:nvPr>
            <p:ph type="body" idx="1"/>
          </p:nvPr>
        </p:nvSpPr>
        <p:spPr>
          <a:xfrm>
            <a:off x="467917" y="6629226"/>
            <a:ext cx="5915025" cy="2166937"/>
          </a:xfrm>
        </p:spPr>
        <p:txBody>
          <a:bodyPr/>
          <a:lstStyle>
            <a:lvl1pPr marL="0" indent="0">
              <a:buNone/>
              <a:defRPr sz="18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fr-FR"/>
              <a:t>Modifier les styles du texte du masque</a:t>
            </a:r>
          </a:p>
        </p:txBody>
      </p:sp>
      <p:sp>
        <p:nvSpPr>
          <p:cNvPr id="4" name="Date Placeholder 3"/>
          <p:cNvSpPr>
            <a:spLocks noGrp="1"/>
          </p:cNvSpPr>
          <p:nvPr>
            <p:ph type="dt" sz="half" idx="10"/>
          </p:nvPr>
        </p:nvSpPr>
        <p:spPr/>
        <p:txBody>
          <a:bodyPr/>
          <a:lstStyle/>
          <a:p>
            <a:fld id="{6DCA0D14-03F7-4F0D-A834-CBE5F1B767A5}" type="datetimeFigureOut">
              <a:rPr lang="fr-FR" smtClean="0"/>
              <a:t>11/10/2023</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97285C76-BE70-4258-8668-C07A75A9D8EB}" type="slidenum">
              <a:rPr lang="fr-FR" smtClean="0"/>
              <a:t>‹N›</a:t>
            </a:fld>
            <a:endParaRPr lang="fr-FR"/>
          </a:p>
        </p:txBody>
      </p:sp>
    </p:spTree>
    <p:extLst>
      <p:ext uri="{BB962C8B-B14F-4D97-AF65-F5344CB8AC3E}">
        <p14:creationId xmlns:p14="http://schemas.microsoft.com/office/powerpoint/2010/main" val="25684759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sz="half" idx="1"/>
          </p:nvPr>
        </p:nvSpPr>
        <p:spPr>
          <a:xfrm>
            <a:off x="471488" y="2637014"/>
            <a:ext cx="2914650" cy="6285266"/>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3471863" y="2637014"/>
            <a:ext cx="2914650" cy="6285266"/>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Date Placeholder 4"/>
          <p:cNvSpPr>
            <a:spLocks noGrp="1"/>
          </p:cNvSpPr>
          <p:nvPr>
            <p:ph type="dt" sz="half" idx="10"/>
          </p:nvPr>
        </p:nvSpPr>
        <p:spPr/>
        <p:txBody>
          <a:bodyPr/>
          <a:lstStyle/>
          <a:p>
            <a:fld id="{6DCA0D14-03F7-4F0D-A834-CBE5F1B767A5}" type="datetimeFigureOut">
              <a:rPr lang="fr-FR" smtClean="0"/>
              <a:t>11/10/2023</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97285C76-BE70-4258-8668-C07A75A9D8EB}" type="slidenum">
              <a:rPr lang="fr-FR" smtClean="0"/>
              <a:t>‹N›</a:t>
            </a:fld>
            <a:endParaRPr lang="fr-FR"/>
          </a:p>
        </p:txBody>
      </p:sp>
    </p:spTree>
    <p:extLst>
      <p:ext uri="{BB962C8B-B14F-4D97-AF65-F5344CB8AC3E}">
        <p14:creationId xmlns:p14="http://schemas.microsoft.com/office/powerpoint/2010/main" val="1822310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a:xfrm>
            <a:off x="472382" y="527405"/>
            <a:ext cx="5915025" cy="1914702"/>
          </a:xfrm>
        </p:spPr>
        <p:txBody>
          <a:bodyPr/>
          <a:lstStyle/>
          <a:p>
            <a:r>
              <a:rPr lang="fr-FR"/>
              <a:t>Modifiez le style du titre</a:t>
            </a:r>
            <a:endParaRPr lang="en-US" dirty="0"/>
          </a:p>
        </p:txBody>
      </p:sp>
      <p:sp>
        <p:nvSpPr>
          <p:cNvPr id="3" name="Text Placeholder 2"/>
          <p:cNvSpPr>
            <a:spLocks noGrp="1"/>
          </p:cNvSpPr>
          <p:nvPr>
            <p:ph type="body" idx="1"/>
          </p:nvPr>
        </p:nvSpPr>
        <p:spPr>
          <a:xfrm>
            <a:off x="472382" y="2428347"/>
            <a:ext cx="2901255"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fr-FR"/>
              <a:t>Modifier les styles du texte du masque</a:t>
            </a:r>
          </a:p>
        </p:txBody>
      </p:sp>
      <p:sp>
        <p:nvSpPr>
          <p:cNvPr id="4" name="Content Placeholder 3"/>
          <p:cNvSpPr>
            <a:spLocks noGrp="1"/>
          </p:cNvSpPr>
          <p:nvPr>
            <p:ph sz="half" idx="2"/>
          </p:nvPr>
        </p:nvSpPr>
        <p:spPr>
          <a:xfrm>
            <a:off x="472382" y="3618442"/>
            <a:ext cx="2901255" cy="5322183"/>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3471864" y="2428347"/>
            <a:ext cx="2915543"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fr-FR"/>
              <a:t>Modifier les styles du texte du masque</a:t>
            </a:r>
          </a:p>
        </p:txBody>
      </p:sp>
      <p:sp>
        <p:nvSpPr>
          <p:cNvPr id="6" name="Content Placeholder 5"/>
          <p:cNvSpPr>
            <a:spLocks noGrp="1"/>
          </p:cNvSpPr>
          <p:nvPr>
            <p:ph sz="quarter" idx="4"/>
          </p:nvPr>
        </p:nvSpPr>
        <p:spPr>
          <a:xfrm>
            <a:off x="3471864" y="3618442"/>
            <a:ext cx="2915543" cy="5322183"/>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Date Placeholder 6"/>
          <p:cNvSpPr>
            <a:spLocks noGrp="1"/>
          </p:cNvSpPr>
          <p:nvPr>
            <p:ph type="dt" sz="half" idx="10"/>
          </p:nvPr>
        </p:nvSpPr>
        <p:spPr/>
        <p:txBody>
          <a:bodyPr/>
          <a:lstStyle/>
          <a:p>
            <a:fld id="{6DCA0D14-03F7-4F0D-A834-CBE5F1B767A5}" type="datetimeFigureOut">
              <a:rPr lang="fr-FR" smtClean="0"/>
              <a:t>11/10/2023</a:t>
            </a:fld>
            <a:endParaRPr lang="fr-FR"/>
          </a:p>
        </p:txBody>
      </p:sp>
      <p:sp>
        <p:nvSpPr>
          <p:cNvPr id="8" name="Footer Placeholder 7"/>
          <p:cNvSpPr>
            <a:spLocks noGrp="1"/>
          </p:cNvSpPr>
          <p:nvPr>
            <p:ph type="ftr" sz="quarter" idx="11"/>
          </p:nvPr>
        </p:nvSpPr>
        <p:spPr/>
        <p:txBody>
          <a:bodyPr/>
          <a:lstStyle/>
          <a:p>
            <a:endParaRPr lang="fr-FR"/>
          </a:p>
        </p:txBody>
      </p:sp>
      <p:sp>
        <p:nvSpPr>
          <p:cNvPr id="9" name="Slide Number Placeholder 8"/>
          <p:cNvSpPr>
            <a:spLocks noGrp="1"/>
          </p:cNvSpPr>
          <p:nvPr>
            <p:ph type="sldNum" sz="quarter" idx="12"/>
          </p:nvPr>
        </p:nvSpPr>
        <p:spPr/>
        <p:txBody>
          <a:bodyPr/>
          <a:lstStyle/>
          <a:p>
            <a:fld id="{97285C76-BE70-4258-8668-C07A75A9D8EB}" type="slidenum">
              <a:rPr lang="fr-FR" smtClean="0"/>
              <a:t>‹N›</a:t>
            </a:fld>
            <a:endParaRPr lang="fr-FR"/>
          </a:p>
        </p:txBody>
      </p:sp>
    </p:spTree>
    <p:extLst>
      <p:ext uri="{BB962C8B-B14F-4D97-AF65-F5344CB8AC3E}">
        <p14:creationId xmlns:p14="http://schemas.microsoft.com/office/powerpoint/2010/main" val="25887947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Date Placeholder 2"/>
          <p:cNvSpPr>
            <a:spLocks noGrp="1"/>
          </p:cNvSpPr>
          <p:nvPr>
            <p:ph type="dt" sz="half" idx="10"/>
          </p:nvPr>
        </p:nvSpPr>
        <p:spPr/>
        <p:txBody>
          <a:bodyPr/>
          <a:lstStyle/>
          <a:p>
            <a:fld id="{6DCA0D14-03F7-4F0D-A834-CBE5F1B767A5}" type="datetimeFigureOut">
              <a:rPr lang="fr-FR" smtClean="0"/>
              <a:t>11/10/2023</a:t>
            </a:fld>
            <a:endParaRPr lang="fr-FR"/>
          </a:p>
        </p:txBody>
      </p:sp>
      <p:sp>
        <p:nvSpPr>
          <p:cNvPr id="4" name="Footer Placeholder 3"/>
          <p:cNvSpPr>
            <a:spLocks noGrp="1"/>
          </p:cNvSpPr>
          <p:nvPr>
            <p:ph type="ftr" sz="quarter" idx="11"/>
          </p:nvPr>
        </p:nvSpPr>
        <p:spPr/>
        <p:txBody>
          <a:bodyPr/>
          <a:lstStyle/>
          <a:p>
            <a:endParaRPr lang="fr-FR"/>
          </a:p>
        </p:txBody>
      </p:sp>
      <p:sp>
        <p:nvSpPr>
          <p:cNvPr id="5" name="Slide Number Placeholder 4"/>
          <p:cNvSpPr>
            <a:spLocks noGrp="1"/>
          </p:cNvSpPr>
          <p:nvPr>
            <p:ph type="sldNum" sz="quarter" idx="12"/>
          </p:nvPr>
        </p:nvSpPr>
        <p:spPr/>
        <p:txBody>
          <a:bodyPr/>
          <a:lstStyle/>
          <a:p>
            <a:fld id="{97285C76-BE70-4258-8668-C07A75A9D8EB}" type="slidenum">
              <a:rPr lang="fr-FR" smtClean="0"/>
              <a:t>‹N›</a:t>
            </a:fld>
            <a:endParaRPr lang="fr-FR"/>
          </a:p>
        </p:txBody>
      </p:sp>
    </p:spTree>
    <p:extLst>
      <p:ext uri="{BB962C8B-B14F-4D97-AF65-F5344CB8AC3E}">
        <p14:creationId xmlns:p14="http://schemas.microsoft.com/office/powerpoint/2010/main" val="30402912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DCA0D14-03F7-4F0D-A834-CBE5F1B767A5}" type="datetimeFigureOut">
              <a:rPr lang="fr-FR" smtClean="0"/>
              <a:t>11/10/2023</a:t>
            </a:fld>
            <a:endParaRPr lang="fr-FR"/>
          </a:p>
        </p:txBody>
      </p:sp>
      <p:sp>
        <p:nvSpPr>
          <p:cNvPr id="3" name="Footer Placeholder 2"/>
          <p:cNvSpPr>
            <a:spLocks noGrp="1"/>
          </p:cNvSpPr>
          <p:nvPr>
            <p:ph type="ftr" sz="quarter" idx="11"/>
          </p:nvPr>
        </p:nvSpPr>
        <p:spPr/>
        <p:txBody>
          <a:bodyPr/>
          <a:lstStyle/>
          <a:p>
            <a:endParaRPr lang="fr-FR"/>
          </a:p>
        </p:txBody>
      </p:sp>
      <p:sp>
        <p:nvSpPr>
          <p:cNvPr id="4" name="Slide Number Placeholder 3"/>
          <p:cNvSpPr>
            <a:spLocks noGrp="1"/>
          </p:cNvSpPr>
          <p:nvPr>
            <p:ph type="sldNum" sz="quarter" idx="12"/>
          </p:nvPr>
        </p:nvSpPr>
        <p:spPr/>
        <p:txBody>
          <a:bodyPr/>
          <a:lstStyle/>
          <a:p>
            <a:fld id="{97285C76-BE70-4258-8668-C07A75A9D8EB}" type="slidenum">
              <a:rPr lang="fr-FR" smtClean="0"/>
              <a:t>‹N›</a:t>
            </a:fld>
            <a:endParaRPr lang="fr-FR"/>
          </a:p>
        </p:txBody>
      </p:sp>
    </p:spTree>
    <p:extLst>
      <p:ext uri="{BB962C8B-B14F-4D97-AF65-F5344CB8AC3E}">
        <p14:creationId xmlns:p14="http://schemas.microsoft.com/office/powerpoint/2010/main" val="17246967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fr-FR"/>
              <a:t>Modifiez le style du titre</a:t>
            </a:r>
            <a:endParaRPr lang="en-US" dirty="0"/>
          </a:p>
        </p:txBody>
      </p:sp>
      <p:sp>
        <p:nvSpPr>
          <p:cNvPr id="3" name="Content Placeholder 2"/>
          <p:cNvSpPr>
            <a:spLocks noGrp="1"/>
          </p:cNvSpPr>
          <p:nvPr>
            <p:ph idx="1"/>
          </p:nvPr>
        </p:nvSpPr>
        <p:spPr>
          <a:xfrm>
            <a:off x="2915544" y="1426283"/>
            <a:ext cx="3471863" cy="7039681"/>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472381" y="2971801"/>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fr-FR"/>
              <a:t>Modifier les styles du texte du masque</a:t>
            </a:r>
          </a:p>
        </p:txBody>
      </p:sp>
      <p:sp>
        <p:nvSpPr>
          <p:cNvPr id="5" name="Date Placeholder 4"/>
          <p:cNvSpPr>
            <a:spLocks noGrp="1"/>
          </p:cNvSpPr>
          <p:nvPr>
            <p:ph type="dt" sz="half" idx="10"/>
          </p:nvPr>
        </p:nvSpPr>
        <p:spPr/>
        <p:txBody>
          <a:bodyPr/>
          <a:lstStyle/>
          <a:p>
            <a:fld id="{6DCA0D14-03F7-4F0D-A834-CBE5F1B767A5}" type="datetimeFigureOut">
              <a:rPr lang="fr-FR" smtClean="0"/>
              <a:t>11/10/2023</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97285C76-BE70-4258-8668-C07A75A9D8EB}" type="slidenum">
              <a:rPr lang="fr-FR" smtClean="0"/>
              <a:t>‹N›</a:t>
            </a:fld>
            <a:endParaRPr lang="fr-FR"/>
          </a:p>
        </p:txBody>
      </p:sp>
    </p:spTree>
    <p:extLst>
      <p:ext uri="{BB962C8B-B14F-4D97-AF65-F5344CB8AC3E}">
        <p14:creationId xmlns:p14="http://schemas.microsoft.com/office/powerpoint/2010/main" val="5679203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fr-FR"/>
              <a:t>Modifiez le style du titre</a:t>
            </a:r>
            <a:endParaRPr lang="en-US" dirty="0"/>
          </a:p>
        </p:txBody>
      </p:sp>
      <p:sp>
        <p:nvSpPr>
          <p:cNvPr id="3" name="Picture Placeholder 2"/>
          <p:cNvSpPr>
            <a:spLocks noGrp="1" noChangeAspect="1"/>
          </p:cNvSpPr>
          <p:nvPr>
            <p:ph type="pic" idx="1"/>
          </p:nvPr>
        </p:nvSpPr>
        <p:spPr>
          <a:xfrm>
            <a:off x="2915544" y="1426283"/>
            <a:ext cx="3471863" cy="7039681"/>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fr-FR"/>
              <a:t>Cliquez sur l'icône pour ajouter une image</a:t>
            </a:r>
            <a:endParaRPr lang="en-US" dirty="0"/>
          </a:p>
        </p:txBody>
      </p:sp>
      <p:sp>
        <p:nvSpPr>
          <p:cNvPr id="4" name="Text Placeholder 3"/>
          <p:cNvSpPr>
            <a:spLocks noGrp="1"/>
          </p:cNvSpPr>
          <p:nvPr>
            <p:ph type="body" sz="half" idx="2"/>
          </p:nvPr>
        </p:nvSpPr>
        <p:spPr>
          <a:xfrm>
            <a:off x="472381" y="2971801"/>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fr-FR"/>
              <a:t>Modifier les styles du texte du masque</a:t>
            </a:r>
          </a:p>
        </p:txBody>
      </p:sp>
      <p:sp>
        <p:nvSpPr>
          <p:cNvPr id="5" name="Date Placeholder 4"/>
          <p:cNvSpPr>
            <a:spLocks noGrp="1"/>
          </p:cNvSpPr>
          <p:nvPr>
            <p:ph type="dt" sz="half" idx="10"/>
          </p:nvPr>
        </p:nvSpPr>
        <p:spPr/>
        <p:txBody>
          <a:bodyPr/>
          <a:lstStyle/>
          <a:p>
            <a:fld id="{6DCA0D14-03F7-4F0D-A834-CBE5F1B767A5}" type="datetimeFigureOut">
              <a:rPr lang="fr-FR" smtClean="0"/>
              <a:t>11/10/2023</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97285C76-BE70-4258-8668-C07A75A9D8EB}" type="slidenum">
              <a:rPr lang="fr-FR" smtClean="0"/>
              <a:t>‹N›</a:t>
            </a:fld>
            <a:endParaRPr lang="fr-FR"/>
          </a:p>
        </p:txBody>
      </p:sp>
    </p:spTree>
    <p:extLst>
      <p:ext uri="{BB962C8B-B14F-4D97-AF65-F5344CB8AC3E}">
        <p14:creationId xmlns:p14="http://schemas.microsoft.com/office/powerpoint/2010/main" val="21044053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Vertical Text Placeholder 2"/>
          <p:cNvSpPr>
            <a:spLocks noGrp="1"/>
          </p:cNvSpPr>
          <p:nvPr>
            <p:ph type="body" orient="vert" idx="1"/>
          </p:nvPr>
        </p:nvSpPr>
        <p:spPr/>
        <p:txBody>
          <a:bodyPr vert="eaVert"/>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6DCA0D14-03F7-4F0D-A834-CBE5F1B767A5}" type="datetimeFigureOut">
              <a:rPr lang="fr-FR" smtClean="0"/>
              <a:t>11/10/2023</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97285C76-BE70-4258-8668-C07A75A9D8EB}" type="slidenum">
              <a:rPr lang="fr-FR" smtClean="0"/>
              <a:t>‹N›</a:t>
            </a:fld>
            <a:endParaRPr lang="fr-FR"/>
          </a:p>
        </p:txBody>
      </p:sp>
    </p:spTree>
    <p:extLst>
      <p:ext uri="{BB962C8B-B14F-4D97-AF65-F5344CB8AC3E}">
        <p14:creationId xmlns:p14="http://schemas.microsoft.com/office/powerpoint/2010/main" val="3236242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527404"/>
            <a:ext cx="1478756" cy="8394877"/>
          </a:xfrm>
        </p:spPr>
        <p:txBody>
          <a:bodyPr vert="eaVert"/>
          <a:lstStyle/>
          <a:p>
            <a:r>
              <a:rPr lang="fr-FR"/>
              <a:t>Modifiez le style du titre</a:t>
            </a:r>
            <a:endParaRPr lang="en-US" dirty="0"/>
          </a:p>
        </p:txBody>
      </p:sp>
      <p:sp>
        <p:nvSpPr>
          <p:cNvPr id="3" name="Vertical Text Placeholder 2"/>
          <p:cNvSpPr>
            <a:spLocks noGrp="1"/>
          </p:cNvSpPr>
          <p:nvPr>
            <p:ph type="body" orient="vert" idx="1"/>
          </p:nvPr>
        </p:nvSpPr>
        <p:spPr>
          <a:xfrm>
            <a:off x="471488" y="527404"/>
            <a:ext cx="4350544" cy="8394877"/>
          </a:xfrm>
        </p:spPr>
        <p:txBody>
          <a:bodyPr vert="eaVert"/>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6DCA0D14-03F7-4F0D-A834-CBE5F1B767A5}" type="datetimeFigureOut">
              <a:rPr lang="fr-FR" smtClean="0"/>
              <a:t>11/10/2023</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97285C76-BE70-4258-8668-C07A75A9D8EB}" type="slidenum">
              <a:rPr lang="fr-FR" smtClean="0"/>
              <a:t>‹N›</a:t>
            </a:fld>
            <a:endParaRPr lang="fr-FR"/>
          </a:p>
        </p:txBody>
      </p:sp>
    </p:spTree>
    <p:extLst>
      <p:ext uri="{BB962C8B-B14F-4D97-AF65-F5344CB8AC3E}">
        <p14:creationId xmlns:p14="http://schemas.microsoft.com/office/powerpoint/2010/main" val="10702015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527405"/>
            <a:ext cx="5915025" cy="1914702"/>
          </a:xfrm>
          <a:prstGeom prst="rect">
            <a:avLst/>
          </a:prstGeom>
        </p:spPr>
        <p:txBody>
          <a:bodyPr vert="horz" lIns="91440" tIns="45720" rIns="91440" bIns="45720" rtlCol="0" anchor="ctr">
            <a:normAutofit/>
          </a:bodyPr>
          <a:lstStyle/>
          <a:p>
            <a:r>
              <a:rPr lang="fr-FR"/>
              <a:t>Modifiez le style du titre</a:t>
            </a:r>
            <a:endParaRPr lang="en-US" dirty="0"/>
          </a:p>
        </p:txBody>
      </p:sp>
      <p:sp>
        <p:nvSpPr>
          <p:cNvPr id="3" name="Text Placeholder 2"/>
          <p:cNvSpPr>
            <a:spLocks noGrp="1"/>
          </p:cNvSpPr>
          <p:nvPr>
            <p:ph type="body" idx="1"/>
          </p:nvPr>
        </p:nvSpPr>
        <p:spPr>
          <a:xfrm>
            <a:off x="471488" y="2637014"/>
            <a:ext cx="5915025" cy="6285266"/>
          </a:xfrm>
          <a:prstGeom prst="rect">
            <a:avLst/>
          </a:prstGeom>
        </p:spPr>
        <p:txBody>
          <a:bodyPr vert="horz" lIns="91440" tIns="45720" rIns="91440" bIns="45720" rtlCol="0">
            <a:normAutofit/>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2"/>
          </p:nvPr>
        </p:nvSpPr>
        <p:spPr>
          <a:xfrm>
            <a:off x="471488" y="9181398"/>
            <a:ext cx="1543050" cy="527403"/>
          </a:xfrm>
          <a:prstGeom prst="rect">
            <a:avLst/>
          </a:prstGeom>
        </p:spPr>
        <p:txBody>
          <a:bodyPr vert="horz" lIns="91440" tIns="45720" rIns="91440" bIns="45720" rtlCol="0" anchor="ctr"/>
          <a:lstStyle>
            <a:lvl1pPr algn="l">
              <a:defRPr sz="900">
                <a:solidFill>
                  <a:schemeClr val="tx1">
                    <a:tint val="75000"/>
                  </a:schemeClr>
                </a:solidFill>
              </a:defRPr>
            </a:lvl1pPr>
          </a:lstStyle>
          <a:p>
            <a:fld id="{6DCA0D14-03F7-4F0D-A834-CBE5F1B767A5}" type="datetimeFigureOut">
              <a:rPr lang="fr-FR" smtClean="0"/>
              <a:t>11/10/2023</a:t>
            </a:fld>
            <a:endParaRPr lang="fr-FR"/>
          </a:p>
        </p:txBody>
      </p:sp>
      <p:sp>
        <p:nvSpPr>
          <p:cNvPr id="5" name="Footer Placeholder 4"/>
          <p:cNvSpPr>
            <a:spLocks noGrp="1"/>
          </p:cNvSpPr>
          <p:nvPr>
            <p:ph type="ftr" sz="quarter" idx="3"/>
          </p:nvPr>
        </p:nvSpPr>
        <p:spPr>
          <a:xfrm>
            <a:off x="2271713" y="9181398"/>
            <a:ext cx="2314575" cy="527403"/>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fr-FR"/>
          </a:p>
        </p:txBody>
      </p:sp>
      <p:sp>
        <p:nvSpPr>
          <p:cNvPr id="6" name="Slide Number Placeholder 5"/>
          <p:cNvSpPr>
            <a:spLocks noGrp="1"/>
          </p:cNvSpPr>
          <p:nvPr>
            <p:ph type="sldNum" sz="quarter" idx="4"/>
          </p:nvPr>
        </p:nvSpPr>
        <p:spPr>
          <a:xfrm>
            <a:off x="4843463" y="9181398"/>
            <a:ext cx="1543050" cy="527403"/>
          </a:xfrm>
          <a:prstGeom prst="rect">
            <a:avLst/>
          </a:prstGeom>
        </p:spPr>
        <p:txBody>
          <a:bodyPr vert="horz" lIns="91440" tIns="45720" rIns="91440" bIns="45720" rtlCol="0" anchor="ctr"/>
          <a:lstStyle>
            <a:lvl1pPr algn="r">
              <a:defRPr sz="900">
                <a:solidFill>
                  <a:schemeClr val="tx1">
                    <a:tint val="75000"/>
                  </a:schemeClr>
                </a:solidFill>
              </a:defRPr>
            </a:lvl1pPr>
          </a:lstStyle>
          <a:p>
            <a:fld id="{97285C76-BE70-4258-8668-C07A75A9D8EB}" type="slidenum">
              <a:rPr lang="fr-FR" smtClean="0"/>
              <a:t>‹N›</a:t>
            </a:fld>
            <a:endParaRPr lang="fr-FR"/>
          </a:p>
        </p:txBody>
      </p:sp>
    </p:spTree>
    <p:extLst>
      <p:ext uri="{BB962C8B-B14F-4D97-AF65-F5344CB8AC3E}">
        <p14:creationId xmlns:p14="http://schemas.microsoft.com/office/powerpoint/2010/main" val="428967955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5.png"/><Relationship Id="rId3" Type="http://schemas.microsoft.com/office/2007/relationships/hdphoto" Target="../media/hdphoto1.wdp"/><Relationship Id="rId7" Type="http://schemas.openxmlformats.org/officeDocument/2006/relationships/hyperlink" Target="https://www.komyu.io/" TargetMode="External"/><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4.jpeg"/><Relationship Id="rId5" Type="http://schemas.openxmlformats.org/officeDocument/2006/relationships/image" Target="../media/image3.png"/><Relationship Id="rId4" Type="http://schemas.openxmlformats.org/officeDocument/2006/relationships/image" Target="../media/image2.png"/><Relationship Id="rId9" Type="http://schemas.openxmlformats.org/officeDocument/2006/relationships/image" Target="../media/image6.jpe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hyperlink" Target="https://www.komyu.io/" TargetMode="External"/><Relationship Id="rId1" Type="http://schemas.openxmlformats.org/officeDocument/2006/relationships/slideLayout" Target="../slideLayouts/slideLayout1.xml"/><Relationship Id="rId4" Type="http://schemas.openxmlformats.org/officeDocument/2006/relationships/image" Target="../media/image6.jpe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hyperlink" Target="https://www.komyu.io/" TargetMode="External"/><Relationship Id="rId1" Type="http://schemas.openxmlformats.org/officeDocument/2006/relationships/slideLayout" Target="../slideLayouts/slideLayout1.xml"/><Relationship Id="rId4" Type="http://schemas.openxmlformats.org/officeDocument/2006/relationships/image" Target="../media/image6.jpe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hyperlink" Target="https://www.komyu.io/" TargetMode="External"/><Relationship Id="rId1" Type="http://schemas.openxmlformats.org/officeDocument/2006/relationships/slideLayout" Target="../slideLayouts/slideLayout1.xml"/><Relationship Id="rId4" Type="http://schemas.openxmlformats.org/officeDocument/2006/relationships/image" Target="../media/image6.jpeg"/></Relationships>
</file>

<file path=ppt/slides/_rels/slide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hyperlink" Target="https://creativecommons.org/licenses/by/3.0/fr/" TargetMode="External"/><Relationship Id="rId1" Type="http://schemas.openxmlformats.org/officeDocument/2006/relationships/slideLayout" Target="../slideLayouts/slideLayout1.xml"/><Relationship Id="rId6" Type="http://schemas.openxmlformats.org/officeDocument/2006/relationships/image" Target="../media/image6.jpeg"/><Relationship Id="rId5" Type="http://schemas.openxmlformats.org/officeDocument/2006/relationships/image" Target="../media/image5.png"/><Relationship Id="rId4" Type="http://schemas.openxmlformats.org/officeDocument/2006/relationships/hyperlink" Target="https://www.komyu.io/"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Résultat de recherche d'images pour &quot;crowd clipart&quot;">
            <a:extLst>
              <a:ext uri="{FF2B5EF4-FFF2-40B4-BE49-F238E27FC236}">
                <a16:creationId xmlns:a16="http://schemas.microsoft.com/office/drawing/2014/main" id="{1DAEDE93-1B49-4670-AF38-541EE5AD5394}"/>
              </a:ext>
            </a:extLst>
          </p:cNvPr>
          <p:cNvPicPr>
            <a:picLocks noChangeAspect="1" noChangeArrowheads="1"/>
          </p:cNvPicPr>
          <p:nvPr/>
        </p:nvPicPr>
        <p:blipFill rotWithShape="1">
          <a:blip r:embed="rId2">
            <a:extLst>
              <a:ext uri="{BEBA8EAE-BF5A-486C-A8C5-ECC9F3942E4B}">
                <a14:imgProps xmlns:a14="http://schemas.microsoft.com/office/drawing/2010/main">
                  <a14:imgLayer r:embed="rId3">
                    <a14:imgEffect>
                      <a14:backgroundRemoval t="7411" b="89869" l="8111" r="90000">
                        <a14:foregroundMark x1="27444" y1="11069" x2="45000" y2="9099"/>
                        <a14:foregroundMark x1="45000" y1="9099" x2="62333" y2="9475"/>
                        <a14:foregroundMark x1="62333" y1="9475" x2="65444" y2="8068"/>
                        <a14:foregroundMark x1="57111" y1="7692" x2="50111" y2="7411"/>
                        <a14:foregroundMark x1="65000" y1="56473" x2="67111" y2="71951"/>
                        <a14:foregroundMark x1="67111" y1="71951" x2="64556" y2="77955"/>
                        <a14:foregroundMark x1="89556" y1="43621" x2="88667" y2="30300"/>
                        <a14:foregroundMark x1="13000" y1="30300" x2="8111" y2="41745"/>
                      </a14:backgroundRemoval>
                    </a14:imgEffect>
                  </a14:imgLayer>
                </a14:imgProps>
              </a:ext>
              <a:ext uri="{28A0092B-C50C-407E-A947-70E740481C1C}">
                <a14:useLocalDpi xmlns:a14="http://schemas.microsoft.com/office/drawing/2010/main" val="0"/>
              </a:ext>
            </a:extLst>
          </a:blip>
          <a:srcRect b="7738"/>
          <a:stretch/>
        </p:blipFill>
        <p:spPr bwMode="auto">
          <a:xfrm>
            <a:off x="665146" y="5705727"/>
            <a:ext cx="2163713" cy="2364569"/>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7" name="Tableau 6">
            <a:extLst>
              <a:ext uri="{FF2B5EF4-FFF2-40B4-BE49-F238E27FC236}">
                <a16:creationId xmlns:a16="http://schemas.microsoft.com/office/drawing/2014/main" id="{8F54CC7A-2683-4D5C-BC2E-362AA3F06638}"/>
              </a:ext>
            </a:extLst>
          </p:cNvPr>
          <p:cNvGraphicFramePr>
            <a:graphicFrameLocks noGrp="1"/>
          </p:cNvGraphicFramePr>
          <p:nvPr>
            <p:extLst>
              <p:ext uri="{D42A27DB-BD31-4B8C-83A1-F6EECF244321}">
                <p14:modId xmlns:p14="http://schemas.microsoft.com/office/powerpoint/2010/main" val="4031738664"/>
              </p:ext>
            </p:extLst>
          </p:nvPr>
        </p:nvGraphicFramePr>
        <p:xfrm>
          <a:off x="0" y="1"/>
          <a:ext cx="6858000" cy="1021080"/>
        </p:xfrm>
        <a:graphic>
          <a:graphicData uri="http://schemas.openxmlformats.org/drawingml/2006/table">
            <a:tbl>
              <a:tblPr>
                <a:tableStyleId>{5C22544A-7EE6-4342-B048-85BDC9FD1C3A}</a:tableStyleId>
              </a:tblPr>
              <a:tblGrid>
                <a:gridCol w="6858000">
                  <a:extLst>
                    <a:ext uri="{9D8B030D-6E8A-4147-A177-3AD203B41FA5}">
                      <a16:colId xmlns:a16="http://schemas.microsoft.com/office/drawing/2014/main" val="1612185270"/>
                    </a:ext>
                  </a:extLst>
                </a:gridCol>
              </a:tblGrid>
              <a:tr h="446566">
                <a:tc>
                  <a:txBody>
                    <a:bodyPr/>
                    <a:lstStyle/>
                    <a:p>
                      <a:pPr marL="342900" marR="0" lvl="1" indent="0" algn="ctr" defTabSz="685800" rtl="0" eaLnBrk="1" fontAlgn="auto" latinLnBrk="0" hangingPunct="1">
                        <a:lnSpc>
                          <a:spcPct val="100000"/>
                        </a:lnSpc>
                        <a:spcBef>
                          <a:spcPts val="0"/>
                        </a:spcBef>
                        <a:spcAft>
                          <a:spcPts val="0"/>
                        </a:spcAft>
                        <a:buClrTx/>
                        <a:buSzTx/>
                        <a:buFontTx/>
                        <a:buNone/>
                        <a:tabLst/>
                        <a:defRPr/>
                      </a:pPr>
                      <a:r>
                        <a:rPr lang="fr-FR" sz="2800" b="1" dirty="0">
                          <a:solidFill>
                            <a:schemeClr val="tx1"/>
                          </a:solidFill>
                        </a:rPr>
                        <a:t>BINGO COCKTAIL V2</a:t>
                      </a:r>
                      <a:endParaRPr lang="fr-FR" sz="2400" b="1" dirty="0">
                        <a:solidFill>
                          <a:schemeClr val="tx1"/>
                        </a:solidFill>
                      </a:endParaRPr>
                    </a:p>
                    <a:p>
                      <a:pPr marL="342900" marR="0" lvl="1" indent="0" algn="ctr" defTabSz="685800" rtl="0" eaLnBrk="1" fontAlgn="auto" latinLnBrk="0" hangingPunct="1">
                        <a:lnSpc>
                          <a:spcPct val="100000"/>
                        </a:lnSpc>
                        <a:spcBef>
                          <a:spcPts val="0"/>
                        </a:spcBef>
                        <a:spcAft>
                          <a:spcPts val="0"/>
                        </a:spcAft>
                        <a:buClrTx/>
                        <a:buSzTx/>
                        <a:buFontTx/>
                        <a:buNone/>
                        <a:tabLst/>
                        <a:defRPr/>
                      </a:pPr>
                      <a:r>
                        <a:rPr lang="fr-FR" sz="1100" b="1" dirty="0">
                          <a:solidFill>
                            <a:schemeClr val="tx1"/>
                          </a:solidFill>
                        </a:rPr>
                        <a:t>Jeu prétexte pour discuter et découvrir les autres. </a:t>
                      </a:r>
                    </a:p>
                    <a:p>
                      <a:pPr marL="342900" marR="0" lvl="1" indent="0" algn="ctr" defTabSz="685800" rtl="0" eaLnBrk="1" fontAlgn="auto" latinLnBrk="0" hangingPunct="1">
                        <a:lnSpc>
                          <a:spcPct val="100000"/>
                        </a:lnSpc>
                        <a:spcBef>
                          <a:spcPts val="0"/>
                        </a:spcBef>
                        <a:spcAft>
                          <a:spcPts val="0"/>
                        </a:spcAft>
                        <a:buClrTx/>
                        <a:buSzTx/>
                        <a:buFontTx/>
                        <a:buNone/>
                        <a:tabLst/>
                        <a:defRPr/>
                      </a:pPr>
                      <a:r>
                        <a:rPr lang="fr-FR" sz="1100" b="1" dirty="0">
                          <a:solidFill>
                            <a:schemeClr val="tx1"/>
                          </a:solidFill>
                        </a:rPr>
                        <a:t>10-20 minutes. Compatible pendant un moment buffet. Nombre de personnes illimitées.</a:t>
                      </a:r>
                    </a:p>
                    <a:p>
                      <a:pPr marL="342900" marR="0" lvl="1" indent="0" algn="ctr" defTabSz="685800" rtl="0" eaLnBrk="1" fontAlgn="auto" latinLnBrk="0" hangingPunct="1">
                        <a:lnSpc>
                          <a:spcPct val="100000"/>
                        </a:lnSpc>
                        <a:spcBef>
                          <a:spcPts val="0"/>
                        </a:spcBef>
                        <a:spcAft>
                          <a:spcPts val="0"/>
                        </a:spcAft>
                        <a:buClrTx/>
                        <a:buSzTx/>
                        <a:buFontTx/>
                        <a:buNone/>
                        <a:tabLst/>
                        <a:defRPr/>
                      </a:pPr>
                      <a:r>
                        <a:rPr lang="fr-FR" sz="1100" b="1" dirty="0">
                          <a:solidFill>
                            <a:schemeClr val="tx1"/>
                          </a:solidFill>
                        </a:rPr>
                        <a:t>#</a:t>
                      </a:r>
                      <a:r>
                        <a:rPr lang="fr-FR" sz="1100" b="1" dirty="0" err="1">
                          <a:solidFill>
                            <a:schemeClr val="tx1"/>
                          </a:solidFill>
                        </a:rPr>
                        <a:t>OpenSeriousGame</a:t>
                      </a:r>
                      <a:endParaRPr lang="fr-FR" sz="1800" b="1" dirty="0">
                        <a:solidFill>
                          <a:schemeClr val="tx1"/>
                        </a:solidFill>
                      </a:endParaRPr>
                    </a:p>
                  </a:txBody>
                  <a:tcPr>
                    <a:solidFill>
                      <a:srgbClr val="10C0D2"/>
                    </a:solidFill>
                  </a:tcPr>
                </a:tc>
                <a:extLst>
                  <a:ext uri="{0D108BD9-81ED-4DB2-BD59-A6C34878D82A}">
                    <a16:rowId xmlns:a16="http://schemas.microsoft.com/office/drawing/2014/main" val="2564243360"/>
                  </a:ext>
                </a:extLst>
              </a:tr>
            </a:tbl>
          </a:graphicData>
        </a:graphic>
      </p:graphicFrame>
      <p:sp>
        <p:nvSpPr>
          <p:cNvPr id="39" name="Rectangle 38">
            <a:extLst>
              <a:ext uri="{FF2B5EF4-FFF2-40B4-BE49-F238E27FC236}">
                <a16:creationId xmlns:a16="http://schemas.microsoft.com/office/drawing/2014/main" id="{DB0B1A80-DBE8-46EB-BC9C-C0D83311BB74}"/>
              </a:ext>
            </a:extLst>
          </p:cNvPr>
          <p:cNvSpPr/>
          <p:nvPr/>
        </p:nvSpPr>
        <p:spPr>
          <a:xfrm>
            <a:off x="377128" y="2082473"/>
            <a:ext cx="1286160" cy="1424815"/>
          </a:xfrm>
          <a:prstGeom prst="rect">
            <a:avLst/>
          </a:prstGeom>
          <a:solidFill>
            <a:schemeClr val="bg1"/>
          </a:solid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100" dirty="0">
                <a:solidFill>
                  <a:schemeClr val="tx1"/>
                </a:solidFill>
                <a:latin typeface="Bahnschrift" panose="020B0502040204020203" pitchFamily="34" charset="0"/>
              </a:rPr>
              <a:t>Quelqu’un qui habite dans une ville limitrophe à la tienne</a:t>
            </a:r>
          </a:p>
        </p:txBody>
      </p:sp>
      <p:pic>
        <p:nvPicPr>
          <p:cNvPr id="6" name="Image 5">
            <a:extLst>
              <a:ext uri="{FF2B5EF4-FFF2-40B4-BE49-F238E27FC236}">
                <a16:creationId xmlns:a16="http://schemas.microsoft.com/office/drawing/2014/main" id="{86518A2E-7076-4325-9286-B402D6150F2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737295" y="6497221"/>
            <a:ext cx="2224753" cy="2224753"/>
          </a:xfrm>
          <a:prstGeom prst="rect">
            <a:avLst/>
          </a:prstGeom>
        </p:spPr>
      </p:pic>
      <p:sp>
        <p:nvSpPr>
          <p:cNvPr id="9" name="ZoneTexte 8">
            <a:extLst>
              <a:ext uri="{FF2B5EF4-FFF2-40B4-BE49-F238E27FC236}">
                <a16:creationId xmlns:a16="http://schemas.microsoft.com/office/drawing/2014/main" id="{F9AF822E-0EFE-4935-8CA0-0752F3ED5011}"/>
              </a:ext>
            </a:extLst>
          </p:cNvPr>
          <p:cNvSpPr txBox="1"/>
          <p:nvPr/>
        </p:nvSpPr>
        <p:spPr>
          <a:xfrm>
            <a:off x="3985283" y="4396824"/>
            <a:ext cx="2683514" cy="1569660"/>
          </a:xfrm>
          <a:prstGeom prst="rect">
            <a:avLst/>
          </a:prstGeom>
          <a:noFill/>
        </p:spPr>
        <p:txBody>
          <a:bodyPr wrap="square" rtlCol="0">
            <a:spAutoFit/>
          </a:bodyPr>
          <a:lstStyle/>
          <a:p>
            <a:pPr algn="ctr"/>
            <a:r>
              <a:rPr lang="fr-FR" sz="1600" dirty="0"/>
              <a:t>Distribuez ces feuilles chez vos participants, laissez les personnes se rencontrer en cherchant à cocher des cases. Les premiers gagnants reçoivent un mini-prix</a:t>
            </a:r>
          </a:p>
        </p:txBody>
      </p:sp>
      <p:sp>
        <p:nvSpPr>
          <p:cNvPr id="48" name="Forme libre : forme 47">
            <a:extLst>
              <a:ext uri="{FF2B5EF4-FFF2-40B4-BE49-F238E27FC236}">
                <a16:creationId xmlns:a16="http://schemas.microsoft.com/office/drawing/2014/main" id="{B6D38EA9-D119-41A3-9CA7-7A7134B94B9D}"/>
              </a:ext>
            </a:extLst>
          </p:cNvPr>
          <p:cNvSpPr/>
          <p:nvPr/>
        </p:nvSpPr>
        <p:spPr>
          <a:xfrm>
            <a:off x="21036" y="3507288"/>
            <a:ext cx="1215445" cy="3036408"/>
          </a:xfrm>
          <a:custGeom>
            <a:avLst/>
            <a:gdLst>
              <a:gd name="connsiteX0" fmla="*/ 1215445 w 1215445"/>
              <a:gd name="connsiteY0" fmla="*/ 0 h 3036408"/>
              <a:gd name="connsiteX1" fmla="*/ 764508 w 1215445"/>
              <a:gd name="connsiteY1" fmla="*/ 300625 h 3036408"/>
              <a:gd name="connsiteX2" fmla="*/ 1152815 w 1215445"/>
              <a:gd name="connsiteY2" fmla="*/ 701458 h 3036408"/>
              <a:gd name="connsiteX3" fmla="*/ 513988 w 1215445"/>
              <a:gd name="connsiteY3" fmla="*/ 1415441 h 3036408"/>
              <a:gd name="connsiteX4" fmla="*/ 488936 w 1215445"/>
              <a:gd name="connsiteY4" fmla="*/ 2204581 h 3036408"/>
              <a:gd name="connsiteX5" fmla="*/ 25473 w 1215445"/>
              <a:gd name="connsiteY5" fmla="*/ 2430049 h 3036408"/>
              <a:gd name="connsiteX6" fmla="*/ 100629 w 1215445"/>
              <a:gd name="connsiteY6" fmla="*/ 3031299 h 3036408"/>
              <a:gd name="connsiteX7" fmla="*/ 438832 w 1215445"/>
              <a:gd name="connsiteY7" fmla="*/ 2718148 h 3036408"/>
              <a:gd name="connsiteX8" fmla="*/ 626722 w 1215445"/>
              <a:gd name="connsiteY8" fmla="*/ 2693096 h 30364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15445" h="3036408">
                <a:moveTo>
                  <a:pt x="1215445" y="0"/>
                </a:moveTo>
                <a:cubicBezTo>
                  <a:pt x="995195" y="91857"/>
                  <a:pt x="774946" y="183715"/>
                  <a:pt x="764508" y="300625"/>
                </a:cubicBezTo>
                <a:cubicBezTo>
                  <a:pt x="754070" y="417535"/>
                  <a:pt x="1194568" y="515655"/>
                  <a:pt x="1152815" y="701458"/>
                </a:cubicBezTo>
                <a:cubicBezTo>
                  <a:pt x="1111062" y="887261"/>
                  <a:pt x="624634" y="1164921"/>
                  <a:pt x="513988" y="1415441"/>
                </a:cubicBezTo>
                <a:cubicBezTo>
                  <a:pt x="403341" y="1665962"/>
                  <a:pt x="570355" y="2035480"/>
                  <a:pt x="488936" y="2204581"/>
                </a:cubicBezTo>
                <a:cubicBezTo>
                  <a:pt x="407517" y="2373682"/>
                  <a:pt x="90191" y="2292263"/>
                  <a:pt x="25473" y="2430049"/>
                </a:cubicBezTo>
                <a:cubicBezTo>
                  <a:pt x="-39245" y="2567835"/>
                  <a:pt x="31736" y="2983283"/>
                  <a:pt x="100629" y="3031299"/>
                </a:cubicBezTo>
                <a:cubicBezTo>
                  <a:pt x="169522" y="3079315"/>
                  <a:pt x="351150" y="2774515"/>
                  <a:pt x="438832" y="2718148"/>
                </a:cubicBezTo>
                <a:cubicBezTo>
                  <a:pt x="526514" y="2661781"/>
                  <a:pt x="576618" y="2677438"/>
                  <a:pt x="626722" y="2693096"/>
                </a:cubicBezTo>
              </a:path>
            </a:pathLst>
          </a:custGeom>
          <a:noFill/>
          <a:ln>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1" name="ZoneTexte 50">
            <a:extLst>
              <a:ext uri="{FF2B5EF4-FFF2-40B4-BE49-F238E27FC236}">
                <a16:creationId xmlns:a16="http://schemas.microsoft.com/office/drawing/2014/main" id="{E0B9D200-56D6-44B5-86A2-FE8419CD4EFC}"/>
              </a:ext>
            </a:extLst>
          </p:cNvPr>
          <p:cNvSpPr txBox="1"/>
          <p:nvPr/>
        </p:nvSpPr>
        <p:spPr>
          <a:xfrm>
            <a:off x="3985283" y="3005535"/>
            <a:ext cx="2683514" cy="430887"/>
          </a:xfrm>
          <a:prstGeom prst="rect">
            <a:avLst/>
          </a:prstGeom>
          <a:solidFill>
            <a:srgbClr val="FFC000"/>
          </a:solidFill>
          <a:ln>
            <a:noFill/>
          </a:ln>
        </p:spPr>
        <p:txBody>
          <a:bodyPr wrap="square" rtlCol="0">
            <a:spAutoFit/>
          </a:bodyPr>
          <a:lstStyle/>
          <a:p>
            <a:pPr algn="ctr"/>
            <a:r>
              <a:rPr lang="fr-FR" sz="1100" dirty="0"/>
              <a:t>Pour inviter à se découvrir et/ou discuter dans votre collectif</a:t>
            </a:r>
          </a:p>
        </p:txBody>
      </p:sp>
      <p:sp>
        <p:nvSpPr>
          <p:cNvPr id="52" name="Forme libre : forme 51">
            <a:extLst>
              <a:ext uri="{FF2B5EF4-FFF2-40B4-BE49-F238E27FC236}">
                <a16:creationId xmlns:a16="http://schemas.microsoft.com/office/drawing/2014/main" id="{6B472212-3304-4482-8A36-7CEDDA0EAFAD}"/>
              </a:ext>
            </a:extLst>
          </p:cNvPr>
          <p:cNvSpPr/>
          <p:nvPr/>
        </p:nvSpPr>
        <p:spPr>
          <a:xfrm>
            <a:off x="2096382" y="3507288"/>
            <a:ext cx="1149180" cy="3348733"/>
          </a:xfrm>
          <a:custGeom>
            <a:avLst/>
            <a:gdLst>
              <a:gd name="connsiteX0" fmla="*/ 1064712 w 1149180"/>
              <a:gd name="connsiteY0" fmla="*/ 0 h 3348733"/>
              <a:gd name="connsiteX1" fmla="*/ 1052186 w 1149180"/>
              <a:gd name="connsiteY1" fmla="*/ 964504 h 3348733"/>
              <a:gd name="connsiteX2" fmla="*/ 87682 w 1149180"/>
              <a:gd name="connsiteY2" fmla="*/ 1440493 h 3348733"/>
              <a:gd name="connsiteX3" fmla="*/ 438411 w 1149180"/>
              <a:gd name="connsiteY3" fmla="*/ 2254685 h 3348733"/>
              <a:gd name="connsiteX4" fmla="*/ 400833 w 1149180"/>
              <a:gd name="connsiteY4" fmla="*/ 3244241 h 3348733"/>
              <a:gd name="connsiteX5" fmla="*/ 0 w 1149180"/>
              <a:gd name="connsiteY5" fmla="*/ 3319397 h 3348733"/>
              <a:gd name="connsiteX6" fmla="*/ 0 w 1149180"/>
              <a:gd name="connsiteY6" fmla="*/ 3319397 h 3348733"/>
              <a:gd name="connsiteX7" fmla="*/ 0 w 1149180"/>
              <a:gd name="connsiteY7" fmla="*/ 3319397 h 3348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49180" h="3348733">
                <a:moveTo>
                  <a:pt x="1064712" y="0"/>
                </a:moveTo>
                <a:cubicBezTo>
                  <a:pt x="1139868" y="362211"/>
                  <a:pt x="1215024" y="724422"/>
                  <a:pt x="1052186" y="964504"/>
                </a:cubicBezTo>
                <a:cubicBezTo>
                  <a:pt x="889348" y="1204586"/>
                  <a:pt x="189978" y="1225463"/>
                  <a:pt x="87682" y="1440493"/>
                </a:cubicBezTo>
                <a:cubicBezTo>
                  <a:pt x="-14614" y="1655523"/>
                  <a:pt x="386219" y="1954060"/>
                  <a:pt x="438411" y="2254685"/>
                </a:cubicBezTo>
                <a:cubicBezTo>
                  <a:pt x="490603" y="2555310"/>
                  <a:pt x="473901" y="3066789"/>
                  <a:pt x="400833" y="3244241"/>
                </a:cubicBezTo>
                <a:cubicBezTo>
                  <a:pt x="327765" y="3421693"/>
                  <a:pt x="0" y="3319397"/>
                  <a:pt x="0" y="3319397"/>
                </a:cubicBezTo>
                <a:lnTo>
                  <a:pt x="0" y="3319397"/>
                </a:lnTo>
                <a:lnTo>
                  <a:pt x="0" y="3319397"/>
                </a:lnTo>
              </a:path>
            </a:pathLst>
          </a:custGeom>
          <a:noFill/>
          <a:ln>
            <a:solidFill>
              <a:srgbClr val="C00000"/>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5" name="ZoneTexte 54">
            <a:extLst>
              <a:ext uri="{FF2B5EF4-FFF2-40B4-BE49-F238E27FC236}">
                <a16:creationId xmlns:a16="http://schemas.microsoft.com/office/drawing/2014/main" id="{A02D5966-B4D3-42FA-9A7D-8DC2C40BE8C6}"/>
              </a:ext>
            </a:extLst>
          </p:cNvPr>
          <p:cNvSpPr txBox="1"/>
          <p:nvPr/>
        </p:nvSpPr>
        <p:spPr>
          <a:xfrm>
            <a:off x="1478071" y="8905898"/>
            <a:ext cx="5304619" cy="830997"/>
          </a:xfrm>
          <a:prstGeom prst="rect">
            <a:avLst/>
          </a:prstGeom>
          <a:noFill/>
        </p:spPr>
        <p:txBody>
          <a:bodyPr wrap="square" rtlCol="0">
            <a:spAutoFit/>
          </a:bodyPr>
          <a:lstStyle/>
          <a:p>
            <a:pPr algn="r"/>
            <a:r>
              <a:rPr lang="fr-FR" sz="1600" dirty="0"/>
              <a:t>Idéal pendant les moments libres : </a:t>
            </a:r>
          </a:p>
          <a:p>
            <a:pPr algn="r"/>
            <a:r>
              <a:rPr lang="fr-FR" sz="1600" dirty="0"/>
              <a:t>Pauses, buffets, etc. ou en « déroulement libre » pendant une journée événementielle </a:t>
            </a:r>
          </a:p>
        </p:txBody>
      </p:sp>
      <p:sp>
        <p:nvSpPr>
          <p:cNvPr id="2" name="Rectangle 38">
            <a:extLst>
              <a:ext uri="{FF2B5EF4-FFF2-40B4-BE49-F238E27FC236}">
                <a16:creationId xmlns:a16="http://schemas.microsoft.com/office/drawing/2014/main" id="{E75BF6D3-162A-D4F7-9E9C-B09F1D87EBEC}"/>
              </a:ext>
            </a:extLst>
          </p:cNvPr>
          <p:cNvSpPr/>
          <p:nvPr/>
        </p:nvSpPr>
        <p:spPr>
          <a:xfrm>
            <a:off x="2339856" y="2077856"/>
            <a:ext cx="1286160" cy="1424815"/>
          </a:xfrm>
          <a:prstGeom prst="rect">
            <a:avLst/>
          </a:prstGeom>
          <a:solidFill>
            <a:schemeClr val="bg1"/>
          </a:solid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100" dirty="0">
                <a:solidFill>
                  <a:schemeClr val="tx1"/>
                </a:solidFill>
                <a:latin typeface="Bahnschrift" panose="020B0502040204020203" pitchFamily="34" charset="0"/>
              </a:rPr>
              <a:t>Quelqu’un qui a eu le BAC à 2 années d’écart max avec toi</a:t>
            </a:r>
          </a:p>
        </p:txBody>
      </p:sp>
      <p:pic>
        <p:nvPicPr>
          <p:cNvPr id="4" name="Immagine 3" descr="Immagine che contiene schermata, testo, linea, diagramma&#10;&#10;Descrizione generata automaticamente">
            <a:extLst>
              <a:ext uri="{FF2B5EF4-FFF2-40B4-BE49-F238E27FC236}">
                <a16:creationId xmlns:a16="http://schemas.microsoft.com/office/drawing/2014/main" id="{9DB546FE-7711-CE6C-548F-7D1327B9866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415901" y="1339175"/>
            <a:ext cx="1025032" cy="1482436"/>
          </a:xfrm>
          <a:prstGeom prst="rect">
            <a:avLst/>
          </a:prstGeom>
        </p:spPr>
      </p:pic>
      <p:pic>
        <p:nvPicPr>
          <p:cNvPr id="3" name="Image 12" descr="Une image contenant texte, clipart&#10;&#10;Description générée automatiquement">
            <a:extLst>
              <a:ext uri="{FF2B5EF4-FFF2-40B4-BE49-F238E27FC236}">
                <a16:creationId xmlns:a16="http://schemas.microsoft.com/office/drawing/2014/main" id="{DAE43F1C-1C9C-74E1-D147-B3FA0BD8BA25}"/>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369223" y="9698173"/>
            <a:ext cx="428905" cy="155503"/>
          </a:xfrm>
          <a:prstGeom prst="rect">
            <a:avLst/>
          </a:prstGeom>
        </p:spPr>
      </p:pic>
      <p:pic>
        <p:nvPicPr>
          <p:cNvPr id="5" name="Image 14" descr="Une image contenant texte, clipart&#10;&#10;Description générée automatiquement">
            <a:hlinkClick r:id="rId7"/>
            <a:extLst>
              <a:ext uri="{FF2B5EF4-FFF2-40B4-BE49-F238E27FC236}">
                <a16:creationId xmlns:a16="http://schemas.microsoft.com/office/drawing/2014/main" id="{5285CB29-4F75-3C0C-B614-AA9749237519}"/>
              </a:ext>
            </a:extLst>
          </p:cNvPr>
          <p:cNvPicPr>
            <a:picLocks noChangeAspect="1"/>
          </p:cNvPicPr>
          <p:nvPr/>
        </p:nvPicPr>
        <p:blipFill>
          <a:blip r:embed="rId8" cstate="screen">
            <a:extLst>
              <a:ext uri="{28A0092B-C50C-407E-A947-70E740481C1C}">
                <a14:useLocalDpi xmlns:a14="http://schemas.microsoft.com/office/drawing/2010/main"/>
              </a:ext>
            </a:extLst>
          </a:blip>
          <a:stretch>
            <a:fillRect/>
          </a:stretch>
        </p:blipFill>
        <p:spPr>
          <a:xfrm>
            <a:off x="269329" y="9386161"/>
            <a:ext cx="628694" cy="260149"/>
          </a:xfrm>
          <a:prstGeom prst="rect">
            <a:avLst/>
          </a:prstGeom>
        </p:spPr>
      </p:pic>
      <p:pic>
        <p:nvPicPr>
          <p:cNvPr id="8" name="Picture 2">
            <a:extLst>
              <a:ext uri="{FF2B5EF4-FFF2-40B4-BE49-F238E27FC236}">
                <a16:creationId xmlns:a16="http://schemas.microsoft.com/office/drawing/2014/main" id="{1DB00FB9-3D69-2B78-6BDE-26820CAFB21D}"/>
              </a:ext>
            </a:extLst>
          </p:cNvPr>
          <p:cNvPicPr>
            <a:picLocks noChangeAspect="1" noChangeArrowheads="1"/>
          </p:cNvPicPr>
          <p:nvPr/>
        </p:nvPicPr>
        <p:blipFill rotWithShape="1">
          <a:blip r:embed="rId9">
            <a:extLst>
              <a:ext uri="{28A0092B-C50C-407E-A947-70E740481C1C}">
                <a14:useLocalDpi xmlns:a14="http://schemas.microsoft.com/office/drawing/2010/main" val="0"/>
              </a:ext>
            </a:extLst>
          </a:blip>
          <a:srcRect l="19266" t="17394" r="25946" b="25394"/>
          <a:stretch/>
        </p:blipFill>
        <p:spPr bwMode="auto">
          <a:xfrm>
            <a:off x="84689" y="9645849"/>
            <a:ext cx="249126" cy="2601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237688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Tableau 6">
            <a:extLst>
              <a:ext uri="{FF2B5EF4-FFF2-40B4-BE49-F238E27FC236}">
                <a16:creationId xmlns:a16="http://schemas.microsoft.com/office/drawing/2014/main" id="{8F54CC7A-2683-4D5C-BC2E-362AA3F06638}"/>
              </a:ext>
            </a:extLst>
          </p:cNvPr>
          <p:cNvGraphicFramePr>
            <a:graphicFrameLocks noGrp="1"/>
          </p:cNvGraphicFramePr>
          <p:nvPr>
            <p:extLst>
              <p:ext uri="{D42A27DB-BD31-4B8C-83A1-F6EECF244321}">
                <p14:modId xmlns:p14="http://schemas.microsoft.com/office/powerpoint/2010/main" val="1292915049"/>
              </p:ext>
            </p:extLst>
          </p:nvPr>
        </p:nvGraphicFramePr>
        <p:xfrm>
          <a:off x="0" y="1"/>
          <a:ext cx="6858000" cy="617220"/>
        </p:xfrm>
        <a:graphic>
          <a:graphicData uri="http://schemas.openxmlformats.org/drawingml/2006/table">
            <a:tbl>
              <a:tblPr>
                <a:tableStyleId>{5C22544A-7EE6-4342-B048-85BDC9FD1C3A}</a:tableStyleId>
              </a:tblPr>
              <a:tblGrid>
                <a:gridCol w="6858000">
                  <a:extLst>
                    <a:ext uri="{9D8B030D-6E8A-4147-A177-3AD203B41FA5}">
                      <a16:colId xmlns:a16="http://schemas.microsoft.com/office/drawing/2014/main" val="1612185270"/>
                    </a:ext>
                  </a:extLst>
                </a:gridCol>
              </a:tblGrid>
              <a:tr h="446566">
                <a:tc>
                  <a:txBody>
                    <a:bodyPr/>
                    <a:lstStyle/>
                    <a:p>
                      <a:pPr marL="342900" marR="0" lvl="1" indent="0" algn="ctr" defTabSz="685800" rtl="0" eaLnBrk="1" fontAlgn="auto" latinLnBrk="0" hangingPunct="1">
                        <a:lnSpc>
                          <a:spcPct val="100000"/>
                        </a:lnSpc>
                        <a:spcBef>
                          <a:spcPts val="0"/>
                        </a:spcBef>
                        <a:spcAft>
                          <a:spcPts val="0"/>
                        </a:spcAft>
                        <a:buClrTx/>
                        <a:buSzTx/>
                        <a:buFontTx/>
                        <a:buNone/>
                        <a:tabLst/>
                        <a:defRPr/>
                      </a:pPr>
                      <a:r>
                        <a:rPr lang="fr-FR" sz="2400" b="1" dirty="0">
                          <a:solidFill>
                            <a:schemeClr val="tx1"/>
                          </a:solidFill>
                        </a:rPr>
                        <a:t>BINGO COCKTAIL : POINTS COMMUNS PERSOS</a:t>
                      </a:r>
                      <a:endParaRPr lang="fr-FR" sz="2000" b="1" dirty="0">
                        <a:solidFill>
                          <a:schemeClr val="tx1"/>
                        </a:solidFill>
                      </a:endParaRPr>
                    </a:p>
                    <a:p>
                      <a:pPr marL="342900" marR="0" lvl="1" indent="0" algn="ctr" defTabSz="685800" rtl="0" eaLnBrk="1" fontAlgn="auto" latinLnBrk="0" hangingPunct="1">
                        <a:lnSpc>
                          <a:spcPct val="100000"/>
                        </a:lnSpc>
                        <a:spcBef>
                          <a:spcPts val="0"/>
                        </a:spcBef>
                        <a:spcAft>
                          <a:spcPts val="0"/>
                        </a:spcAft>
                        <a:buClrTx/>
                        <a:buSzTx/>
                        <a:buFontTx/>
                        <a:buNone/>
                        <a:tabLst/>
                        <a:defRPr/>
                      </a:pPr>
                      <a:r>
                        <a:rPr lang="fr-FR" sz="1050" b="1" dirty="0">
                          <a:solidFill>
                            <a:schemeClr val="tx1"/>
                          </a:solidFill>
                        </a:rPr>
                        <a:t>#OpenSeriousGame</a:t>
                      </a:r>
                      <a:endParaRPr lang="fr-FR" sz="1600" b="1" dirty="0">
                        <a:solidFill>
                          <a:schemeClr val="tx1"/>
                        </a:solidFill>
                      </a:endParaRPr>
                    </a:p>
                  </a:txBody>
                  <a:tcPr>
                    <a:solidFill>
                      <a:srgbClr val="10C0D2"/>
                    </a:solidFill>
                  </a:tcPr>
                </a:tc>
                <a:extLst>
                  <a:ext uri="{0D108BD9-81ED-4DB2-BD59-A6C34878D82A}">
                    <a16:rowId xmlns:a16="http://schemas.microsoft.com/office/drawing/2014/main" val="2564243360"/>
                  </a:ext>
                </a:extLst>
              </a:tr>
            </a:tbl>
          </a:graphicData>
        </a:graphic>
      </p:graphicFrame>
      <p:sp>
        <p:nvSpPr>
          <p:cNvPr id="55" name="ZoneTexte 54">
            <a:extLst>
              <a:ext uri="{FF2B5EF4-FFF2-40B4-BE49-F238E27FC236}">
                <a16:creationId xmlns:a16="http://schemas.microsoft.com/office/drawing/2014/main" id="{A02D5966-B4D3-42FA-9A7D-8DC2C40BE8C6}"/>
              </a:ext>
            </a:extLst>
          </p:cNvPr>
          <p:cNvSpPr txBox="1"/>
          <p:nvPr/>
        </p:nvSpPr>
        <p:spPr>
          <a:xfrm>
            <a:off x="0" y="8634309"/>
            <a:ext cx="5464589" cy="1169551"/>
          </a:xfrm>
          <a:prstGeom prst="rect">
            <a:avLst/>
          </a:prstGeom>
          <a:noFill/>
        </p:spPr>
        <p:txBody>
          <a:bodyPr wrap="square" rtlCol="0">
            <a:spAutoFit/>
          </a:bodyPr>
          <a:lstStyle/>
          <a:p>
            <a:pPr algn="ctr"/>
            <a:r>
              <a:rPr lang="fr-FR" sz="1400" dirty="0"/>
              <a:t>Tirez un trait lorsque vous avez rempli les cases d’une même ligne, colonne ou diagonale</a:t>
            </a:r>
          </a:p>
          <a:p>
            <a:pPr algn="ctr"/>
            <a:r>
              <a:rPr lang="fr-FR" sz="1400" dirty="0"/>
              <a:t>Les </a:t>
            </a:r>
            <a:r>
              <a:rPr lang="fr-FR" sz="1400" b="1" dirty="0"/>
              <a:t>3 premières personnes</a:t>
            </a:r>
            <a:r>
              <a:rPr lang="fr-FR" sz="1400" dirty="0"/>
              <a:t> à remplir n’importe quelles 2 lignes, colonnes ou diagonales (mélange possible, ex: 1 ligne + 1 colonne) gagnent :</a:t>
            </a:r>
          </a:p>
          <a:p>
            <a:pPr algn="ctr"/>
            <a:r>
              <a:rPr lang="fr-FR" sz="1400" dirty="0"/>
              <a:t>1</a:t>
            </a:r>
            <a:r>
              <a:rPr lang="fr-FR" sz="1400" baseline="30000" dirty="0"/>
              <a:t>er</a:t>
            </a:r>
            <a:r>
              <a:rPr lang="fr-FR" sz="1400" dirty="0"/>
              <a:t> prix : </a:t>
            </a:r>
            <a:r>
              <a:rPr lang="fr-FR" sz="1400" dirty="0">
                <a:solidFill>
                  <a:srgbClr val="FF0000"/>
                </a:solidFill>
              </a:rPr>
              <a:t>{remplir ici}</a:t>
            </a:r>
            <a:r>
              <a:rPr lang="fr-FR" sz="1400" dirty="0"/>
              <a:t>. 2</a:t>
            </a:r>
            <a:r>
              <a:rPr lang="fr-FR" sz="1400" baseline="30000" dirty="0"/>
              <a:t>e</a:t>
            </a:r>
            <a:r>
              <a:rPr lang="fr-FR" sz="1400" dirty="0"/>
              <a:t> prix : </a:t>
            </a:r>
            <a:r>
              <a:rPr lang="fr-FR" sz="1400" dirty="0">
                <a:solidFill>
                  <a:srgbClr val="FF0000"/>
                </a:solidFill>
              </a:rPr>
              <a:t>{remplir ici}</a:t>
            </a:r>
            <a:r>
              <a:rPr lang="fr-FR" sz="1400" dirty="0"/>
              <a:t>. 3</a:t>
            </a:r>
            <a:r>
              <a:rPr lang="fr-FR" sz="1400" baseline="30000" dirty="0"/>
              <a:t>e</a:t>
            </a:r>
            <a:r>
              <a:rPr lang="fr-FR" sz="1400" dirty="0"/>
              <a:t> prix :  </a:t>
            </a:r>
            <a:r>
              <a:rPr lang="fr-FR" sz="1400" dirty="0">
                <a:solidFill>
                  <a:srgbClr val="FF0000"/>
                </a:solidFill>
              </a:rPr>
              <a:t>{remplir ici}</a:t>
            </a:r>
          </a:p>
        </p:txBody>
      </p:sp>
      <p:sp>
        <p:nvSpPr>
          <p:cNvPr id="3" name="ZoneTexte 54">
            <a:extLst>
              <a:ext uri="{FF2B5EF4-FFF2-40B4-BE49-F238E27FC236}">
                <a16:creationId xmlns:a16="http://schemas.microsoft.com/office/drawing/2014/main" id="{E3567928-C879-1707-08F1-BE340A23B6B6}"/>
              </a:ext>
            </a:extLst>
          </p:cNvPr>
          <p:cNvSpPr txBox="1"/>
          <p:nvPr/>
        </p:nvSpPr>
        <p:spPr>
          <a:xfrm>
            <a:off x="267983" y="937213"/>
            <a:ext cx="4451674" cy="1323439"/>
          </a:xfrm>
          <a:prstGeom prst="rect">
            <a:avLst/>
          </a:prstGeom>
          <a:noFill/>
        </p:spPr>
        <p:txBody>
          <a:bodyPr wrap="square" rtlCol="0">
            <a:spAutoFit/>
          </a:bodyPr>
          <a:lstStyle/>
          <a:p>
            <a:pPr algn="ctr"/>
            <a:r>
              <a:rPr lang="fr-FR" sz="1600" dirty="0"/>
              <a:t>Cette feuille est celle de : ……………………………………………</a:t>
            </a:r>
          </a:p>
          <a:p>
            <a:pPr algn="ctr"/>
            <a:endParaRPr lang="fr-FR" sz="1600" dirty="0"/>
          </a:p>
          <a:p>
            <a:r>
              <a:rPr lang="fr-FR" sz="1600" dirty="0"/>
              <a:t>Marquez les boîtes avec le prénom de la personne que vous avez trouvé. </a:t>
            </a:r>
          </a:p>
        </p:txBody>
      </p:sp>
      <p:sp>
        <p:nvSpPr>
          <p:cNvPr id="4" name="Rettangolo 3">
            <a:extLst>
              <a:ext uri="{FF2B5EF4-FFF2-40B4-BE49-F238E27FC236}">
                <a16:creationId xmlns:a16="http://schemas.microsoft.com/office/drawing/2014/main" id="{ED5A47A5-9AC1-A2E6-B4F7-22C3CCF82220}"/>
              </a:ext>
            </a:extLst>
          </p:cNvPr>
          <p:cNvSpPr/>
          <p:nvPr/>
        </p:nvSpPr>
        <p:spPr>
          <a:xfrm>
            <a:off x="663545" y="2375189"/>
            <a:ext cx="1302329" cy="131057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100" dirty="0">
                <a:solidFill>
                  <a:schemeClr val="tx1"/>
                </a:solidFill>
              </a:rPr>
              <a:t>Une personne qui vit à moins de 1km de chez vous</a:t>
            </a:r>
          </a:p>
          <a:p>
            <a:pPr algn="ctr"/>
            <a:endParaRPr lang="fr-FR" sz="1100" dirty="0">
              <a:solidFill>
                <a:schemeClr val="tx1"/>
              </a:solidFill>
            </a:endParaRPr>
          </a:p>
          <a:p>
            <a:pPr algn="ctr"/>
            <a:r>
              <a:rPr lang="fr-FR" sz="1100" dirty="0">
                <a:solidFill>
                  <a:schemeClr val="tx1"/>
                </a:solidFill>
              </a:rPr>
              <a:t>…………………………….</a:t>
            </a:r>
          </a:p>
        </p:txBody>
      </p:sp>
      <p:sp>
        <p:nvSpPr>
          <p:cNvPr id="5" name="Rettangolo 4">
            <a:extLst>
              <a:ext uri="{FF2B5EF4-FFF2-40B4-BE49-F238E27FC236}">
                <a16:creationId xmlns:a16="http://schemas.microsoft.com/office/drawing/2014/main" id="{39A2D396-4DDC-2265-7916-FF22EC9D9EC0}"/>
              </a:ext>
            </a:extLst>
          </p:cNvPr>
          <p:cNvSpPr/>
          <p:nvPr/>
        </p:nvSpPr>
        <p:spPr>
          <a:xfrm>
            <a:off x="2126886" y="2375189"/>
            <a:ext cx="1302329" cy="131057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100" dirty="0">
                <a:solidFill>
                  <a:schemeClr val="tx1"/>
                </a:solidFill>
              </a:rPr>
              <a:t>Une personne qui a la même couleur d’yeux que vous</a:t>
            </a:r>
          </a:p>
          <a:p>
            <a:pPr algn="ctr"/>
            <a:endParaRPr lang="fr-FR" sz="1100" dirty="0">
              <a:solidFill>
                <a:schemeClr val="tx1"/>
              </a:solidFill>
            </a:endParaRPr>
          </a:p>
          <a:p>
            <a:pPr algn="ctr"/>
            <a:r>
              <a:rPr lang="fr-FR" sz="1100" dirty="0">
                <a:solidFill>
                  <a:schemeClr val="tx1"/>
                </a:solidFill>
              </a:rPr>
              <a:t>…………………………….</a:t>
            </a:r>
            <a:endParaRPr lang="fr-FR" sz="1100" dirty="0"/>
          </a:p>
        </p:txBody>
      </p:sp>
      <p:sp>
        <p:nvSpPr>
          <p:cNvPr id="8" name="Rettangolo 7">
            <a:extLst>
              <a:ext uri="{FF2B5EF4-FFF2-40B4-BE49-F238E27FC236}">
                <a16:creationId xmlns:a16="http://schemas.microsoft.com/office/drawing/2014/main" id="{C58D17F7-7A24-BB8B-91F5-03EB4BA2A145}"/>
              </a:ext>
            </a:extLst>
          </p:cNvPr>
          <p:cNvSpPr/>
          <p:nvPr/>
        </p:nvSpPr>
        <p:spPr>
          <a:xfrm>
            <a:off x="3590226" y="2375189"/>
            <a:ext cx="1302329" cy="131057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100" dirty="0">
                <a:solidFill>
                  <a:schemeClr val="tx1"/>
                </a:solidFill>
              </a:rPr>
              <a:t>Une personne dont les dernières vacances étaient dans le même pays que celui de vos dernières vacances</a:t>
            </a:r>
          </a:p>
          <a:p>
            <a:pPr algn="ctr"/>
            <a:r>
              <a:rPr lang="fr-FR" sz="1100" dirty="0">
                <a:solidFill>
                  <a:schemeClr val="tx1"/>
                </a:solidFill>
              </a:rPr>
              <a:t>…………………………….</a:t>
            </a:r>
            <a:endParaRPr lang="fr-FR" sz="1100" dirty="0"/>
          </a:p>
        </p:txBody>
      </p:sp>
      <p:sp>
        <p:nvSpPr>
          <p:cNvPr id="10" name="Rettangolo 9">
            <a:extLst>
              <a:ext uri="{FF2B5EF4-FFF2-40B4-BE49-F238E27FC236}">
                <a16:creationId xmlns:a16="http://schemas.microsoft.com/office/drawing/2014/main" id="{B6730ECE-0078-6AB1-6887-FB7E65C1DA59}"/>
              </a:ext>
            </a:extLst>
          </p:cNvPr>
          <p:cNvSpPr/>
          <p:nvPr/>
        </p:nvSpPr>
        <p:spPr>
          <a:xfrm>
            <a:off x="663544" y="3898872"/>
            <a:ext cx="1302329" cy="131057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100" dirty="0">
                <a:solidFill>
                  <a:schemeClr val="tx1"/>
                </a:solidFill>
              </a:rPr>
              <a:t>Une personne qui parle couramment 2 mêmes langues étrangères que vous</a:t>
            </a:r>
          </a:p>
          <a:p>
            <a:pPr algn="ctr"/>
            <a:endParaRPr lang="fr-FR" sz="1100" dirty="0">
              <a:solidFill>
                <a:schemeClr val="tx1"/>
              </a:solidFill>
            </a:endParaRPr>
          </a:p>
          <a:p>
            <a:pPr algn="ctr"/>
            <a:r>
              <a:rPr lang="fr-FR" sz="1100" dirty="0">
                <a:solidFill>
                  <a:schemeClr val="tx1"/>
                </a:solidFill>
              </a:rPr>
              <a:t>…………………………….</a:t>
            </a:r>
            <a:endParaRPr lang="fr-FR" sz="1100" dirty="0"/>
          </a:p>
        </p:txBody>
      </p:sp>
      <p:sp>
        <p:nvSpPr>
          <p:cNvPr id="11" name="Rettangolo 10">
            <a:extLst>
              <a:ext uri="{FF2B5EF4-FFF2-40B4-BE49-F238E27FC236}">
                <a16:creationId xmlns:a16="http://schemas.microsoft.com/office/drawing/2014/main" id="{249FC274-2561-A605-3512-14F27FF09516}"/>
              </a:ext>
            </a:extLst>
          </p:cNvPr>
          <p:cNvSpPr/>
          <p:nvPr/>
        </p:nvSpPr>
        <p:spPr>
          <a:xfrm>
            <a:off x="2126885" y="3898872"/>
            <a:ext cx="1302329" cy="131057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100" dirty="0">
                <a:solidFill>
                  <a:schemeClr val="tx1"/>
                </a:solidFill>
              </a:rPr>
              <a:t>Une personne qui a passé son BAC à 2 ans d’écarts maximum de vous</a:t>
            </a:r>
          </a:p>
          <a:p>
            <a:pPr algn="ctr"/>
            <a:endParaRPr lang="fr-FR" sz="1100" dirty="0">
              <a:solidFill>
                <a:schemeClr val="tx1"/>
              </a:solidFill>
            </a:endParaRPr>
          </a:p>
          <a:p>
            <a:pPr algn="ctr"/>
            <a:r>
              <a:rPr lang="fr-FR" sz="1100" dirty="0">
                <a:solidFill>
                  <a:schemeClr val="tx1"/>
                </a:solidFill>
              </a:rPr>
              <a:t>…………………………….</a:t>
            </a:r>
            <a:endParaRPr lang="fr-FR" sz="1100" dirty="0"/>
          </a:p>
        </p:txBody>
      </p:sp>
      <p:sp>
        <p:nvSpPr>
          <p:cNvPr id="12" name="Rettangolo 11">
            <a:extLst>
              <a:ext uri="{FF2B5EF4-FFF2-40B4-BE49-F238E27FC236}">
                <a16:creationId xmlns:a16="http://schemas.microsoft.com/office/drawing/2014/main" id="{4234E132-CE65-7C41-1D42-5DC45A845402}"/>
              </a:ext>
            </a:extLst>
          </p:cNvPr>
          <p:cNvSpPr/>
          <p:nvPr/>
        </p:nvSpPr>
        <p:spPr>
          <a:xfrm>
            <a:off x="3590225" y="3898872"/>
            <a:ext cx="1302329" cy="131057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100" dirty="0">
                <a:solidFill>
                  <a:schemeClr val="tx1"/>
                </a:solidFill>
              </a:rPr>
              <a:t>Une personne qui a au moins 1 entreprises en commun avec vous dans son parcours</a:t>
            </a:r>
          </a:p>
          <a:p>
            <a:pPr algn="ctr"/>
            <a:r>
              <a:rPr lang="fr-FR" sz="1100" dirty="0">
                <a:solidFill>
                  <a:schemeClr val="tx1"/>
                </a:solidFill>
              </a:rPr>
              <a:t>(hors actuelle)</a:t>
            </a:r>
          </a:p>
          <a:p>
            <a:pPr algn="ctr"/>
            <a:r>
              <a:rPr lang="fr-FR" sz="1100" dirty="0">
                <a:solidFill>
                  <a:schemeClr val="tx1"/>
                </a:solidFill>
              </a:rPr>
              <a:t>…………………………….</a:t>
            </a:r>
            <a:endParaRPr lang="fr-FR" sz="1100" dirty="0"/>
          </a:p>
        </p:txBody>
      </p:sp>
      <p:sp>
        <p:nvSpPr>
          <p:cNvPr id="13" name="Rettangolo 12">
            <a:extLst>
              <a:ext uri="{FF2B5EF4-FFF2-40B4-BE49-F238E27FC236}">
                <a16:creationId xmlns:a16="http://schemas.microsoft.com/office/drawing/2014/main" id="{1A959866-D781-7253-FA8D-D0CE04D7CA23}"/>
              </a:ext>
            </a:extLst>
          </p:cNvPr>
          <p:cNvSpPr/>
          <p:nvPr/>
        </p:nvSpPr>
        <p:spPr>
          <a:xfrm>
            <a:off x="663544" y="5430224"/>
            <a:ext cx="1302329" cy="131057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100" dirty="0">
                <a:solidFill>
                  <a:schemeClr val="tx1"/>
                </a:solidFill>
              </a:rPr>
              <a:t>Une personne avec qui vous avez un écart de taille (hauteur) de 1cm max</a:t>
            </a:r>
          </a:p>
          <a:p>
            <a:pPr algn="ctr"/>
            <a:r>
              <a:rPr lang="fr-FR" sz="1100" dirty="0">
                <a:solidFill>
                  <a:schemeClr val="tx1"/>
                </a:solidFill>
              </a:rPr>
              <a:t>…………………………….</a:t>
            </a:r>
            <a:endParaRPr lang="fr-FR" sz="1100" dirty="0"/>
          </a:p>
        </p:txBody>
      </p:sp>
      <p:sp>
        <p:nvSpPr>
          <p:cNvPr id="14" name="Rettangolo 13">
            <a:extLst>
              <a:ext uri="{FF2B5EF4-FFF2-40B4-BE49-F238E27FC236}">
                <a16:creationId xmlns:a16="http://schemas.microsoft.com/office/drawing/2014/main" id="{02DCFC43-28DD-9E73-CD02-4E636C18B6D4}"/>
              </a:ext>
            </a:extLst>
          </p:cNvPr>
          <p:cNvSpPr/>
          <p:nvPr/>
        </p:nvSpPr>
        <p:spPr>
          <a:xfrm>
            <a:off x="2126885" y="5430224"/>
            <a:ext cx="1302329" cy="131057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100" dirty="0">
                <a:solidFill>
                  <a:schemeClr val="tx1"/>
                </a:solidFill>
              </a:rPr>
              <a:t>Une personne qui pratique le même sport ou loisir que vous</a:t>
            </a:r>
          </a:p>
          <a:p>
            <a:pPr algn="ctr"/>
            <a:endParaRPr lang="fr-FR" sz="1100" dirty="0">
              <a:solidFill>
                <a:schemeClr val="tx1"/>
              </a:solidFill>
            </a:endParaRPr>
          </a:p>
          <a:p>
            <a:pPr algn="ctr"/>
            <a:r>
              <a:rPr lang="fr-FR" sz="1100" dirty="0">
                <a:solidFill>
                  <a:schemeClr val="tx1"/>
                </a:solidFill>
              </a:rPr>
              <a:t>…………………………….</a:t>
            </a:r>
            <a:endParaRPr lang="fr-FR" sz="1100" dirty="0"/>
          </a:p>
        </p:txBody>
      </p:sp>
      <p:sp>
        <p:nvSpPr>
          <p:cNvPr id="15" name="Rettangolo 14">
            <a:extLst>
              <a:ext uri="{FF2B5EF4-FFF2-40B4-BE49-F238E27FC236}">
                <a16:creationId xmlns:a16="http://schemas.microsoft.com/office/drawing/2014/main" id="{83F161A2-E718-9A6E-CCA5-A3B8024932B6}"/>
              </a:ext>
            </a:extLst>
          </p:cNvPr>
          <p:cNvSpPr/>
          <p:nvPr/>
        </p:nvSpPr>
        <p:spPr>
          <a:xfrm>
            <a:off x="3590225" y="5430224"/>
            <a:ext cx="1302329" cy="131057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100" dirty="0">
                <a:solidFill>
                  <a:schemeClr val="tx1"/>
                </a:solidFill>
              </a:rPr>
              <a:t>Une personne qui a fait les mêmes études (même cursus, même thème) que vous</a:t>
            </a:r>
          </a:p>
          <a:p>
            <a:pPr algn="ctr"/>
            <a:endParaRPr lang="fr-FR" sz="1100" dirty="0">
              <a:solidFill>
                <a:schemeClr val="tx1"/>
              </a:solidFill>
            </a:endParaRPr>
          </a:p>
          <a:p>
            <a:pPr algn="ctr"/>
            <a:r>
              <a:rPr lang="fr-FR" sz="1100" dirty="0">
                <a:solidFill>
                  <a:schemeClr val="tx1"/>
                </a:solidFill>
              </a:rPr>
              <a:t>…………………………….</a:t>
            </a:r>
            <a:endParaRPr lang="fr-FR" sz="1100" dirty="0"/>
          </a:p>
        </p:txBody>
      </p:sp>
      <p:sp>
        <p:nvSpPr>
          <p:cNvPr id="16" name="Rettangolo 15">
            <a:extLst>
              <a:ext uri="{FF2B5EF4-FFF2-40B4-BE49-F238E27FC236}">
                <a16:creationId xmlns:a16="http://schemas.microsoft.com/office/drawing/2014/main" id="{8A1CABBD-B849-B24A-2494-470E128B9E6E}"/>
              </a:ext>
            </a:extLst>
          </p:cNvPr>
          <p:cNvSpPr/>
          <p:nvPr/>
        </p:nvSpPr>
        <p:spPr>
          <a:xfrm>
            <a:off x="5145084" y="771280"/>
            <a:ext cx="1459345" cy="146858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solidFill>
                  <a:schemeClr val="tx1"/>
                </a:solidFill>
              </a:rPr>
              <a:t>Exemple</a:t>
            </a:r>
          </a:p>
          <a:p>
            <a:pPr algn="ctr"/>
            <a:endParaRPr lang="fr-FR" sz="1100" dirty="0">
              <a:solidFill>
                <a:schemeClr val="tx1"/>
              </a:solidFill>
            </a:endParaRPr>
          </a:p>
          <a:p>
            <a:pPr algn="ctr"/>
            <a:r>
              <a:rPr lang="fr-FR" sz="1100" dirty="0">
                <a:solidFill>
                  <a:schemeClr val="tx1"/>
                </a:solidFill>
              </a:rPr>
              <a:t>Une personne qui vit à moins de 1km de chez vous</a:t>
            </a:r>
          </a:p>
          <a:p>
            <a:pPr algn="ctr"/>
            <a:endParaRPr lang="fr-FR" sz="1100" dirty="0">
              <a:solidFill>
                <a:schemeClr val="tx1"/>
              </a:solidFill>
            </a:endParaRPr>
          </a:p>
          <a:p>
            <a:pPr algn="ctr"/>
            <a:r>
              <a:rPr lang="fr-FR" sz="1100" dirty="0">
                <a:solidFill>
                  <a:schemeClr val="tx1"/>
                </a:solidFill>
              </a:rPr>
              <a:t>…………………………….</a:t>
            </a:r>
            <a:endParaRPr lang="fr-FR" dirty="0">
              <a:solidFill>
                <a:schemeClr val="tx1"/>
              </a:solidFill>
            </a:endParaRPr>
          </a:p>
        </p:txBody>
      </p:sp>
      <p:sp>
        <p:nvSpPr>
          <p:cNvPr id="17" name="CasellaDiTesto 16">
            <a:extLst>
              <a:ext uri="{FF2B5EF4-FFF2-40B4-BE49-F238E27FC236}">
                <a16:creationId xmlns:a16="http://schemas.microsoft.com/office/drawing/2014/main" id="{F4574E63-4A3B-ED87-D53E-15308FF34129}"/>
              </a:ext>
            </a:extLst>
          </p:cNvPr>
          <p:cNvSpPr txBox="1"/>
          <p:nvPr/>
        </p:nvSpPr>
        <p:spPr>
          <a:xfrm flipH="1">
            <a:off x="5329811" y="1822293"/>
            <a:ext cx="1274618" cy="369204"/>
          </a:xfrm>
          <a:prstGeom prst="rect">
            <a:avLst/>
          </a:prstGeom>
          <a:noFill/>
        </p:spPr>
        <p:txBody>
          <a:bodyPr wrap="square" rtlCol="0">
            <a:spAutoFit/>
          </a:bodyPr>
          <a:lstStyle/>
          <a:p>
            <a:r>
              <a:rPr lang="fr-FR" dirty="0">
                <a:latin typeface="Bradley Hand ITC" panose="03070402050302030203" pitchFamily="66" charset="0"/>
              </a:rPr>
              <a:t>Jacques</a:t>
            </a:r>
          </a:p>
        </p:txBody>
      </p:sp>
      <p:pic>
        <p:nvPicPr>
          <p:cNvPr id="6" name="Image 14" descr="Une image contenant texte, clipart&#10;&#10;Description générée automatiquement">
            <a:hlinkClick r:id="rId2"/>
            <a:extLst>
              <a:ext uri="{FF2B5EF4-FFF2-40B4-BE49-F238E27FC236}">
                <a16:creationId xmlns:a16="http://schemas.microsoft.com/office/drawing/2014/main" id="{861522AB-8F82-6358-1CD9-2D63ED4E3D94}"/>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6229306" y="9588528"/>
            <a:ext cx="628694" cy="260149"/>
          </a:xfrm>
          <a:prstGeom prst="rect">
            <a:avLst/>
          </a:prstGeom>
        </p:spPr>
      </p:pic>
      <p:pic>
        <p:nvPicPr>
          <p:cNvPr id="9" name="Picture 2">
            <a:extLst>
              <a:ext uri="{FF2B5EF4-FFF2-40B4-BE49-F238E27FC236}">
                <a16:creationId xmlns:a16="http://schemas.microsoft.com/office/drawing/2014/main" id="{0C6AA734-3511-01A4-9E7E-B30FFB15F118}"/>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9266" t="17394" r="25946" b="25394"/>
          <a:stretch/>
        </p:blipFill>
        <p:spPr bwMode="auto">
          <a:xfrm>
            <a:off x="5900915" y="9559783"/>
            <a:ext cx="249126" cy="260150"/>
          </a:xfrm>
          <a:prstGeom prst="rect">
            <a:avLst/>
          </a:prstGeom>
          <a:noFill/>
          <a:extLst>
            <a:ext uri="{909E8E84-426E-40DD-AFC4-6F175D3DCCD1}">
              <a14:hiddenFill xmlns:a14="http://schemas.microsoft.com/office/drawing/2010/main">
                <a:solidFill>
                  <a:srgbClr val="FFFFFF"/>
                </a:solidFill>
              </a14:hiddenFill>
            </a:ext>
          </a:extLst>
        </p:spPr>
      </p:pic>
      <p:sp>
        <p:nvSpPr>
          <p:cNvPr id="28" name="Rettangolo 27">
            <a:extLst>
              <a:ext uri="{FF2B5EF4-FFF2-40B4-BE49-F238E27FC236}">
                <a16:creationId xmlns:a16="http://schemas.microsoft.com/office/drawing/2014/main" id="{3CB3931F-C377-4C36-A5EE-5C55FE9C1A1B}"/>
              </a:ext>
            </a:extLst>
          </p:cNvPr>
          <p:cNvSpPr/>
          <p:nvPr/>
        </p:nvSpPr>
        <p:spPr>
          <a:xfrm>
            <a:off x="5059302" y="2375189"/>
            <a:ext cx="1302329" cy="131057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100" dirty="0">
                <a:solidFill>
                  <a:schemeClr val="tx1"/>
                </a:solidFill>
              </a:rPr>
              <a:t>Une personne dont la série/film préféré(e) est le même que le/la votre</a:t>
            </a:r>
          </a:p>
          <a:p>
            <a:pPr algn="ctr"/>
            <a:endParaRPr lang="fr-FR" sz="1100" dirty="0">
              <a:solidFill>
                <a:schemeClr val="tx1"/>
              </a:solidFill>
            </a:endParaRPr>
          </a:p>
          <a:p>
            <a:pPr algn="ctr"/>
            <a:r>
              <a:rPr lang="fr-FR" sz="1100" dirty="0">
                <a:solidFill>
                  <a:schemeClr val="tx1"/>
                </a:solidFill>
              </a:rPr>
              <a:t>…………………………….</a:t>
            </a:r>
          </a:p>
        </p:txBody>
      </p:sp>
      <p:sp>
        <p:nvSpPr>
          <p:cNvPr id="29" name="Rettangolo 28">
            <a:extLst>
              <a:ext uri="{FF2B5EF4-FFF2-40B4-BE49-F238E27FC236}">
                <a16:creationId xmlns:a16="http://schemas.microsoft.com/office/drawing/2014/main" id="{7B1E3837-F695-8624-23AD-E1DB7BE0AA3C}"/>
              </a:ext>
            </a:extLst>
          </p:cNvPr>
          <p:cNvSpPr/>
          <p:nvPr/>
        </p:nvSpPr>
        <p:spPr>
          <a:xfrm>
            <a:off x="5059302" y="3898872"/>
            <a:ext cx="1302329" cy="131057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100" dirty="0">
                <a:solidFill>
                  <a:schemeClr val="tx1"/>
                </a:solidFill>
              </a:rPr>
              <a:t>Une personne qui a une voiture / vélo de la même marque que la vôtre, ou qui comme vous n’a pas de voiture …………………………….</a:t>
            </a:r>
            <a:endParaRPr lang="fr-FR" sz="1100" dirty="0"/>
          </a:p>
        </p:txBody>
      </p:sp>
      <p:sp>
        <p:nvSpPr>
          <p:cNvPr id="30" name="Rettangolo 29">
            <a:extLst>
              <a:ext uri="{FF2B5EF4-FFF2-40B4-BE49-F238E27FC236}">
                <a16:creationId xmlns:a16="http://schemas.microsoft.com/office/drawing/2014/main" id="{B8BE942B-3278-FF78-CA75-07245E2B189C}"/>
              </a:ext>
            </a:extLst>
          </p:cNvPr>
          <p:cNvSpPr/>
          <p:nvPr/>
        </p:nvSpPr>
        <p:spPr>
          <a:xfrm>
            <a:off x="5059302" y="5430224"/>
            <a:ext cx="1302329" cy="131057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100" dirty="0">
                <a:solidFill>
                  <a:schemeClr val="tx1"/>
                </a:solidFill>
              </a:rPr>
              <a:t>Une personne qui est née à moins de 5km de là où vous êtes né(e) …………………………….</a:t>
            </a:r>
            <a:endParaRPr lang="fr-FR" sz="1100" dirty="0"/>
          </a:p>
        </p:txBody>
      </p:sp>
      <p:grpSp>
        <p:nvGrpSpPr>
          <p:cNvPr id="44" name="Gruppo 43">
            <a:extLst>
              <a:ext uri="{FF2B5EF4-FFF2-40B4-BE49-F238E27FC236}">
                <a16:creationId xmlns:a16="http://schemas.microsoft.com/office/drawing/2014/main" id="{6A77140A-27B2-DB02-DA9F-352C8B3C3C8C}"/>
              </a:ext>
            </a:extLst>
          </p:cNvPr>
          <p:cNvGrpSpPr/>
          <p:nvPr/>
        </p:nvGrpSpPr>
        <p:grpSpPr>
          <a:xfrm>
            <a:off x="5721427" y="8583650"/>
            <a:ext cx="911289" cy="844824"/>
            <a:chOff x="5464589" y="8286970"/>
            <a:chExt cx="1371930" cy="1271868"/>
          </a:xfrm>
        </p:grpSpPr>
        <p:grpSp>
          <p:nvGrpSpPr>
            <p:cNvPr id="27" name="Gruppo 26">
              <a:extLst>
                <a:ext uri="{FF2B5EF4-FFF2-40B4-BE49-F238E27FC236}">
                  <a16:creationId xmlns:a16="http://schemas.microsoft.com/office/drawing/2014/main" id="{C79B1EE0-95EB-441F-C982-D14DE1083056}"/>
                </a:ext>
              </a:extLst>
            </p:cNvPr>
            <p:cNvGrpSpPr/>
            <p:nvPr/>
          </p:nvGrpSpPr>
          <p:grpSpPr>
            <a:xfrm flipH="1" flipV="1">
              <a:off x="5464589" y="8286970"/>
              <a:ext cx="991122" cy="918726"/>
              <a:chOff x="1287054" y="2655429"/>
              <a:chExt cx="4830617" cy="4950694"/>
            </a:xfrm>
          </p:grpSpPr>
          <p:sp>
            <p:nvSpPr>
              <p:cNvPr id="18" name="Rettangolo 17">
                <a:extLst>
                  <a:ext uri="{FF2B5EF4-FFF2-40B4-BE49-F238E27FC236}">
                    <a16:creationId xmlns:a16="http://schemas.microsoft.com/office/drawing/2014/main" id="{7A725329-A257-95FE-6B58-24034FD7F0B9}"/>
                  </a:ext>
                </a:extLst>
              </p:cNvPr>
              <p:cNvSpPr/>
              <p:nvPr/>
            </p:nvSpPr>
            <p:spPr>
              <a:xfrm>
                <a:off x="1287054" y="2655429"/>
                <a:ext cx="1459345" cy="146858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19" name="Rettangolo 18">
                <a:extLst>
                  <a:ext uri="{FF2B5EF4-FFF2-40B4-BE49-F238E27FC236}">
                    <a16:creationId xmlns:a16="http://schemas.microsoft.com/office/drawing/2014/main" id="{FF6FF6DB-9318-3D47-7BDB-E56B169F5C0B}"/>
                  </a:ext>
                </a:extLst>
              </p:cNvPr>
              <p:cNvSpPr/>
              <p:nvPr/>
            </p:nvSpPr>
            <p:spPr>
              <a:xfrm>
                <a:off x="2972690" y="2655429"/>
                <a:ext cx="1459345" cy="146858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20" name="Rettangolo 19">
                <a:extLst>
                  <a:ext uri="{FF2B5EF4-FFF2-40B4-BE49-F238E27FC236}">
                    <a16:creationId xmlns:a16="http://schemas.microsoft.com/office/drawing/2014/main" id="{DB45163D-C888-206E-B46C-0BFB96C996D5}"/>
                  </a:ext>
                </a:extLst>
              </p:cNvPr>
              <p:cNvSpPr/>
              <p:nvPr/>
            </p:nvSpPr>
            <p:spPr>
              <a:xfrm>
                <a:off x="4658326" y="2655429"/>
                <a:ext cx="1459345" cy="146858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21" name="Rettangolo 20">
                <a:extLst>
                  <a:ext uri="{FF2B5EF4-FFF2-40B4-BE49-F238E27FC236}">
                    <a16:creationId xmlns:a16="http://schemas.microsoft.com/office/drawing/2014/main" id="{819B2E41-5143-7C3C-5A85-24A5D7FF0A9C}"/>
                  </a:ext>
                </a:extLst>
              </p:cNvPr>
              <p:cNvSpPr/>
              <p:nvPr/>
            </p:nvSpPr>
            <p:spPr>
              <a:xfrm>
                <a:off x="1287054" y="4396485"/>
                <a:ext cx="1459345" cy="146858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22" name="Rettangolo 21">
                <a:extLst>
                  <a:ext uri="{FF2B5EF4-FFF2-40B4-BE49-F238E27FC236}">
                    <a16:creationId xmlns:a16="http://schemas.microsoft.com/office/drawing/2014/main" id="{48918525-68A3-85EB-4CE2-A29184B1A803}"/>
                  </a:ext>
                </a:extLst>
              </p:cNvPr>
              <p:cNvSpPr/>
              <p:nvPr/>
            </p:nvSpPr>
            <p:spPr>
              <a:xfrm>
                <a:off x="2972690" y="4396485"/>
                <a:ext cx="1459345" cy="146858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23" name="Rettangolo 22">
                <a:extLst>
                  <a:ext uri="{FF2B5EF4-FFF2-40B4-BE49-F238E27FC236}">
                    <a16:creationId xmlns:a16="http://schemas.microsoft.com/office/drawing/2014/main" id="{10EDC537-7930-8BC6-17F2-5F422D4D9FD0}"/>
                  </a:ext>
                </a:extLst>
              </p:cNvPr>
              <p:cNvSpPr/>
              <p:nvPr/>
            </p:nvSpPr>
            <p:spPr>
              <a:xfrm>
                <a:off x="4658326" y="4396485"/>
                <a:ext cx="1459345" cy="146858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24" name="Rettangolo 23">
                <a:extLst>
                  <a:ext uri="{FF2B5EF4-FFF2-40B4-BE49-F238E27FC236}">
                    <a16:creationId xmlns:a16="http://schemas.microsoft.com/office/drawing/2014/main" id="{4B721F53-4E79-E4E0-5E99-ED10C7C26D36}"/>
                  </a:ext>
                </a:extLst>
              </p:cNvPr>
              <p:cNvSpPr/>
              <p:nvPr/>
            </p:nvSpPr>
            <p:spPr>
              <a:xfrm>
                <a:off x="1287054" y="6137541"/>
                <a:ext cx="1459345" cy="146858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25" name="Rettangolo 24">
                <a:extLst>
                  <a:ext uri="{FF2B5EF4-FFF2-40B4-BE49-F238E27FC236}">
                    <a16:creationId xmlns:a16="http://schemas.microsoft.com/office/drawing/2014/main" id="{4F022446-577D-7739-03AD-E2BFA30086D1}"/>
                  </a:ext>
                </a:extLst>
              </p:cNvPr>
              <p:cNvSpPr/>
              <p:nvPr/>
            </p:nvSpPr>
            <p:spPr>
              <a:xfrm>
                <a:off x="2972690" y="6137541"/>
                <a:ext cx="1459345" cy="146858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26" name="Rettangolo 25">
                <a:extLst>
                  <a:ext uri="{FF2B5EF4-FFF2-40B4-BE49-F238E27FC236}">
                    <a16:creationId xmlns:a16="http://schemas.microsoft.com/office/drawing/2014/main" id="{A8C3586B-6FE2-2FB5-4AC5-514A59D7FBD9}"/>
                  </a:ext>
                </a:extLst>
              </p:cNvPr>
              <p:cNvSpPr/>
              <p:nvPr/>
            </p:nvSpPr>
            <p:spPr>
              <a:xfrm>
                <a:off x="4658326" y="6137541"/>
                <a:ext cx="1459345" cy="146858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grpSp>
        <p:cxnSp>
          <p:nvCxnSpPr>
            <p:cNvPr id="31" name="Connettore diritto 30">
              <a:extLst>
                <a:ext uri="{FF2B5EF4-FFF2-40B4-BE49-F238E27FC236}">
                  <a16:creationId xmlns:a16="http://schemas.microsoft.com/office/drawing/2014/main" id="{4A74901D-0DC2-5197-6D20-D27D4AE2F19A}"/>
                </a:ext>
              </a:extLst>
            </p:cNvPr>
            <p:cNvCxnSpPr>
              <a:cxnSpLocks/>
              <a:endCxn id="40" idx="0"/>
            </p:cNvCxnSpPr>
            <p:nvPr/>
          </p:nvCxnSpPr>
          <p:spPr>
            <a:xfrm>
              <a:off x="5606163" y="8337410"/>
              <a:ext cx="8136" cy="1191383"/>
            </a:xfrm>
            <a:prstGeom prst="line">
              <a:avLst/>
            </a:prstGeom>
            <a:ln w="57150"/>
          </p:spPr>
          <p:style>
            <a:lnRef idx="1">
              <a:schemeClr val="accent1"/>
            </a:lnRef>
            <a:fillRef idx="0">
              <a:schemeClr val="accent1"/>
            </a:fillRef>
            <a:effectRef idx="0">
              <a:schemeClr val="accent1"/>
            </a:effectRef>
            <a:fontRef idx="minor">
              <a:schemeClr val="tx1"/>
            </a:fontRef>
          </p:style>
        </p:cxnSp>
        <p:cxnSp>
          <p:nvCxnSpPr>
            <p:cNvPr id="32" name="Connettore diritto 31">
              <a:extLst>
                <a:ext uri="{FF2B5EF4-FFF2-40B4-BE49-F238E27FC236}">
                  <a16:creationId xmlns:a16="http://schemas.microsoft.com/office/drawing/2014/main" id="{C3BD9566-B867-9945-3E08-8B268E226EB0}"/>
                </a:ext>
              </a:extLst>
            </p:cNvPr>
            <p:cNvCxnSpPr>
              <a:cxnSpLocks/>
            </p:cNvCxnSpPr>
            <p:nvPr/>
          </p:nvCxnSpPr>
          <p:spPr>
            <a:xfrm>
              <a:off x="5507683" y="8390883"/>
              <a:ext cx="1246993" cy="1104181"/>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37" name="Rettangolo 36">
              <a:extLst>
                <a:ext uri="{FF2B5EF4-FFF2-40B4-BE49-F238E27FC236}">
                  <a16:creationId xmlns:a16="http://schemas.microsoft.com/office/drawing/2014/main" id="{CA216BC0-74FD-EFEE-752C-6FFBF83C509A}"/>
                </a:ext>
              </a:extLst>
            </p:cNvPr>
            <p:cNvSpPr/>
            <p:nvPr/>
          </p:nvSpPr>
          <p:spPr>
            <a:xfrm flipH="1" flipV="1">
              <a:off x="6508899" y="8286970"/>
              <a:ext cx="299421" cy="27253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38" name="Rettangolo 37">
              <a:extLst>
                <a:ext uri="{FF2B5EF4-FFF2-40B4-BE49-F238E27FC236}">
                  <a16:creationId xmlns:a16="http://schemas.microsoft.com/office/drawing/2014/main" id="{4A648D7F-CE40-C7D8-6EE6-96AB23542CCB}"/>
                </a:ext>
              </a:extLst>
            </p:cNvPr>
            <p:cNvSpPr/>
            <p:nvPr/>
          </p:nvSpPr>
          <p:spPr>
            <a:xfrm flipH="1" flipV="1">
              <a:off x="6508899" y="8610067"/>
              <a:ext cx="299421" cy="27253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39" name="Rettangolo 38">
              <a:extLst>
                <a:ext uri="{FF2B5EF4-FFF2-40B4-BE49-F238E27FC236}">
                  <a16:creationId xmlns:a16="http://schemas.microsoft.com/office/drawing/2014/main" id="{7FE319BC-FAEA-F35D-88C3-23118F0283F3}"/>
                </a:ext>
              </a:extLst>
            </p:cNvPr>
            <p:cNvSpPr/>
            <p:nvPr/>
          </p:nvSpPr>
          <p:spPr>
            <a:xfrm flipH="1" flipV="1">
              <a:off x="6508899" y="8936245"/>
              <a:ext cx="299421" cy="27253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40" name="Rettangolo 39">
              <a:extLst>
                <a:ext uri="{FF2B5EF4-FFF2-40B4-BE49-F238E27FC236}">
                  <a16:creationId xmlns:a16="http://schemas.microsoft.com/office/drawing/2014/main" id="{C97C8A25-5E74-72EB-2E54-F1CB7C8B6AC9}"/>
                </a:ext>
              </a:extLst>
            </p:cNvPr>
            <p:cNvSpPr/>
            <p:nvPr/>
          </p:nvSpPr>
          <p:spPr>
            <a:xfrm flipH="1" flipV="1">
              <a:off x="5464589" y="9256261"/>
              <a:ext cx="299421" cy="27253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41" name="Rettangolo 40">
              <a:extLst>
                <a:ext uri="{FF2B5EF4-FFF2-40B4-BE49-F238E27FC236}">
                  <a16:creationId xmlns:a16="http://schemas.microsoft.com/office/drawing/2014/main" id="{CB44FD54-B24D-0C82-C16D-B38B1BCA450E}"/>
                </a:ext>
              </a:extLst>
            </p:cNvPr>
            <p:cNvSpPr/>
            <p:nvPr/>
          </p:nvSpPr>
          <p:spPr>
            <a:xfrm flipH="1" flipV="1">
              <a:off x="5823822" y="9264806"/>
              <a:ext cx="299421" cy="27253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42" name="Rettangolo 41">
              <a:extLst>
                <a:ext uri="{FF2B5EF4-FFF2-40B4-BE49-F238E27FC236}">
                  <a16:creationId xmlns:a16="http://schemas.microsoft.com/office/drawing/2014/main" id="{65D8D720-DAB5-03D7-C5E3-9C9A37562360}"/>
                </a:ext>
              </a:extLst>
            </p:cNvPr>
            <p:cNvSpPr/>
            <p:nvPr/>
          </p:nvSpPr>
          <p:spPr>
            <a:xfrm flipH="1" flipV="1">
              <a:off x="6166337" y="9272724"/>
              <a:ext cx="299421" cy="27253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43" name="Rettangolo 42">
              <a:extLst>
                <a:ext uri="{FF2B5EF4-FFF2-40B4-BE49-F238E27FC236}">
                  <a16:creationId xmlns:a16="http://schemas.microsoft.com/office/drawing/2014/main" id="{E9BA00F3-9217-3123-A0F7-CC9671267A71}"/>
                </a:ext>
              </a:extLst>
            </p:cNvPr>
            <p:cNvSpPr/>
            <p:nvPr/>
          </p:nvSpPr>
          <p:spPr>
            <a:xfrm flipH="1" flipV="1">
              <a:off x="6537098" y="9286306"/>
              <a:ext cx="299421" cy="27253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grpSp>
      <p:sp>
        <p:nvSpPr>
          <p:cNvPr id="47" name="Rettangolo 46">
            <a:extLst>
              <a:ext uri="{FF2B5EF4-FFF2-40B4-BE49-F238E27FC236}">
                <a16:creationId xmlns:a16="http://schemas.microsoft.com/office/drawing/2014/main" id="{B6C7EE36-AAC6-032D-5132-7C1DFDD24309}"/>
              </a:ext>
            </a:extLst>
          </p:cNvPr>
          <p:cNvSpPr/>
          <p:nvPr/>
        </p:nvSpPr>
        <p:spPr>
          <a:xfrm>
            <a:off x="663544" y="6883318"/>
            <a:ext cx="1302329" cy="131057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100" dirty="0">
                <a:solidFill>
                  <a:schemeClr val="tx1"/>
                </a:solidFill>
              </a:rPr>
              <a:t>Une personne qui a la même coupe de cheveux que vous (à peu près)</a:t>
            </a:r>
          </a:p>
          <a:p>
            <a:pPr algn="ctr"/>
            <a:r>
              <a:rPr lang="fr-FR" sz="1100" dirty="0">
                <a:solidFill>
                  <a:schemeClr val="tx1"/>
                </a:solidFill>
              </a:rPr>
              <a:t>…………………………….</a:t>
            </a:r>
            <a:endParaRPr lang="fr-FR" sz="1100" dirty="0"/>
          </a:p>
        </p:txBody>
      </p:sp>
      <p:sp>
        <p:nvSpPr>
          <p:cNvPr id="48" name="Rettangolo 47">
            <a:extLst>
              <a:ext uri="{FF2B5EF4-FFF2-40B4-BE49-F238E27FC236}">
                <a16:creationId xmlns:a16="http://schemas.microsoft.com/office/drawing/2014/main" id="{819B054D-2FEA-62EE-04C1-ABCEBE2C0714}"/>
              </a:ext>
            </a:extLst>
          </p:cNvPr>
          <p:cNvSpPr/>
          <p:nvPr/>
        </p:nvSpPr>
        <p:spPr>
          <a:xfrm>
            <a:off x="2126885" y="6883318"/>
            <a:ext cx="1302329" cy="131057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100" dirty="0">
                <a:solidFill>
                  <a:schemeClr val="tx1"/>
                </a:solidFill>
              </a:rPr>
              <a:t>Une personne dont le prénom commence par la même lettre que le votre</a:t>
            </a:r>
          </a:p>
          <a:p>
            <a:pPr algn="ctr"/>
            <a:r>
              <a:rPr lang="fr-FR" sz="1100" dirty="0">
                <a:solidFill>
                  <a:schemeClr val="tx1"/>
                </a:solidFill>
              </a:rPr>
              <a:t>…………………………….</a:t>
            </a:r>
          </a:p>
        </p:txBody>
      </p:sp>
      <p:sp>
        <p:nvSpPr>
          <p:cNvPr id="49" name="Rettangolo 48">
            <a:extLst>
              <a:ext uri="{FF2B5EF4-FFF2-40B4-BE49-F238E27FC236}">
                <a16:creationId xmlns:a16="http://schemas.microsoft.com/office/drawing/2014/main" id="{F4F98C7E-B52E-3A2D-3967-1AFA7633CD9A}"/>
              </a:ext>
            </a:extLst>
          </p:cNvPr>
          <p:cNvSpPr/>
          <p:nvPr/>
        </p:nvSpPr>
        <p:spPr>
          <a:xfrm>
            <a:off x="3590225" y="6883318"/>
            <a:ext cx="1302329" cy="131057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100" dirty="0">
                <a:solidFill>
                  <a:schemeClr val="tx1"/>
                </a:solidFill>
              </a:rPr>
              <a:t>Une personne qui a le même temps de trajet professionnel que vous (5 minutes près)</a:t>
            </a:r>
          </a:p>
          <a:p>
            <a:pPr algn="ctr"/>
            <a:endParaRPr lang="fr-FR" sz="1100" dirty="0">
              <a:solidFill>
                <a:schemeClr val="tx1"/>
              </a:solidFill>
            </a:endParaRPr>
          </a:p>
          <a:p>
            <a:pPr algn="ctr"/>
            <a:r>
              <a:rPr lang="fr-FR" sz="1100" dirty="0">
                <a:solidFill>
                  <a:schemeClr val="tx1"/>
                </a:solidFill>
              </a:rPr>
              <a:t>…………………………….</a:t>
            </a:r>
            <a:endParaRPr lang="fr-FR" sz="1100" dirty="0"/>
          </a:p>
        </p:txBody>
      </p:sp>
      <p:sp>
        <p:nvSpPr>
          <p:cNvPr id="50" name="Rettangolo 49">
            <a:extLst>
              <a:ext uri="{FF2B5EF4-FFF2-40B4-BE49-F238E27FC236}">
                <a16:creationId xmlns:a16="http://schemas.microsoft.com/office/drawing/2014/main" id="{881AF95D-8B16-FC7E-9572-8270B8D3BCBE}"/>
              </a:ext>
            </a:extLst>
          </p:cNvPr>
          <p:cNvSpPr/>
          <p:nvPr/>
        </p:nvSpPr>
        <p:spPr>
          <a:xfrm>
            <a:off x="5059302" y="6883318"/>
            <a:ext cx="1302329" cy="131057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100" dirty="0">
                <a:solidFill>
                  <a:schemeClr val="tx1"/>
                </a:solidFill>
              </a:rPr>
              <a:t>Une personne qui a eu le même poste que vous dans le passé (pas forcément en même temps) …………………………….</a:t>
            </a:r>
          </a:p>
        </p:txBody>
      </p:sp>
    </p:spTree>
    <p:extLst>
      <p:ext uri="{BB962C8B-B14F-4D97-AF65-F5344CB8AC3E}">
        <p14:creationId xmlns:p14="http://schemas.microsoft.com/office/powerpoint/2010/main" val="10606904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Tableau 6">
            <a:extLst>
              <a:ext uri="{FF2B5EF4-FFF2-40B4-BE49-F238E27FC236}">
                <a16:creationId xmlns:a16="http://schemas.microsoft.com/office/drawing/2014/main" id="{8F54CC7A-2683-4D5C-BC2E-362AA3F06638}"/>
              </a:ext>
            </a:extLst>
          </p:cNvPr>
          <p:cNvGraphicFramePr>
            <a:graphicFrameLocks noGrp="1"/>
          </p:cNvGraphicFramePr>
          <p:nvPr>
            <p:extLst>
              <p:ext uri="{D42A27DB-BD31-4B8C-83A1-F6EECF244321}">
                <p14:modId xmlns:p14="http://schemas.microsoft.com/office/powerpoint/2010/main" val="2345396120"/>
              </p:ext>
            </p:extLst>
          </p:nvPr>
        </p:nvGraphicFramePr>
        <p:xfrm>
          <a:off x="0" y="1"/>
          <a:ext cx="6858000" cy="617220"/>
        </p:xfrm>
        <a:graphic>
          <a:graphicData uri="http://schemas.openxmlformats.org/drawingml/2006/table">
            <a:tbl>
              <a:tblPr>
                <a:tableStyleId>{5C22544A-7EE6-4342-B048-85BDC9FD1C3A}</a:tableStyleId>
              </a:tblPr>
              <a:tblGrid>
                <a:gridCol w="6858000">
                  <a:extLst>
                    <a:ext uri="{9D8B030D-6E8A-4147-A177-3AD203B41FA5}">
                      <a16:colId xmlns:a16="http://schemas.microsoft.com/office/drawing/2014/main" val="1612185270"/>
                    </a:ext>
                  </a:extLst>
                </a:gridCol>
              </a:tblGrid>
              <a:tr h="446566">
                <a:tc>
                  <a:txBody>
                    <a:bodyPr/>
                    <a:lstStyle/>
                    <a:p>
                      <a:pPr marL="342900" marR="0" lvl="1" indent="0" algn="ctr" defTabSz="685800" rtl="0" eaLnBrk="1" fontAlgn="auto" latinLnBrk="0" hangingPunct="1">
                        <a:lnSpc>
                          <a:spcPct val="100000"/>
                        </a:lnSpc>
                        <a:spcBef>
                          <a:spcPts val="0"/>
                        </a:spcBef>
                        <a:spcAft>
                          <a:spcPts val="0"/>
                        </a:spcAft>
                        <a:buClrTx/>
                        <a:buSzTx/>
                        <a:buFontTx/>
                        <a:buNone/>
                        <a:tabLst/>
                        <a:defRPr/>
                      </a:pPr>
                      <a:r>
                        <a:rPr lang="fr-FR" sz="2400" b="1" dirty="0">
                          <a:solidFill>
                            <a:schemeClr val="tx1"/>
                          </a:solidFill>
                        </a:rPr>
                        <a:t>BINGO COCKTAIL : POINTS COMMUNS PRO</a:t>
                      </a:r>
                      <a:endParaRPr lang="fr-FR" sz="2000" b="1" dirty="0">
                        <a:solidFill>
                          <a:schemeClr val="tx1"/>
                        </a:solidFill>
                      </a:endParaRPr>
                    </a:p>
                    <a:p>
                      <a:pPr marL="342900" marR="0" lvl="1" indent="0" algn="ctr" defTabSz="685800" rtl="0" eaLnBrk="1" fontAlgn="auto" latinLnBrk="0" hangingPunct="1">
                        <a:lnSpc>
                          <a:spcPct val="100000"/>
                        </a:lnSpc>
                        <a:spcBef>
                          <a:spcPts val="0"/>
                        </a:spcBef>
                        <a:spcAft>
                          <a:spcPts val="0"/>
                        </a:spcAft>
                        <a:buClrTx/>
                        <a:buSzTx/>
                        <a:buFontTx/>
                        <a:buNone/>
                        <a:tabLst/>
                        <a:defRPr/>
                      </a:pPr>
                      <a:r>
                        <a:rPr lang="fr-FR" sz="1050" b="1" dirty="0">
                          <a:solidFill>
                            <a:schemeClr val="tx1"/>
                          </a:solidFill>
                        </a:rPr>
                        <a:t>#OpenSeriousGame</a:t>
                      </a:r>
                      <a:endParaRPr lang="fr-FR" sz="1600" b="1" dirty="0">
                        <a:solidFill>
                          <a:schemeClr val="tx1"/>
                        </a:solidFill>
                      </a:endParaRPr>
                    </a:p>
                  </a:txBody>
                  <a:tcPr>
                    <a:solidFill>
                      <a:srgbClr val="10C0D2"/>
                    </a:solidFill>
                  </a:tcPr>
                </a:tc>
                <a:extLst>
                  <a:ext uri="{0D108BD9-81ED-4DB2-BD59-A6C34878D82A}">
                    <a16:rowId xmlns:a16="http://schemas.microsoft.com/office/drawing/2014/main" val="2564243360"/>
                  </a:ext>
                </a:extLst>
              </a:tr>
            </a:tbl>
          </a:graphicData>
        </a:graphic>
      </p:graphicFrame>
      <p:sp>
        <p:nvSpPr>
          <p:cNvPr id="55" name="ZoneTexte 54">
            <a:extLst>
              <a:ext uri="{FF2B5EF4-FFF2-40B4-BE49-F238E27FC236}">
                <a16:creationId xmlns:a16="http://schemas.microsoft.com/office/drawing/2014/main" id="{A02D5966-B4D3-42FA-9A7D-8DC2C40BE8C6}"/>
              </a:ext>
            </a:extLst>
          </p:cNvPr>
          <p:cNvSpPr txBox="1"/>
          <p:nvPr/>
        </p:nvSpPr>
        <p:spPr>
          <a:xfrm>
            <a:off x="0" y="8634309"/>
            <a:ext cx="5464589" cy="1169551"/>
          </a:xfrm>
          <a:prstGeom prst="rect">
            <a:avLst/>
          </a:prstGeom>
          <a:noFill/>
        </p:spPr>
        <p:txBody>
          <a:bodyPr wrap="square" rtlCol="0">
            <a:spAutoFit/>
          </a:bodyPr>
          <a:lstStyle/>
          <a:p>
            <a:pPr algn="ctr"/>
            <a:r>
              <a:rPr lang="fr-FR" sz="1400" dirty="0"/>
              <a:t>Tirez un trait lorsque vous avez rempli les cases d’une même ligne, colonne ou diagonale</a:t>
            </a:r>
          </a:p>
          <a:p>
            <a:pPr algn="ctr"/>
            <a:r>
              <a:rPr lang="fr-FR" sz="1400" dirty="0"/>
              <a:t>Les </a:t>
            </a:r>
            <a:r>
              <a:rPr lang="fr-FR" sz="1400" b="1" dirty="0"/>
              <a:t>3 premières personnes</a:t>
            </a:r>
            <a:r>
              <a:rPr lang="fr-FR" sz="1400" dirty="0"/>
              <a:t> à remplir n’importe quelles 2 lignes, colonnes ou diagonales (mélange possible, ex: 1 ligne + 1 colonne) gagnent :</a:t>
            </a:r>
          </a:p>
          <a:p>
            <a:pPr algn="ctr"/>
            <a:r>
              <a:rPr lang="fr-FR" sz="1400" dirty="0"/>
              <a:t>1</a:t>
            </a:r>
            <a:r>
              <a:rPr lang="fr-FR" sz="1400" baseline="30000" dirty="0"/>
              <a:t>er</a:t>
            </a:r>
            <a:r>
              <a:rPr lang="fr-FR" sz="1400" dirty="0"/>
              <a:t> prix : </a:t>
            </a:r>
            <a:r>
              <a:rPr lang="fr-FR" sz="1400" dirty="0">
                <a:solidFill>
                  <a:srgbClr val="FF0000"/>
                </a:solidFill>
              </a:rPr>
              <a:t>{remplir ici}</a:t>
            </a:r>
            <a:r>
              <a:rPr lang="fr-FR" sz="1400" dirty="0"/>
              <a:t>. 2</a:t>
            </a:r>
            <a:r>
              <a:rPr lang="fr-FR" sz="1400" baseline="30000" dirty="0"/>
              <a:t>e</a:t>
            </a:r>
            <a:r>
              <a:rPr lang="fr-FR" sz="1400" dirty="0"/>
              <a:t> prix : </a:t>
            </a:r>
            <a:r>
              <a:rPr lang="fr-FR" sz="1400" dirty="0">
                <a:solidFill>
                  <a:srgbClr val="FF0000"/>
                </a:solidFill>
              </a:rPr>
              <a:t>{remplir ici}</a:t>
            </a:r>
            <a:r>
              <a:rPr lang="fr-FR" sz="1400" dirty="0"/>
              <a:t>. 3</a:t>
            </a:r>
            <a:r>
              <a:rPr lang="fr-FR" sz="1400" baseline="30000" dirty="0"/>
              <a:t>e</a:t>
            </a:r>
            <a:r>
              <a:rPr lang="fr-FR" sz="1400" dirty="0"/>
              <a:t> prix :  </a:t>
            </a:r>
            <a:r>
              <a:rPr lang="fr-FR" sz="1400" dirty="0">
                <a:solidFill>
                  <a:srgbClr val="FF0000"/>
                </a:solidFill>
              </a:rPr>
              <a:t>{remplir ici}</a:t>
            </a:r>
          </a:p>
        </p:txBody>
      </p:sp>
      <p:sp>
        <p:nvSpPr>
          <p:cNvPr id="3" name="ZoneTexte 54">
            <a:extLst>
              <a:ext uri="{FF2B5EF4-FFF2-40B4-BE49-F238E27FC236}">
                <a16:creationId xmlns:a16="http://schemas.microsoft.com/office/drawing/2014/main" id="{E3567928-C879-1707-08F1-BE340A23B6B6}"/>
              </a:ext>
            </a:extLst>
          </p:cNvPr>
          <p:cNvSpPr txBox="1"/>
          <p:nvPr/>
        </p:nvSpPr>
        <p:spPr>
          <a:xfrm>
            <a:off x="267983" y="937213"/>
            <a:ext cx="4451674" cy="1323439"/>
          </a:xfrm>
          <a:prstGeom prst="rect">
            <a:avLst/>
          </a:prstGeom>
          <a:noFill/>
        </p:spPr>
        <p:txBody>
          <a:bodyPr wrap="square" rtlCol="0">
            <a:spAutoFit/>
          </a:bodyPr>
          <a:lstStyle/>
          <a:p>
            <a:pPr algn="ctr"/>
            <a:r>
              <a:rPr lang="fr-FR" sz="1600" dirty="0"/>
              <a:t>Cette feuille est celle de : ……………………………………………</a:t>
            </a:r>
          </a:p>
          <a:p>
            <a:pPr algn="ctr"/>
            <a:endParaRPr lang="fr-FR" sz="1600" dirty="0"/>
          </a:p>
          <a:p>
            <a:r>
              <a:rPr lang="fr-FR" sz="1600" dirty="0"/>
              <a:t>Marquez les boîtes avec le prénom de la personne que vous avez trouvé. </a:t>
            </a:r>
          </a:p>
        </p:txBody>
      </p:sp>
      <p:sp>
        <p:nvSpPr>
          <p:cNvPr id="4" name="Rettangolo 3">
            <a:extLst>
              <a:ext uri="{FF2B5EF4-FFF2-40B4-BE49-F238E27FC236}">
                <a16:creationId xmlns:a16="http://schemas.microsoft.com/office/drawing/2014/main" id="{ED5A47A5-9AC1-A2E6-B4F7-22C3CCF82220}"/>
              </a:ext>
            </a:extLst>
          </p:cNvPr>
          <p:cNvSpPr/>
          <p:nvPr/>
        </p:nvSpPr>
        <p:spPr>
          <a:xfrm>
            <a:off x="663545" y="2375189"/>
            <a:ext cx="1302329" cy="131057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100" dirty="0">
                <a:solidFill>
                  <a:schemeClr val="tx1"/>
                </a:solidFill>
              </a:rPr>
              <a:t>Une personne qui travaille au quotidien avec au moins 3 outils / plateformes / logiciels en communs que vous</a:t>
            </a:r>
          </a:p>
          <a:p>
            <a:pPr algn="ctr"/>
            <a:r>
              <a:rPr lang="fr-FR" sz="1100" dirty="0">
                <a:solidFill>
                  <a:schemeClr val="tx1"/>
                </a:solidFill>
              </a:rPr>
              <a:t>…………………………….</a:t>
            </a:r>
          </a:p>
        </p:txBody>
      </p:sp>
      <p:sp>
        <p:nvSpPr>
          <p:cNvPr id="5" name="Rettangolo 4">
            <a:extLst>
              <a:ext uri="{FF2B5EF4-FFF2-40B4-BE49-F238E27FC236}">
                <a16:creationId xmlns:a16="http://schemas.microsoft.com/office/drawing/2014/main" id="{39A2D396-4DDC-2265-7916-FF22EC9D9EC0}"/>
              </a:ext>
            </a:extLst>
          </p:cNvPr>
          <p:cNvSpPr/>
          <p:nvPr/>
        </p:nvSpPr>
        <p:spPr>
          <a:xfrm>
            <a:off x="2126886" y="2375189"/>
            <a:ext cx="1302329" cy="131057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100" dirty="0">
                <a:solidFill>
                  <a:schemeClr val="tx1"/>
                </a:solidFill>
              </a:rPr>
              <a:t>Une personne qui a une expérience (durée) dans son poste similaire à la vôtre (à 6 mois près)</a:t>
            </a:r>
          </a:p>
          <a:p>
            <a:pPr algn="ctr"/>
            <a:r>
              <a:rPr lang="fr-FR" sz="1100" dirty="0">
                <a:solidFill>
                  <a:schemeClr val="tx1"/>
                </a:solidFill>
              </a:rPr>
              <a:t>…………………………….</a:t>
            </a:r>
            <a:endParaRPr lang="fr-FR" sz="1100" dirty="0"/>
          </a:p>
        </p:txBody>
      </p:sp>
      <p:sp>
        <p:nvSpPr>
          <p:cNvPr id="8" name="Rettangolo 7">
            <a:extLst>
              <a:ext uri="{FF2B5EF4-FFF2-40B4-BE49-F238E27FC236}">
                <a16:creationId xmlns:a16="http://schemas.microsoft.com/office/drawing/2014/main" id="{C58D17F7-7A24-BB8B-91F5-03EB4BA2A145}"/>
              </a:ext>
            </a:extLst>
          </p:cNvPr>
          <p:cNvSpPr/>
          <p:nvPr/>
        </p:nvSpPr>
        <p:spPr>
          <a:xfrm>
            <a:off x="3590226" y="2375189"/>
            <a:ext cx="1302329" cy="131057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100" dirty="0">
                <a:solidFill>
                  <a:schemeClr val="tx1"/>
                </a:solidFill>
              </a:rPr>
              <a:t>Une personne dont l’équipe fait la même taille directe que la vôtre (à 2 personnes près) …………………………….</a:t>
            </a:r>
            <a:endParaRPr lang="fr-FR" sz="1100" dirty="0"/>
          </a:p>
        </p:txBody>
      </p:sp>
      <p:sp>
        <p:nvSpPr>
          <p:cNvPr id="10" name="Rettangolo 9">
            <a:extLst>
              <a:ext uri="{FF2B5EF4-FFF2-40B4-BE49-F238E27FC236}">
                <a16:creationId xmlns:a16="http://schemas.microsoft.com/office/drawing/2014/main" id="{B6730ECE-0078-6AB1-6887-FB7E65C1DA59}"/>
              </a:ext>
            </a:extLst>
          </p:cNvPr>
          <p:cNvSpPr/>
          <p:nvPr/>
        </p:nvSpPr>
        <p:spPr>
          <a:xfrm>
            <a:off x="663544" y="3898872"/>
            <a:ext cx="1302329" cy="131057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100" dirty="0">
                <a:solidFill>
                  <a:schemeClr val="tx1"/>
                </a:solidFill>
              </a:rPr>
              <a:t>Une personne qui a pris ses derniers congés (de plus d’une semaine) à moins de 2 semaines de vos derniers congés</a:t>
            </a:r>
          </a:p>
          <a:p>
            <a:pPr algn="ctr"/>
            <a:r>
              <a:rPr lang="fr-FR" sz="1100" dirty="0">
                <a:solidFill>
                  <a:schemeClr val="tx1"/>
                </a:solidFill>
              </a:rPr>
              <a:t>…………………………….</a:t>
            </a:r>
            <a:endParaRPr lang="fr-FR" sz="1100" dirty="0"/>
          </a:p>
        </p:txBody>
      </p:sp>
      <p:sp>
        <p:nvSpPr>
          <p:cNvPr id="11" name="Rettangolo 10">
            <a:extLst>
              <a:ext uri="{FF2B5EF4-FFF2-40B4-BE49-F238E27FC236}">
                <a16:creationId xmlns:a16="http://schemas.microsoft.com/office/drawing/2014/main" id="{249FC274-2561-A605-3512-14F27FF09516}"/>
              </a:ext>
            </a:extLst>
          </p:cNvPr>
          <p:cNvSpPr/>
          <p:nvPr/>
        </p:nvSpPr>
        <p:spPr>
          <a:xfrm>
            <a:off x="2126885" y="3898872"/>
            <a:ext cx="1302329" cy="131057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100" dirty="0">
                <a:solidFill>
                  <a:schemeClr val="tx1"/>
                </a:solidFill>
              </a:rPr>
              <a:t>Une personne avec qui vous vous êtes déjà retrouvé en photo professionnellement …………………………….</a:t>
            </a:r>
            <a:endParaRPr lang="fr-FR" sz="1100" dirty="0"/>
          </a:p>
        </p:txBody>
      </p:sp>
      <p:sp>
        <p:nvSpPr>
          <p:cNvPr id="12" name="Rettangolo 11">
            <a:extLst>
              <a:ext uri="{FF2B5EF4-FFF2-40B4-BE49-F238E27FC236}">
                <a16:creationId xmlns:a16="http://schemas.microsoft.com/office/drawing/2014/main" id="{4234E132-CE65-7C41-1D42-5DC45A845402}"/>
              </a:ext>
            </a:extLst>
          </p:cNvPr>
          <p:cNvSpPr/>
          <p:nvPr/>
        </p:nvSpPr>
        <p:spPr>
          <a:xfrm>
            <a:off x="3590225" y="3898872"/>
            <a:ext cx="1302329" cy="131057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100" dirty="0">
                <a:solidFill>
                  <a:schemeClr val="tx1"/>
                </a:solidFill>
              </a:rPr>
              <a:t>Une personne qui est en train d’apprendre professionnellement au moins 1 sujet en commun avec vous</a:t>
            </a:r>
          </a:p>
          <a:p>
            <a:pPr algn="ctr"/>
            <a:r>
              <a:rPr lang="fr-FR" sz="1100" dirty="0">
                <a:solidFill>
                  <a:schemeClr val="tx1"/>
                </a:solidFill>
              </a:rPr>
              <a:t>…………………………….</a:t>
            </a:r>
            <a:endParaRPr lang="fr-FR" sz="1100" dirty="0"/>
          </a:p>
        </p:txBody>
      </p:sp>
      <p:sp>
        <p:nvSpPr>
          <p:cNvPr id="13" name="Rettangolo 12">
            <a:extLst>
              <a:ext uri="{FF2B5EF4-FFF2-40B4-BE49-F238E27FC236}">
                <a16:creationId xmlns:a16="http://schemas.microsoft.com/office/drawing/2014/main" id="{1A959866-D781-7253-FA8D-D0CE04D7CA23}"/>
              </a:ext>
            </a:extLst>
          </p:cNvPr>
          <p:cNvSpPr/>
          <p:nvPr/>
        </p:nvSpPr>
        <p:spPr>
          <a:xfrm>
            <a:off x="663544" y="5430224"/>
            <a:ext cx="1302329" cy="131057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100" dirty="0">
                <a:solidFill>
                  <a:schemeClr val="tx1"/>
                </a:solidFill>
              </a:rPr>
              <a:t>Une personne qui travaille sur le même site professionnel que vous …………………………….</a:t>
            </a:r>
            <a:endParaRPr lang="fr-FR" sz="1100" dirty="0"/>
          </a:p>
        </p:txBody>
      </p:sp>
      <p:sp>
        <p:nvSpPr>
          <p:cNvPr id="14" name="Rettangolo 13">
            <a:extLst>
              <a:ext uri="{FF2B5EF4-FFF2-40B4-BE49-F238E27FC236}">
                <a16:creationId xmlns:a16="http://schemas.microsoft.com/office/drawing/2014/main" id="{02DCFC43-28DD-9E73-CD02-4E636C18B6D4}"/>
              </a:ext>
            </a:extLst>
          </p:cNvPr>
          <p:cNvSpPr/>
          <p:nvPr/>
        </p:nvSpPr>
        <p:spPr>
          <a:xfrm>
            <a:off x="2126885" y="5430224"/>
            <a:ext cx="1302329" cy="131057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100" dirty="0">
                <a:solidFill>
                  <a:schemeClr val="tx1"/>
                </a:solidFill>
              </a:rPr>
              <a:t>Une personne qui fait partie de 2 communautés professionnelles similaires aux vôtres </a:t>
            </a:r>
          </a:p>
          <a:p>
            <a:pPr algn="ctr"/>
            <a:r>
              <a:rPr lang="fr-FR" sz="1100" dirty="0">
                <a:solidFill>
                  <a:schemeClr val="tx1"/>
                </a:solidFill>
              </a:rPr>
              <a:t>…………………………….</a:t>
            </a:r>
            <a:endParaRPr lang="fr-FR" sz="1100" dirty="0"/>
          </a:p>
        </p:txBody>
      </p:sp>
      <p:sp>
        <p:nvSpPr>
          <p:cNvPr id="15" name="Rettangolo 14">
            <a:extLst>
              <a:ext uri="{FF2B5EF4-FFF2-40B4-BE49-F238E27FC236}">
                <a16:creationId xmlns:a16="http://schemas.microsoft.com/office/drawing/2014/main" id="{83F161A2-E718-9A6E-CCA5-A3B8024932B6}"/>
              </a:ext>
            </a:extLst>
          </p:cNvPr>
          <p:cNvSpPr/>
          <p:nvPr/>
        </p:nvSpPr>
        <p:spPr>
          <a:xfrm>
            <a:off x="3590225" y="5430224"/>
            <a:ext cx="1302329" cy="131057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100" dirty="0">
                <a:solidFill>
                  <a:schemeClr val="tx1"/>
                </a:solidFill>
              </a:rPr>
              <a:t>Une personne à qui vous avez envoyé un mail dans les 3 derniers jours (ok si envoyé aujourd’hui ou maintenant)</a:t>
            </a:r>
          </a:p>
          <a:p>
            <a:pPr algn="ctr"/>
            <a:r>
              <a:rPr lang="fr-FR" sz="1100" dirty="0">
                <a:solidFill>
                  <a:schemeClr val="tx1"/>
                </a:solidFill>
              </a:rPr>
              <a:t>……………………………</a:t>
            </a:r>
          </a:p>
        </p:txBody>
      </p:sp>
      <p:sp>
        <p:nvSpPr>
          <p:cNvPr id="16" name="Rettangolo 15">
            <a:extLst>
              <a:ext uri="{FF2B5EF4-FFF2-40B4-BE49-F238E27FC236}">
                <a16:creationId xmlns:a16="http://schemas.microsoft.com/office/drawing/2014/main" id="{8A1CABBD-B849-B24A-2494-470E128B9E6E}"/>
              </a:ext>
            </a:extLst>
          </p:cNvPr>
          <p:cNvSpPr/>
          <p:nvPr/>
        </p:nvSpPr>
        <p:spPr>
          <a:xfrm>
            <a:off x="5145084" y="771280"/>
            <a:ext cx="1459345" cy="146858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solidFill>
                  <a:schemeClr val="tx1"/>
                </a:solidFill>
              </a:rPr>
              <a:t>Exemple</a:t>
            </a:r>
          </a:p>
          <a:p>
            <a:pPr algn="ctr"/>
            <a:endParaRPr lang="fr-FR" sz="1100" dirty="0">
              <a:solidFill>
                <a:schemeClr val="tx1"/>
              </a:solidFill>
            </a:endParaRPr>
          </a:p>
          <a:p>
            <a:pPr algn="ctr"/>
            <a:r>
              <a:rPr lang="fr-FR" sz="1100" dirty="0">
                <a:solidFill>
                  <a:schemeClr val="tx1"/>
                </a:solidFill>
              </a:rPr>
              <a:t>Une personne qui vit à moins de 1km de chez vous</a:t>
            </a:r>
          </a:p>
          <a:p>
            <a:pPr algn="ctr"/>
            <a:endParaRPr lang="fr-FR" sz="1100" dirty="0">
              <a:solidFill>
                <a:schemeClr val="tx1"/>
              </a:solidFill>
            </a:endParaRPr>
          </a:p>
          <a:p>
            <a:pPr algn="ctr"/>
            <a:r>
              <a:rPr lang="fr-FR" sz="1100" dirty="0">
                <a:solidFill>
                  <a:schemeClr val="tx1"/>
                </a:solidFill>
              </a:rPr>
              <a:t>…………………………….</a:t>
            </a:r>
            <a:endParaRPr lang="fr-FR" dirty="0">
              <a:solidFill>
                <a:schemeClr val="tx1"/>
              </a:solidFill>
            </a:endParaRPr>
          </a:p>
        </p:txBody>
      </p:sp>
      <p:sp>
        <p:nvSpPr>
          <p:cNvPr id="17" name="CasellaDiTesto 16">
            <a:extLst>
              <a:ext uri="{FF2B5EF4-FFF2-40B4-BE49-F238E27FC236}">
                <a16:creationId xmlns:a16="http://schemas.microsoft.com/office/drawing/2014/main" id="{F4574E63-4A3B-ED87-D53E-15308FF34129}"/>
              </a:ext>
            </a:extLst>
          </p:cNvPr>
          <p:cNvSpPr txBox="1"/>
          <p:nvPr/>
        </p:nvSpPr>
        <p:spPr>
          <a:xfrm flipH="1">
            <a:off x="5329811" y="1822293"/>
            <a:ext cx="1274618" cy="369204"/>
          </a:xfrm>
          <a:prstGeom prst="rect">
            <a:avLst/>
          </a:prstGeom>
          <a:noFill/>
        </p:spPr>
        <p:txBody>
          <a:bodyPr wrap="square" rtlCol="0">
            <a:spAutoFit/>
          </a:bodyPr>
          <a:lstStyle/>
          <a:p>
            <a:r>
              <a:rPr lang="fr-FR" dirty="0">
                <a:latin typeface="Bradley Hand ITC" panose="03070402050302030203" pitchFamily="66" charset="0"/>
              </a:rPr>
              <a:t>Jacques</a:t>
            </a:r>
          </a:p>
        </p:txBody>
      </p:sp>
      <p:sp>
        <p:nvSpPr>
          <p:cNvPr id="28" name="Rettangolo 27">
            <a:extLst>
              <a:ext uri="{FF2B5EF4-FFF2-40B4-BE49-F238E27FC236}">
                <a16:creationId xmlns:a16="http://schemas.microsoft.com/office/drawing/2014/main" id="{3CB3931F-C377-4C36-A5EE-5C55FE9C1A1B}"/>
              </a:ext>
            </a:extLst>
          </p:cNvPr>
          <p:cNvSpPr/>
          <p:nvPr/>
        </p:nvSpPr>
        <p:spPr>
          <a:xfrm>
            <a:off x="5059302" y="2375189"/>
            <a:ext cx="1302329" cy="131057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100" dirty="0">
                <a:solidFill>
                  <a:schemeClr val="tx1"/>
                </a:solidFill>
              </a:rPr>
              <a:t>Une personne qui prend la même ligne de transport que vous vers à peu près les mêmes heures</a:t>
            </a:r>
          </a:p>
          <a:p>
            <a:pPr algn="ctr"/>
            <a:r>
              <a:rPr lang="fr-FR" sz="1100" dirty="0">
                <a:solidFill>
                  <a:schemeClr val="tx1"/>
                </a:solidFill>
              </a:rPr>
              <a:t>…………………………….</a:t>
            </a:r>
          </a:p>
        </p:txBody>
      </p:sp>
      <p:sp>
        <p:nvSpPr>
          <p:cNvPr id="29" name="Rettangolo 28">
            <a:extLst>
              <a:ext uri="{FF2B5EF4-FFF2-40B4-BE49-F238E27FC236}">
                <a16:creationId xmlns:a16="http://schemas.microsoft.com/office/drawing/2014/main" id="{7B1E3837-F695-8624-23AD-E1DB7BE0AA3C}"/>
              </a:ext>
            </a:extLst>
          </p:cNvPr>
          <p:cNvSpPr/>
          <p:nvPr/>
        </p:nvSpPr>
        <p:spPr>
          <a:xfrm>
            <a:off x="5059302" y="3898872"/>
            <a:ext cx="1302329" cy="131057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100" dirty="0">
                <a:solidFill>
                  <a:schemeClr val="tx1"/>
                </a:solidFill>
              </a:rPr>
              <a:t>Une personne qui  partage votre avis sur l’utilité professionnelle indirecte de ce jeu de Bingo …………………………….</a:t>
            </a:r>
            <a:endParaRPr lang="fr-FR" sz="1100" dirty="0"/>
          </a:p>
        </p:txBody>
      </p:sp>
      <p:sp>
        <p:nvSpPr>
          <p:cNvPr id="30" name="Rettangolo 29">
            <a:extLst>
              <a:ext uri="{FF2B5EF4-FFF2-40B4-BE49-F238E27FC236}">
                <a16:creationId xmlns:a16="http://schemas.microsoft.com/office/drawing/2014/main" id="{B8BE942B-3278-FF78-CA75-07245E2B189C}"/>
              </a:ext>
            </a:extLst>
          </p:cNvPr>
          <p:cNvSpPr/>
          <p:nvPr/>
        </p:nvSpPr>
        <p:spPr>
          <a:xfrm>
            <a:off x="5059302" y="5430224"/>
            <a:ext cx="1302329" cy="131057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100" dirty="0">
                <a:solidFill>
                  <a:schemeClr val="tx1"/>
                </a:solidFill>
              </a:rPr>
              <a:t>Une personne qui saurait nommer au moins 5 personnes avec qui vous travaillez AU QUOTIDIEN …………………………….</a:t>
            </a:r>
            <a:endParaRPr lang="fr-FR" sz="1100" dirty="0"/>
          </a:p>
        </p:txBody>
      </p:sp>
      <p:sp>
        <p:nvSpPr>
          <p:cNvPr id="47" name="Rettangolo 46">
            <a:extLst>
              <a:ext uri="{FF2B5EF4-FFF2-40B4-BE49-F238E27FC236}">
                <a16:creationId xmlns:a16="http://schemas.microsoft.com/office/drawing/2014/main" id="{B6C7EE36-AAC6-032D-5132-7C1DFDD24309}"/>
              </a:ext>
            </a:extLst>
          </p:cNvPr>
          <p:cNvSpPr/>
          <p:nvPr/>
        </p:nvSpPr>
        <p:spPr>
          <a:xfrm>
            <a:off x="663544" y="6883318"/>
            <a:ext cx="1302329" cy="131057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100" dirty="0">
                <a:solidFill>
                  <a:schemeClr val="tx1"/>
                </a:solidFill>
              </a:rPr>
              <a:t>Une personne qui  travaille au même numéro d’étage que vous (immeuble différent possible)</a:t>
            </a:r>
          </a:p>
          <a:p>
            <a:pPr algn="ctr"/>
            <a:r>
              <a:rPr lang="fr-FR" sz="1100" dirty="0">
                <a:solidFill>
                  <a:schemeClr val="tx1"/>
                </a:solidFill>
              </a:rPr>
              <a:t>…………………………….</a:t>
            </a:r>
            <a:endParaRPr lang="fr-FR" sz="1100" dirty="0"/>
          </a:p>
        </p:txBody>
      </p:sp>
      <p:sp>
        <p:nvSpPr>
          <p:cNvPr id="48" name="Rettangolo 47">
            <a:extLst>
              <a:ext uri="{FF2B5EF4-FFF2-40B4-BE49-F238E27FC236}">
                <a16:creationId xmlns:a16="http://schemas.microsoft.com/office/drawing/2014/main" id="{819B054D-2FEA-62EE-04C1-ABCEBE2C0714}"/>
              </a:ext>
            </a:extLst>
          </p:cNvPr>
          <p:cNvSpPr/>
          <p:nvPr/>
        </p:nvSpPr>
        <p:spPr>
          <a:xfrm>
            <a:off x="2126885" y="6883318"/>
            <a:ext cx="1302329" cy="131057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100" dirty="0">
                <a:solidFill>
                  <a:schemeClr val="tx1"/>
                </a:solidFill>
              </a:rPr>
              <a:t>Une personne que vous aimeriez avoir en mentor sur la façon de travailler …………………………….</a:t>
            </a:r>
          </a:p>
        </p:txBody>
      </p:sp>
      <p:sp>
        <p:nvSpPr>
          <p:cNvPr id="49" name="Rettangolo 48">
            <a:extLst>
              <a:ext uri="{FF2B5EF4-FFF2-40B4-BE49-F238E27FC236}">
                <a16:creationId xmlns:a16="http://schemas.microsoft.com/office/drawing/2014/main" id="{F4F98C7E-B52E-3A2D-3967-1AFA7633CD9A}"/>
              </a:ext>
            </a:extLst>
          </p:cNvPr>
          <p:cNvSpPr/>
          <p:nvPr/>
        </p:nvSpPr>
        <p:spPr>
          <a:xfrm>
            <a:off x="3590225" y="6883318"/>
            <a:ext cx="1302329" cy="131057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100" dirty="0">
                <a:solidFill>
                  <a:schemeClr val="tx1"/>
                </a:solidFill>
              </a:rPr>
              <a:t>Une personne qui a intégré son équipe le même mois que vous (peu importe l’année)</a:t>
            </a:r>
          </a:p>
          <a:p>
            <a:pPr algn="ctr"/>
            <a:r>
              <a:rPr lang="fr-FR" sz="1100" dirty="0">
                <a:solidFill>
                  <a:schemeClr val="tx1"/>
                </a:solidFill>
              </a:rPr>
              <a:t>…………………………….</a:t>
            </a:r>
            <a:endParaRPr lang="fr-FR" sz="1100" dirty="0"/>
          </a:p>
        </p:txBody>
      </p:sp>
      <p:sp>
        <p:nvSpPr>
          <p:cNvPr id="50" name="Rettangolo 49">
            <a:extLst>
              <a:ext uri="{FF2B5EF4-FFF2-40B4-BE49-F238E27FC236}">
                <a16:creationId xmlns:a16="http://schemas.microsoft.com/office/drawing/2014/main" id="{881AF95D-8B16-FC7E-9572-8270B8D3BCBE}"/>
              </a:ext>
            </a:extLst>
          </p:cNvPr>
          <p:cNvSpPr/>
          <p:nvPr/>
        </p:nvSpPr>
        <p:spPr>
          <a:xfrm>
            <a:off x="5059302" y="6883318"/>
            <a:ext cx="1302329" cy="131057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100" dirty="0">
                <a:solidFill>
                  <a:schemeClr val="tx1"/>
                </a:solidFill>
              </a:rPr>
              <a:t>Une personne avec qui vous avez une certification en commun</a:t>
            </a:r>
          </a:p>
          <a:p>
            <a:pPr algn="ctr"/>
            <a:r>
              <a:rPr lang="fr-FR" sz="1100" dirty="0">
                <a:solidFill>
                  <a:schemeClr val="tx1"/>
                </a:solidFill>
              </a:rPr>
              <a:t>…………………………….</a:t>
            </a:r>
            <a:endParaRPr lang="fr-FR" sz="1100" dirty="0"/>
          </a:p>
        </p:txBody>
      </p:sp>
      <p:pic>
        <p:nvPicPr>
          <p:cNvPr id="33" name="Image 14" descr="Une image contenant texte, clipart&#10;&#10;Description générée automatiquement">
            <a:hlinkClick r:id="rId2"/>
            <a:extLst>
              <a:ext uri="{FF2B5EF4-FFF2-40B4-BE49-F238E27FC236}">
                <a16:creationId xmlns:a16="http://schemas.microsoft.com/office/drawing/2014/main" id="{00CC2B87-5D2D-18CE-1CFD-29283BCAF7A3}"/>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6229306" y="9588528"/>
            <a:ext cx="628694" cy="260149"/>
          </a:xfrm>
          <a:prstGeom prst="rect">
            <a:avLst/>
          </a:prstGeom>
        </p:spPr>
      </p:pic>
      <p:pic>
        <p:nvPicPr>
          <p:cNvPr id="34" name="Picture 2">
            <a:extLst>
              <a:ext uri="{FF2B5EF4-FFF2-40B4-BE49-F238E27FC236}">
                <a16:creationId xmlns:a16="http://schemas.microsoft.com/office/drawing/2014/main" id="{0A099487-DD18-90F3-17E9-A6808ADF7FE8}"/>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9266" t="17394" r="25946" b="25394"/>
          <a:stretch/>
        </p:blipFill>
        <p:spPr bwMode="auto">
          <a:xfrm>
            <a:off x="5900915" y="9559783"/>
            <a:ext cx="249126" cy="260150"/>
          </a:xfrm>
          <a:prstGeom prst="rect">
            <a:avLst/>
          </a:prstGeom>
          <a:noFill/>
          <a:extLst>
            <a:ext uri="{909E8E84-426E-40DD-AFC4-6F175D3DCCD1}">
              <a14:hiddenFill xmlns:a14="http://schemas.microsoft.com/office/drawing/2010/main">
                <a:solidFill>
                  <a:srgbClr val="FFFFFF"/>
                </a:solidFill>
              </a14:hiddenFill>
            </a:ext>
          </a:extLst>
        </p:spPr>
      </p:pic>
      <p:grpSp>
        <p:nvGrpSpPr>
          <p:cNvPr id="35" name="Gruppo 34">
            <a:extLst>
              <a:ext uri="{FF2B5EF4-FFF2-40B4-BE49-F238E27FC236}">
                <a16:creationId xmlns:a16="http://schemas.microsoft.com/office/drawing/2014/main" id="{04AFDF56-B233-26B2-286F-56484BC260F1}"/>
              </a:ext>
            </a:extLst>
          </p:cNvPr>
          <p:cNvGrpSpPr/>
          <p:nvPr/>
        </p:nvGrpSpPr>
        <p:grpSpPr>
          <a:xfrm>
            <a:off x="5721427" y="8583650"/>
            <a:ext cx="911289" cy="844824"/>
            <a:chOff x="5464589" y="8286970"/>
            <a:chExt cx="1371930" cy="1271868"/>
          </a:xfrm>
        </p:grpSpPr>
        <p:grpSp>
          <p:nvGrpSpPr>
            <p:cNvPr id="36" name="Gruppo 35">
              <a:extLst>
                <a:ext uri="{FF2B5EF4-FFF2-40B4-BE49-F238E27FC236}">
                  <a16:creationId xmlns:a16="http://schemas.microsoft.com/office/drawing/2014/main" id="{AA8C469B-8DAA-BB78-05CD-04C27ECC8FBF}"/>
                </a:ext>
              </a:extLst>
            </p:cNvPr>
            <p:cNvGrpSpPr/>
            <p:nvPr/>
          </p:nvGrpSpPr>
          <p:grpSpPr>
            <a:xfrm flipH="1" flipV="1">
              <a:off x="5464589" y="8286970"/>
              <a:ext cx="991122" cy="918726"/>
              <a:chOff x="1287054" y="2655429"/>
              <a:chExt cx="4830617" cy="4950694"/>
            </a:xfrm>
          </p:grpSpPr>
          <p:sp>
            <p:nvSpPr>
              <p:cNvPr id="59" name="Rettangolo 58">
                <a:extLst>
                  <a:ext uri="{FF2B5EF4-FFF2-40B4-BE49-F238E27FC236}">
                    <a16:creationId xmlns:a16="http://schemas.microsoft.com/office/drawing/2014/main" id="{3D3C2A6D-6E52-607E-5B0E-B5743BF08BB4}"/>
                  </a:ext>
                </a:extLst>
              </p:cNvPr>
              <p:cNvSpPr/>
              <p:nvPr/>
            </p:nvSpPr>
            <p:spPr>
              <a:xfrm>
                <a:off x="1287054" y="2655429"/>
                <a:ext cx="1459345" cy="146858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60" name="Rettangolo 59">
                <a:extLst>
                  <a:ext uri="{FF2B5EF4-FFF2-40B4-BE49-F238E27FC236}">
                    <a16:creationId xmlns:a16="http://schemas.microsoft.com/office/drawing/2014/main" id="{111DACF0-DBE5-20F4-2668-F0920B9BE747}"/>
                  </a:ext>
                </a:extLst>
              </p:cNvPr>
              <p:cNvSpPr/>
              <p:nvPr/>
            </p:nvSpPr>
            <p:spPr>
              <a:xfrm>
                <a:off x="2972690" y="2655429"/>
                <a:ext cx="1459345" cy="146858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61" name="Rettangolo 60">
                <a:extLst>
                  <a:ext uri="{FF2B5EF4-FFF2-40B4-BE49-F238E27FC236}">
                    <a16:creationId xmlns:a16="http://schemas.microsoft.com/office/drawing/2014/main" id="{1E386C13-7ACC-81D2-7264-A965537C8AF6}"/>
                  </a:ext>
                </a:extLst>
              </p:cNvPr>
              <p:cNvSpPr/>
              <p:nvPr/>
            </p:nvSpPr>
            <p:spPr>
              <a:xfrm>
                <a:off x="4658326" y="2655429"/>
                <a:ext cx="1459345" cy="146858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62" name="Rettangolo 61">
                <a:extLst>
                  <a:ext uri="{FF2B5EF4-FFF2-40B4-BE49-F238E27FC236}">
                    <a16:creationId xmlns:a16="http://schemas.microsoft.com/office/drawing/2014/main" id="{11B23D9A-3F10-8842-C5CA-DB24FB63DEFA}"/>
                  </a:ext>
                </a:extLst>
              </p:cNvPr>
              <p:cNvSpPr/>
              <p:nvPr/>
            </p:nvSpPr>
            <p:spPr>
              <a:xfrm>
                <a:off x="1287054" y="4396485"/>
                <a:ext cx="1459345" cy="146858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63" name="Rettangolo 62">
                <a:extLst>
                  <a:ext uri="{FF2B5EF4-FFF2-40B4-BE49-F238E27FC236}">
                    <a16:creationId xmlns:a16="http://schemas.microsoft.com/office/drawing/2014/main" id="{42EE93E2-2314-FBBB-75DD-C2024891C2E8}"/>
                  </a:ext>
                </a:extLst>
              </p:cNvPr>
              <p:cNvSpPr/>
              <p:nvPr/>
            </p:nvSpPr>
            <p:spPr>
              <a:xfrm>
                <a:off x="2972690" y="4396485"/>
                <a:ext cx="1459345" cy="146858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64" name="Rettangolo 63">
                <a:extLst>
                  <a:ext uri="{FF2B5EF4-FFF2-40B4-BE49-F238E27FC236}">
                    <a16:creationId xmlns:a16="http://schemas.microsoft.com/office/drawing/2014/main" id="{9073DC58-A429-DFFC-9966-9CE12184D899}"/>
                  </a:ext>
                </a:extLst>
              </p:cNvPr>
              <p:cNvSpPr/>
              <p:nvPr/>
            </p:nvSpPr>
            <p:spPr>
              <a:xfrm>
                <a:off x="4658326" y="4396485"/>
                <a:ext cx="1459345" cy="146858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65" name="Rettangolo 64">
                <a:extLst>
                  <a:ext uri="{FF2B5EF4-FFF2-40B4-BE49-F238E27FC236}">
                    <a16:creationId xmlns:a16="http://schemas.microsoft.com/office/drawing/2014/main" id="{0F099DCC-2C2D-0F92-5FB3-F655E7FB060E}"/>
                  </a:ext>
                </a:extLst>
              </p:cNvPr>
              <p:cNvSpPr/>
              <p:nvPr/>
            </p:nvSpPr>
            <p:spPr>
              <a:xfrm>
                <a:off x="1287054" y="6137541"/>
                <a:ext cx="1459345" cy="146858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66" name="Rettangolo 65">
                <a:extLst>
                  <a:ext uri="{FF2B5EF4-FFF2-40B4-BE49-F238E27FC236}">
                    <a16:creationId xmlns:a16="http://schemas.microsoft.com/office/drawing/2014/main" id="{ED188C75-A3B6-C150-6FD7-E6FC57015AE4}"/>
                  </a:ext>
                </a:extLst>
              </p:cNvPr>
              <p:cNvSpPr/>
              <p:nvPr/>
            </p:nvSpPr>
            <p:spPr>
              <a:xfrm>
                <a:off x="2972690" y="6137541"/>
                <a:ext cx="1459345" cy="146858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67" name="Rettangolo 66">
                <a:extLst>
                  <a:ext uri="{FF2B5EF4-FFF2-40B4-BE49-F238E27FC236}">
                    <a16:creationId xmlns:a16="http://schemas.microsoft.com/office/drawing/2014/main" id="{7A33C0A6-1B6C-41F1-C02D-8F4CC4D3D00E}"/>
                  </a:ext>
                </a:extLst>
              </p:cNvPr>
              <p:cNvSpPr/>
              <p:nvPr/>
            </p:nvSpPr>
            <p:spPr>
              <a:xfrm>
                <a:off x="4658326" y="6137541"/>
                <a:ext cx="1459345" cy="146858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grpSp>
        <p:cxnSp>
          <p:nvCxnSpPr>
            <p:cNvPr id="45" name="Connettore diritto 44">
              <a:extLst>
                <a:ext uri="{FF2B5EF4-FFF2-40B4-BE49-F238E27FC236}">
                  <a16:creationId xmlns:a16="http://schemas.microsoft.com/office/drawing/2014/main" id="{3122630D-3B38-50CC-6ADC-A8E248B4DE3B}"/>
                </a:ext>
              </a:extLst>
            </p:cNvPr>
            <p:cNvCxnSpPr>
              <a:cxnSpLocks/>
              <a:endCxn id="54" idx="0"/>
            </p:cNvCxnSpPr>
            <p:nvPr/>
          </p:nvCxnSpPr>
          <p:spPr>
            <a:xfrm>
              <a:off x="5606163" y="8337410"/>
              <a:ext cx="8136" cy="1191383"/>
            </a:xfrm>
            <a:prstGeom prst="line">
              <a:avLst/>
            </a:prstGeom>
            <a:ln w="57150"/>
          </p:spPr>
          <p:style>
            <a:lnRef idx="1">
              <a:schemeClr val="accent1"/>
            </a:lnRef>
            <a:fillRef idx="0">
              <a:schemeClr val="accent1"/>
            </a:fillRef>
            <a:effectRef idx="0">
              <a:schemeClr val="accent1"/>
            </a:effectRef>
            <a:fontRef idx="minor">
              <a:schemeClr val="tx1"/>
            </a:fontRef>
          </p:style>
        </p:cxnSp>
        <p:cxnSp>
          <p:nvCxnSpPr>
            <p:cNvPr id="46" name="Connettore diritto 45">
              <a:extLst>
                <a:ext uri="{FF2B5EF4-FFF2-40B4-BE49-F238E27FC236}">
                  <a16:creationId xmlns:a16="http://schemas.microsoft.com/office/drawing/2014/main" id="{C86E6151-E174-701E-60D8-B7DD795C5876}"/>
                </a:ext>
              </a:extLst>
            </p:cNvPr>
            <p:cNvCxnSpPr>
              <a:cxnSpLocks/>
            </p:cNvCxnSpPr>
            <p:nvPr/>
          </p:nvCxnSpPr>
          <p:spPr>
            <a:xfrm>
              <a:off x="5507683" y="8390883"/>
              <a:ext cx="1246993" cy="1104181"/>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51" name="Rettangolo 50">
              <a:extLst>
                <a:ext uri="{FF2B5EF4-FFF2-40B4-BE49-F238E27FC236}">
                  <a16:creationId xmlns:a16="http://schemas.microsoft.com/office/drawing/2014/main" id="{6864224B-EA26-AF90-F26F-D63C6759B3DC}"/>
                </a:ext>
              </a:extLst>
            </p:cNvPr>
            <p:cNvSpPr/>
            <p:nvPr/>
          </p:nvSpPr>
          <p:spPr>
            <a:xfrm flipH="1" flipV="1">
              <a:off x="6508899" y="8286970"/>
              <a:ext cx="299421" cy="27253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52" name="Rettangolo 51">
              <a:extLst>
                <a:ext uri="{FF2B5EF4-FFF2-40B4-BE49-F238E27FC236}">
                  <a16:creationId xmlns:a16="http://schemas.microsoft.com/office/drawing/2014/main" id="{FF59F08C-6ED4-E7A3-1298-C3DAC5D090FE}"/>
                </a:ext>
              </a:extLst>
            </p:cNvPr>
            <p:cNvSpPr/>
            <p:nvPr/>
          </p:nvSpPr>
          <p:spPr>
            <a:xfrm flipH="1" flipV="1">
              <a:off x="6508899" y="8610067"/>
              <a:ext cx="299421" cy="27253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53" name="Rettangolo 52">
              <a:extLst>
                <a:ext uri="{FF2B5EF4-FFF2-40B4-BE49-F238E27FC236}">
                  <a16:creationId xmlns:a16="http://schemas.microsoft.com/office/drawing/2014/main" id="{7403FE93-6D90-90FC-EDCF-E6DE1B25F216}"/>
                </a:ext>
              </a:extLst>
            </p:cNvPr>
            <p:cNvSpPr/>
            <p:nvPr/>
          </p:nvSpPr>
          <p:spPr>
            <a:xfrm flipH="1" flipV="1">
              <a:off x="6508899" y="8936245"/>
              <a:ext cx="299421" cy="27253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54" name="Rettangolo 53">
              <a:extLst>
                <a:ext uri="{FF2B5EF4-FFF2-40B4-BE49-F238E27FC236}">
                  <a16:creationId xmlns:a16="http://schemas.microsoft.com/office/drawing/2014/main" id="{A1331116-2E37-8650-034E-36F30187C112}"/>
                </a:ext>
              </a:extLst>
            </p:cNvPr>
            <p:cNvSpPr/>
            <p:nvPr/>
          </p:nvSpPr>
          <p:spPr>
            <a:xfrm flipH="1" flipV="1">
              <a:off x="5464589" y="9256261"/>
              <a:ext cx="299421" cy="27253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56" name="Rettangolo 55">
              <a:extLst>
                <a:ext uri="{FF2B5EF4-FFF2-40B4-BE49-F238E27FC236}">
                  <a16:creationId xmlns:a16="http://schemas.microsoft.com/office/drawing/2014/main" id="{09D507C3-936B-4B24-6F44-0C8D286F7F24}"/>
                </a:ext>
              </a:extLst>
            </p:cNvPr>
            <p:cNvSpPr/>
            <p:nvPr/>
          </p:nvSpPr>
          <p:spPr>
            <a:xfrm flipH="1" flipV="1">
              <a:off x="5823822" y="9264806"/>
              <a:ext cx="299421" cy="27253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57" name="Rettangolo 56">
              <a:extLst>
                <a:ext uri="{FF2B5EF4-FFF2-40B4-BE49-F238E27FC236}">
                  <a16:creationId xmlns:a16="http://schemas.microsoft.com/office/drawing/2014/main" id="{08F01FB9-C708-E261-CFDB-F05A920BF2EF}"/>
                </a:ext>
              </a:extLst>
            </p:cNvPr>
            <p:cNvSpPr/>
            <p:nvPr/>
          </p:nvSpPr>
          <p:spPr>
            <a:xfrm flipH="1" flipV="1">
              <a:off x="6166337" y="9272724"/>
              <a:ext cx="299421" cy="27253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58" name="Rettangolo 57">
              <a:extLst>
                <a:ext uri="{FF2B5EF4-FFF2-40B4-BE49-F238E27FC236}">
                  <a16:creationId xmlns:a16="http://schemas.microsoft.com/office/drawing/2014/main" id="{ACCD4758-C017-6E91-55FB-A84353C86762}"/>
                </a:ext>
              </a:extLst>
            </p:cNvPr>
            <p:cNvSpPr/>
            <p:nvPr/>
          </p:nvSpPr>
          <p:spPr>
            <a:xfrm flipH="1" flipV="1">
              <a:off x="6537098" y="9286306"/>
              <a:ext cx="299421" cy="27253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grpSp>
    </p:spTree>
    <p:extLst>
      <p:ext uri="{BB962C8B-B14F-4D97-AF65-F5344CB8AC3E}">
        <p14:creationId xmlns:p14="http://schemas.microsoft.com/office/powerpoint/2010/main" val="31008796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Tableau 6">
            <a:extLst>
              <a:ext uri="{FF2B5EF4-FFF2-40B4-BE49-F238E27FC236}">
                <a16:creationId xmlns:a16="http://schemas.microsoft.com/office/drawing/2014/main" id="{8F54CC7A-2683-4D5C-BC2E-362AA3F06638}"/>
              </a:ext>
            </a:extLst>
          </p:cNvPr>
          <p:cNvGraphicFramePr>
            <a:graphicFrameLocks noGrp="1"/>
          </p:cNvGraphicFramePr>
          <p:nvPr>
            <p:extLst>
              <p:ext uri="{D42A27DB-BD31-4B8C-83A1-F6EECF244321}">
                <p14:modId xmlns:p14="http://schemas.microsoft.com/office/powerpoint/2010/main" val="3019637604"/>
              </p:ext>
            </p:extLst>
          </p:nvPr>
        </p:nvGraphicFramePr>
        <p:xfrm>
          <a:off x="0" y="1"/>
          <a:ext cx="6858000" cy="617220"/>
        </p:xfrm>
        <a:graphic>
          <a:graphicData uri="http://schemas.openxmlformats.org/drawingml/2006/table">
            <a:tbl>
              <a:tblPr>
                <a:tableStyleId>{5C22544A-7EE6-4342-B048-85BDC9FD1C3A}</a:tableStyleId>
              </a:tblPr>
              <a:tblGrid>
                <a:gridCol w="6858000">
                  <a:extLst>
                    <a:ext uri="{9D8B030D-6E8A-4147-A177-3AD203B41FA5}">
                      <a16:colId xmlns:a16="http://schemas.microsoft.com/office/drawing/2014/main" val="1612185270"/>
                    </a:ext>
                  </a:extLst>
                </a:gridCol>
              </a:tblGrid>
              <a:tr h="446566">
                <a:tc>
                  <a:txBody>
                    <a:bodyPr/>
                    <a:lstStyle/>
                    <a:p>
                      <a:pPr marL="342900" marR="0" lvl="1" indent="0" algn="ctr" defTabSz="685800" rtl="0" eaLnBrk="1" fontAlgn="auto" latinLnBrk="0" hangingPunct="1">
                        <a:lnSpc>
                          <a:spcPct val="100000"/>
                        </a:lnSpc>
                        <a:spcBef>
                          <a:spcPts val="0"/>
                        </a:spcBef>
                        <a:spcAft>
                          <a:spcPts val="0"/>
                        </a:spcAft>
                        <a:buClrTx/>
                        <a:buSzTx/>
                        <a:buFontTx/>
                        <a:buNone/>
                        <a:tabLst/>
                        <a:defRPr/>
                      </a:pPr>
                      <a:r>
                        <a:rPr lang="fr-FR" sz="2400" b="1" dirty="0">
                          <a:solidFill>
                            <a:schemeClr val="tx1"/>
                          </a:solidFill>
                        </a:rPr>
                        <a:t>BINGO COCKTAIL : CARACTERISTIQUES</a:t>
                      </a:r>
                      <a:endParaRPr lang="fr-FR" sz="2000" b="1" dirty="0">
                        <a:solidFill>
                          <a:schemeClr val="tx1"/>
                        </a:solidFill>
                      </a:endParaRPr>
                    </a:p>
                    <a:p>
                      <a:pPr marL="342900" marR="0" lvl="1" indent="0" algn="ctr" defTabSz="685800" rtl="0" eaLnBrk="1" fontAlgn="auto" latinLnBrk="0" hangingPunct="1">
                        <a:lnSpc>
                          <a:spcPct val="100000"/>
                        </a:lnSpc>
                        <a:spcBef>
                          <a:spcPts val="0"/>
                        </a:spcBef>
                        <a:spcAft>
                          <a:spcPts val="0"/>
                        </a:spcAft>
                        <a:buClrTx/>
                        <a:buSzTx/>
                        <a:buFontTx/>
                        <a:buNone/>
                        <a:tabLst/>
                        <a:defRPr/>
                      </a:pPr>
                      <a:r>
                        <a:rPr lang="fr-FR" sz="1050" b="1" dirty="0">
                          <a:solidFill>
                            <a:schemeClr val="tx1"/>
                          </a:solidFill>
                        </a:rPr>
                        <a:t>#OpenSeriousGame</a:t>
                      </a:r>
                      <a:endParaRPr lang="fr-FR" sz="1600" b="1" dirty="0">
                        <a:solidFill>
                          <a:schemeClr val="tx1"/>
                        </a:solidFill>
                      </a:endParaRPr>
                    </a:p>
                  </a:txBody>
                  <a:tcPr>
                    <a:solidFill>
                      <a:srgbClr val="10C0D2"/>
                    </a:solidFill>
                  </a:tcPr>
                </a:tc>
                <a:extLst>
                  <a:ext uri="{0D108BD9-81ED-4DB2-BD59-A6C34878D82A}">
                    <a16:rowId xmlns:a16="http://schemas.microsoft.com/office/drawing/2014/main" val="2564243360"/>
                  </a:ext>
                </a:extLst>
              </a:tr>
            </a:tbl>
          </a:graphicData>
        </a:graphic>
      </p:graphicFrame>
      <p:sp>
        <p:nvSpPr>
          <p:cNvPr id="55" name="ZoneTexte 54">
            <a:extLst>
              <a:ext uri="{FF2B5EF4-FFF2-40B4-BE49-F238E27FC236}">
                <a16:creationId xmlns:a16="http://schemas.microsoft.com/office/drawing/2014/main" id="{A02D5966-B4D3-42FA-9A7D-8DC2C40BE8C6}"/>
              </a:ext>
            </a:extLst>
          </p:cNvPr>
          <p:cNvSpPr txBox="1"/>
          <p:nvPr/>
        </p:nvSpPr>
        <p:spPr>
          <a:xfrm>
            <a:off x="0" y="8634309"/>
            <a:ext cx="5464589" cy="1169551"/>
          </a:xfrm>
          <a:prstGeom prst="rect">
            <a:avLst/>
          </a:prstGeom>
          <a:noFill/>
        </p:spPr>
        <p:txBody>
          <a:bodyPr wrap="square" rtlCol="0">
            <a:spAutoFit/>
          </a:bodyPr>
          <a:lstStyle/>
          <a:p>
            <a:pPr algn="ctr"/>
            <a:r>
              <a:rPr lang="fr-FR" sz="1400" dirty="0"/>
              <a:t>Tirez un trait lorsque vous avez rempli les cases d’une même ligne, colonne ou diagonale</a:t>
            </a:r>
          </a:p>
          <a:p>
            <a:pPr algn="ctr"/>
            <a:r>
              <a:rPr lang="fr-FR" sz="1400" dirty="0"/>
              <a:t>Les </a:t>
            </a:r>
            <a:r>
              <a:rPr lang="fr-FR" sz="1400" b="1" dirty="0"/>
              <a:t>3 premières personnes</a:t>
            </a:r>
            <a:r>
              <a:rPr lang="fr-FR" sz="1400" dirty="0"/>
              <a:t> à remplir n’importe quelles 2 lignes, colonnes ou diagonales (mélange possible, ex: 1 ligne + 1 colonne) gagnent :</a:t>
            </a:r>
          </a:p>
          <a:p>
            <a:pPr algn="ctr"/>
            <a:r>
              <a:rPr lang="fr-FR" sz="1400" dirty="0"/>
              <a:t>1</a:t>
            </a:r>
            <a:r>
              <a:rPr lang="fr-FR" sz="1400" baseline="30000" dirty="0"/>
              <a:t>er</a:t>
            </a:r>
            <a:r>
              <a:rPr lang="fr-FR" sz="1400" dirty="0"/>
              <a:t> prix : </a:t>
            </a:r>
            <a:r>
              <a:rPr lang="fr-FR" sz="1400" dirty="0">
                <a:solidFill>
                  <a:srgbClr val="FF0000"/>
                </a:solidFill>
              </a:rPr>
              <a:t>{remplir ici}</a:t>
            </a:r>
            <a:r>
              <a:rPr lang="fr-FR" sz="1400" dirty="0"/>
              <a:t>. 2</a:t>
            </a:r>
            <a:r>
              <a:rPr lang="fr-FR" sz="1400" baseline="30000" dirty="0"/>
              <a:t>e</a:t>
            </a:r>
            <a:r>
              <a:rPr lang="fr-FR" sz="1400" dirty="0"/>
              <a:t> prix : </a:t>
            </a:r>
            <a:r>
              <a:rPr lang="fr-FR" sz="1400" dirty="0">
                <a:solidFill>
                  <a:srgbClr val="FF0000"/>
                </a:solidFill>
              </a:rPr>
              <a:t>{remplir ici}</a:t>
            </a:r>
            <a:r>
              <a:rPr lang="fr-FR" sz="1400" dirty="0"/>
              <a:t>. 3</a:t>
            </a:r>
            <a:r>
              <a:rPr lang="fr-FR" sz="1400" baseline="30000" dirty="0"/>
              <a:t>e</a:t>
            </a:r>
            <a:r>
              <a:rPr lang="fr-FR" sz="1400" dirty="0"/>
              <a:t> prix :  </a:t>
            </a:r>
            <a:r>
              <a:rPr lang="fr-FR" sz="1400" dirty="0">
                <a:solidFill>
                  <a:srgbClr val="FF0000"/>
                </a:solidFill>
              </a:rPr>
              <a:t>{remplir ici}</a:t>
            </a:r>
          </a:p>
        </p:txBody>
      </p:sp>
      <p:sp>
        <p:nvSpPr>
          <p:cNvPr id="3" name="ZoneTexte 54">
            <a:extLst>
              <a:ext uri="{FF2B5EF4-FFF2-40B4-BE49-F238E27FC236}">
                <a16:creationId xmlns:a16="http://schemas.microsoft.com/office/drawing/2014/main" id="{E3567928-C879-1707-08F1-BE340A23B6B6}"/>
              </a:ext>
            </a:extLst>
          </p:cNvPr>
          <p:cNvSpPr txBox="1"/>
          <p:nvPr/>
        </p:nvSpPr>
        <p:spPr>
          <a:xfrm>
            <a:off x="267983" y="937213"/>
            <a:ext cx="4451674" cy="1323439"/>
          </a:xfrm>
          <a:prstGeom prst="rect">
            <a:avLst/>
          </a:prstGeom>
          <a:noFill/>
        </p:spPr>
        <p:txBody>
          <a:bodyPr wrap="square" rtlCol="0">
            <a:spAutoFit/>
          </a:bodyPr>
          <a:lstStyle/>
          <a:p>
            <a:pPr algn="ctr"/>
            <a:r>
              <a:rPr lang="fr-FR" sz="1600" dirty="0"/>
              <a:t>Cette feuille est celle de : ……………………………………………</a:t>
            </a:r>
          </a:p>
          <a:p>
            <a:pPr algn="ctr"/>
            <a:endParaRPr lang="fr-FR" sz="1600" dirty="0"/>
          </a:p>
          <a:p>
            <a:r>
              <a:rPr lang="fr-FR" sz="1600" dirty="0"/>
              <a:t>Marquez les boîtes avec le prénom de la personne que vous avez trouvé. </a:t>
            </a:r>
          </a:p>
        </p:txBody>
      </p:sp>
      <p:sp>
        <p:nvSpPr>
          <p:cNvPr id="4" name="Rettangolo 3">
            <a:extLst>
              <a:ext uri="{FF2B5EF4-FFF2-40B4-BE49-F238E27FC236}">
                <a16:creationId xmlns:a16="http://schemas.microsoft.com/office/drawing/2014/main" id="{ED5A47A5-9AC1-A2E6-B4F7-22C3CCF82220}"/>
              </a:ext>
            </a:extLst>
          </p:cNvPr>
          <p:cNvSpPr/>
          <p:nvPr/>
        </p:nvSpPr>
        <p:spPr>
          <a:xfrm>
            <a:off x="663545" y="2375189"/>
            <a:ext cx="1302329" cy="131057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100" dirty="0">
                <a:solidFill>
                  <a:schemeClr val="tx1"/>
                </a:solidFill>
              </a:rPr>
              <a:t>La première personne arrivée à l’événement d’aujourd’hui</a:t>
            </a:r>
          </a:p>
          <a:p>
            <a:pPr algn="ctr"/>
            <a:endParaRPr lang="fr-FR" sz="1100" dirty="0">
              <a:solidFill>
                <a:schemeClr val="tx1"/>
              </a:solidFill>
            </a:endParaRPr>
          </a:p>
          <a:p>
            <a:pPr algn="ctr"/>
            <a:r>
              <a:rPr lang="fr-FR" sz="1100" dirty="0">
                <a:solidFill>
                  <a:schemeClr val="tx1"/>
                </a:solidFill>
              </a:rPr>
              <a:t>…………………………….</a:t>
            </a:r>
          </a:p>
          <a:p>
            <a:pPr algn="ctr"/>
            <a:endParaRPr lang="fr-FR" sz="1100" dirty="0">
              <a:solidFill>
                <a:schemeClr val="tx1"/>
              </a:solidFill>
            </a:endParaRPr>
          </a:p>
        </p:txBody>
      </p:sp>
      <p:sp>
        <p:nvSpPr>
          <p:cNvPr id="5" name="Rettangolo 4">
            <a:extLst>
              <a:ext uri="{FF2B5EF4-FFF2-40B4-BE49-F238E27FC236}">
                <a16:creationId xmlns:a16="http://schemas.microsoft.com/office/drawing/2014/main" id="{39A2D396-4DDC-2265-7916-FF22EC9D9EC0}"/>
              </a:ext>
            </a:extLst>
          </p:cNvPr>
          <p:cNvSpPr/>
          <p:nvPr/>
        </p:nvSpPr>
        <p:spPr>
          <a:xfrm>
            <a:off x="2126886" y="2375189"/>
            <a:ext cx="1302329" cy="131057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100">
                <a:solidFill>
                  <a:schemeClr val="tx1"/>
                </a:solidFill>
              </a:rPr>
              <a:t>Quelqu’un qui peut vous donner au moins 10 prénoms d’autres participants (en étant juste!) …………………………….</a:t>
            </a:r>
            <a:endParaRPr lang="fr-FR" sz="1100" dirty="0">
              <a:solidFill>
                <a:schemeClr val="tx1"/>
              </a:solidFill>
            </a:endParaRPr>
          </a:p>
        </p:txBody>
      </p:sp>
      <p:sp>
        <p:nvSpPr>
          <p:cNvPr id="8" name="Rettangolo 7">
            <a:extLst>
              <a:ext uri="{FF2B5EF4-FFF2-40B4-BE49-F238E27FC236}">
                <a16:creationId xmlns:a16="http://schemas.microsoft.com/office/drawing/2014/main" id="{C58D17F7-7A24-BB8B-91F5-03EB4BA2A145}"/>
              </a:ext>
            </a:extLst>
          </p:cNvPr>
          <p:cNvSpPr/>
          <p:nvPr/>
        </p:nvSpPr>
        <p:spPr>
          <a:xfrm>
            <a:off x="3590226" y="2375189"/>
            <a:ext cx="1302329" cy="131057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100" dirty="0">
                <a:solidFill>
                  <a:schemeClr val="tx1"/>
                </a:solidFill>
              </a:rPr>
              <a:t>Quelqu’un qui est reconnu(e) pour sa maîtrise de </a:t>
            </a:r>
            <a:r>
              <a:rPr lang="fr-FR" sz="1100" dirty="0">
                <a:solidFill>
                  <a:srgbClr val="FF0000"/>
                </a:solidFill>
              </a:rPr>
              <a:t>{Remplir ici compétence}</a:t>
            </a:r>
            <a:r>
              <a:rPr lang="fr-FR" sz="1100" dirty="0">
                <a:solidFill>
                  <a:schemeClr val="tx1"/>
                </a:solidFill>
              </a:rPr>
              <a:t> …………………………….</a:t>
            </a:r>
          </a:p>
        </p:txBody>
      </p:sp>
      <p:sp>
        <p:nvSpPr>
          <p:cNvPr id="10" name="Rettangolo 9">
            <a:extLst>
              <a:ext uri="{FF2B5EF4-FFF2-40B4-BE49-F238E27FC236}">
                <a16:creationId xmlns:a16="http://schemas.microsoft.com/office/drawing/2014/main" id="{B6730ECE-0078-6AB1-6887-FB7E65C1DA59}"/>
              </a:ext>
            </a:extLst>
          </p:cNvPr>
          <p:cNvSpPr/>
          <p:nvPr/>
        </p:nvSpPr>
        <p:spPr>
          <a:xfrm>
            <a:off x="663544" y="3898872"/>
            <a:ext cx="1302329" cy="131057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100" dirty="0">
                <a:solidFill>
                  <a:schemeClr val="tx1"/>
                </a:solidFill>
              </a:rPr>
              <a:t>Une personne que vous rencontrez pour la première fois aujourd’hui</a:t>
            </a:r>
          </a:p>
          <a:p>
            <a:pPr algn="ctr"/>
            <a:r>
              <a:rPr lang="fr-FR" sz="1100" dirty="0">
                <a:solidFill>
                  <a:schemeClr val="tx1"/>
                </a:solidFill>
              </a:rPr>
              <a:t>…………………………….</a:t>
            </a:r>
          </a:p>
          <a:p>
            <a:pPr algn="ctr"/>
            <a:endParaRPr lang="fr-FR" sz="1100" dirty="0">
              <a:solidFill>
                <a:schemeClr val="tx1"/>
              </a:solidFill>
            </a:endParaRPr>
          </a:p>
        </p:txBody>
      </p:sp>
      <p:sp>
        <p:nvSpPr>
          <p:cNvPr id="11" name="Rettangolo 10">
            <a:extLst>
              <a:ext uri="{FF2B5EF4-FFF2-40B4-BE49-F238E27FC236}">
                <a16:creationId xmlns:a16="http://schemas.microsoft.com/office/drawing/2014/main" id="{249FC274-2561-A605-3512-14F27FF09516}"/>
              </a:ext>
            </a:extLst>
          </p:cNvPr>
          <p:cNvSpPr/>
          <p:nvPr/>
        </p:nvSpPr>
        <p:spPr>
          <a:xfrm>
            <a:off x="2126885" y="3898872"/>
            <a:ext cx="1302329" cy="131057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100" dirty="0">
                <a:solidFill>
                  <a:schemeClr val="tx1"/>
                </a:solidFill>
              </a:rPr>
              <a:t>Quelqu’un qui vous a présenté à 2 autres personnes (en détail, au moins quelques minutes par personne)</a:t>
            </a:r>
          </a:p>
          <a:p>
            <a:pPr algn="ctr"/>
            <a:r>
              <a:rPr lang="fr-FR" sz="1100" dirty="0">
                <a:solidFill>
                  <a:schemeClr val="tx1"/>
                </a:solidFill>
              </a:rPr>
              <a:t>…………………………….</a:t>
            </a:r>
          </a:p>
        </p:txBody>
      </p:sp>
      <p:sp>
        <p:nvSpPr>
          <p:cNvPr id="12" name="Rettangolo 11">
            <a:extLst>
              <a:ext uri="{FF2B5EF4-FFF2-40B4-BE49-F238E27FC236}">
                <a16:creationId xmlns:a16="http://schemas.microsoft.com/office/drawing/2014/main" id="{4234E132-CE65-7C41-1D42-5DC45A845402}"/>
              </a:ext>
            </a:extLst>
          </p:cNvPr>
          <p:cNvSpPr/>
          <p:nvPr/>
        </p:nvSpPr>
        <p:spPr>
          <a:xfrm>
            <a:off x="3590225" y="3898872"/>
            <a:ext cx="1302329" cy="131057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100">
                <a:solidFill>
                  <a:schemeClr val="tx1"/>
                </a:solidFill>
              </a:rPr>
              <a:t>Quelqu’un qui s’est servi le même premier verre que vous, et le même deuxième</a:t>
            </a:r>
          </a:p>
          <a:p>
            <a:pPr algn="ctr"/>
            <a:r>
              <a:rPr lang="fr-FR" sz="1100">
                <a:solidFill>
                  <a:schemeClr val="tx1"/>
                </a:solidFill>
              </a:rPr>
              <a:t>…………………………….</a:t>
            </a:r>
            <a:endParaRPr lang="fr-FR" sz="1100" dirty="0">
              <a:solidFill>
                <a:schemeClr val="tx1"/>
              </a:solidFill>
            </a:endParaRPr>
          </a:p>
        </p:txBody>
      </p:sp>
      <p:sp>
        <p:nvSpPr>
          <p:cNvPr id="13" name="Rettangolo 12">
            <a:extLst>
              <a:ext uri="{FF2B5EF4-FFF2-40B4-BE49-F238E27FC236}">
                <a16:creationId xmlns:a16="http://schemas.microsoft.com/office/drawing/2014/main" id="{1A959866-D781-7253-FA8D-D0CE04D7CA23}"/>
              </a:ext>
            </a:extLst>
          </p:cNvPr>
          <p:cNvSpPr/>
          <p:nvPr/>
        </p:nvSpPr>
        <p:spPr>
          <a:xfrm>
            <a:off x="663544" y="5430224"/>
            <a:ext cx="1302329" cy="131057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100">
                <a:solidFill>
                  <a:schemeClr val="tx1"/>
                </a:solidFill>
              </a:rPr>
              <a:t>Une personne qui fait une activité sportive au moins 4h par semaine</a:t>
            </a:r>
          </a:p>
          <a:p>
            <a:pPr algn="ctr"/>
            <a:r>
              <a:rPr lang="fr-FR" sz="1100">
                <a:solidFill>
                  <a:schemeClr val="tx1"/>
                </a:solidFill>
              </a:rPr>
              <a:t>…………………………….</a:t>
            </a:r>
            <a:endParaRPr lang="fr-FR" sz="1100" dirty="0">
              <a:solidFill>
                <a:schemeClr val="tx1"/>
              </a:solidFill>
            </a:endParaRPr>
          </a:p>
        </p:txBody>
      </p:sp>
      <p:sp>
        <p:nvSpPr>
          <p:cNvPr id="14" name="Rettangolo 13">
            <a:extLst>
              <a:ext uri="{FF2B5EF4-FFF2-40B4-BE49-F238E27FC236}">
                <a16:creationId xmlns:a16="http://schemas.microsoft.com/office/drawing/2014/main" id="{02DCFC43-28DD-9E73-CD02-4E636C18B6D4}"/>
              </a:ext>
            </a:extLst>
          </p:cNvPr>
          <p:cNvSpPr/>
          <p:nvPr/>
        </p:nvSpPr>
        <p:spPr>
          <a:xfrm>
            <a:off x="2126885" y="5430224"/>
            <a:ext cx="1302329" cy="131057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100">
                <a:solidFill>
                  <a:schemeClr val="tx1"/>
                </a:solidFill>
              </a:rPr>
              <a:t>Une personne née à au moins 300 km d’ici.</a:t>
            </a:r>
          </a:p>
          <a:p>
            <a:pPr algn="ctr"/>
            <a:r>
              <a:rPr lang="fr-FR" sz="1100">
                <a:solidFill>
                  <a:schemeClr val="tx1"/>
                </a:solidFill>
              </a:rPr>
              <a:t>…………………………….</a:t>
            </a:r>
            <a:endParaRPr lang="fr-FR" sz="1100" dirty="0">
              <a:solidFill>
                <a:schemeClr val="tx1"/>
              </a:solidFill>
            </a:endParaRPr>
          </a:p>
        </p:txBody>
      </p:sp>
      <p:sp>
        <p:nvSpPr>
          <p:cNvPr id="15" name="Rettangolo 14">
            <a:extLst>
              <a:ext uri="{FF2B5EF4-FFF2-40B4-BE49-F238E27FC236}">
                <a16:creationId xmlns:a16="http://schemas.microsoft.com/office/drawing/2014/main" id="{83F161A2-E718-9A6E-CCA5-A3B8024932B6}"/>
              </a:ext>
            </a:extLst>
          </p:cNvPr>
          <p:cNvSpPr/>
          <p:nvPr/>
        </p:nvSpPr>
        <p:spPr>
          <a:xfrm>
            <a:off x="3590225" y="5430224"/>
            <a:ext cx="1302329" cy="131057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100">
                <a:solidFill>
                  <a:schemeClr val="tx1"/>
                </a:solidFill>
              </a:rPr>
              <a:t>La personne la plus jeune du groupe </a:t>
            </a:r>
          </a:p>
          <a:p>
            <a:pPr algn="ctr"/>
            <a:r>
              <a:rPr lang="fr-FR" sz="1100">
                <a:solidFill>
                  <a:schemeClr val="tx1"/>
                </a:solidFill>
              </a:rPr>
              <a:t>…………………………….</a:t>
            </a:r>
            <a:endParaRPr lang="fr-FR" sz="1100" dirty="0">
              <a:solidFill>
                <a:schemeClr val="tx1"/>
              </a:solidFill>
            </a:endParaRPr>
          </a:p>
        </p:txBody>
      </p:sp>
      <p:sp>
        <p:nvSpPr>
          <p:cNvPr id="16" name="Rettangolo 15">
            <a:extLst>
              <a:ext uri="{FF2B5EF4-FFF2-40B4-BE49-F238E27FC236}">
                <a16:creationId xmlns:a16="http://schemas.microsoft.com/office/drawing/2014/main" id="{8A1CABBD-B849-B24A-2494-470E128B9E6E}"/>
              </a:ext>
            </a:extLst>
          </p:cNvPr>
          <p:cNvSpPr/>
          <p:nvPr/>
        </p:nvSpPr>
        <p:spPr>
          <a:xfrm>
            <a:off x="5145084" y="771280"/>
            <a:ext cx="1459345" cy="146858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solidFill>
                  <a:schemeClr val="tx1"/>
                </a:solidFill>
              </a:rPr>
              <a:t>Exemple</a:t>
            </a:r>
          </a:p>
          <a:p>
            <a:pPr algn="ctr"/>
            <a:endParaRPr lang="fr-FR" sz="1100" dirty="0">
              <a:solidFill>
                <a:schemeClr val="tx1"/>
              </a:solidFill>
            </a:endParaRPr>
          </a:p>
          <a:p>
            <a:pPr algn="ctr"/>
            <a:r>
              <a:rPr lang="fr-FR" sz="1100" dirty="0">
                <a:solidFill>
                  <a:schemeClr val="tx1"/>
                </a:solidFill>
              </a:rPr>
              <a:t>Une personne qui vit à moins de 1km de chez vous</a:t>
            </a:r>
          </a:p>
          <a:p>
            <a:pPr algn="ctr"/>
            <a:endParaRPr lang="fr-FR" sz="1100" dirty="0">
              <a:solidFill>
                <a:schemeClr val="tx1"/>
              </a:solidFill>
            </a:endParaRPr>
          </a:p>
          <a:p>
            <a:pPr algn="ctr"/>
            <a:r>
              <a:rPr lang="fr-FR" sz="1100" dirty="0">
                <a:solidFill>
                  <a:schemeClr val="tx1"/>
                </a:solidFill>
              </a:rPr>
              <a:t>…………………………….</a:t>
            </a:r>
            <a:endParaRPr lang="fr-FR" dirty="0">
              <a:solidFill>
                <a:schemeClr val="tx1"/>
              </a:solidFill>
            </a:endParaRPr>
          </a:p>
        </p:txBody>
      </p:sp>
      <p:sp>
        <p:nvSpPr>
          <p:cNvPr id="17" name="CasellaDiTesto 16">
            <a:extLst>
              <a:ext uri="{FF2B5EF4-FFF2-40B4-BE49-F238E27FC236}">
                <a16:creationId xmlns:a16="http://schemas.microsoft.com/office/drawing/2014/main" id="{F4574E63-4A3B-ED87-D53E-15308FF34129}"/>
              </a:ext>
            </a:extLst>
          </p:cNvPr>
          <p:cNvSpPr txBox="1"/>
          <p:nvPr/>
        </p:nvSpPr>
        <p:spPr>
          <a:xfrm flipH="1">
            <a:off x="5329811" y="1822293"/>
            <a:ext cx="1274618" cy="369204"/>
          </a:xfrm>
          <a:prstGeom prst="rect">
            <a:avLst/>
          </a:prstGeom>
          <a:noFill/>
        </p:spPr>
        <p:txBody>
          <a:bodyPr wrap="square" rtlCol="0">
            <a:spAutoFit/>
          </a:bodyPr>
          <a:lstStyle/>
          <a:p>
            <a:r>
              <a:rPr lang="fr-FR" dirty="0">
                <a:latin typeface="Bradley Hand ITC" panose="03070402050302030203" pitchFamily="66" charset="0"/>
              </a:rPr>
              <a:t>Jacques</a:t>
            </a:r>
          </a:p>
        </p:txBody>
      </p:sp>
      <p:sp>
        <p:nvSpPr>
          <p:cNvPr id="28" name="Rettangolo 27">
            <a:extLst>
              <a:ext uri="{FF2B5EF4-FFF2-40B4-BE49-F238E27FC236}">
                <a16:creationId xmlns:a16="http://schemas.microsoft.com/office/drawing/2014/main" id="{3CB3931F-C377-4C36-A5EE-5C55FE9C1A1B}"/>
              </a:ext>
            </a:extLst>
          </p:cNvPr>
          <p:cNvSpPr/>
          <p:nvPr/>
        </p:nvSpPr>
        <p:spPr>
          <a:xfrm>
            <a:off x="5059302" y="2375189"/>
            <a:ext cx="1302329" cy="131057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100" dirty="0">
                <a:solidFill>
                  <a:schemeClr val="tx1"/>
                </a:solidFill>
              </a:rPr>
              <a:t>Une personne que vous aurez présentée à au moins 2 autres personnes </a:t>
            </a:r>
          </a:p>
          <a:p>
            <a:pPr algn="ctr"/>
            <a:r>
              <a:rPr lang="fr-FR" sz="1100" dirty="0">
                <a:solidFill>
                  <a:schemeClr val="tx1"/>
                </a:solidFill>
              </a:rPr>
              <a:t>…………………………</a:t>
            </a:r>
          </a:p>
        </p:txBody>
      </p:sp>
      <p:sp>
        <p:nvSpPr>
          <p:cNvPr id="29" name="Rettangolo 28">
            <a:extLst>
              <a:ext uri="{FF2B5EF4-FFF2-40B4-BE49-F238E27FC236}">
                <a16:creationId xmlns:a16="http://schemas.microsoft.com/office/drawing/2014/main" id="{7B1E3837-F695-8624-23AD-E1DB7BE0AA3C}"/>
              </a:ext>
            </a:extLst>
          </p:cNvPr>
          <p:cNvSpPr/>
          <p:nvPr/>
        </p:nvSpPr>
        <p:spPr>
          <a:xfrm>
            <a:off x="5059302" y="3898872"/>
            <a:ext cx="1302329" cy="131057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100" dirty="0">
                <a:solidFill>
                  <a:schemeClr val="tx1"/>
                </a:solidFill>
              </a:rPr>
              <a:t>Une personne de la région ou qui a des origines dans la région</a:t>
            </a:r>
          </a:p>
          <a:p>
            <a:pPr algn="ctr"/>
            <a:r>
              <a:rPr lang="fr-FR" sz="1100" dirty="0">
                <a:solidFill>
                  <a:schemeClr val="tx1"/>
                </a:solidFill>
              </a:rPr>
              <a:t>…………………………….</a:t>
            </a:r>
          </a:p>
        </p:txBody>
      </p:sp>
      <p:sp>
        <p:nvSpPr>
          <p:cNvPr id="30" name="Rettangolo 29">
            <a:extLst>
              <a:ext uri="{FF2B5EF4-FFF2-40B4-BE49-F238E27FC236}">
                <a16:creationId xmlns:a16="http://schemas.microsoft.com/office/drawing/2014/main" id="{B8BE942B-3278-FF78-CA75-07245E2B189C}"/>
              </a:ext>
            </a:extLst>
          </p:cNvPr>
          <p:cNvSpPr/>
          <p:nvPr/>
        </p:nvSpPr>
        <p:spPr>
          <a:xfrm>
            <a:off x="5059302" y="5430224"/>
            <a:ext cx="1302329" cy="131057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100" dirty="0">
                <a:solidFill>
                  <a:schemeClr val="tx1"/>
                </a:solidFill>
              </a:rPr>
              <a:t>La personne qui a la plus longue expérience dans son entreprise actuelle (vs chacun dans son entreprise)</a:t>
            </a:r>
          </a:p>
          <a:p>
            <a:pPr algn="ctr"/>
            <a:r>
              <a:rPr lang="fr-FR" sz="1100" dirty="0">
                <a:solidFill>
                  <a:schemeClr val="tx1"/>
                </a:solidFill>
              </a:rPr>
              <a:t>………………………….</a:t>
            </a:r>
          </a:p>
        </p:txBody>
      </p:sp>
      <p:sp>
        <p:nvSpPr>
          <p:cNvPr id="47" name="Rettangolo 46">
            <a:extLst>
              <a:ext uri="{FF2B5EF4-FFF2-40B4-BE49-F238E27FC236}">
                <a16:creationId xmlns:a16="http://schemas.microsoft.com/office/drawing/2014/main" id="{B6C7EE36-AAC6-032D-5132-7C1DFDD24309}"/>
              </a:ext>
            </a:extLst>
          </p:cNvPr>
          <p:cNvSpPr/>
          <p:nvPr/>
        </p:nvSpPr>
        <p:spPr>
          <a:xfrm>
            <a:off x="663544" y="6883318"/>
            <a:ext cx="1302329" cy="131057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100" dirty="0">
                <a:solidFill>
                  <a:schemeClr val="tx1"/>
                </a:solidFill>
              </a:rPr>
              <a:t>Une personne qui a eu plus d’un animal de compagnie dans sa vie (pas forcément simultanément)</a:t>
            </a:r>
          </a:p>
          <a:p>
            <a:pPr algn="ctr"/>
            <a:r>
              <a:rPr lang="fr-FR" sz="1100" dirty="0">
                <a:solidFill>
                  <a:schemeClr val="tx1"/>
                </a:solidFill>
              </a:rPr>
              <a:t>…………………………….</a:t>
            </a:r>
          </a:p>
        </p:txBody>
      </p:sp>
      <p:sp>
        <p:nvSpPr>
          <p:cNvPr id="48" name="Rettangolo 47">
            <a:extLst>
              <a:ext uri="{FF2B5EF4-FFF2-40B4-BE49-F238E27FC236}">
                <a16:creationId xmlns:a16="http://schemas.microsoft.com/office/drawing/2014/main" id="{819B054D-2FEA-62EE-04C1-ABCEBE2C0714}"/>
              </a:ext>
            </a:extLst>
          </p:cNvPr>
          <p:cNvSpPr/>
          <p:nvPr/>
        </p:nvSpPr>
        <p:spPr>
          <a:xfrm>
            <a:off x="2126885" y="6883318"/>
            <a:ext cx="1302329" cy="131057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100" dirty="0">
                <a:solidFill>
                  <a:schemeClr val="tx1"/>
                </a:solidFill>
              </a:rPr>
              <a:t>Une personne dont le prénom commence par la même lettre que votre nom de famille</a:t>
            </a:r>
          </a:p>
          <a:p>
            <a:pPr algn="ctr"/>
            <a:r>
              <a:rPr lang="fr-FR" sz="1100" dirty="0">
                <a:solidFill>
                  <a:schemeClr val="tx1"/>
                </a:solidFill>
              </a:rPr>
              <a:t>…………………………..</a:t>
            </a:r>
          </a:p>
        </p:txBody>
      </p:sp>
      <p:sp>
        <p:nvSpPr>
          <p:cNvPr id="49" name="Rettangolo 48">
            <a:extLst>
              <a:ext uri="{FF2B5EF4-FFF2-40B4-BE49-F238E27FC236}">
                <a16:creationId xmlns:a16="http://schemas.microsoft.com/office/drawing/2014/main" id="{F4F98C7E-B52E-3A2D-3967-1AFA7633CD9A}"/>
              </a:ext>
            </a:extLst>
          </p:cNvPr>
          <p:cNvSpPr/>
          <p:nvPr/>
        </p:nvSpPr>
        <p:spPr>
          <a:xfrm>
            <a:off x="3590225" y="6883318"/>
            <a:ext cx="1302329" cy="131057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100" dirty="0">
                <a:solidFill>
                  <a:schemeClr val="tx1"/>
                </a:solidFill>
              </a:rPr>
              <a:t>La personne la plus grande du groupe en taille</a:t>
            </a:r>
          </a:p>
          <a:p>
            <a:pPr algn="ctr"/>
            <a:r>
              <a:rPr lang="fr-FR" sz="1100" dirty="0">
                <a:solidFill>
                  <a:schemeClr val="tx1"/>
                </a:solidFill>
              </a:rPr>
              <a:t>…………………………</a:t>
            </a:r>
          </a:p>
        </p:txBody>
      </p:sp>
      <p:sp>
        <p:nvSpPr>
          <p:cNvPr id="50" name="Rettangolo 49">
            <a:extLst>
              <a:ext uri="{FF2B5EF4-FFF2-40B4-BE49-F238E27FC236}">
                <a16:creationId xmlns:a16="http://schemas.microsoft.com/office/drawing/2014/main" id="{881AF95D-8B16-FC7E-9572-8270B8D3BCBE}"/>
              </a:ext>
            </a:extLst>
          </p:cNvPr>
          <p:cNvSpPr/>
          <p:nvPr/>
        </p:nvSpPr>
        <p:spPr>
          <a:xfrm>
            <a:off x="5059302" y="6883318"/>
            <a:ext cx="1302329" cy="131057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100" dirty="0">
                <a:solidFill>
                  <a:schemeClr val="tx1"/>
                </a:solidFill>
              </a:rPr>
              <a:t>Une personne qu’au moins 2 autres personnes trouvent particulièrement chaleureuse</a:t>
            </a:r>
          </a:p>
          <a:p>
            <a:pPr algn="ctr"/>
            <a:r>
              <a:rPr lang="fr-FR" sz="1100" dirty="0">
                <a:solidFill>
                  <a:schemeClr val="tx1"/>
                </a:solidFill>
              </a:rPr>
              <a:t>…………………..</a:t>
            </a:r>
          </a:p>
        </p:txBody>
      </p:sp>
      <p:pic>
        <p:nvPicPr>
          <p:cNvPr id="33" name="Image 14" descr="Une image contenant texte, clipart&#10;&#10;Description générée automatiquement">
            <a:hlinkClick r:id="rId2"/>
            <a:extLst>
              <a:ext uri="{FF2B5EF4-FFF2-40B4-BE49-F238E27FC236}">
                <a16:creationId xmlns:a16="http://schemas.microsoft.com/office/drawing/2014/main" id="{8CD26BF3-4DD9-86D4-A7A5-9BB660191FFD}"/>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6229306" y="9588528"/>
            <a:ext cx="628694" cy="260149"/>
          </a:xfrm>
          <a:prstGeom prst="rect">
            <a:avLst/>
          </a:prstGeom>
        </p:spPr>
      </p:pic>
      <p:pic>
        <p:nvPicPr>
          <p:cNvPr id="34" name="Picture 2">
            <a:extLst>
              <a:ext uri="{FF2B5EF4-FFF2-40B4-BE49-F238E27FC236}">
                <a16:creationId xmlns:a16="http://schemas.microsoft.com/office/drawing/2014/main" id="{082FB544-D2DD-AF20-B99A-2BBDE0B659B0}"/>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9266" t="17394" r="25946" b="25394"/>
          <a:stretch/>
        </p:blipFill>
        <p:spPr bwMode="auto">
          <a:xfrm>
            <a:off x="5900915" y="9559783"/>
            <a:ext cx="249126" cy="260150"/>
          </a:xfrm>
          <a:prstGeom prst="rect">
            <a:avLst/>
          </a:prstGeom>
          <a:noFill/>
          <a:extLst>
            <a:ext uri="{909E8E84-426E-40DD-AFC4-6F175D3DCCD1}">
              <a14:hiddenFill xmlns:a14="http://schemas.microsoft.com/office/drawing/2010/main">
                <a:solidFill>
                  <a:srgbClr val="FFFFFF"/>
                </a:solidFill>
              </a14:hiddenFill>
            </a:ext>
          </a:extLst>
        </p:spPr>
      </p:pic>
      <p:grpSp>
        <p:nvGrpSpPr>
          <p:cNvPr id="35" name="Gruppo 34">
            <a:extLst>
              <a:ext uri="{FF2B5EF4-FFF2-40B4-BE49-F238E27FC236}">
                <a16:creationId xmlns:a16="http://schemas.microsoft.com/office/drawing/2014/main" id="{4D178B80-638D-C3BF-E1E9-D91C3F28E47A}"/>
              </a:ext>
            </a:extLst>
          </p:cNvPr>
          <p:cNvGrpSpPr/>
          <p:nvPr/>
        </p:nvGrpSpPr>
        <p:grpSpPr>
          <a:xfrm>
            <a:off x="5721427" y="8583650"/>
            <a:ext cx="911289" cy="844824"/>
            <a:chOff x="5464589" y="8286970"/>
            <a:chExt cx="1371930" cy="1271868"/>
          </a:xfrm>
        </p:grpSpPr>
        <p:grpSp>
          <p:nvGrpSpPr>
            <p:cNvPr id="36" name="Gruppo 35">
              <a:extLst>
                <a:ext uri="{FF2B5EF4-FFF2-40B4-BE49-F238E27FC236}">
                  <a16:creationId xmlns:a16="http://schemas.microsoft.com/office/drawing/2014/main" id="{BF684BE2-A8E7-02A4-14AD-851F6B4A7793}"/>
                </a:ext>
              </a:extLst>
            </p:cNvPr>
            <p:cNvGrpSpPr/>
            <p:nvPr/>
          </p:nvGrpSpPr>
          <p:grpSpPr>
            <a:xfrm flipH="1" flipV="1">
              <a:off x="5464589" y="8286970"/>
              <a:ext cx="991122" cy="918726"/>
              <a:chOff x="1287054" y="2655429"/>
              <a:chExt cx="4830617" cy="4950694"/>
            </a:xfrm>
          </p:grpSpPr>
          <p:sp>
            <p:nvSpPr>
              <p:cNvPr id="59" name="Rettangolo 58">
                <a:extLst>
                  <a:ext uri="{FF2B5EF4-FFF2-40B4-BE49-F238E27FC236}">
                    <a16:creationId xmlns:a16="http://schemas.microsoft.com/office/drawing/2014/main" id="{27C3F0EA-ED8E-FD2B-A8D1-222A190B5D6C}"/>
                  </a:ext>
                </a:extLst>
              </p:cNvPr>
              <p:cNvSpPr/>
              <p:nvPr/>
            </p:nvSpPr>
            <p:spPr>
              <a:xfrm>
                <a:off x="1287054" y="2655429"/>
                <a:ext cx="1459345" cy="146858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60" name="Rettangolo 59">
                <a:extLst>
                  <a:ext uri="{FF2B5EF4-FFF2-40B4-BE49-F238E27FC236}">
                    <a16:creationId xmlns:a16="http://schemas.microsoft.com/office/drawing/2014/main" id="{5BD67FDD-5206-3608-CC59-AAE3DB519DED}"/>
                  </a:ext>
                </a:extLst>
              </p:cNvPr>
              <p:cNvSpPr/>
              <p:nvPr/>
            </p:nvSpPr>
            <p:spPr>
              <a:xfrm>
                <a:off x="2972690" y="2655429"/>
                <a:ext cx="1459345" cy="146858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61" name="Rettangolo 60">
                <a:extLst>
                  <a:ext uri="{FF2B5EF4-FFF2-40B4-BE49-F238E27FC236}">
                    <a16:creationId xmlns:a16="http://schemas.microsoft.com/office/drawing/2014/main" id="{2BD5937C-961A-E2A8-BB02-5BB09501D879}"/>
                  </a:ext>
                </a:extLst>
              </p:cNvPr>
              <p:cNvSpPr/>
              <p:nvPr/>
            </p:nvSpPr>
            <p:spPr>
              <a:xfrm>
                <a:off x="4658326" y="2655429"/>
                <a:ext cx="1459345" cy="146858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62" name="Rettangolo 61">
                <a:extLst>
                  <a:ext uri="{FF2B5EF4-FFF2-40B4-BE49-F238E27FC236}">
                    <a16:creationId xmlns:a16="http://schemas.microsoft.com/office/drawing/2014/main" id="{A9AAD8CF-9A0F-A1C2-7197-03E708B62BB9}"/>
                  </a:ext>
                </a:extLst>
              </p:cNvPr>
              <p:cNvSpPr/>
              <p:nvPr/>
            </p:nvSpPr>
            <p:spPr>
              <a:xfrm>
                <a:off x="1287054" y="4396485"/>
                <a:ext cx="1459345" cy="146858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63" name="Rettangolo 62">
                <a:extLst>
                  <a:ext uri="{FF2B5EF4-FFF2-40B4-BE49-F238E27FC236}">
                    <a16:creationId xmlns:a16="http://schemas.microsoft.com/office/drawing/2014/main" id="{CB80DB99-EA97-8DAA-4995-9A1D9B9DA06D}"/>
                  </a:ext>
                </a:extLst>
              </p:cNvPr>
              <p:cNvSpPr/>
              <p:nvPr/>
            </p:nvSpPr>
            <p:spPr>
              <a:xfrm>
                <a:off x="2972690" y="4396485"/>
                <a:ext cx="1459345" cy="146858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64" name="Rettangolo 63">
                <a:extLst>
                  <a:ext uri="{FF2B5EF4-FFF2-40B4-BE49-F238E27FC236}">
                    <a16:creationId xmlns:a16="http://schemas.microsoft.com/office/drawing/2014/main" id="{40D9EEAD-47E9-B5C6-46CF-BBDBD304CC43}"/>
                  </a:ext>
                </a:extLst>
              </p:cNvPr>
              <p:cNvSpPr/>
              <p:nvPr/>
            </p:nvSpPr>
            <p:spPr>
              <a:xfrm>
                <a:off x="4658326" y="4396485"/>
                <a:ext cx="1459345" cy="146858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65" name="Rettangolo 64">
                <a:extLst>
                  <a:ext uri="{FF2B5EF4-FFF2-40B4-BE49-F238E27FC236}">
                    <a16:creationId xmlns:a16="http://schemas.microsoft.com/office/drawing/2014/main" id="{03116F73-C654-7574-D444-085A7D6D10EA}"/>
                  </a:ext>
                </a:extLst>
              </p:cNvPr>
              <p:cNvSpPr/>
              <p:nvPr/>
            </p:nvSpPr>
            <p:spPr>
              <a:xfrm>
                <a:off x="1287054" y="6137541"/>
                <a:ext cx="1459345" cy="146858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66" name="Rettangolo 65">
                <a:extLst>
                  <a:ext uri="{FF2B5EF4-FFF2-40B4-BE49-F238E27FC236}">
                    <a16:creationId xmlns:a16="http://schemas.microsoft.com/office/drawing/2014/main" id="{5D9B161F-9ABF-E3A5-EE1B-90059DD13140}"/>
                  </a:ext>
                </a:extLst>
              </p:cNvPr>
              <p:cNvSpPr/>
              <p:nvPr/>
            </p:nvSpPr>
            <p:spPr>
              <a:xfrm>
                <a:off x="2972690" y="6137541"/>
                <a:ext cx="1459345" cy="146858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67" name="Rettangolo 66">
                <a:extLst>
                  <a:ext uri="{FF2B5EF4-FFF2-40B4-BE49-F238E27FC236}">
                    <a16:creationId xmlns:a16="http://schemas.microsoft.com/office/drawing/2014/main" id="{C534D6F1-3FED-D20D-12BA-4B98AF4E75F3}"/>
                  </a:ext>
                </a:extLst>
              </p:cNvPr>
              <p:cNvSpPr/>
              <p:nvPr/>
            </p:nvSpPr>
            <p:spPr>
              <a:xfrm>
                <a:off x="4658326" y="6137541"/>
                <a:ext cx="1459345" cy="146858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grpSp>
        <p:cxnSp>
          <p:nvCxnSpPr>
            <p:cNvPr id="45" name="Connettore diritto 44">
              <a:extLst>
                <a:ext uri="{FF2B5EF4-FFF2-40B4-BE49-F238E27FC236}">
                  <a16:creationId xmlns:a16="http://schemas.microsoft.com/office/drawing/2014/main" id="{0C26B422-BC33-B5D4-6170-F76BDCB21BB6}"/>
                </a:ext>
              </a:extLst>
            </p:cNvPr>
            <p:cNvCxnSpPr>
              <a:cxnSpLocks/>
              <a:endCxn id="54" idx="0"/>
            </p:cNvCxnSpPr>
            <p:nvPr/>
          </p:nvCxnSpPr>
          <p:spPr>
            <a:xfrm>
              <a:off x="5606163" y="8337410"/>
              <a:ext cx="8136" cy="1191383"/>
            </a:xfrm>
            <a:prstGeom prst="line">
              <a:avLst/>
            </a:prstGeom>
            <a:ln w="57150"/>
          </p:spPr>
          <p:style>
            <a:lnRef idx="1">
              <a:schemeClr val="accent1"/>
            </a:lnRef>
            <a:fillRef idx="0">
              <a:schemeClr val="accent1"/>
            </a:fillRef>
            <a:effectRef idx="0">
              <a:schemeClr val="accent1"/>
            </a:effectRef>
            <a:fontRef idx="minor">
              <a:schemeClr val="tx1"/>
            </a:fontRef>
          </p:style>
        </p:cxnSp>
        <p:cxnSp>
          <p:nvCxnSpPr>
            <p:cNvPr id="46" name="Connettore diritto 45">
              <a:extLst>
                <a:ext uri="{FF2B5EF4-FFF2-40B4-BE49-F238E27FC236}">
                  <a16:creationId xmlns:a16="http://schemas.microsoft.com/office/drawing/2014/main" id="{CA8F688A-F497-8D76-B33A-27849EBDC34D}"/>
                </a:ext>
              </a:extLst>
            </p:cNvPr>
            <p:cNvCxnSpPr>
              <a:cxnSpLocks/>
            </p:cNvCxnSpPr>
            <p:nvPr/>
          </p:nvCxnSpPr>
          <p:spPr>
            <a:xfrm>
              <a:off x="5507683" y="8390883"/>
              <a:ext cx="1246993" cy="1104181"/>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51" name="Rettangolo 50">
              <a:extLst>
                <a:ext uri="{FF2B5EF4-FFF2-40B4-BE49-F238E27FC236}">
                  <a16:creationId xmlns:a16="http://schemas.microsoft.com/office/drawing/2014/main" id="{46582293-B7CB-2E26-EFED-093AE26614BA}"/>
                </a:ext>
              </a:extLst>
            </p:cNvPr>
            <p:cNvSpPr/>
            <p:nvPr/>
          </p:nvSpPr>
          <p:spPr>
            <a:xfrm flipH="1" flipV="1">
              <a:off x="6508899" y="8286970"/>
              <a:ext cx="299421" cy="27253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52" name="Rettangolo 51">
              <a:extLst>
                <a:ext uri="{FF2B5EF4-FFF2-40B4-BE49-F238E27FC236}">
                  <a16:creationId xmlns:a16="http://schemas.microsoft.com/office/drawing/2014/main" id="{449A00EF-B996-CDCF-2014-295FE2EB2FE9}"/>
                </a:ext>
              </a:extLst>
            </p:cNvPr>
            <p:cNvSpPr/>
            <p:nvPr/>
          </p:nvSpPr>
          <p:spPr>
            <a:xfrm flipH="1" flipV="1">
              <a:off x="6508899" y="8610067"/>
              <a:ext cx="299421" cy="27253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53" name="Rettangolo 52">
              <a:extLst>
                <a:ext uri="{FF2B5EF4-FFF2-40B4-BE49-F238E27FC236}">
                  <a16:creationId xmlns:a16="http://schemas.microsoft.com/office/drawing/2014/main" id="{4639F907-5C0F-B2C3-F904-3619DDA1FEC5}"/>
                </a:ext>
              </a:extLst>
            </p:cNvPr>
            <p:cNvSpPr/>
            <p:nvPr/>
          </p:nvSpPr>
          <p:spPr>
            <a:xfrm flipH="1" flipV="1">
              <a:off x="6508899" y="8936245"/>
              <a:ext cx="299421" cy="27253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54" name="Rettangolo 53">
              <a:extLst>
                <a:ext uri="{FF2B5EF4-FFF2-40B4-BE49-F238E27FC236}">
                  <a16:creationId xmlns:a16="http://schemas.microsoft.com/office/drawing/2014/main" id="{3729E29F-9C05-9BB0-CC7A-6647AE10EABB}"/>
                </a:ext>
              </a:extLst>
            </p:cNvPr>
            <p:cNvSpPr/>
            <p:nvPr/>
          </p:nvSpPr>
          <p:spPr>
            <a:xfrm flipH="1" flipV="1">
              <a:off x="5464589" y="9256261"/>
              <a:ext cx="299421" cy="27253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56" name="Rettangolo 55">
              <a:extLst>
                <a:ext uri="{FF2B5EF4-FFF2-40B4-BE49-F238E27FC236}">
                  <a16:creationId xmlns:a16="http://schemas.microsoft.com/office/drawing/2014/main" id="{62D6B575-9923-149A-8ED5-361D5BCAF3BB}"/>
                </a:ext>
              </a:extLst>
            </p:cNvPr>
            <p:cNvSpPr/>
            <p:nvPr/>
          </p:nvSpPr>
          <p:spPr>
            <a:xfrm flipH="1" flipV="1">
              <a:off x="5823822" y="9264806"/>
              <a:ext cx="299421" cy="27253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57" name="Rettangolo 56">
              <a:extLst>
                <a:ext uri="{FF2B5EF4-FFF2-40B4-BE49-F238E27FC236}">
                  <a16:creationId xmlns:a16="http://schemas.microsoft.com/office/drawing/2014/main" id="{B2A9F02D-A8FA-ED79-95D7-0CA663E5136E}"/>
                </a:ext>
              </a:extLst>
            </p:cNvPr>
            <p:cNvSpPr/>
            <p:nvPr/>
          </p:nvSpPr>
          <p:spPr>
            <a:xfrm flipH="1" flipV="1">
              <a:off x="6166337" y="9272724"/>
              <a:ext cx="299421" cy="27253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58" name="Rettangolo 57">
              <a:extLst>
                <a:ext uri="{FF2B5EF4-FFF2-40B4-BE49-F238E27FC236}">
                  <a16:creationId xmlns:a16="http://schemas.microsoft.com/office/drawing/2014/main" id="{8F20BDEC-4D4F-23D4-2E25-B9B09F6E8F2D}"/>
                </a:ext>
              </a:extLst>
            </p:cNvPr>
            <p:cNvSpPr/>
            <p:nvPr/>
          </p:nvSpPr>
          <p:spPr>
            <a:xfrm flipH="1" flipV="1">
              <a:off x="6537098" y="9286306"/>
              <a:ext cx="299421" cy="27253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grpSp>
    </p:spTree>
    <p:extLst>
      <p:ext uri="{BB962C8B-B14F-4D97-AF65-F5344CB8AC3E}">
        <p14:creationId xmlns:p14="http://schemas.microsoft.com/office/powerpoint/2010/main" val="32786873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Tableau 6">
            <a:extLst>
              <a:ext uri="{FF2B5EF4-FFF2-40B4-BE49-F238E27FC236}">
                <a16:creationId xmlns:a16="http://schemas.microsoft.com/office/drawing/2014/main" id="{8F54CC7A-2683-4D5C-BC2E-362AA3F06638}"/>
              </a:ext>
            </a:extLst>
          </p:cNvPr>
          <p:cNvGraphicFramePr>
            <a:graphicFrameLocks noGrp="1"/>
          </p:cNvGraphicFramePr>
          <p:nvPr>
            <p:extLst>
              <p:ext uri="{D42A27DB-BD31-4B8C-83A1-F6EECF244321}">
                <p14:modId xmlns:p14="http://schemas.microsoft.com/office/powerpoint/2010/main" val="3258785581"/>
              </p:ext>
            </p:extLst>
          </p:nvPr>
        </p:nvGraphicFramePr>
        <p:xfrm>
          <a:off x="21036" y="14180"/>
          <a:ext cx="6836964" cy="9114551"/>
        </p:xfrm>
        <a:graphic>
          <a:graphicData uri="http://schemas.openxmlformats.org/drawingml/2006/table">
            <a:tbl>
              <a:tblPr>
                <a:tableStyleId>{5C22544A-7EE6-4342-B048-85BDC9FD1C3A}</a:tableStyleId>
              </a:tblPr>
              <a:tblGrid>
                <a:gridCol w="3445178">
                  <a:extLst>
                    <a:ext uri="{9D8B030D-6E8A-4147-A177-3AD203B41FA5}">
                      <a16:colId xmlns:a16="http://schemas.microsoft.com/office/drawing/2014/main" val="1612185270"/>
                    </a:ext>
                  </a:extLst>
                </a:gridCol>
                <a:gridCol w="3391786">
                  <a:extLst>
                    <a:ext uri="{9D8B030D-6E8A-4147-A177-3AD203B41FA5}">
                      <a16:colId xmlns:a16="http://schemas.microsoft.com/office/drawing/2014/main" val="1787628615"/>
                    </a:ext>
                  </a:extLst>
                </a:gridCol>
              </a:tblGrid>
              <a:tr h="311889">
                <a:tc gridSpan="2">
                  <a:txBody>
                    <a:bodyPr/>
                    <a:lstStyle/>
                    <a:p>
                      <a:pPr lvl="1" algn="ctr"/>
                      <a:r>
                        <a:rPr lang="fr-FR" sz="2000" b="1" dirty="0">
                          <a:solidFill>
                            <a:schemeClr val="tx1"/>
                          </a:solidFill>
                        </a:rPr>
                        <a:t>BINGO COCKTAIL</a:t>
                      </a:r>
                    </a:p>
                    <a:p>
                      <a:pPr lvl="1" algn="ctr"/>
                      <a:r>
                        <a:rPr lang="fr-FR" sz="2000" b="1" dirty="0">
                          <a:solidFill>
                            <a:schemeClr val="tx1"/>
                          </a:solidFill>
                        </a:rPr>
                        <a:t>Guide de l’animateur/-</a:t>
                      </a:r>
                      <a:r>
                        <a:rPr lang="fr-FR" sz="2000" b="1" dirty="0" err="1">
                          <a:solidFill>
                            <a:schemeClr val="tx1"/>
                          </a:solidFill>
                        </a:rPr>
                        <a:t>trice</a:t>
                      </a:r>
                      <a:r>
                        <a:rPr lang="fr-FR" sz="2000" b="1" dirty="0">
                          <a:solidFill>
                            <a:schemeClr val="tx1"/>
                          </a:solidFill>
                        </a:rPr>
                        <a:t> #OpenSeriousGame</a:t>
                      </a:r>
                    </a:p>
                  </a:txBody>
                  <a:tcPr/>
                </a:tc>
                <a:tc hMerge="1">
                  <a:txBody>
                    <a:bodyPr/>
                    <a:lstStyle/>
                    <a:p>
                      <a:pPr marL="228600" indent="-228600">
                        <a:buAutoNum type="arabicPeriod"/>
                      </a:pPr>
                      <a:endParaRPr lang="fr-FR" sz="1000" dirty="0">
                        <a:solidFill>
                          <a:schemeClr val="tx1"/>
                        </a:solidFill>
                      </a:endParaRPr>
                    </a:p>
                  </a:txBody>
                  <a:tcPr/>
                </a:tc>
                <a:extLst>
                  <a:ext uri="{0D108BD9-81ED-4DB2-BD59-A6C34878D82A}">
                    <a16:rowId xmlns:a16="http://schemas.microsoft.com/office/drawing/2014/main" val="3094241753"/>
                  </a:ext>
                </a:extLst>
              </a:tr>
              <a:tr h="945802">
                <a:tc>
                  <a:txBody>
                    <a:bodyPr/>
                    <a:lstStyle/>
                    <a:p>
                      <a:r>
                        <a:rPr lang="fr-FR" sz="2000" b="1" dirty="0">
                          <a:solidFill>
                            <a:schemeClr val="tx1"/>
                          </a:solidFill>
                        </a:rPr>
                        <a:t>Objectif </a:t>
                      </a:r>
                    </a:p>
                    <a:p>
                      <a:pPr marL="0" indent="0">
                        <a:buFont typeface="+mj-lt"/>
                        <a:buNone/>
                      </a:pPr>
                      <a:endParaRPr lang="fr-FR" sz="1000" b="0" dirty="0">
                        <a:solidFill>
                          <a:schemeClr val="tx1"/>
                        </a:solidFill>
                      </a:endParaRPr>
                    </a:p>
                    <a:p>
                      <a:pPr marL="0" indent="0">
                        <a:buFont typeface="+mj-lt"/>
                        <a:buNone/>
                      </a:pPr>
                      <a:endParaRPr lang="fr-FR" sz="1000" b="0" dirty="0">
                        <a:solidFill>
                          <a:schemeClr val="tx1"/>
                        </a:solidFill>
                      </a:endParaRPr>
                    </a:p>
                    <a:p>
                      <a:pPr marL="0" indent="0">
                        <a:buFont typeface="+mj-lt"/>
                        <a:buNone/>
                      </a:pPr>
                      <a:r>
                        <a:rPr lang="fr-FR" sz="1000" b="0" dirty="0">
                          <a:solidFill>
                            <a:schemeClr val="tx1"/>
                          </a:solidFill>
                        </a:rPr>
                        <a:t>Jeu de team </a:t>
                      </a:r>
                      <a:r>
                        <a:rPr lang="fr-FR" sz="1000" b="0" dirty="0" err="1">
                          <a:solidFill>
                            <a:schemeClr val="tx1"/>
                          </a:solidFill>
                        </a:rPr>
                        <a:t>buidling</a:t>
                      </a:r>
                      <a:endParaRPr lang="fr-FR" sz="1000" b="0" dirty="0">
                        <a:solidFill>
                          <a:schemeClr val="tx1"/>
                        </a:solidFill>
                      </a:endParaRPr>
                    </a:p>
                    <a:p>
                      <a:pPr marL="0" indent="0">
                        <a:buFont typeface="+mj-lt"/>
                        <a:buNone/>
                      </a:pPr>
                      <a:endParaRPr lang="fr-FR" sz="1000" b="0" dirty="0">
                        <a:solidFill>
                          <a:schemeClr val="tx1"/>
                        </a:solidFill>
                      </a:endParaRPr>
                    </a:p>
                    <a:p>
                      <a:pPr marL="0" marR="0" lvl="0" indent="0" algn="l" defTabSz="685800" rtl="0" eaLnBrk="1" fontAlgn="auto" latinLnBrk="0" hangingPunct="1">
                        <a:lnSpc>
                          <a:spcPct val="100000"/>
                        </a:lnSpc>
                        <a:spcBef>
                          <a:spcPts val="0"/>
                        </a:spcBef>
                        <a:spcAft>
                          <a:spcPts val="0"/>
                        </a:spcAft>
                        <a:buClrTx/>
                        <a:buSzTx/>
                        <a:buFont typeface="+mj-lt"/>
                        <a:buNone/>
                        <a:tabLst/>
                        <a:defRPr/>
                      </a:pPr>
                      <a:r>
                        <a:rPr lang="fr-FR" sz="1000" dirty="0">
                          <a:solidFill>
                            <a:schemeClr val="tx1"/>
                          </a:solidFill>
                        </a:rPr>
                        <a:t>L’objectif de ce mini-jeu est d’enclencher la discussion entre les membres d’un collectif, en donnant un prétexte pour se retrouver et faire connaissance.</a:t>
                      </a:r>
                    </a:p>
                    <a:p>
                      <a:pPr marL="0" marR="0" lvl="0" indent="0" algn="l" defTabSz="685800" rtl="0" eaLnBrk="1" fontAlgn="auto" latinLnBrk="0" hangingPunct="1">
                        <a:lnSpc>
                          <a:spcPct val="100000"/>
                        </a:lnSpc>
                        <a:spcBef>
                          <a:spcPts val="0"/>
                        </a:spcBef>
                        <a:spcAft>
                          <a:spcPts val="0"/>
                        </a:spcAft>
                        <a:buClrTx/>
                        <a:buSzTx/>
                        <a:buFont typeface="+mj-lt"/>
                        <a:buNone/>
                        <a:tabLst/>
                        <a:defRPr/>
                      </a:pPr>
                      <a:endParaRPr lang="fr-FR" sz="1000" dirty="0">
                        <a:solidFill>
                          <a:schemeClr val="tx1"/>
                        </a:solidFill>
                      </a:endParaRPr>
                    </a:p>
                    <a:p>
                      <a:pPr marL="0" marR="0" lvl="0" indent="0" algn="l" defTabSz="685800" rtl="0" eaLnBrk="1" fontAlgn="auto" latinLnBrk="0" hangingPunct="1">
                        <a:lnSpc>
                          <a:spcPct val="100000"/>
                        </a:lnSpc>
                        <a:spcBef>
                          <a:spcPts val="0"/>
                        </a:spcBef>
                        <a:spcAft>
                          <a:spcPts val="0"/>
                        </a:spcAft>
                        <a:buClrTx/>
                        <a:buSzTx/>
                        <a:buFont typeface="+mj-lt"/>
                        <a:buNone/>
                        <a:tabLst/>
                        <a:defRPr/>
                      </a:pPr>
                      <a:r>
                        <a:rPr lang="fr-FR" sz="1000" dirty="0">
                          <a:solidFill>
                            <a:schemeClr val="tx1"/>
                          </a:solidFill>
                        </a:rPr>
                        <a:t>Le niveau de « prise de connaissance de l’autre » est libre à chacun(e) : quelqu’un qui ne souhaite pas jouer peut ne pas aller solliciter les réponses des autres ou ne pas répondre aux différentes questions.</a:t>
                      </a:r>
                    </a:p>
                    <a:p>
                      <a:pPr marL="0" indent="0">
                        <a:buFont typeface="+mj-lt"/>
                        <a:buNone/>
                      </a:pPr>
                      <a:endParaRPr lang="fr-FR" sz="1000" b="0" dirty="0">
                        <a:solidFill>
                          <a:schemeClr val="tx1"/>
                        </a:solidFill>
                      </a:endParaRPr>
                    </a:p>
                    <a:p>
                      <a:pPr marL="0" indent="0">
                        <a:buFont typeface="+mj-lt"/>
                        <a:buNone/>
                      </a:pPr>
                      <a:endParaRPr lang="fr-FR" sz="1000" b="0" dirty="0">
                        <a:solidFill>
                          <a:schemeClr val="tx1"/>
                        </a:solidFill>
                      </a:endParaRPr>
                    </a:p>
                  </a:txBody>
                  <a:tcPr/>
                </a:tc>
                <a:tc>
                  <a:txBody>
                    <a:bodyPr/>
                    <a:lstStyle/>
                    <a:p>
                      <a:r>
                        <a:rPr lang="fr-FR" sz="2000" b="1" dirty="0">
                          <a:solidFill>
                            <a:schemeClr val="tx1"/>
                          </a:solidFill>
                        </a:rPr>
                        <a:t>Public et contexte idéal</a:t>
                      </a:r>
                    </a:p>
                    <a:p>
                      <a:endParaRPr lang="fr-FR" sz="1000" b="1" dirty="0">
                        <a:solidFill>
                          <a:schemeClr val="tx1"/>
                        </a:solidFill>
                      </a:endParaRPr>
                    </a:p>
                    <a:p>
                      <a:r>
                        <a:rPr lang="fr-FR" sz="1000" b="0" dirty="0">
                          <a:solidFill>
                            <a:schemeClr val="tx1"/>
                          </a:solidFill>
                        </a:rPr>
                        <a:t>Ce mini-jeu de présentation se prête bien aux moments de pause pour un collectif (&gt;15 personnes) dont les membres ne se connaissent pas tous, ou n’ont pas l’occasion d’interagir au quotidien. Ce jeu peut passer à l’échelle jusqu’à une très grande taille.</a:t>
                      </a:r>
                    </a:p>
                    <a:p>
                      <a:endParaRPr lang="fr-FR" sz="1000" b="0" dirty="0">
                        <a:solidFill>
                          <a:schemeClr val="tx1"/>
                        </a:solidFill>
                      </a:endParaRPr>
                    </a:p>
                    <a:p>
                      <a:r>
                        <a:rPr lang="fr-FR" sz="1000" b="0" dirty="0">
                          <a:solidFill>
                            <a:schemeClr val="tx1"/>
                          </a:solidFill>
                        </a:rPr>
                        <a:t>Exemple : </a:t>
                      </a:r>
                    </a:p>
                    <a:p>
                      <a:pPr marL="171450" indent="-171450">
                        <a:buFontTx/>
                        <a:buChar char="-"/>
                      </a:pPr>
                      <a:r>
                        <a:rPr lang="fr-FR" sz="1000" b="0" dirty="0">
                          <a:solidFill>
                            <a:schemeClr val="tx1"/>
                          </a:solidFill>
                        </a:rPr>
                        <a:t>Membres d’un même programme multi-équipes</a:t>
                      </a:r>
                    </a:p>
                    <a:p>
                      <a:pPr marL="171450" indent="-171450">
                        <a:buFontTx/>
                        <a:buChar char="-"/>
                      </a:pPr>
                      <a:r>
                        <a:rPr lang="fr-FR" sz="1000" b="0" dirty="0">
                          <a:solidFill>
                            <a:schemeClr val="tx1"/>
                          </a:solidFill>
                        </a:rPr>
                        <a:t>Membres d’un même département</a:t>
                      </a:r>
                    </a:p>
                    <a:p>
                      <a:pPr marL="171450" indent="-171450">
                        <a:buFontTx/>
                        <a:buChar char="-"/>
                      </a:pPr>
                      <a:r>
                        <a:rPr lang="fr-FR" sz="1000" b="0" dirty="0">
                          <a:solidFill>
                            <a:schemeClr val="tx1"/>
                          </a:solidFill>
                        </a:rPr>
                        <a:t>Participants d’un même </a:t>
                      </a:r>
                      <a:r>
                        <a:rPr lang="fr-FR" sz="1000" b="0" dirty="0" err="1">
                          <a:solidFill>
                            <a:schemeClr val="tx1"/>
                          </a:solidFill>
                        </a:rPr>
                        <a:t>meetup</a:t>
                      </a:r>
                      <a:endParaRPr lang="fr-FR" sz="1000" b="0" dirty="0">
                        <a:solidFill>
                          <a:schemeClr val="tx1"/>
                        </a:solidFill>
                      </a:endParaRPr>
                    </a:p>
                    <a:p>
                      <a:pPr marL="171450" indent="-171450">
                        <a:buFontTx/>
                        <a:buChar char="-"/>
                      </a:pPr>
                      <a:endParaRPr lang="fr-FR" sz="1000" dirty="0">
                        <a:solidFill>
                          <a:schemeClr val="tx1"/>
                        </a:solidFill>
                      </a:endParaRPr>
                    </a:p>
                    <a:p>
                      <a:pPr marL="0" indent="0">
                        <a:buNone/>
                      </a:pPr>
                      <a:r>
                        <a:rPr lang="fr-FR" sz="1000" dirty="0">
                          <a:solidFill>
                            <a:schemeClr val="tx1"/>
                          </a:solidFill>
                        </a:rPr>
                        <a:t>Contexte d’utilisation : </a:t>
                      </a:r>
                    </a:p>
                    <a:p>
                      <a:pPr marL="171450" indent="-171450">
                        <a:buFontTx/>
                        <a:buChar char="-"/>
                      </a:pPr>
                      <a:r>
                        <a:rPr lang="fr-FR" sz="1000" dirty="0">
                          <a:solidFill>
                            <a:schemeClr val="tx1"/>
                          </a:solidFill>
                        </a:rPr>
                        <a:t>Peut être utilisé en gamification d’un moment buffet</a:t>
                      </a:r>
                    </a:p>
                    <a:p>
                      <a:pPr marL="171450" indent="-171450">
                        <a:buFontTx/>
                        <a:buChar char="-"/>
                      </a:pPr>
                      <a:r>
                        <a:rPr lang="fr-FR" sz="1000" dirty="0">
                          <a:solidFill>
                            <a:schemeClr val="tx1"/>
                          </a:solidFill>
                        </a:rPr>
                        <a:t>Peut être utilisé en « jeu libre » sur une journée</a:t>
                      </a:r>
                    </a:p>
                    <a:p>
                      <a:pPr marL="171450" indent="-171450">
                        <a:buFontTx/>
                        <a:buChar char="-"/>
                      </a:pPr>
                      <a:r>
                        <a:rPr lang="fr-FR" sz="1000" dirty="0">
                          <a:solidFill>
                            <a:schemeClr val="tx1"/>
                          </a:solidFill>
                        </a:rPr>
                        <a:t>Dans le cadre d’un événement plus sérieux, pour créer du lien informel</a:t>
                      </a:r>
                    </a:p>
                    <a:p>
                      <a:pPr marL="0" indent="0">
                        <a:buNone/>
                      </a:pPr>
                      <a:endParaRPr lang="fr-FR" sz="1050" dirty="0">
                        <a:solidFill>
                          <a:schemeClr val="tx1"/>
                        </a:solidFill>
                      </a:endParaRPr>
                    </a:p>
                  </a:txBody>
                  <a:tcPr/>
                </a:tc>
                <a:extLst>
                  <a:ext uri="{0D108BD9-81ED-4DB2-BD59-A6C34878D82A}">
                    <a16:rowId xmlns:a16="http://schemas.microsoft.com/office/drawing/2014/main" val="3829604468"/>
                  </a:ext>
                </a:extLst>
              </a:tr>
              <a:tr h="869173">
                <a:tc>
                  <a:txBody>
                    <a:bodyPr/>
                    <a:lstStyle/>
                    <a:p>
                      <a:r>
                        <a:rPr lang="fr-FR" sz="2000" b="1" dirty="0">
                          <a:solidFill>
                            <a:schemeClr val="tx1"/>
                          </a:solidFill>
                        </a:rPr>
                        <a:t>Au préalable</a:t>
                      </a:r>
                    </a:p>
                    <a:p>
                      <a:endParaRPr lang="fr-FR" sz="2000" b="1" dirty="0">
                        <a:solidFill>
                          <a:schemeClr val="tx1"/>
                        </a:solidFill>
                      </a:endParaRPr>
                    </a:p>
                    <a:p>
                      <a:pPr marL="228600" indent="-228600">
                        <a:buAutoNum type="arabicPeriod"/>
                      </a:pPr>
                      <a:r>
                        <a:rPr lang="fr-FR" sz="1050" dirty="0">
                          <a:solidFill>
                            <a:schemeClr val="tx1"/>
                          </a:solidFill>
                        </a:rPr>
                        <a:t>Revoyez les tables de bingo cocktail et ajustez les cases si besoin. Vous pouvez mélanger les points communs, les caractéristiques, créer vos propres boîtes, etc. Vérifiez si votre public cible est à l’aise avec partager des détails pro ou perso, et sélectionnez les cases qui conviennent </a:t>
                      </a:r>
                    </a:p>
                    <a:p>
                      <a:pPr marL="228600" indent="-228600">
                        <a:buAutoNum type="arabicPeriod"/>
                      </a:pPr>
                      <a:r>
                        <a:rPr lang="fr-FR" sz="1050" dirty="0">
                          <a:solidFill>
                            <a:schemeClr val="tx1"/>
                          </a:solidFill>
                        </a:rPr>
                        <a:t>(Facultatif) Préparez les cadeaux pour quand les participant(e)s ont réussi une ligne. Exemples : Chocolat, </a:t>
                      </a:r>
                      <a:r>
                        <a:rPr lang="fr-FR" sz="1050" dirty="0" err="1">
                          <a:solidFill>
                            <a:schemeClr val="tx1"/>
                          </a:solidFill>
                        </a:rPr>
                        <a:t>papillotte</a:t>
                      </a:r>
                      <a:r>
                        <a:rPr lang="fr-FR" sz="1050" dirty="0">
                          <a:solidFill>
                            <a:schemeClr val="tx1"/>
                          </a:solidFill>
                        </a:rPr>
                        <a:t> de Noël, billet de concert, etc.</a:t>
                      </a:r>
                    </a:p>
                    <a:p>
                      <a:pPr marL="228600" indent="-228600">
                        <a:buAutoNum type="arabicPeriod"/>
                      </a:pPr>
                      <a:r>
                        <a:rPr lang="fr-FR" sz="1050" dirty="0">
                          <a:solidFill>
                            <a:schemeClr val="tx1"/>
                          </a:solidFill>
                        </a:rPr>
                        <a:t>Remplissez les prix dans les feuilles avant de les imprimer. Vous pouvez imprimer des feuilles de plusieurs modèle si vous souhaitez.</a:t>
                      </a:r>
                    </a:p>
                    <a:p>
                      <a:pPr marL="228600" marR="0" lvl="0" indent="-228600" algn="l" defTabSz="685800" rtl="0" eaLnBrk="1" fontAlgn="auto" latinLnBrk="0" hangingPunct="1">
                        <a:lnSpc>
                          <a:spcPct val="100000"/>
                        </a:lnSpc>
                        <a:spcBef>
                          <a:spcPts val="0"/>
                        </a:spcBef>
                        <a:spcAft>
                          <a:spcPts val="0"/>
                        </a:spcAft>
                        <a:buClrTx/>
                        <a:buSzTx/>
                        <a:buFontTx/>
                        <a:buAutoNum type="arabicPeriod"/>
                        <a:tabLst/>
                        <a:defRPr/>
                      </a:pPr>
                      <a:r>
                        <a:rPr lang="fr-FR" sz="1050" dirty="0">
                          <a:solidFill>
                            <a:schemeClr val="tx1"/>
                          </a:solidFill>
                        </a:rPr>
                        <a:t>Imprimez les feuilles (A4 ou A5)</a:t>
                      </a:r>
                    </a:p>
                  </a:txBody>
                  <a:tcPr/>
                </a:tc>
                <a:tc>
                  <a:txBody>
                    <a:bodyPr/>
                    <a:lstStyle/>
                    <a:p>
                      <a:r>
                        <a:rPr lang="fr-FR" sz="2000" b="1" dirty="0">
                          <a:solidFill>
                            <a:schemeClr val="tx1"/>
                          </a:solidFill>
                        </a:rPr>
                        <a:t>Déroulement et conseils d’animation</a:t>
                      </a:r>
                    </a:p>
                    <a:p>
                      <a:pPr marL="228600" indent="-228600">
                        <a:buAutoNum type="arabicPeriod"/>
                      </a:pPr>
                      <a:r>
                        <a:rPr lang="fr-FR" sz="1050" dirty="0">
                          <a:solidFill>
                            <a:schemeClr val="tx1"/>
                          </a:solidFill>
                        </a:rPr>
                        <a:t>Distribuez les bingos avec un stylo en début d’événement. Note : pensez à récupérer les stylos !</a:t>
                      </a:r>
                    </a:p>
                    <a:p>
                      <a:pPr marL="228600" indent="-228600">
                        <a:buAutoNum type="arabicPeriod"/>
                      </a:pPr>
                      <a:endParaRPr lang="fr-FR" sz="1050" dirty="0">
                        <a:solidFill>
                          <a:schemeClr val="tx1"/>
                        </a:solidFill>
                      </a:endParaRPr>
                    </a:p>
                    <a:p>
                      <a:pPr marL="228600" indent="-228600">
                        <a:buAutoNum type="arabicPeriod"/>
                      </a:pPr>
                      <a:r>
                        <a:rPr lang="fr-FR" sz="1050" dirty="0">
                          <a:solidFill>
                            <a:schemeClr val="tx1"/>
                          </a:solidFill>
                        </a:rPr>
                        <a:t>Conseil : Vous pouvez distribuer des feuilles différentes pour rendre les échanges plus diversifiés encore</a:t>
                      </a:r>
                    </a:p>
                    <a:p>
                      <a:pPr marL="228600" indent="-228600">
                        <a:buAutoNum type="arabicPeriod"/>
                      </a:pPr>
                      <a:endParaRPr lang="fr-FR" sz="1050" dirty="0">
                        <a:solidFill>
                          <a:schemeClr val="tx1"/>
                        </a:solidFill>
                      </a:endParaRPr>
                    </a:p>
                    <a:p>
                      <a:pPr marL="228600" indent="-228600">
                        <a:buAutoNum type="arabicPeriod"/>
                      </a:pPr>
                      <a:r>
                        <a:rPr lang="fr-FR" sz="1050" dirty="0">
                          <a:solidFill>
                            <a:schemeClr val="tx1"/>
                          </a:solidFill>
                        </a:rPr>
                        <a:t>(Facultatif) Vous pouvez retirer la notion de récompense et laisser le jeu libre ou bien ajouter une notion de temps limité. </a:t>
                      </a:r>
                    </a:p>
                  </a:txBody>
                  <a:tcPr/>
                </a:tc>
                <a:extLst>
                  <a:ext uri="{0D108BD9-81ED-4DB2-BD59-A6C34878D82A}">
                    <a16:rowId xmlns:a16="http://schemas.microsoft.com/office/drawing/2014/main" val="2644249841"/>
                  </a:ext>
                </a:extLst>
              </a:tr>
              <a:tr h="450118">
                <a:tc gridSpan="2">
                  <a:txBody>
                    <a:bodyPr/>
                    <a:lstStyle/>
                    <a:p>
                      <a:pPr lvl="1" algn="ctr"/>
                      <a:r>
                        <a:rPr lang="fr-FR" sz="2000" b="1" dirty="0">
                          <a:solidFill>
                            <a:schemeClr val="tx1"/>
                          </a:solidFill>
                        </a:rPr>
                        <a:t>Guide du/de la créateur(-</a:t>
                      </a:r>
                      <a:r>
                        <a:rPr lang="fr-FR" sz="2000" b="1" dirty="0" err="1">
                          <a:solidFill>
                            <a:schemeClr val="tx1"/>
                          </a:solidFill>
                        </a:rPr>
                        <a:t>trice</a:t>
                      </a:r>
                      <a:r>
                        <a:rPr lang="fr-FR" sz="2000" b="1" dirty="0">
                          <a:solidFill>
                            <a:schemeClr val="tx1"/>
                          </a:solidFill>
                        </a:rPr>
                        <a:t>) #</a:t>
                      </a:r>
                      <a:r>
                        <a:rPr lang="fr-FR" sz="2000" b="1" dirty="0" err="1">
                          <a:solidFill>
                            <a:schemeClr val="tx1"/>
                          </a:solidFill>
                        </a:rPr>
                        <a:t>OpenSeriousGame</a:t>
                      </a:r>
                      <a:endParaRPr lang="fr-FR" sz="2000" b="1" dirty="0">
                        <a:solidFill>
                          <a:schemeClr val="tx1"/>
                        </a:solidFill>
                      </a:endParaRPr>
                    </a:p>
                  </a:txBody>
                  <a:tcPr/>
                </a:tc>
                <a:tc hMerge="1">
                  <a:txBody>
                    <a:bodyPr/>
                    <a:lstStyle/>
                    <a:p>
                      <a:pPr marL="171450" marR="0" lvl="0" indent="-171450" algn="l" defTabSz="685800" rtl="0" eaLnBrk="1" fontAlgn="auto" latinLnBrk="0" hangingPunct="1">
                        <a:lnSpc>
                          <a:spcPct val="100000"/>
                        </a:lnSpc>
                        <a:spcBef>
                          <a:spcPts val="0"/>
                        </a:spcBef>
                        <a:spcAft>
                          <a:spcPts val="0"/>
                        </a:spcAft>
                        <a:buClrTx/>
                        <a:buSzTx/>
                        <a:buFontTx/>
                        <a:buChar char="-"/>
                        <a:tabLst/>
                        <a:defRPr/>
                      </a:pPr>
                      <a:endParaRPr lang="fr-FR" sz="1000" b="0" dirty="0">
                        <a:solidFill>
                          <a:schemeClr val="tx1"/>
                        </a:solidFill>
                      </a:endParaRPr>
                    </a:p>
                  </a:txBody>
                  <a:tcPr/>
                </a:tc>
                <a:extLst>
                  <a:ext uri="{0D108BD9-81ED-4DB2-BD59-A6C34878D82A}">
                    <a16:rowId xmlns:a16="http://schemas.microsoft.com/office/drawing/2014/main" val="931526861"/>
                  </a:ext>
                </a:extLst>
              </a:tr>
              <a:tr h="869173">
                <a:tc>
                  <a:txBody>
                    <a:bodyPr/>
                    <a:lstStyle/>
                    <a:p>
                      <a:r>
                        <a:rPr lang="fr-FR" sz="2000" b="1" dirty="0">
                          <a:solidFill>
                            <a:schemeClr val="tx1"/>
                          </a:solidFill>
                        </a:rPr>
                        <a:t>Principes utilisés dans cette session</a:t>
                      </a:r>
                    </a:p>
                    <a:p>
                      <a:pPr marL="228600" indent="-228600">
                        <a:buAutoNum type="arabicPeriod"/>
                      </a:pPr>
                      <a:r>
                        <a:rPr lang="fr-FR" sz="1000" dirty="0">
                          <a:solidFill>
                            <a:schemeClr val="tx1"/>
                          </a:solidFill>
                        </a:rPr>
                        <a:t>Rencontre «gamifiée » (jeu prétexte)</a:t>
                      </a:r>
                    </a:p>
                    <a:p>
                      <a:pPr marL="228600" indent="-228600">
                        <a:buAutoNum type="arabicPeriod"/>
                      </a:pPr>
                      <a:r>
                        <a:rPr lang="fr-FR" sz="1000" dirty="0">
                          <a:solidFill>
                            <a:schemeClr val="tx1"/>
                          </a:solidFill>
                        </a:rPr>
                        <a:t>Les recherches font discuter </a:t>
                      </a:r>
                      <a:endParaRPr lang="fr-FR" sz="1050" dirty="0">
                        <a:solidFill>
                          <a:schemeClr val="tx1"/>
                        </a:solidFill>
                      </a:endParaRPr>
                    </a:p>
                    <a:p>
                      <a:pPr marL="228600" indent="-228600">
                        <a:buAutoNum type="arabicPeriod"/>
                      </a:pPr>
                      <a:endParaRPr lang="fr-FR" sz="1050" dirty="0">
                        <a:solidFill>
                          <a:schemeClr val="tx1"/>
                        </a:solidFill>
                      </a:endParaRP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fr-FR" sz="2000" b="1" dirty="0">
                          <a:solidFill>
                            <a:schemeClr val="tx1"/>
                          </a:solidFill>
                        </a:rPr>
                        <a:t>Variantes de jeu</a:t>
                      </a:r>
                    </a:p>
                    <a:p>
                      <a:pPr marL="171450" marR="0" lvl="0" indent="-171450" algn="l" defTabSz="685800" rtl="0" eaLnBrk="1" fontAlgn="auto" latinLnBrk="0" hangingPunct="1">
                        <a:lnSpc>
                          <a:spcPct val="100000"/>
                        </a:lnSpc>
                        <a:spcBef>
                          <a:spcPts val="0"/>
                        </a:spcBef>
                        <a:spcAft>
                          <a:spcPts val="0"/>
                        </a:spcAft>
                        <a:buClrTx/>
                        <a:buSzTx/>
                        <a:buFontTx/>
                        <a:buChar char="-"/>
                        <a:tabLst/>
                        <a:defRPr/>
                      </a:pPr>
                      <a:endParaRPr lang="fr-FR" sz="1000" b="0" dirty="0">
                        <a:solidFill>
                          <a:schemeClr val="tx1"/>
                        </a:solidFill>
                      </a:endParaRPr>
                    </a:p>
                    <a:p>
                      <a:pPr marL="171450" marR="0" lvl="0" indent="-171450" algn="l" defTabSz="685800" rtl="0" eaLnBrk="1" fontAlgn="auto" latinLnBrk="0" hangingPunct="1">
                        <a:lnSpc>
                          <a:spcPct val="100000"/>
                        </a:lnSpc>
                        <a:spcBef>
                          <a:spcPts val="0"/>
                        </a:spcBef>
                        <a:spcAft>
                          <a:spcPts val="0"/>
                        </a:spcAft>
                        <a:buClrTx/>
                        <a:buSzTx/>
                        <a:buFontTx/>
                        <a:buChar char="-"/>
                        <a:tabLst/>
                        <a:defRPr/>
                      </a:pPr>
                      <a:endParaRPr lang="fr-FR" sz="1000" b="0" dirty="0">
                        <a:solidFill>
                          <a:schemeClr val="tx1"/>
                        </a:solidFill>
                      </a:endParaRPr>
                    </a:p>
                    <a:p>
                      <a:pPr marL="171450" marR="0" lvl="0" indent="-171450" algn="l" defTabSz="685800" rtl="0" eaLnBrk="1" fontAlgn="auto" latinLnBrk="0" hangingPunct="1">
                        <a:lnSpc>
                          <a:spcPct val="100000"/>
                        </a:lnSpc>
                        <a:spcBef>
                          <a:spcPts val="0"/>
                        </a:spcBef>
                        <a:spcAft>
                          <a:spcPts val="0"/>
                        </a:spcAft>
                        <a:buClrTx/>
                        <a:buSzTx/>
                        <a:buFontTx/>
                        <a:buChar char="-"/>
                        <a:tabLst/>
                        <a:defRPr/>
                      </a:pPr>
                      <a:r>
                        <a:rPr lang="fr-FR" sz="1000" b="0" dirty="0">
                          <a:solidFill>
                            <a:schemeClr val="tx1"/>
                          </a:solidFill>
                        </a:rPr>
                        <a:t>Voir les différentes feuilles</a:t>
                      </a:r>
                    </a:p>
                    <a:p>
                      <a:pPr marL="171450" marR="0" lvl="0" indent="-171450" algn="l" defTabSz="685800" rtl="0" eaLnBrk="1" fontAlgn="auto" latinLnBrk="0" hangingPunct="1">
                        <a:lnSpc>
                          <a:spcPct val="100000"/>
                        </a:lnSpc>
                        <a:spcBef>
                          <a:spcPts val="0"/>
                        </a:spcBef>
                        <a:spcAft>
                          <a:spcPts val="0"/>
                        </a:spcAft>
                        <a:buClrTx/>
                        <a:buSzTx/>
                        <a:buFontTx/>
                        <a:buChar char="-"/>
                        <a:tabLst/>
                        <a:defRPr/>
                      </a:pPr>
                      <a:r>
                        <a:rPr lang="fr-FR" sz="1000" b="0" dirty="0">
                          <a:solidFill>
                            <a:schemeClr val="tx1"/>
                          </a:solidFill>
                        </a:rPr>
                        <a:t>….</a:t>
                      </a:r>
                    </a:p>
                  </a:txBody>
                  <a:tcPr/>
                </a:tc>
                <a:extLst>
                  <a:ext uri="{0D108BD9-81ED-4DB2-BD59-A6C34878D82A}">
                    <a16:rowId xmlns:a16="http://schemas.microsoft.com/office/drawing/2014/main" val="1522474307"/>
                  </a:ext>
                </a:extLst>
              </a:tr>
              <a:tr h="869173">
                <a:tc>
                  <a:txBody>
                    <a:bodyPr/>
                    <a:lstStyle/>
                    <a:p>
                      <a:r>
                        <a:rPr lang="fr-FR" sz="2000" b="1" dirty="0">
                          <a:solidFill>
                            <a:schemeClr val="tx1"/>
                          </a:solidFill>
                        </a:rPr>
                        <a:t>Création de cette version</a:t>
                      </a:r>
                    </a:p>
                    <a:p>
                      <a:endParaRPr lang="fr-FR" sz="1050" b="0" dirty="0">
                        <a:solidFill>
                          <a:schemeClr val="tx1"/>
                        </a:solidFill>
                      </a:endParaRPr>
                    </a:p>
                    <a:p>
                      <a:r>
                        <a:rPr lang="fr-FR" sz="1000" b="0" dirty="0">
                          <a:solidFill>
                            <a:schemeClr val="tx1"/>
                          </a:solidFill>
                        </a:rPr>
                        <a:t>Alexandre QUACH, KOMYU</a:t>
                      </a:r>
                      <a:endParaRPr lang="fr-FR" sz="1800" b="0" dirty="0">
                        <a:solidFill>
                          <a:schemeClr val="tx1"/>
                        </a:solidFill>
                      </a:endParaRPr>
                    </a:p>
                  </a:txBody>
                  <a:tcPr/>
                </a:tc>
                <a:tc>
                  <a:txBody>
                    <a:bodyPr/>
                    <a:lstStyle/>
                    <a:p>
                      <a:r>
                        <a:rPr lang="fr-FR" sz="2000" b="1" dirty="0">
                          <a:solidFill>
                            <a:schemeClr val="tx1"/>
                          </a:solidFill>
                        </a:rPr>
                        <a:t>Licence de réutilisation</a:t>
                      </a:r>
                    </a:p>
                    <a:p>
                      <a:pPr marL="0" indent="0">
                        <a:buFont typeface="+mj-lt"/>
                        <a:buNone/>
                      </a:pPr>
                      <a:endParaRPr lang="fr-FR" sz="1000" b="0" dirty="0">
                        <a:solidFill>
                          <a:schemeClr val="tx1"/>
                        </a:solidFill>
                      </a:endParaRPr>
                    </a:p>
                    <a:p>
                      <a:pPr marL="0" indent="0">
                        <a:buFont typeface="+mj-lt"/>
                        <a:buNone/>
                      </a:pPr>
                      <a:r>
                        <a:rPr lang="fr-FR" sz="1000" b="0" dirty="0">
                          <a:solidFill>
                            <a:schemeClr val="tx1"/>
                          </a:solidFill>
                        </a:rPr>
                        <a:t>Creative Commons Attribution 3.0</a:t>
                      </a:r>
                    </a:p>
                    <a:p>
                      <a:pPr marL="0" indent="0">
                        <a:buNone/>
                      </a:pPr>
                      <a:r>
                        <a:rPr lang="fr-FR" sz="1000" dirty="0">
                          <a:hlinkClick r:id="rId2"/>
                        </a:rPr>
                        <a:t>https://creativecommons.org/licenses/by/3.0/fr/</a:t>
                      </a:r>
                      <a:endParaRPr lang="fr-FR" sz="1000" dirty="0">
                        <a:solidFill>
                          <a:schemeClr val="tx1"/>
                        </a:solidFill>
                      </a:endParaRPr>
                    </a:p>
                  </a:txBody>
                  <a:tcPr/>
                </a:tc>
                <a:extLst>
                  <a:ext uri="{0D108BD9-81ED-4DB2-BD59-A6C34878D82A}">
                    <a16:rowId xmlns:a16="http://schemas.microsoft.com/office/drawing/2014/main" val="1656103360"/>
                  </a:ext>
                </a:extLst>
              </a:tr>
            </a:tbl>
          </a:graphicData>
        </a:graphic>
      </p:graphicFrame>
      <p:pic>
        <p:nvPicPr>
          <p:cNvPr id="2" name="Image 12" descr="Une image contenant texte, clipart&#10;&#10;Description générée automatiquement">
            <a:extLst>
              <a:ext uri="{FF2B5EF4-FFF2-40B4-BE49-F238E27FC236}">
                <a16:creationId xmlns:a16="http://schemas.microsoft.com/office/drawing/2014/main" id="{4B613E8A-D887-4681-D888-8B027714385B}"/>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37539" y="9497895"/>
            <a:ext cx="614777" cy="222893"/>
          </a:xfrm>
          <a:prstGeom prst="rect">
            <a:avLst/>
          </a:prstGeom>
        </p:spPr>
      </p:pic>
      <p:pic>
        <p:nvPicPr>
          <p:cNvPr id="3" name="Image 14" descr="Une image contenant texte, clipart&#10;&#10;Description générée automatiquement">
            <a:hlinkClick r:id="rId4"/>
            <a:extLst>
              <a:ext uri="{FF2B5EF4-FFF2-40B4-BE49-F238E27FC236}">
                <a16:creationId xmlns:a16="http://schemas.microsoft.com/office/drawing/2014/main" id="{05A1E24A-D63A-F462-DE65-F70B7E9C8E1E}"/>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137539" y="8920197"/>
            <a:ext cx="901148" cy="372889"/>
          </a:xfrm>
          <a:prstGeom prst="rect">
            <a:avLst/>
          </a:prstGeom>
        </p:spPr>
      </p:pic>
      <p:pic>
        <p:nvPicPr>
          <p:cNvPr id="1026" name="Picture 2">
            <a:extLst>
              <a:ext uri="{FF2B5EF4-FFF2-40B4-BE49-F238E27FC236}">
                <a16:creationId xmlns:a16="http://schemas.microsoft.com/office/drawing/2014/main" id="{FDC4DE4A-50F4-C61A-1A97-6C32B211A8F7}"/>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19266" t="17394" r="25946" b="25394"/>
          <a:stretch/>
        </p:blipFill>
        <p:spPr bwMode="auto">
          <a:xfrm>
            <a:off x="934695" y="9387713"/>
            <a:ext cx="357088" cy="3728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47994815"/>
      </p:ext>
    </p:extLst>
  </p:cSld>
  <p:clrMapOvr>
    <a:masterClrMapping/>
  </p:clrMapOvr>
</p:sld>
</file>

<file path=ppt/theme/theme1.xml><?xml version="1.0" encoding="utf-8"?>
<a:theme xmlns:a="http://schemas.openxmlformats.org/drawingml/2006/main" name="Thème Office">
  <a:themeElements>
    <a:clrScheme name="Thème 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Thème 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hèm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2974</TotalTime>
  <Words>1625</Words>
  <Application>Microsoft Office PowerPoint</Application>
  <PresentationFormat>A4 (21x29,7 cm)</PresentationFormat>
  <Paragraphs>198</Paragraphs>
  <Slides>5</Slides>
  <Notes>0</Notes>
  <HiddenSlides>0</HiddenSlides>
  <MMClips>0</MMClips>
  <ScaleCrop>false</ScaleCrop>
  <HeadingPairs>
    <vt:vector size="6" baseType="variant">
      <vt:variant>
        <vt:lpstr>Caratteri utilizzati</vt:lpstr>
      </vt:variant>
      <vt:variant>
        <vt:i4>5</vt:i4>
      </vt:variant>
      <vt:variant>
        <vt:lpstr>Tema</vt:lpstr>
      </vt:variant>
      <vt:variant>
        <vt:i4>1</vt:i4>
      </vt:variant>
      <vt:variant>
        <vt:lpstr>Titoli diapositive</vt:lpstr>
      </vt:variant>
      <vt:variant>
        <vt:i4>5</vt:i4>
      </vt:variant>
    </vt:vector>
  </HeadingPairs>
  <TitlesOfParts>
    <vt:vector size="11" baseType="lpstr">
      <vt:lpstr>Arial</vt:lpstr>
      <vt:lpstr>Bahnschrift</vt:lpstr>
      <vt:lpstr>Bradley Hand ITC</vt:lpstr>
      <vt:lpstr>Calibri</vt:lpstr>
      <vt:lpstr>Calibri Light</vt:lpstr>
      <vt:lpstr>Thème Office</vt:lpstr>
      <vt:lpstr>Presentazione standard di PowerPoint</vt:lpstr>
      <vt:lpstr>Presentazione standard di PowerPoint</vt:lpstr>
      <vt:lpstr>Presentazione standard di PowerPoint</vt:lpstr>
      <vt:lpstr>Presentazione standard di PowerPoint</vt:lpstr>
      <vt:lpstr>Presentazione standard di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Alexandre QUACH</dc:creator>
  <cp:lastModifiedBy>Alexandre Quach</cp:lastModifiedBy>
  <cp:revision>83</cp:revision>
  <cp:lastPrinted>2019-08-29T08:55:25Z</cp:lastPrinted>
  <dcterms:created xsi:type="dcterms:W3CDTF">2019-08-28T08:39:22Z</dcterms:created>
  <dcterms:modified xsi:type="dcterms:W3CDTF">2023-10-11T05:44:16Z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48ed5431-0ab7-4c1b-98f4-d4e50f674d02_Enabled">
    <vt:lpwstr>True</vt:lpwstr>
  </property>
  <property fmtid="{D5CDD505-2E9C-101B-9397-08002B2CF9AE}" pid="3" name="MSIP_Label_48ed5431-0ab7-4c1b-98f4-d4e50f674d02_SiteId">
    <vt:lpwstr>614f9c25-bffa-42c7-86d8-964101f55fa2</vt:lpwstr>
  </property>
  <property fmtid="{D5CDD505-2E9C-101B-9397-08002B2CF9AE}" pid="4" name="MSIP_Label_48ed5431-0ab7-4c1b-98f4-d4e50f674d02_Owner">
    <vt:lpwstr>alexandre.quach@externe.bnpparibas.com</vt:lpwstr>
  </property>
  <property fmtid="{D5CDD505-2E9C-101B-9397-08002B2CF9AE}" pid="5" name="MSIP_Label_48ed5431-0ab7-4c1b-98f4-d4e50f674d02_SetDate">
    <vt:lpwstr>2019-12-11T09:48:24.1221894Z</vt:lpwstr>
  </property>
  <property fmtid="{D5CDD505-2E9C-101B-9397-08002B2CF9AE}" pid="6" name="MSIP_Label_48ed5431-0ab7-4c1b-98f4-d4e50f674d02_Name">
    <vt:lpwstr>Public</vt:lpwstr>
  </property>
  <property fmtid="{D5CDD505-2E9C-101B-9397-08002B2CF9AE}" pid="7" name="MSIP_Label_48ed5431-0ab7-4c1b-98f4-d4e50f674d02_Application">
    <vt:lpwstr>Microsoft Azure Information Protection</vt:lpwstr>
  </property>
  <property fmtid="{D5CDD505-2E9C-101B-9397-08002B2CF9AE}" pid="8" name="MSIP_Label_48ed5431-0ab7-4c1b-98f4-d4e50f674d02_ActionId">
    <vt:lpwstr>e2fd7773-faf9-42d4-a1e1-dddf6cbe8fae</vt:lpwstr>
  </property>
  <property fmtid="{D5CDD505-2E9C-101B-9397-08002B2CF9AE}" pid="9" name="MSIP_Label_48ed5431-0ab7-4c1b-98f4-d4e50f674d02_Extended_MSFT_Method">
    <vt:lpwstr>Manual</vt:lpwstr>
  </property>
  <property fmtid="{D5CDD505-2E9C-101B-9397-08002B2CF9AE}" pid="10" name="Sensitivity">
    <vt:lpwstr>Public</vt:lpwstr>
  </property>
</Properties>
</file>