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4"/>
  </p:sldMasterIdLst>
  <p:notesMasterIdLst>
    <p:notesMasterId r:id="rId27"/>
  </p:notesMasterIdLst>
  <p:sldIdLst>
    <p:sldId id="263" r:id="rId5"/>
    <p:sldId id="362" r:id="rId6"/>
    <p:sldId id="363" r:id="rId7"/>
    <p:sldId id="366" r:id="rId8"/>
    <p:sldId id="351" r:id="rId9"/>
    <p:sldId id="394" r:id="rId10"/>
    <p:sldId id="497" r:id="rId11"/>
    <p:sldId id="504" r:id="rId12"/>
    <p:sldId id="513" r:id="rId13"/>
    <p:sldId id="512" r:id="rId14"/>
    <p:sldId id="511" r:id="rId15"/>
    <p:sldId id="516" r:id="rId16"/>
    <p:sldId id="517" r:id="rId17"/>
    <p:sldId id="514" r:id="rId18"/>
    <p:sldId id="498" r:id="rId19"/>
    <p:sldId id="506" r:id="rId20"/>
    <p:sldId id="518" r:id="rId21"/>
    <p:sldId id="519" r:id="rId22"/>
    <p:sldId id="515" r:id="rId23"/>
    <p:sldId id="499" r:id="rId24"/>
    <p:sldId id="507" r:id="rId25"/>
    <p:sldId id="388" r:id="rId2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5469"/>
    <a:srgbClr val="00FF00"/>
    <a:srgbClr val="BE0000"/>
    <a:srgbClr val="FFFFCC"/>
    <a:srgbClr val="34657F"/>
    <a:srgbClr val="E87706"/>
    <a:srgbClr val="FFFFFF"/>
    <a:srgbClr val="DFDBE2"/>
    <a:srgbClr val="FCE1C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91F5B9-B917-44A1-A983-E83E7762DD26}" v="20" dt="2025-06-03T11:33:55.209"/>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ile medio 2 - Color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Stile medio 2 - Colore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Stile medio 2 - Color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9" autoAdjust="0"/>
    <p:restoredTop sz="92493" autoAdjust="0"/>
  </p:normalViewPr>
  <p:slideViewPr>
    <p:cSldViewPr snapToGrid="0">
      <p:cViewPr varScale="1">
        <p:scale>
          <a:sx n="97" d="100"/>
          <a:sy n="97" d="100"/>
        </p:scale>
        <p:origin x="86" y="28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03a3b9a4-365b-425e-bba9-a77346403bac" providerId="ADAL" clId="{1308B30F-2DBC-4D11-8AC0-59E6658ABDA0}"/>
    <pc:docChg chg="undo redo custSel addSld modSld sldOrd">
      <pc:chgData name="Alexandre Quach" userId="03a3b9a4-365b-425e-bba9-a77346403bac" providerId="ADAL" clId="{1308B30F-2DBC-4D11-8AC0-59E6658ABDA0}" dt="2024-10-09T20:45:26.098" v="4763" actId="20577"/>
      <pc:docMkLst>
        <pc:docMk/>
      </pc:docMkLst>
      <pc:sldChg chg="addSp delSp modSp mod">
        <pc:chgData name="Alexandre Quach" userId="03a3b9a4-365b-425e-bba9-a77346403bac" providerId="ADAL" clId="{1308B30F-2DBC-4D11-8AC0-59E6658ABDA0}" dt="2024-10-07T16:59:25.688" v="3500" actId="1076"/>
        <pc:sldMkLst>
          <pc:docMk/>
          <pc:sldMk cId="2842409871" sldId="263"/>
        </pc:sldMkLst>
      </pc:sldChg>
      <pc:sldChg chg="modSp mod">
        <pc:chgData name="Alexandre Quach" userId="03a3b9a4-365b-425e-bba9-a77346403bac" providerId="ADAL" clId="{1308B30F-2DBC-4D11-8AC0-59E6658ABDA0}" dt="2024-10-07T09:18:27.934" v="694" actId="790"/>
        <pc:sldMkLst>
          <pc:docMk/>
          <pc:sldMk cId="1680687491" sldId="351"/>
        </pc:sldMkLst>
      </pc:sldChg>
      <pc:sldChg chg="modSp mod">
        <pc:chgData name="Alexandre Quach" userId="03a3b9a4-365b-425e-bba9-a77346403bac" providerId="ADAL" clId="{1308B30F-2DBC-4D11-8AC0-59E6658ABDA0}" dt="2024-10-08T07:38:50.033" v="3723" actId="20577"/>
        <pc:sldMkLst>
          <pc:docMk/>
          <pc:sldMk cId="2854473053" sldId="362"/>
        </pc:sldMkLst>
      </pc:sldChg>
      <pc:sldChg chg="modSp mod">
        <pc:chgData name="Alexandre Quach" userId="03a3b9a4-365b-425e-bba9-a77346403bac" providerId="ADAL" clId="{1308B30F-2DBC-4D11-8AC0-59E6658ABDA0}" dt="2024-10-07T09:38:47.109" v="1609" actId="403"/>
        <pc:sldMkLst>
          <pc:docMk/>
          <pc:sldMk cId="1190578019" sldId="363"/>
        </pc:sldMkLst>
      </pc:sldChg>
      <pc:sldChg chg="modSp mod">
        <pc:chgData name="Alexandre Quach" userId="03a3b9a4-365b-425e-bba9-a77346403bac" providerId="ADAL" clId="{1308B30F-2DBC-4D11-8AC0-59E6658ABDA0}" dt="2024-10-07T09:17:24.861" v="513" actId="20577"/>
        <pc:sldMkLst>
          <pc:docMk/>
          <pc:sldMk cId="662365454" sldId="366"/>
        </pc:sldMkLst>
      </pc:sldChg>
      <pc:sldChg chg="modSp mod">
        <pc:chgData name="Alexandre Quach" userId="03a3b9a4-365b-425e-bba9-a77346403bac" providerId="ADAL" clId="{1308B30F-2DBC-4D11-8AC0-59E6658ABDA0}" dt="2024-10-07T14:11:11.197" v="1820" actId="20577"/>
        <pc:sldMkLst>
          <pc:docMk/>
          <pc:sldMk cId="2425102000" sldId="388"/>
        </pc:sldMkLst>
      </pc:sldChg>
      <pc:sldChg chg="modSp mod">
        <pc:chgData name="Alexandre Quach" userId="03a3b9a4-365b-425e-bba9-a77346403bac" providerId="ADAL" clId="{1308B30F-2DBC-4D11-8AC0-59E6658ABDA0}" dt="2024-10-07T09:18:36.582" v="700" actId="20577"/>
        <pc:sldMkLst>
          <pc:docMk/>
          <pc:sldMk cId="691603240" sldId="394"/>
        </pc:sldMkLst>
      </pc:sldChg>
      <pc:sldChg chg="modSp mod">
        <pc:chgData name="Alexandre Quach" userId="03a3b9a4-365b-425e-bba9-a77346403bac" providerId="ADAL" clId="{1308B30F-2DBC-4D11-8AC0-59E6658ABDA0}" dt="2024-10-07T09:35:15.769" v="1349" actId="27636"/>
        <pc:sldMkLst>
          <pc:docMk/>
          <pc:sldMk cId="403284581" sldId="497"/>
        </pc:sldMkLst>
      </pc:sldChg>
      <pc:sldChg chg="addSp delSp modSp mod">
        <pc:chgData name="Alexandre Quach" userId="03a3b9a4-365b-425e-bba9-a77346403bac" providerId="ADAL" clId="{1308B30F-2DBC-4D11-8AC0-59E6658ABDA0}" dt="2024-10-07T16:57:57.228" v="3481" actId="6549"/>
        <pc:sldMkLst>
          <pc:docMk/>
          <pc:sldMk cId="2813811566" sldId="498"/>
        </pc:sldMkLst>
      </pc:sldChg>
      <pc:sldChg chg="addSp delSp modSp mod">
        <pc:chgData name="Alexandre Quach" userId="03a3b9a4-365b-425e-bba9-a77346403bac" providerId="ADAL" clId="{1308B30F-2DBC-4D11-8AC0-59E6658ABDA0}" dt="2024-10-07T16:59:12.249" v="3497" actId="20577"/>
        <pc:sldMkLst>
          <pc:docMk/>
          <pc:sldMk cId="1620630479" sldId="499"/>
        </pc:sldMkLst>
      </pc:sldChg>
      <pc:sldChg chg="addSp modSp mod">
        <pc:chgData name="Alexandre Quach" userId="03a3b9a4-365b-425e-bba9-a77346403bac" providerId="ADAL" clId="{1308B30F-2DBC-4D11-8AC0-59E6658ABDA0}" dt="2024-10-07T16:56:47.260" v="3452" actId="20577"/>
        <pc:sldMkLst>
          <pc:docMk/>
          <pc:sldMk cId="315575821" sldId="512"/>
        </pc:sldMkLst>
      </pc:sldChg>
      <pc:sldChg chg="modSp add mod ord">
        <pc:chgData name="Alexandre Quach" userId="03a3b9a4-365b-425e-bba9-a77346403bac" providerId="ADAL" clId="{1308B30F-2DBC-4D11-8AC0-59E6658ABDA0}" dt="2024-10-07T14:10:56.246" v="1811"/>
        <pc:sldMkLst>
          <pc:docMk/>
          <pc:sldMk cId="1539450378" sldId="513"/>
        </pc:sldMkLst>
      </pc:sldChg>
      <pc:sldChg chg="addSp modSp add mod ord">
        <pc:chgData name="Alexandre Quach" userId="03a3b9a4-365b-425e-bba9-a77346403bac" providerId="ADAL" clId="{1308B30F-2DBC-4D11-8AC0-59E6658ABDA0}" dt="2024-10-07T14:44:58.149" v="1883"/>
        <pc:sldMkLst>
          <pc:docMk/>
          <pc:sldMk cId="3877474112" sldId="514"/>
        </pc:sldMkLst>
      </pc:sldChg>
      <pc:sldChg chg="modSp add mod ord">
        <pc:chgData name="Alexandre Quach" userId="03a3b9a4-365b-425e-bba9-a77346403bac" providerId="ADAL" clId="{1308B30F-2DBC-4D11-8AC0-59E6658ABDA0}" dt="2024-10-07T14:11:04.937" v="1815"/>
        <pc:sldMkLst>
          <pc:docMk/>
          <pc:sldMk cId="873154635" sldId="515"/>
        </pc:sldMkLst>
      </pc:sldChg>
      <pc:sldChg chg="addSp modSp add mod">
        <pc:chgData name="Alexandre Quach" userId="03a3b9a4-365b-425e-bba9-a77346403bac" providerId="ADAL" clId="{1308B30F-2DBC-4D11-8AC0-59E6658ABDA0}" dt="2024-10-09T19:17:59.728" v="4329" actId="20577"/>
        <pc:sldMkLst>
          <pc:docMk/>
          <pc:sldMk cId="3419464598" sldId="516"/>
        </pc:sldMkLst>
      </pc:sldChg>
      <pc:sldChg chg="add replId">
        <pc:chgData name="Alexandre Quach" userId="03a3b9a4-365b-425e-bba9-a77346403bac" providerId="ADAL" clId="{1308B30F-2DBC-4D11-8AC0-59E6658ABDA0}" dt="2024-10-09T19:05:39.778" v="3724" actId="2890"/>
        <pc:sldMkLst>
          <pc:docMk/>
          <pc:sldMk cId="1150929289" sldId="517"/>
        </pc:sldMkLst>
      </pc:sldChg>
      <pc:sldChg chg="modSp add mod ord">
        <pc:chgData name="Alexandre Quach" userId="03a3b9a4-365b-425e-bba9-a77346403bac" providerId="ADAL" clId="{1308B30F-2DBC-4D11-8AC0-59E6658ABDA0}" dt="2024-10-09T20:45:26.098" v="4763" actId="20577"/>
        <pc:sldMkLst>
          <pc:docMk/>
          <pc:sldMk cId="164079623" sldId="518"/>
        </pc:sldMkLst>
      </pc:sldChg>
      <pc:sldChg chg="add ord">
        <pc:chgData name="Alexandre Quach" userId="03a3b9a4-365b-425e-bba9-a77346403bac" providerId="ADAL" clId="{1308B30F-2DBC-4D11-8AC0-59E6658ABDA0}" dt="2024-10-09T19:52:02.112" v="4335"/>
        <pc:sldMkLst>
          <pc:docMk/>
          <pc:sldMk cId="3861257296" sldId="519"/>
        </pc:sldMkLst>
      </pc:sldChg>
    </pc:docChg>
  </pc:docChgLst>
  <pc:docChgLst>
    <pc:chgData name="Alexandre Quach" userId="03a3b9a4-365b-425e-bba9-a77346403bac" providerId="ADAL" clId="{F991F5B9-B917-44A1-A983-E83E7762DD26}"/>
    <pc:docChg chg="custSel modSld modMainMaster">
      <pc:chgData name="Alexandre Quach" userId="03a3b9a4-365b-425e-bba9-a77346403bac" providerId="ADAL" clId="{F991F5B9-B917-44A1-A983-E83E7762DD26}" dt="2025-06-03T11:36:57.734" v="782" actId="20577"/>
      <pc:docMkLst>
        <pc:docMk/>
      </pc:docMkLst>
      <pc:sldChg chg="addSp modSp mod">
        <pc:chgData name="Alexandre Quach" userId="03a3b9a4-365b-425e-bba9-a77346403bac" providerId="ADAL" clId="{F991F5B9-B917-44A1-A983-E83E7762DD26}" dt="2025-06-03T11:33:56.654" v="224" actId="1076"/>
        <pc:sldMkLst>
          <pc:docMk/>
          <pc:sldMk cId="2842409871" sldId="263"/>
        </pc:sldMkLst>
        <pc:spChg chg="mod">
          <ac:chgData name="Alexandre Quach" userId="03a3b9a4-365b-425e-bba9-a77346403bac" providerId="ADAL" clId="{F991F5B9-B917-44A1-A983-E83E7762DD26}" dt="2025-06-03T11:33:15.698" v="215"/>
          <ac:spMkLst>
            <pc:docMk/>
            <pc:sldMk cId="2842409871" sldId="263"/>
            <ac:spMk id="9" creationId="{41D3DE94-D0C6-1E64-ECD1-7799A149A6F0}"/>
          </ac:spMkLst>
        </pc:spChg>
        <pc:spChg chg="mod">
          <ac:chgData name="Alexandre Quach" userId="03a3b9a4-365b-425e-bba9-a77346403bac" providerId="ADAL" clId="{F991F5B9-B917-44A1-A983-E83E7762DD26}" dt="2025-06-03T11:33:15.698" v="215"/>
          <ac:spMkLst>
            <pc:docMk/>
            <pc:sldMk cId="2842409871" sldId="263"/>
            <ac:spMk id="15" creationId="{464E54ED-4253-D57C-07D0-D903C7281ECD}"/>
          </ac:spMkLst>
        </pc:spChg>
        <pc:spChg chg="mod">
          <ac:chgData name="Alexandre Quach" userId="03a3b9a4-365b-425e-bba9-a77346403bac" providerId="ADAL" clId="{F991F5B9-B917-44A1-A983-E83E7762DD26}" dt="2025-06-03T11:33:15.698" v="215"/>
          <ac:spMkLst>
            <pc:docMk/>
            <pc:sldMk cId="2842409871" sldId="263"/>
            <ac:spMk id="26" creationId="{4E720B81-7367-463A-BEA5-5080DC093B9C}"/>
          </ac:spMkLst>
        </pc:spChg>
        <pc:picChg chg="mod">
          <ac:chgData name="Alexandre Quach" userId="03a3b9a4-365b-425e-bba9-a77346403bac" providerId="ADAL" clId="{F991F5B9-B917-44A1-A983-E83E7762DD26}" dt="2025-06-03T11:33:56.654" v="224" actId="1076"/>
          <ac:picMkLst>
            <pc:docMk/>
            <pc:sldMk cId="2842409871" sldId="263"/>
            <ac:picMk id="2" creationId="{8ED70C7B-B756-9758-7F00-54C8942CBFEC}"/>
          </ac:picMkLst>
        </pc:picChg>
        <pc:picChg chg="add mod">
          <ac:chgData name="Alexandre Quach" userId="03a3b9a4-365b-425e-bba9-a77346403bac" providerId="ADAL" clId="{F991F5B9-B917-44A1-A983-E83E7762DD26}" dt="2025-06-02T20:51:53.519" v="199" actId="1076"/>
          <ac:picMkLst>
            <pc:docMk/>
            <pc:sldMk cId="2842409871" sldId="263"/>
            <ac:picMk id="3" creationId="{DFE4EE9F-5188-E716-4DEE-3B8741B3101E}"/>
          </ac:picMkLst>
        </pc:picChg>
        <pc:picChg chg="add mod">
          <ac:chgData name="Alexandre Quach" userId="03a3b9a4-365b-425e-bba9-a77346403bac" providerId="ADAL" clId="{F991F5B9-B917-44A1-A983-E83E7762DD26}" dt="2025-06-03T11:33:55.208" v="223" actId="1076"/>
          <ac:picMkLst>
            <pc:docMk/>
            <pc:sldMk cId="2842409871" sldId="263"/>
            <ac:picMk id="4" creationId="{2F042E5A-B5F8-AC65-5FD1-68B6356E03EC}"/>
          </ac:picMkLst>
        </pc:picChg>
      </pc:sldChg>
      <pc:sldChg chg="addSp modSp mod">
        <pc:chgData name="Alexandre Quach" userId="03a3b9a4-365b-425e-bba9-a77346403bac" providerId="ADAL" clId="{F991F5B9-B917-44A1-A983-E83E7762DD26}" dt="2025-06-03T11:32:46.044" v="214" actId="20577"/>
        <pc:sldMkLst>
          <pc:docMk/>
          <pc:sldMk cId="2854473053" sldId="362"/>
        </pc:sldMkLst>
        <pc:spChg chg="mod">
          <ac:chgData name="Alexandre Quach" userId="03a3b9a4-365b-425e-bba9-a77346403bac" providerId="ADAL" clId="{F991F5B9-B917-44A1-A983-E83E7762DD26}" dt="2025-06-03T11:32:46.044" v="214" actId="20577"/>
          <ac:spMkLst>
            <pc:docMk/>
            <pc:sldMk cId="2854473053" sldId="362"/>
            <ac:spMk id="3" creationId="{C6C9DE5E-1522-41A0-A178-5BAB610C88C0}"/>
          </ac:spMkLst>
        </pc:spChg>
        <pc:spChg chg="add">
          <ac:chgData name="Alexandre Quach" userId="03a3b9a4-365b-425e-bba9-a77346403bac" providerId="ADAL" clId="{F991F5B9-B917-44A1-A983-E83E7762DD26}" dt="2025-06-03T11:32:14.571" v="200"/>
          <ac:spMkLst>
            <pc:docMk/>
            <pc:sldMk cId="2854473053" sldId="362"/>
            <ac:spMk id="4" creationId="{4A25BADD-AD02-9529-260A-31982D59B1F9}"/>
          </ac:spMkLst>
        </pc:spChg>
        <pc:spChg chg="add">
          <ac:chgData name="Alexandre Quach" userId="03a3b9a4-365b-425e-bba9-a77346403bac" providerId="ADAL" clId="{F991F5B9-B917-44A1-A983-E83E7762DD26}" dt="2025-06-03T11:32:19.244" v="201"/>
          <ac:spMkLst>
            <pc:docMk/>
            <pc:sldMk cId="2854473053" sldId="362"/>
            <ac:spMk id="5" creationId="{4AEFCB37-3AC6-97C0-6510-7C9309F46FA8}"/>
          </ac:spMkLst>
        </pc:spChg>
        <pc:spChg chg="add">
          <ac:chgData name="Alexandre Quach" userId="03a3b9a4-365b-425e-bba9-a77346403bac" providerId="ADAL" clId="{F991F5B9-B917-44A1-A983-E83E7762DD26}" dt="2025-06-03T11:32:27.015" v="202"/>
          <ac:spMkLst>
            <pc:docMk/>
            <pc:sldMk cId="2854473053" sldId="362"/>
            <ac:spMk id="7" creationId="{551B88DD-D544-4120-1FF3-09B7CD30DA58}"/>
          </ac:spMkLst>
        </pc:spChg>
      </pc:sldChg>
      <pc:sldChg chg="modSp mod">
        <pc:chgData name="Alexandre Quach" userId="03a3b9a4-365b-425e-bba9-a77346403bac" providerId="ADAL" clId="{F991F5B9-B917-44A1-A983-E83E7762DD26}" dt="2025-06-03T11:36:57.734" v="782" actId="20577"/>
        <pc:sldMkLst>
          <pc:docMk/>
          <pc:sldMk cId="403284581" sldId="497"/>
        </pc:sldMkLst>
        <pc:spChg chg="mod">
          <ac:chgData name="Alexandre Quach" userId="03a3b9a4-365b-425e-bba9-a77346403bac" providerId="ADAL" clId="{F991F5B9-B917-44A1-A983-E83E7762DD26}" dt="2025-06-03T11:34:33.656" v="306" actId="20577"/>
          <ac:spMkLst>
            <pc:docMk/>
            <pc:sldMk cId="403284581" sldId="497"/>
            <ac:spMk id="5" creationId="{05BD932E-69DA-9B38-AC70-FA0CE75CFE5B}"/>
          </ac:spMkLst>
        </pc:spChg>
        <pc:spChg chg="mod">
          <ac:chgData name="Alexandre Quach" userId="03a3b9a4-365b-425e-bba9-a77346403bac" providerId="ADAL" clId="{F991F5B9-B917-44A1-A983-E83E7762DD26}" dt="2025-06-03T11:36:57.734" v="782" actId="20577"/>
          <ac:spMkLst>
            <pc:docMk/>
            <pc:sldMk cId="403284581" sldId="497"/>
            <ac:spMk id="8" creationId="{4DFC0336-ECC0-8066-77CD-E4D193568627}"/>
          </ac:spMkLst>
        </pc:spChg>
        <pc:spChg chg="mod">
          <ac:chgData name="Alexandre Quach" userId="03a3b9a4-365b-425e-bba9-a77346403bac" providerId="ADAL" clId="{F991F5B9-B917-44A1-A983-E83E7762DD26}" dt="2025-06-03T11:35:22.894" v="499" actId="20577"/>
          <ac:spMkLst>
            <pc:docMk/>
            <pc:sldMk cId="403284581" sldId="497"/>
            <ac:spMk id="10" creationId="{B15C287B-DE53-E822-ADF6-22A65FE9BB86}"/>
          </ac:spMkLst>
        </pc:spChg>
        <pc:spChg chg="mod">
          <ac:chgData name="Alexandre Quach" userId="03a3b9a4-365b-425e-bba9-a77346403bac" providerId="ADAL" clId="{F991F5B9-B917-44A1-A983-E83E7762DD26}" dt="2025-06-03T11:33:15.698" v="215"/>
          <ac:spMkLst>
            <pc:docMk/>
            <pc:sldMk cId="403284581" sldId="497"/>
            <ac:spMk id="23" creationId="{D0B03FF1-3C92-93F8-8F14-F3A9009254E4}"/>
          </ac:spMkLst>
        </pc:spChg>
        <pc:spChg chg="mod">
          <ac:chgData name="Alexandre Quach" userId="03a3b9a4-365b-425e-bba9-a77346403bac" providerId="ADAL" clId="{F991F5B9-B917-44A1-A983-E83E7762DD26}" dt="2025-06-03T11:33:15.698" v="215"/>
          <ac:spMkLst>
            <pc:docMk/>
            <pc:sldMk cId="403284581" sldId="497"/>
            <ac:spMk id="26" creationId="{1B9C8390-DD44-C266-C679-945521A6F862}"/>
          </ac:spMkLst>
        </pc:spChg>
        <pc:spChg chg="mod">
          <ac:chgData name="Alexandre Quach" userId="03a3b9a4-365b-425e-bba9-a77346403bac" providerId="ADAL" clId="{F991F5B9-B917-44A1-A983-E83E7762DD26}" dt="2025-06-03T11:33:15.698" v="215"/>
          <ac:spMkLst>
            <pc:docMk/>
            <pc:sldMk cId="403284581" sldId="497"/>
            <ac:spMk id="28" creationId="{D544E6EE-2B6B-AA9F-6B8F-E08921455415}"/>
          </ac:spMkLst>
        </pc:spChg>
        <pc:spChg chg="mod">
          <ac:chgData name="Alexandre Quach" userId="03a3b9a4-365b-425e-bba9-a77346403bac" providerId="ADAL" clId="{F991F5B9-B917-44A1-A983-E83E7762DD26}" dt="2025-06-03T11:33:15.698" v="215"/>
          <ac:spMkLst>
            <pc:docMk/>
            <pc:sldMk cId="403284581" sldId="497"/>
            <ac:spMk id="29" creationId="{9F2386CF-9E41-8B1D-0D43-CBD20C8D3493}"/>
          </ac:spMkLst>
        </pc:spChg>
        <pc:spChg chg="mod">
          <ac:chgData name="Alexandre Quach" userId="03a3b9a4-365b-425e-bba9-a77346403bac" providerId="ADAL" clId="{F991F5B9-B917-44A1-A983-E83E7762DD26}" dt="2025-06-03T11:33:15.698" v="215"/>
          <ac:spMkLst>
            <pc:docMk/>
            <pc:sldMk cId="403284581" sldId="497"/>
            <ac:spMk id="32" creationId="{27AE732C-0317-8CE8-12D0-D7584753FDAF}"/>
          </ac:spMkLst>
        </pc:spChg>
        <pc:spChg chg="mod">
          <ac:chgData name="Alexandre Quach" userId="03a3b9a4-365b-425e-bba9-a77346403bac" providerId="ADAL" clId="{F991F5B9-B917-44A1-A983-E83E7762DD26}" dt="2025-06-03T11:33:15.698" v="215"/>
          <ac:spMkLst>
            <pc:docMk/>
            <pc:sldMk cId="403284581" sldId="497"/>
            <ac:spMk id="35" creationId="{6F77676E-C558-C0D0-B8E5-F9CD43B42E33}"/>
          </ac:spMkLst>
        </pc:spChg>
        <pc:spChg chg="mod">
          <ac:chgData name="Alexandre Quach" userId="03a3b9a4-365b-425e-bba9-a77346403bac" providerId="ADAL" clId="{F991F5B9-B917-44A1-A983-E83E7762DD26}" dt="2025-06-03T11:33:15.698" v="215"/>
          <ac:spMkLst>
            <pc:docMk/>
            <pc:sldMk cId="403284581" sldId="497"/>
            <ac:spMk id="38" creationId="{A2E16128-D595-F6C2-BDC5-F6D8629F28AA}"/>
          </ac:spMkLst>
        </pc:spChg>
        <pc:spChg chg="mod">
          <ac:chgData name="Alexandre Quach" userId="03a3b9a4-365b-425e-bba9-a77346403bac" providerId="ADAL" clId="{F991F5B9-B917-44A1-A983-E83E7762DD26}" dt="2025-06-03T11:33:15.698" v="215"/>
          <ac:spMkLst>
            <pc:docMk/>
            <pc:sldMk cId="403284581" sldId="497"/>
            <ac:spMk id="39" creationId="{EC55C278-B074-9CB0-1A2D-60922B43A26A}"/>
          </ac:spMkLst>
        </pc:spChg>
      </pc:sldChg>
      <pc:sldChg chg="modSp">
        <pc:chgData name="Alexandre Quach" userId="03a3b9a4-365b-425e-bba9-a77346403bac" providerId="ADAL" clId="{F991F5B9-B917-44A1-A983-E83E7762DD26}" dt="2025-06-03T11:33:15.698" v="215"/>
        <pc:sldMkLst>
          <pc:docMk/>
          <pc:sldMk cId="2813811566" sldId="498"/>
        </pc:sldMkLst>
        <pc:spChg chg="mod">
          <ac:chgData name="Alexandre Quach" userId="03a3b9a4-365b-425e-bba9-a77346403bac" providerId="ADAL" clId="{F991F5B9-B917-44A1-A983-E83E7762DD26}" dt="2025-06-03T11:33:15.698" v="215"/>
          <ac:spMkLst>
            <pc:docMk/>
            <pc:sldMk cId="2813811566" sldId="498"/>
            <ac:spMk id="34" creationId="{CBF9CDAE-AB76-5FA2-62FE-DF72586C259A}"/>
          </ac:spMkLst>
        </pc:spChg>
        <pc:spChg chg="mod">
          <ac:chgData name="Alexandre Quach" userId="03a3b9a4-365b-425e-bba9-a77346403bac" providerId="ADAL" clId="{F991F5B9-B917-44A1-A983-E83E7762DD26}" dt="2025-06-03T11:33:15.698" v="215"/>
          <ac:spMkLst>
            <pc:docMk/>
            <pc:sldMk cId="2813811566" sldId="498"/>
            <ac:spMk id="35" creationId="{4EE08097-AF59-8FBD-6819-BC7671BC462B}"/>
          </ac:spMkLst>
        </pc:spChg>
        <pc:spChg chg="mod">
          <ac:chgData name="Alexandre Quach" userId="03a3b9a4-365b-425e-bba9-a77346403bac" providerId="ADAL" clId="{F991F5B9-B917-44A1-A983-E83E7762DD26}" dt="2025-06-03T11:33:15.698" v="215"/>
          <ac:spMkLst>
            <pc:docMk/>
            <pc:sldMk cId="2813811566" sldId="498"/>
            <ac:spMk id="36" creationId="{6E2FD145-91D7-00A4-1178-39EAC4E25BD3}"/>
          </ac:spMkLst>
        </pc:spChg>
        <pc:spChg chg="mod">
          <ac:chgData name="Alexandre Quach" userId="03a3b9a4-365b-425e-bba9-a77346403bac" providerId="ADAL" clId="{F991F5B9-B917-44A1-A983-E83E7762DD26}" dt="2025-06-03T11:33:15.698" v="215"/>
          <ac:spMkLst>
            <pc:docMk/>
            <pc:sldMk cId="2813811566" sldId="498"/>
            <ac:spMk id="37" creationId="{571A1C44-A156-3940-77B6-C93F1F5EDE48}"/>
          </ac:spMkLst>
        </pc:spChg>
        <pc:spChg chg="mod">
          <ac:chgData name="Alexandre Quach" userId="03a3b9a4-365b-425e-bba9-a77346403bac" providerId="ADAL" clId="{F991F5B9-B917-44A1-A983-E83E7762DD26}" dt="2025-06-03T11:33:15.698" v="215"/>
          <ac:spMkLst>
            <pc:docMk/>
            <pc:sldMk cId="2813811566" sldId="498"/>
            <ac:spMk id="38" creationId="{875E27E2-04C2-802B-0420-D32C88E02E5F}"/>
          </ac:spMkLst>
        </pc:spChg>
        <pc:spChg chg="mod">
          <ac:chgData name="Alexandre Quach" userId="03a3b9a4-365b-425e-bba9-a77346403bac" providerId="ADAL" clId="{F991F5B9-B917-44A1-A983-E83E7762DD26}" dt="2025-06-03T11:33:15.698" v="215"/>
          <ac:spMkLst>
            <pc:docMk/>
            <pc:sldMk cId="2813811566" sldId="498"/>
            <ac:spMk id="39" creationId="{D21C8784-B081-97E1-6967-B4996C24DF1C}"/>
          </ac:spMkLst>
        </pc:spChg>
        <pc:spChg chg="mod">
          <ac:chgData name="Alexandre Quach" userId="03a3b9a4-365b-425e-bba9-a77346403bac" providerId="ADAL" clId="{F991F5B9-B917-44A1-A983-E83E7762DD26}" dt="2025-06-03T11:33:15.698" v="215"/>
          <ac:spMkLst>
            <pc:docMk/>
            <pc:sldMk cId="2813811566" sldId="498"/>
            <ac:spMk id="40" creationId="{A4BD1B81-6BD7-3DE4-4AD5-3810357C43D0}"/>
          </ac:spMkLst>
        </pc:spChg>
        <pc:spChg chg="mod">
          <ac:chgData name="Alexandre Quach" userId="03a3b9a4-365b-425e-bba9-a77346403bac" providerId="ADAL" clId="{F991F5B9-B917-44A1-A983-E83E7762DD26}" dt="2025-06-03T11:33:15.698" v="215"/>
          <ac:spMkLst>
            <pc:docMk/>
            <pc:sldMk cId="2813811566" sldId="498"/>
            <ac:spMk id="41" creationId="{5CE30FAA-2AFD-9339-C19D-78A326747B46}"/>
          </ac:spMkLst>
        </pc:spChg>
      </pc:sldChg>
      <pc:sldChg chg="modSp">
        <pc:chgData name="Alexandre Quach" userId="03a3b9a4-365b-425e-bba9-a77346403bac" providerId="ADAL" clId="{F991F5B9-B917-44A1-A983-E83E7762DD26}" dt="2025-06-03T11:33:15.698" v="215"/>
        <pc:sldMkLst>
          <pc:docMk/>
          <pc:sldMk cId="1620630479" sldId="499"/>
        </pc:sldMkLst>
        <pc:spChg chg="mod">
          <ac:chgData name="Alexandre Quach" userId="03a3b9a4-365b-425e-bba9-a77346403bac" providerId="ADAL" clId="{F991F5B9-B917-44A1-A983-E83E7762DD26}" dt="2025-06-03T11:33:15.698" v="215"/>
          <ac:spMkLst>
            <pc:docMk/>
            <pc:sldMk cId="1620630479" sldId="499"/>
            <ac:spMk id="7" creationId="{D73E4975-9AF3-8239-BD40-7416A05F93FA}"/>
          </ac:spMkLst>
        </pc:spChg>
        <pc:spChg chg="mod">
          <ac:chgData name="Alexandre Quach" userId="03a3b9a4-365b-425e-bba9-a77346403bac" providerId="ADAL" clId="{F991F5B9-B917-44A1-A983-E83E7762DD26}" dt="2025-06-03T11:33:15.698" v="215"/>
          <ac:spMkLst>
            <pc:docMk/>
            <pc:sldMk cId="1620630479" sldId="499"/>
            <ac:spMk id="12" creationId="{8D174D4C-0FB3-17FE-FD99-CA499FC1216B}"/>
          </ac:spMkLst>
        </pc:spChg>
        <pc:spChg chg="mod">
          <ac:chgData name="Alexandre Quach" userId="03a3b9a4-365b-425e-bba9-a77346403bac" providerId="ADAL" clId="{F991F5B9-B917-44A1-A983-E83E7762DD26}" dt="2025-06-03T11:33:15.698" v="215"/>
          <ac:spMkLst>
            <pc:docMk/>
            <pc:sldMk cId="1620630479" sldId="499"/>
            <ac:spMk id="15" creationId="{CDCEE7B8-A133-70C8-D794-3F95B0391626}"/>
          </ac:spMkLst>
        </pc:spChg>
        <pc:spChg chg="mod">
          <ac:chgData name="Alexandre Quach" userId="03a3b9a4-365b-425e-bba9-a77346403bac" providerId="ADAL" clId="{F991F5B9-B917-44A1-A983-E83E7762DD26}" dt="2025-06-03T11:33:15.698" v="215"/>
          <ac:spMkLst>
            <pc:docMk/>
            <pc:sldMk cId="1620630479" sldId="499"/>
            <ac:spMk id="34" creationId="{A08E4FF7-DD47-3925-DEF1-095997C442AD}"/>
          </ac:spMkLst>
        </pc:spChg>
        <pc:spChg chg="mod">
          <ac:chgData name="Alexandre Quach" userId="03a3b9a4-365b-425e-bba9-a77346403bac" providerId="ADAL" clId="{F991F5B9-B917-44A1-A983-E83E7762DD26}" dt="2025-06-03T11:33:15.698" v="215"/>
          <ac:spMkLst>
            <pc:docMk/>
            <pc:sldMk cId="1620630479" sldId="499"/>
            <ac:spMk id="36" creationId="{25FA9117-B5C5-1C10-6EB4-C65E4CC10C26}"/>
          </ac:spMkLst>
        </pc:spChg>
        <pc:spChg chg="mod">
          <ac:chgData name="Alexandre Quach" userId="03a3b9a4-365b-425e-bba9-a77346403bac" providerId="ADAL" clId="{F991F5B9-B917-44A1-A983-E83E7762DD26}" dt="2025-06-03T11:33:15.698" v="215"/>
          <ac:spMkLst>
            <pc:docMk/>
            <pc:sldMk cId="1620630479" sldId="499"/>
            <ac:spMk id="37" creationId="{0248301F-119C-411E-CD4A-C0DD4541458A}"/>
          </ac:spMkLst>
        </pc:spChg>
        <pc:spChg chg="mod">
          <ac:chgData name="Alexandre Quach" userId="03a3b9a4-365b-425e-bba9-a77346403bac" providerId="ADAL" clId="{F991F5B9-B917-44A1-A983-E83E7762DD26}" dt="2025-06-03T11:33:15.698" v="215"/>
          <ac:spMkLst>
            <pc:docMk/>
            <pc:sldMk cId="1620630479" sldId="499"/>
            <ac:spMk id="38" creationId="{32DA0C14-CAE1-F792-D46E-E8DCC6CB168C}"/>
          </ac:spMkLst>
        </pc:spChg>
        <pc:spChg chg="mod">
          <ac:chgData name="Alexandre Quach" userId="03a3b9a4-365b-425e-bba9-a77346403bac" providerId="ADAL" clId="{F991F5B9-B917-44A1-A983-E83E7762DD26}" dt="2025-06-03T11:33:15.698" v="215"/>
          <ac:spMkLst>
            <pc:docMk/>
            <pc:sldMk cId="1620630479" sldId="499"/>
            <ac:spMk id="39" creationId="{0C9D094F-32CF-4AB5-2E0B-0F2BA48F1926}"/>
          </ac:spMkLst>
        </pc:spChg>
      </pc:sldChg>
      <pc:sldChg chg="modSp">
        <pc:chgData name="Alexandre Quach" userId="03a3b9a4-365b-425e-bba9-a77346403bac" providerId="ADAL" clId="{F991F5B9-B917-44A1-A983-E83E7762DD26}" dt="2025-06-03T11:33:15.698" v="215"/>
        <pc:sldMkLst>
          <pc:docMk/>
          <pc:sldMk cId="315575821" sldId="512"/>
        </pc:sldMkLst>
        <pc:spChg chg="mod">
          <ac:chgData name="Alexandre Quach" userId="03a3b9a4-365b-425e-bba9-a77346403bac" providerId="ADAL" clId="{F991F5B9-B917-44A1-A983-E83E7762DD26}" dt="2025-06-03T11:33:15.698" v="215"/>
          <ac:spMkLst>
            <pc:docMk/>
            <pc:sldMk cId="315575821" sldId="512"/>
            <ac:spMk id="7" creationId="{A25F44E4-BC27-0A62-1C05-397473EE17BB}"/>
          </ac:spMkLst>
        </pc:spChg>
        <pc:spChg chg="mod">
          <ac:chgData name="Alexandre Quach" userId="03a3b9a4-365b-425e-bba9-a77346403bac" providerId="ADAL" clId="{F991F5B9-B917-44A1-A983-E83E7762DD26}" dt="2025-06-03T11:33:15.698" v="215"/>
          <ac:spMkLst>
            <pc:docMk/>
            <pc:sldMk cId="315575821" sldId="512"/>
            <ac:spMk id="12" creationId="{437242D6-FD03-2C5B-D5E2-62875C1D76C8}"/>
          </ac:spMkLst>
        </pc:spChg>
        <pc:spChg chg="mod">
          <ac:chgData name="Alexandre Quach" userId="03a3b9a4-365b-425e-bba9-a77346403bac" providerId="ADAL" clId="{F991F5B9-B917-44A1-A983-E83E7762DD26}" dt="2025-06-03T11:33:15.698" v="215"/>
          <ac:spMkLst>
            <pc:docMk/>
            <pc:sldMk cId="315575821" sldId="512"/>
            <ac:spMk id="15" creationId="{B4E581E7-81EC-E088-BDF4-671BAEC132EC}"/>
          </ac:spMkLst>
        </pc:spChg>
        <pc:spChg chg="mod">
          <ac:chgData name="Alexandre Quach" userId="03a3b9a4-365b-425e-bba9-a77346403bac" providerId="ADAL" clId="{F991F5B9-B917-44A1-A983-E83E7762DD26}" dt="2025-06-03T11:33:15.698" v="215"/>
          <ac:spMkLst>
            <pc:docMk/>
            <pc:sldMk cId="315575821" sldId="512"/>
            <ac:spMk id="18" creationId="{92027F6E-7FA5-5C3B-0400-968A873E1212}"/>
          </ac:spMkLst>
        </pc:spChg>
        <pc:spChg chg="mod">
          <ac:chgData name="Alexandre Quach" userId="03a3b9a4-365b-425e-bba9-a77346403bac" providerId="ADAL" clId="{F991F5B9-B917-44A1-A983-E83E7762DD26}" dt="2025-06-03T11:33:15.698" v="215"/>
          <ac:spMkLst>
            <pc:docMk/>
            <pc:sldMk cId="315575821" sldId="512"/>
            <ac:spMk id="21" creationId="{74B0B587-1885-B02A-644C-7004AB00331C}"/>
          </ac:spMkLst>
        </pc:spChg>
        <pc:spChg chg="mod">
          <ac:chgData name="Alexandre Quach" userId="03a3b9a4-365b-425e-bba9-a77346403bac" providerId="ADAL" clId="{F991F5B9-B917-44A1-A983-E83E7762DD26}" dt="2025-06-03T11:33:15.698" v="215"/>
          <ac:spMkLst>
            <pc:docMk/>
            <pc:sldMk cId="315575821" sldId="512"/>
            <ac:spMk id="23" creationId="{CE0A41FE-D5E8-1F65-8B58-87D23118C58A}"/>
          </ac:spMkLst>
        </pc:spChg>
        <pc:spChg chg="mod">
          <ac:chgData name="Alexandre Quach" userId="03a3b9a4-365b-425e-bba9-a77346403bac" providerId="ADAL" clId="{F991F5B9-B917-44A1-A983-E83E7762DD26}" dt="2025-06-03T11:33:15.698" v="215"/>
          <ac:spMkLst>
            <pc:docMk/>
            <pc:sldMk cId="315575821" sldId="512"/>
            <ac:spMk id="28" creationId="{21BCE6C7-5E55-CB08-CE62-D4419C639355}"/>
          </ac:spMkLst>
        </pc:spChg>
        <pc:spChg chg="mod">
          <ac:chgData name="Alexandre Quach" userId="03a3b9a4-365b-425e-bba9-a77346403bac" providerId="ADAL" clId="{F991F5B9-B917-44A1-A983-E83E7762DD26}" dt="2025-06-03T11:33:15.698" v="215"/>
          <ac:spMkLst>
            <pc:docMk/>
            <pc:sldMk cId="315575821" sldId="512"/>
            <ac:spMk id="30" creationId="{F96B2D98-C142-4ABB-496B-5D60BDEA97DB}"/>
          </ac:spMkLst>
        </pc:spChg>
      </pc:sldChg>
      <pc:sldChg chg="modSp">
        <pc:chgData name="Alexandre Quach" userId="03a3b9a4-365b-425e-bba9-a77346403bac" providerId="ADAL" clId="{F991F5B9-B917-44A1-A983-E83E7762DD26}" dt="2025-06-03T11:33:15.698" v="215"/>
        <pc:sldMkLst>
          <pc:docMk/>
          <pc:sldMk cId="3419464598" sldId="516"/>
        </pc:sldMkLst>
        <pc:spChg chg="mod">
          <ac:chgData name="Alexandre Quach" userId="03a3b9a4-365b-425e-bba9-a77346403bac" providerId="ADAL" clId="{F991F5B9-B917-44A1-A983-E83E7762DD26}" dt="2025-06-03T11:33:15.698" v="215"/>
          <ac:spMkLst>
            <pc:docMk/>
            <pc:sldMk cId="3419464598" sldId="516"/>
            <ac:spMk id="7" creationId="{2039C40F-8E4D-BA7F-01C7-1AC8F87220B7}"/>
          </ac:spMkLst>
        </pc:spChg>
        <pc:spChg chg="mod">
          <ac:chgData name="Alexandre Quach" userId="03a3b9a4-365b-425e-bba9-a77346403bac" providerId="ADAL" clId="{F991F5B9-B917-44A1-A983-E83E7762DD26}" dt="2025-06-03T11:33:15.698" v="215"/>
          <ac:spMkLst>
            <pc:docMk/>
            <pc:sldMk cId="3419464598" sldId="516"/>
            <ac:spMk id="12" creationId="{4D6D24E1-5A7B-B14D-F759-38976E0C5CB4}"/>
          </ac:spMkLst>
        </pc:spChg>
        <pc:spChg chg="mod">
          <ac:chgData name="Alexandre Quach" userId="03a3b9a4-365b-425e-bba9-a77346403bac" providerId="ADAL" clId="{F991F5B9-B917-44A1-A983-E83E7762DD26}" dt="2025-06-03T11:33:15.698" v="215"/>
          <ac:spMkLst>
            <pc:docMk/>
            <pc:sldMk cId="3419464598" sldId="516"/>
            <ac:spMk id="15" creationId="{728198C0-CDF4-AEA4-F59D-1D2901DBD7CF}"/>
          </ac:spMkLst>
        </pc:spChg>
        <pc:spChg chg="mod">
          <ac:chgData name="Alexandre Quach" userId="03a3b9a4-365b-425e-bba9-a77346403bac" providerId="ADAL" clId="{F991F5B9-B917-44A1-A983-E83E7762DD26}" dt="2025-06-03T11:33:15.698" v="215"/>
          <ac:spMkLst>
            <pc:docMk/>
            <pc:sldMk cId="3419464598" sldId="516"/>
            <ac:spMk id="18" creationId="{63C1A507-47B8-706B-5E01-2B6BF80B53EE}"/>
          </ac:spMkLst>
        </pc:spChg>
        <pc:spChg chg="mod">
          <ac:chgData name="Alexandre Quach" userId="03a3b9a4-365b-425e-bba9-a77346403bac" providerId="ADAL" clId="{F991F5B9-B917-44A1-A983-E83E7762DD26}" dt="2025-06-03T11:33:15.698" v="215"/>
          <ac:spMkLst>
            <pc:docMk/>
            <pc:sldMk cId="3419464598" sldId="516"/>
            <ac:spMk id="21" creationId="{18087E73-BC20-FFB2-90C1-07FF01B309D9}"/>
          </ac:spMkLst>
        </pc:spChg>
        <pc:spChg chg="mod">
          <ac:chgData name="Alexandre Quach" userId="03a3b9a4-365b-425e-bba9-a77346403bac" providerId="ADAL" clId="{F991F5B9-B917-44A1-A983-E83E7762DD26}" dt="2025-06-03T11:33:15.698" v="215"/>
          <ac:spMkLst>
            <pc:docMk/>
            <pc:sldMk cId="3419464598" sldId="516"/>
            <ac:spMk id="23" creationId="{24EC3F6C-214D-6586-7925-1E88C61D55E8}"/>
          </ac:spMkLst>
        </pc:spChg>
        <pc:spChg chg="mod">
          <ac:chgData name="Alexandre Quach" userId="03a3b9a4-365b-425e-bba9-a77346403bac" providerId="ADAL" clId="{F991F5B9-B917-44A1-A983-E83E7762DD26}" dt="2025-06-03T11:33:15.698" v="215"/>
          <ac:spMkLst>
            <pc:docMk/>
            <pc:sldMk cId="3419464598" sldId="516"/>
            <ac:spMk id="28" creationId="{BFF0D943-81BC-048F-A5D7-0E5B49AE3CA2}"/>
          </ac:spMkLst>
        </pc:spChg>
        <pc:spChg chg="mod">
          <ac:chgData name="Alexandre Quach" userId="03a3b9a4-365b-425e-bba9-a77346403bac" providerId="ADAL" clId="{F991F5B9-B917-44A1-A983-E83E7762DD26}" dt="2025-06-03T11:33:15.698" v="215"/>
          <ac:spMkLst>
            <pc:docMk/>
            <pc:sldMk cId="3419464598" sldId="516"/>
            <ac:spMk id="30" creationId="{E00B8B56-3FE3-6D0E-B787-E2FFBEFB03D2}"/>
          </ac:spMkLst>
        </pc:spChg>
      </pc:sldChg>
      <pc:sldChg chg="modSp">
        <pc:chgData name="Alexandre Quach" userId="03a3b9a4-365b-425e-bba9-a77346403bac" providerId="ADAL" clId="{F991F5B9-B917-44A1-A983-E83E7762DD26}" dt="2025-06-03T11:33:15.698" v="215"/>
        <pc:sldMkLst>
          <pc:docMk/>
          <pc:sldMk cId="164079623" sldId="518"/>
        </pc:sldMkLst>
        <pc:spChg chg="mod">
          <ac:chgData name="Alexandre Quach" userId="03a3b9a4-365b-425e-bba9-a77346403bac" providerId="ADAL" clId="{F991F5B9-B917-44A1-A983-E83E7762DD26}" dt="2025-06-03T11:33:15.698" v="215"/>
          <ac:spMkLst>
            <pc:docMk/>
            <pc:sldMk cId="164079623" sldId="518"/>
            <ac:spMk id="34" creationId="{4A3889FA-603A-C6D8-AAF4-8F490B803214}"/>
          </ac:spMkLst>
        </pc:spChg>
        <pc:spChg chg="mod">
          <ac:chgData name="Alexandre Quach" userId="03a3b9a4-365b-425e-bba9-a77346403bac" providerId="ADAL" clId="{F991F5B9-B917-44A1-A983-E83E7762DD26}" dt="2025-06-03T11:33:15.698" v="215"/>
          <ac:spMkLst>
            <pc:docMk/>
            <pc:sldMk cId="164079623" sldId="518"/>
            <ac:spMk id="35" creationId="{75918B45-0CBA-265A-8AEF-2FEA6529304B}"/>
          </ac:spMkLst>
        </pc:spChg>
        <pc:spChg chg="mod">
          <ac:chgData name="Alexandre Quach" userId="03a3b9a4-365b-425e-bba9-a77346403bac" providerId="ADAL" clId="{F991F5B9-B917-44A1-A983-E83E7762DD26}" dt="2025-06-03T11:33:15.698" v="215"/>
          <ac:spMkLst>
            <pc:docMk/>
            <pc:sldMk cId="164079623" sldId="518"/>
            <ac:spMk id="36" creationId="{090971CF-B0FE-5614-650D-2009E3513D82}"/>
          </ac:spMkLst>
        </pc:spChg>
        <pc:spChg chg="mod">
          <ac:chgData name="Alexandre Quach" userId="03a3b9a4-365b-425e-bba9-a77346403bac" providerId="ADAL" clId="{F991F5B9-B917-44A1-A983-E83E7762DD26}" dt="2025-06-03T11:33:15.698" v="215"/>
          <ac:spMkLst>
            <pc:docMk/>
            <pc:sldMk cId="164079623" sldId="518"/>
            <ac:spMk id="37" creationId="{A03E3D25-D735-BFFE-69B8-3D6BCD031441}"/>
          </ac:spMkLst>
        </pc:spChg>
        <pc:spChg chg="mod">
          <ac:chgData name="Alexandre Quach" userId="03a3b9a4-365b-425e-bba9-a77346403bac" providerId="ADAL" clId="{F991F5B9-B917-44A1-A983-E83E7762DD26}" dt="2025-06-03T11:33:15.698" v="215"/>
          <ac:spMkLst>
            <pc:docMk/>
            <pc:sldMk cId="164079623" sldId="518"/>
            <ac:spMk id="38" creationId="{42531FF8-3C20-2C08-C0E2-129677753255}"/>
          </ac:spMkLst>
        </pc:spChg>
        <pc:spChg chg="mod">
          <ac:chgData name="Alexandre Quach" userId="03a3b9a4-365b-425e-bba9-a77346403bac" providerId="ADAL" clId="{F991F5B9-B917-44A1-A983-E83E7762DD26}" dt="2025-06-03T11:33:15.698" v="215"/>
          <ac:spMkLst>
            <pc:docMk/>
            <pc:sldMk cId="164079623" sldId="518"/>
            <ac:spMk id="39" creationId="{3C375A09-AE4A-3902-5FA7-97E1112798C4}"/>
          </ac:spMkLst>
        </pc:spChg>
        <pc:spChg chg="mod">
          <ac:chgData name="Alexandre Quach" userId="03a3b9a4-365b-425e-bba9-a77346403bac" providerId="ADAL" clId="{F991F5B9-B917-44A1-A983-E83E7762DD26}" dt="2025-06-03T11:33:15.698" v="215"/>
          <ac:spMkLst>
            <pc:docMk/>
            <pc:sldMk cId="164079623" sldId="518"/>
            <ac:spMk id="40" creationId="{34985E96-A6CC-63D2-9519-92C8865DA1AB}"/>
          </ac:spMkLst>
        </pc:spChg>
        <pc:spChg chg="mod">
          <ac:chgData name="Alexandre Quach" userId="03a3b9a4-365b-425e-bba9-a77346403bac" providerId="ADAL" clId="{F991F5B9-B917-44A1-A983-E83E7762DD26}" dt="2025-06-03T11:33:15.698" v="215"/>
          <ac:spMkLst>
            <pc:docMk/>
            <pc:sldMk cId="164079623" sldId="518"/>
            <ac:spMk id="41" creationId="{84C2B228-0EAE-3AF4-06E5-4A9233A6D5BA}"/>
          </ac:spMkLst>
        </pc:spChg>
      </pc:sldChg>
      <pc:sldMasterChg chg="addSp modSp modSldLayout">
        <pc:chgData name="Alexandre Quach" userId="03a3b9a4-365b-425e-bba9-a77346403bac" providerId="ADAL" clId="{F991F5B9-B917-44A1-A983-E83E7762DD26}" dt="2025-06-03T11:33:32.059" v="216" actId="14100"/>
        <pc:sldMasterMkLst>
          <pc:docMk/>
          <pc:sldMasterMk cId="2982416332" sldId="2147483661"/>
        </pc:sldMasterMkLst>
        <pc:picChg chg="add mod">
          <ac:chgData name="Alexandre Quach" userId="03a3b9a4-365b-425e-bba9-a77346403bac" providerId="ADAL" clId="{F991F5B9-B917-44A1-A983-E83E7762DD26}" dt="2025-06-03T11:33:32.059" v="216" actId="14100"/>
          <ac:picMkLst>
            <pc:docMk/>
            <pc:sldMasterMk cId="2982416332" sldId="2147483661"/>
            <ac:picMk id="1026" creationId="{4AE398FC-05E9-A00A-E60D-254764A3DEC3}"/>
          </ac:picMkLst>
        </pc:picChg>
        <pc:sldLayoutChg chg="delSp mod">
          <pc:chgData name="Alexandre Quach" userId="03a3b9a4-365b-425e-bba9-a77346403bac" providerId="ADAL" clId="{F991F5B9-B917-44A1-A983-E83E7762DD26}" dt="2025-05-02T08:14:28.315" v="189" actId="478"/>
          <pc:sldLayoutMkLst>
            <pc:docMk/>
            <pc:sldMasterMk cId="2982416332" sldId="2147483661"/>
            <pc:sldLayoutMk cId="4157686086" sldId="2147483667"/>
          </pc:sldLayoutMkLst>
        </pc:sldLayoutChg>
        <pc:sldLayoutChg chg="delSp mod">
          <pc:chgData name="Alexandre Quach" userId="03a3b9a4-365b-425e-bba9-a77346403bac" providerId="ADAL" clId="{F991F5B9-B917-44A1-A983-E83E7762DD26}" dt="2025-05-02T08:14:24.811" v="188" actId="478"/>
          <pc:sldLayoutMkLst>
            <pc:docMk/>
            <pc:sldMasterMk cId="2982416332" sldId="2147483661"/>
            <pc:sldLayoutMk cId="3952844518" sldId="2147483668"/>
          </pc:sldLayoutMkLst>
        </pc:sldLayoutChg>
        <pc:sldLayoutChg chg="delSp mod">
          <pc:chgData name="Alexandre Quach" userId="03a3b9a4-365b-425e-bba9-a77346403bac" providerId="ADAL" clId="{F991F5B9-B917-44A1-A983-E83E7762DD26}" dt="2025-05-02T08:14:21.064" v="187" actId="478"/>
          <pc:sldLayoutMkLst>
            <pc:docMk/>
            <pc:sldMasterMk cId="2982416332" sldId="2147483661"/>
            <pc:sldLayoutMk cId="3835207360" sldId="2147483669"/>
          </pc:sldLayoutMkLst>
        </pc:sldLayoutChg>
        <pc:sldLayoutChg chg="delSp mod">
          <pc:chgData name="Alexandre Quach" userId="03a3b9a4-365b-425e-bba9-a77346403bac" providerId="ADAL" clId="{F991F5B9-B917-44A1-A983-E83E7762DD26}" dt="2025-05-02T08:14:17.526" v="186" actId="478"/>
          <pc:sldLayoutMkLst>
            <pc:docMk/>
            <pc:sldMasterMk cId="2982416332" sldId="2147483661"/>
            <pc:sldLayoutMk cId="1784864105" sldId="2147483670"/>
          </pc:sldLayoutMkLst>
        </pc:sldLayoutChg>
        <pc:sldLayoutChg chg="delSp mod">
          <pc:chgData name="Alexandre Quach" userId="03a3b9a4-365b-425e-bba9-a77346403bac" providerId="ADAL" clId="{F991F5B9-B917-44A1-A983-E83E7762DD26}" dt="2025-05-02T08:14:10.475" v="185" actId="478"/>
          <pc:sldLayoutMkLst>
            <pc:docMk/>
            <pc:sldMasterMk cId="2982416332" sldId="2147483661"/>
            <pc:sldLayoutMk cId="795706914" sldId="2147483671"/>
          </pc:sldLayoutMkLst>
        </pc:sldLayoutChg>
        <pc:sldLayoutChg chg="delSp mod">
          <pc:chgData name="Alexandre Quach" userId="03a3b9a4-365b-425e-bba9-a77346403bac" providerId="ADAL" clId="{F991F5B9-B917-44A1-A983-E83E7762DD26}" dt="2025-05-02T08:14:05.937" v="184" actId="478"/>
          <pc:sldLayoutMkLst>
            <pc:docMk/>
            <pc:sldMasterMk cId="2982416332" sldId="2147483661"/>
            <pc:sldLayoutMk cId="2704411159" sldId="2147483672"/>
          </pc:sldLayoutMkLst>
        </pc:sldLayoutChg>
        <pc:sldLayoutChg chg="delSp mod">
          <pc:chgData name="Alexandre Quach" userId="03a3b9a4-365b-425e-bba9-a77346403bac" providerId="ADAL" clId="{F991F5B9-B917-44A1-A983-E83E7762DD26}" dt="2025-05-02T08:14:02.633" v="183" actId="478"/>
          <pc:sldLayoutMkLst>
            <pc:docMk/>
            <pc:sldMasterMk cId="2982416332" sldId="2147483661"/>
            <pc:sldLayoutMk cId="844736222" sldId="2147483673"/>
          </pc:sldLayoutMkLst>
        </pc:sldLayoutChg>
        <pc:sldLayoutChg chg="delSp mod">
          <pc:chgData name="Alexandre Quach" userId="03a3b9a4-365b-425e-bba9-a77346403bac" providerId="ADAL" clId="{F991F5B9-B917-44A1-A983-E83E7762DD26}" dt="2025-05-02T08:13:58.901" v="182" actId="478"/>
          <pc:sldLayoutMkLst>
            <pc:docMk/>
            <pc:sldMasterMk cId="2982416332" sldId="2147483661"/>
            <pc:sldLayoutMk cId="3663525546" sldId="2147483674"/>
          </pc:sldLayoutMkLst>
        </pc:sldLayoutChg>
        <pc:sldLayoutChg chg="delSp mod">
          <pc:chgData name="Alexandre Quach" userId="03a3b9a4-365b-425e-bba9-a77346403bac" providerId="ADAL" clId="{F991F5B9-B917-44A1-A983-E83E7762DD26}" dt="2025-05-02T08:13:52.178" v="181" actId="478"/>
          <pc:sldLayoutMkLst>
            <pc:docMk/>
            <pc:sldMasterMk cId="2982416332" sldId="2147483661"/>
            <pc:sldLayoutMk cId="3581242552" sldId="2147483675"/>
          </pc:sldLayoutMkLst>
        </pc:sldLayoutChg>
        <pc:sldLayoutChg chg="delSp mod">
          <pc:chgData name="Alexandre Quach" userId="03a3b9a4-365b-425e-bba9-a77346403bac" providerId="ADAL" clId="{F991F5B9-B917-44A1-A983-E83E7762DD26}" dt="2025-05-02T08:13:38.939" v="178" actId="478"/>
          <pc:sldLayoutMkLst>
            <pc:docMk/>
            <pc:sldMasterMk cId="2982416332" sldId="2147483661"/>
            <pc:sldLayoutMk cId="1040314901" sldId="2147483676"/>
          </pc:sldLayoutMkLst>
        </pc:sldLayoutChg>
        <pc:sldLayoutChg chg="delSp mod">
          <pc:chgData name="Alexandre Quach" userId="03a3b9a4-365b-425e-bba9-a77346403bac" providerId="ADAL" clId="{F991F5B9-B917-44A1-A983-E83E7762DD26}" dt="2025-05-02T08:13:34.957" v="177" actId="478"/>
          <pc:sldLayoutMkLst>
            <pc:docMk/>
            <pc:sldMasterMk cId="2982416332" sldId="2147483661"/>
            <pc:sldLayoutMk cId="618691233" sldId="2147483677"/>
          </pc:sldLayoutMkLst>
        </pc:sldLayoutChg>
        <pc:sldLayoutChg chg="delSp mod">
          <pc:chgData name="Alexandre Quach" userId="03a3b9a4-365b-425e-bba9-a77346403bac" providerId="ADAL" clId="{F991F5B9-B917-44A1-A983-E83E7762DD26}" dt="2025-05-02T08:13:30.802" v="176" actId="478"/>
          <pc:sldLayoutMkLst>
            <pc:docMk/>
            <pc:sldMasterMk cId="2982416332" sldId="2147483661"/>
            <pc:sldLayoutMk cId="568292358" sldId="2147483678"/>
          </pc:sldLayoutMkLst>
        </pc:sldLayoutChg>
        <pc:sldLayoutChg chg="delSp mod">
          <pc:chgData name="Alexandre Quach" userId="03a3b9a4-365b-425e-bba9-a77346403bac" providerId="ADAL" clId="{F991F5B9-B917-44A1-A983-E83E7762DD26}" dt="2025-05-02T08:13:25.386" v="175" actId="478"/>
          <pc:sldLayoutMkLst>
            <pc:docMk/>
            <pc:sldMasterMk cId="2982416332" sldId="2147483661"/>
            <pc:sldLayoutMk cId="247231061" sldId="2147483679"/>
          </pc:sldLayoutMkLst>
        </pc:sldLayoutChg>
        <pc:sldLayoutChg chg="delSp mod">
          <pc:chgData name="Alexandre Quach" userId="03a3b9a4-365b-425e-bba9-a77346403bac" providerId="ADAL" clId="{F991F5B9-B917-44A1-A983-E83E7762DD26}" dt="2025-05-02T08:13:47.922" v="180" actId="478"/>
          <pc:sldLayoutMkLst>
            <pc:docMk/>
            <pc:sldMasterMk cId="2982416332" sldId="2147483661"/>
            <pc:sldLayoutMk cId="973638593" sldId="2147483684"/>
          </pc:sldLayoutMkLst>
        </pc:sldLayoutChg>
        <pc:sldLayoutChg chg="delSp mod">
          <pc:chgData name="Alexandre Quach" userId="03a3b9a4-365b-425e-bba9-a77346403bac" providerId="ADAL" clId="{F991F5B9-B917-44A1-A983-E83E7762DD26}" dt="2025-05-02T08:13:43.518" v="179" actId="478"/>
          <pc:sldLayoutMkLst>
            <pc:docMk/>
            <pc:sldMasterMk cId="2982416332" sldId="2147483661"/>
            <pc:sldLayoutMk cId="1885737229" sldId="2147483685"/>
          </pc:sldLayoutMkLst>
        </pc:sldLayoutChg>
        <pc:sldLayoutChg chg="delSp mod">
          <pc:chgData name="Alexandre Quach" userId="03a3b9a4-365b-425e-bba9-a77346403bac" providerId="ADAL" clId="{F991F5B9-B917-44A1-A983-E83E7762DD26}" dt="2025-05-02T08:13:21.055" v="174" actId="478"/>
          <pc:sldLayoutMkLst>
            <pc:docMk/>
            <pc:sldMasterMk cId="2982416332" sldId="2147483661"/>
            <pc:sldLayoutMk cId="1487456249" sldId="214748368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0C527A-07D4-422F-A29E-BE3679BB3F79}" type="datetimeFigureOut">
              <a:rPr lang="fr-FR" smtClean="0"/>
              <a:t>03/06/2025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96AF65-E912-42BE-9CFE-A780E820DF8B}" type="slidenum">
              <a:rPr lang="fr-FR" smtClean="0"/>
              <a:t>‹N›</a:t>
            </a:fld>
            <a:endParaRPr lang="fr-FR"/>
          </a:p>
        </p:txBody>
      </p:sp>
    </p:spTree>
    <p:extLst>
      <p:ext uri="{BB962C8B-B14F-4D97-AF65-F5344CB8AC3E}">
        <p14:creationId xmlns:p14="http://schemas.microsoft.com/office/powerpoint/2010/main" val="3260456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FCFADE-5DD6-DA68-E8A4-400173FDD2D5}"/>
              </a:ext>
            </a:extLst>
          </p:cNvPr>
          <p:cNvSpPr>
            <a:spLocks noChangeAspect="1"/>
          </p:cNvSpPr>
          <p:nvPr userDrawn="1"/>
        </p:nvSpPr>
        <p:spPr>
          <a:xfrm>
            <a:off x="440286" y="614407"/>
            <a:ext cx="1197683" cy="6009030"/>
          </a:xfrm>
          <a:prstGeom prst="rect">
            <a:avLst/>
          </a:prstGeom>
          <a:solidFill>
            <a:srgbClr val="34657F"/>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a:extLst>
              <a:ext uri="{FF2B5EF4-FFF2-40B4-BE49-F238E27FC236}">
                <a16:creationId xmlns:a16="http://schemas.microsoft.com/office/drawing/2014/main" id="{958450B5-42F8-DEE9-4D82-D94C9A9DF168}"/>
              </a:ext>
            </a:extLst>
          </p:cNvPr>
          <p:cNvSpPr>
            <a:spLocks noChangeAspect="1"/>
          </p:cNvSpPr>
          <p:nvPr userDrawn="1"/>
        </p:nvSpPr>
        <p:spPr>
          <a:xfrm>
            <a:off x="1733383" y="614407"/>
            <a:ext cx="6209969" cy="600903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2" name="Rectangle 11">
            <a:extLst>
              <a:ext uri="{FF2B5EF4-FFF2-40B4-BE49-F238E27FC236}">
                <a16:creationId xmlns:a16="http://schemas.microsoft.com/office/drawing/2014/main" id="{AE398C8A-F6B5-56A3-695F-92582797A788}"/>
              </a:ext>
            </a:extLst>
          </p:cNvPr>
          <p:cNvSpPr>
            <a:spLocks noChangeAspect="1"/>
          </p:cNvSpPr>
          <p:nvPr userDrawn="1"/>
        </p:nvSpPr>
        <p:spPr>
          <a:xfrm>
            <a:off x="8038764" y="614407"/>
            <a:ext cx="3712949" cy="6009030"/>
          </a:xfrm>
          <a:prstGeom prst="rect">
            <a:avLst/>
          </a:prstGeom>
          <a:solidFill>
            <a:srgbClr val="8E2C48"/>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Title 1">
            <a:extLst>
              <a:ext uri="{FF2B5EF4-FFF2-40B4-BE49-F238E27FC236}">
                <a16:creationId xmlns:a16="http://schemas.microsoft.com/office/drawing/2014/main" id="{63F7A04F-0E16-DB15-A648-53C805624182}"/>
              </a:ext>
            </a:extLst>
          </p:cNvPr>
          <p:cNvSpPr>
            <a:spLocks noGrp="1"/>
          </p:cNvSpPr>
          <p:nvPr>
            <p:ph type="title" hasCustomPrompt="1"/>
          </p:nvPr>
        </p:nvSpPr>
        <p:spPr>
          <a:xfrm>
            <a:off x="2401292" y="3618922"/>
            <a:ext cx="4874150" cy="469047"/>
          </a:xfrm>
          <a:prstGeom prst="rect">
            <a:avLst/>
          </a:prstGeom>
        </p:spPr>
        <p:txBody>
          <a:bodyPr/>
          <a:lstStyle>
            <a:lvl1pPr algn="ctr">
              <a:defRPr sz="4000" spc="750" baseline="0">
                <a:latin typeface="Avenir Next LT Pro Light" panose="020B0304020202020204" pitchFamily="34" charset="0"/>
              </a:defRPr>
            </a:lvl1pPr>
          </a:lstStyle>
          <a:p>
            <a:r>
              <a:rPr lang="en-US"/>
              <a:t>EDIT </a:t>
            </a:r>
            <a:r>
              <a:rPr lang="en-US" err="1"/>
              <a:t>Titre</a:t>
            </a:r>
            <a:r>
              <a:rPr lang="en-US"/>
              <a:t> court</a:t>
            </a:r>
          </a:p>
        </p:txBody>
      </p:sp>
      <p:sp>
        <p:nvSpPr>
          <p:cNvPr id="9" name="Rectangle 8"/>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2" name="Rectangle 9"/>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3" name="Rectangle 10"/>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091870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FCFADE-5DD6-DA68-E8A4-400173FDD2D5}"/>
              </a:ext>
            </a:extLst>
          </p:cNvPr>
          <p:cNvSpPr>
            <a:spLocks noChangeAspect="1"/>
          </p:cNvSpPr>
          <p:nvPr userDrawn="1"/>
        </p:nvSpPr>
        <p:spPr>
          <a:xfrm>
            <a:off x="440286" y="614407"/>
            <a:ext cx="1197683" cy="600903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a:extLst>
              <a:ext uri="{FF2B5EF4-FFF2-40B4-BE49-F238E27FC236}">
                <a16:creationId xmlns:a16="http://schemas.microsoft.com/office/drawing/2014/main" id="{958450B5-42F8-DEE9-4D82-D94C9A9DF168}"/>
              </a:ext>
            </a:extLst>
          </p:cNvPr>
          <p:cNvSpPr>
            <a:spLocks noChangeAspect="1"/>
          </p:cNvSpPr>
          <p:nvPr userDrawn="1"/>
        </p:nvSpPr>
        <p:spPr>
          <a:xfrm>
            <a:off x="1733383" y="614407"/>
            <a:ext cx="6209969" cy="6009030"/>
          </a:xfrm>
          <a:prstGeom prst="rect">
            <a:avLst/>
          </a:prstGeom>
          <a:solidFill>
            <a:srgbClr val="34657F"/>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Title 1">
            <a:extLst>
              <a:ext uri="{FF2B5EF4-FFF2-40B4-BE49-F238E27FC236}">
                <a16:creationId xmlns:a16="http://schemas.microsoft.com/office/drawing/2014/main" id="{63F7A04F-0E16-DB15-A648-53C805624182}"/>
              </a:ext>
            </a:extLst>
          </p:cNvPr>
          <p:cNvSpPr>
            <a:spLocks noGrp="1"/>
          </p:cNvSpPr>
          <p:nvPr>
            <p:ph type="title" hasCustomPrompt="1"/>
          </p:nvPr>
        </p:nvSpPr>
        <p:spPr>
          <a:xfrm>
            <a:off x="2401292" y="3618922"/>
            <a:ext cx="4874150" cy="469047"/>
          </a:xfrm>
          <a:prstGeom prst="rect">
            <a:avLst/>
          </a:prstGeom>
        </p:spPr>
        <p:txBody>
          <a:bodyPr/>
          <a:lstStyle>
            <a:lvl1pPr algn="ctr">
              <a:defRPr sz="4000" spc="750" baseline="0">
                <a:latin typeface="Avenir Next LT Pro Light" panose="020B0304020202020204" pitchFamily="34" charset="0"/>
              </a:defRPr>
            </a:lvl1pPr>
          </a:lstStyle>
          <a:p>
            <a:r>
              <a:rPr lang="en-US"/>
              <a:t>EDIT </a:t>
            </a:r>
            <a:r>
              <a:rPr lang="en-US" err="1"/>
              <a:t>Titre</a:t>
            </a:r>
            <a:r>
              <a:rPr lang="en-US"/>
              <a:t> court</a:t>
            </a:r>
          </a:p>
        </p:txBody>
      </p:sp>
      <p:sp>
        <p:nvSpPr>
          <p:cNvPr id="2" name="Rectangle 1">
            <a:extLst>
              <a:ext uri="{FF2B5EF4-FFF2-40B4-BE49-F238E27FC236}">
                <a16:creationId xmlns:a16="http://schemas.microsoft.com/office/drawing/2014/main" id="{C455A2DD-6D16-17CE-012A-9ADCA0FBBCC8}"/>
              </a:ext>
            </a:extLst>
          </p:cNvPr>
          <p:cNvSpPr>
            <a:spLocks noChangeAspect="1"/>
          </p:cNvSpPr>
          <p:nvPr userDrawn="1"/>
        </p:nvSpPr>
        <p:spPr>
          <a:xfrm>
            <a:off x="8038764" y="614407"/>
            <a:ext cx="3712949" cy="600903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Rectangle 8">
            <a:extLst>
              <a:ext uri="{FF2B5EF4-FFF2-40B4-BE49-F238E27FC236}">
                <a16:creationId xmlns:a16="http://schemas.microsoft.com/office/drawing/2014/main" id="{906B0B64-12CB-C286-3970-64D4B6615D62}"/>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4" name="Rectangle 9">
            <a:extLst>
              <a:ext uri="{FF2B5EF4-FFF2-40B4-BE49-F238E27FC236}">
                <a16:creationId xmlns:a16="http://schemas.microsoft.com/office/drawing/2014/main" id="{85B5E719-CCAC-E698-E567-67E7A78EDE8B}"/>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10">
            <a:extLst>
              <a:ext uri="{FF2B5EF4-FFF2-40B4-BE49-F238E27FC236}">
                <a16:creationId xmlns:a16="http://schemas.microsoft.com/office/drawing/2014/main" id="{B3033467-E05A-2C6E-BD56-258BC9872084}"/>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6193992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FCFADE-5DD6-DA68-E8A4-400173FDD2D5}"/>
              </a:ext>
            </a:extLst>
          </p:cNvPr>
          <p:cNvSpPr>
            <a:spLocks noChangeAspect="1"/>
          </p:cNvSpPr>
          <p:nvPr userDrawn="1"/>
        </p:nvSpPr>
        <p:spPr>
          <a:xfrm>
            <a:off x="440286" y="614407"/>
            <a:ext cx="1197683" cy="6009030"/>
          </a:xfrm>
          <a:prstGeom prst="rect">
            <a:avLst/>
          </a:prstGeom>
          <a:solidFill>
            <a:srgbClr val="60546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a:extLst>
              <a:ext uri="{FF2B5EF4-FFF2-40B4-BE49-F238E27FC236}">
                <a16:creationId xmlns:a16="http://schemas.microsoft.com/office/drawing/2014/main" id="{958450B5-42F8-DEE9-4D82-D94C9A9DF168}"/>
              </a:ext>
            </a:extLst>
          </p:cNvPr>
          <p:cNvSpPr>
            <a:spLocks noChangeAspect="1"/>
          </p:cNvSpPr>
          <p:nvPr userDrawn="1"/>
        </p:nvSpPr>
        <p:spPr>
          <a:xfrm>
            <a:off x="1733383" y="614407"/>
            <a:ext cx="6209969" cy="6009030"/>
          </a:xfrm>
          <a:prstGeom prst="rect">
            <a:avLst/>
          </a:prstGeom>
          <a:solidFill>
            <a:srgbClr val="8E2C48"/>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Title 1">
            <a:extLst>
              <a:ext uri="{FF2B5EF4-FFF2-40B4-BE49-F238E27FC236}">
                <a16:creationId xmlns:a16="http://schemas.microsoft.com/office/drawing/2014/main" id="{63F7A04F-0E16-DB15-A648-53C805624182}"/>
              </a:ext>
            </a:extLst>
          </p:cNvPr>
          <p:cNvSpPr>
            <a:spLocks noGrp="1"/>
          </p:cNvSpPr>
          <p:nvPr>
            <p:ph type="title" hasCustomPrompt="1"/>
          </p:nvPr>
        </p:nvSpPr>
        <p:spPr>
          <a:xfrm>
            <a:off x="2401292" y="3618922"/>
            <a:ext cx="4874150" cy="469047"/>
          </a:xfrm>
          <a:prstGeom prst="rect">
            <a:avLst/>
          </a:prstGeom>
        </p:spPr>
        <p:txBody>
          <a:bodyPr/>
          <a:lstStyle>
            <a:lvl1pPr algn="ctr">
              <a:defRPr sz="4000" spc="750" baseline="0">
                <a:latin typeface="Avenir Next LT Pro Light" panose="020B0304020202020204" pitchFamily="34" charset="0"/>
              </a:defRPr>
            </a:lvl1pPr>
          </a:lstStyle>
          <a:p>
            <a:r>
              <a:rPr lang="en-US"/>
              <a:t>EDIT </a:t>
            </a:r>
            <a:r>
              <a:rPr lang="en-US" err="1"/>
              <a:t>Titre</a:t>
            </a:r>
            <a:r>
              <a:rPr lang="en-US"/>
              <a:t> court</a:t>
            </a:r>
          </a:p>
        </p:txBody>
      </p:sp>
      <p:sp>
        <p:nvSpPr>
          <p:cNvPr id="2" name="Rectangle 1">
            <a:extLst>
              <a:ext uri="{FF2B5EF4-FFF2-40B4-BE49-F238E27FC236}">
                <a16:creationId xmlns:a16="http://schemas.microsoft.com/office/drawing/2014/main" id="{6CD74D51-5D14-03C7-FF99-FD9F00960215}"/>
              </a:ext>
            </a:extLst>
          </p:cNvPr>
          <p:cNvSpPr>
            <a:spLocks noChangeAspect="1"/>
          </p:cNvSpPr>
          <p:nvPr userDrawn="1"/>
        </p:nvSpPr>
        <p:spPr>
          <a:xfrm>
            <a:off x="8038764" y="614407"/>
            <a:ext cx="3712949" cy="600903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Rectangle 8">
            <a:extLst>
              <a:ext uri="{FF2B5EF4-FFF2-40B4-BE49-F238E27FC236}">
                <a16:creationId xmlns:a16="http://schemas.microsoft.com/office/drawing/2014/main" id="{BDDADDFB-2FA6-2242-360C-70F1C4B2C5CB}"/>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4" name="Rectangle 9">
            <a:extLst>
              <a:ext uri="{FF2B5EF4-FFF2-40B4-BE49-F238E27FC236}">
                <a16:creationId xmlns:a16="http://schemas.microsoft.com/office/drawing/2014/main" id="{5C276AE1-59BD-6A51-2A97-6C0DAFD83FAE}"/>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10">
            <a:extLst>
              <a:ext uri="{FF2B5EF4-FFF2-40B4-BE49-F238E27FC236}">
                <a16:creationId xmlns:a16="http://schemas.microsoft.com/office/drawing/2014/main" id="{BE80F7AD-9D3D-736A-7D1C-16B68B3F970C}"/>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96596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FCFADE-5DD6-DA68-E8A4-400173FDD2D5}"/>
              </a:ext>
            </a:extLst>
          </p:cNvPr>
          <p:cNvSpPr>
            <a:spLocks noChangeAspect="1"/>
          </p:cNvSpPr>
          <p:nvPr userDrawn="1"/>
        </p:nvSpPr>
        <p:spPr>
          <a:xfrm>
            <a:off x="440286" y="614407"/>
            <a:ext cx="1197683" cy="600903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a:extLst>
              <a:ext uri="{FF2B5EF4-FFF2-40B4-BE49-F238E27FC236}">
                <a16:creationId xmlns:a16="http://schemas.microsoft.com/office/drawing/2014/main" id="{958450B5-42F8-DEE9-4D82-D94C9A9DF168}"/>
              </a:ext>
            </a:extLst>
          </p:cNvPr>
          <p:cNvSpPr>
            <a:spLocks noChangeAspect="1"/>
          </p:cNvSpPr>
          <p:nvPr userDrawn="1"/>
        </p:nvSpPr>
        <p:spPr>
          <a:xfrm>
            <a:off x="1733383" y="614407"/>
            <a:ext cx="6209969" cy="600903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Title 1">
            <a:extLst>
              <a:ext uri="{FF2B5EF4-FFF2-40B4-BE49-F238E27FC236}">
                <a16:creationId xmlns:a16="http://schemas.microsoft.com/office/drawing/2014/main" id="{63F7A04F-0E16-DB15-A648-53C805624182}"/>
              </a:ext>
            </a:extLst>
          </p:cNvPr>
          <p:cNvSpPr>
            <a:spLocks noGrp="1"/>
          </p:cNvSpPr>
          <p:nvPr>
            <p:ph type="title" hasCustomPrompt="1"/>
          </p:nvPr>
        </p:nvSpPr>
        <p:spPr>
          <a:xfrm>
            <a:off x="2401292" y="3618922"/>
            <a:ext cx="4874150" cy="469047"/>
          </a:xfrm>
          <a:prstGeom prst="rect">
            <a:avLst/>
          </a:prstGeom>
        </p:spPr>
        <p:txBody>
          <a:bodyPr/>
          <a:lstStyle>
            <a:lvl1pPr algn="ctr">
              <a:defRPr sz="4000" spc="750" baseline="0">
                <a:latin typeface="Avenir Next LT Pro Light" panose="020B0304020202020204" pitchFamily="34" charset="0"/>
              </a:defRPr>
            </a:lvl1pPr>
          </a:lstStyle>
          <a:p>
            <a:r>
              <a:rPr lang="en-US"/>
              <a:t>EDIT </a:t>
            </a:r>
            <a:r>
              <a:rPr lang="en-US" err="1"/>
              <a:t>Titre</a:t>
            </a:r>
            <a:r>
              <a:rPr lang="en-US"/>
              <a:t> court</a:t>
            </a:r>
          </a:p>
        </p:txBody>
      </p:sp>
      <p:sp>
        <p:nvSpPr>
          <p:cNvPr id="2" name="Rectangle 1">
            <a:extLst>
              <a:ext uri="{FF2B5EF4-FFF2-40B4-BE49-F238E27FC236}">
                <a16:creationId xmlns:a16="http://schemas.microsoft.com/office/drawing/2014/main" id="{6CD74D51-5D14-03C7-FF99-FD9F00960215}"/>
              </a:ext>
            </a:extLst>
          </p:cNvPr>
          <p:cNvSpPr>
            <a:spLocks noChangeAspect="1"/>
          </p:cNvSpPr>
          <p:nvPr userDrawn="1"/>
        </p:nvSpPr>
        <p:spPr>
          <a:xfrm>
            <a:off x="8038764" y="614407"/>
            <a:ext cx="3712949" cy="6009030"/>
          </a:xfrm>
          <a:prstGeom prst="rect">
            <a:avLst/>
          </a:prstGeom>
          <a:solidFill>
            <a:srgbClr val="60546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Rectangle 8">
            <a:extLst>
              <a:ext uri="{FF2B5EF4-FFF2-40B4-BE49-F238E27FC236}">
                <a16:creationId xmlns:a16="http://schemas.microsoft.com/office/drawing/2014/main" id="{B3685FAF-0B7B-BA9C-41C4-78C999E1C4BA}"/>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4" name="Rectangle 9">
            <a:extLst>
              <a:ext uri="{FF2B5EF4-FFF2-40B4-BE49-F238E27FC236}">
                <a16:creationId xmlns:a16="http://schemas.microsoft.com/office/drawing/2014/main" id="{20EEB6B7-6EDD-C8AB-30F8-3FDFDCA20C89}"/>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10">
            <a:extLst>
              <a:ext uri="{FF2B5EF4-FFF2-40B4-BE49-F238E27FC236}">
                <a16:creationId xmlns:a16="http://schemas.microsoft.com/office/drawing/2014/main" id="{8D42BBB2-46F2-7A23-3ECF-6B62E7547341}"/>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079890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re court viole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5817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court viole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8">
            <a:extLst>
              <a:ext uri="{FF2B5EF4-FFF2-40B4-BE49-F238E27FC236}">
                <a16:creationId xmlns:a16="http://schemas.microsoft.com/office/drawing/2014/main" id="{7ED7DC72-456B-B0A0-CF2E-D2849B013284}"/>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4" name="Rectangle 9">
            <a:extLst>
              <a:ext uri="{FF2B5EF4-FFF2-40B4-BE49-F238E27FC236}">
                <a16:creationId xmlns:a16="http://schemas.microsoft.com/office/drawing/2014/main" id="{9B0E1A8C-FF8C-ACB0-4943-C8895C7C6B14}"/>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10">
            <a:extLst>
              <a:ext uri="{FF2B5EF4-FFF2-40B4-BE49-F238E27FC236}">
                <a16:creationId xmlns:a16="http://schemas.microsoft.com/office/drawing/2014/main" id="{4EB353E9-7B3D-AB0F-E9AA-6D594227C984}"/>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itle 1">
            <a:extLst>
              <a:ext uri="{FF2B5EF4-FFF2-40B4-BE49-F238E27FC236}">
                <a16:creationId xmlns:a16="http://schemas.microsoft.com/office/drawing/2014/main" id="{31F651CE-F036-C11E-2CE7-EB28990A6B8D}"/>
              </a:ext>
            </a:extLst>
          </p:cNvPr>
          <p:cNvSpPr txBox="1">
            <a:spLocks/>
          </p:cNvSpPr>
          <p:nvPr userDrawn="1"/>
        </p:nvSpPr>
        <p:spPr>
          <a:xfrm>
            <a:off x="581192" y="1147155"/>
            <a:ext cx="11029616" cy="469047"/>
          </a:xfrm>
          <a:prstGeom prst="rect">
            <a:avLst/>
          </a:prstGeom>
        </p:spPr>
        <p:txBody>
          <a:bodyPr/>
          <a:lstStyle>
            <a:lvl1pPr algn="ctr" defTabSz="457200" rtl="0" eaLnBrk="1" latinLnBrk="0" hangingPunct="1">
              <a:spcBef>
                <a:spcPct val="0"/>
              </a:spcBef>
              <a:buNone/>
              <a:defRPr sz="2800" b="0" kern="1200" cap="all" spc="750" baseline="0">
                <a:solidFill>
                  <a:schemeClr val="bg1"/>
                </a:solidFill>
                <a:latin typeface="Avenir Next LT Pro Light" panose="020B03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EDIT Titre court</a:t>
            </a:r>
          </a:p>
        </p:txBody>
      </p:sp>
      <p:pic>
        <p:nvPicPr>
          <p:cNvPr id="8" name="Immagine 7" descr="Immagine che contiene logo, Elementi grafici, Carattere, simbolo&#10;&#10;Descrizione generata automaticamente">
            <a:extLst>
              <a:ext uri="{FF2B5EF4-FFF2-40B4-BE49-F238E27FC236}">
                <a16:creationId xmlns:a16="http://schemas.microsoft.com/office/drawing/2014/main" id="{07E42FC6-F0AC-9D88-8A06-A5329C1076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4157686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court bordeaux">
    <p:bg>
      <p:bgPr>
        <a:solidFill>
          <a:schemeClr val="bg1"/>
        </a:solidFill>
        <a:effectLst/>
      </p:bgPr>
    </p:bg>
    <p:spTree>
      <p:nvGrpSpPr>
        <p:cNvPr id="1" name=""/>
        <p:cNvGrpSpPr/>
        <p:nvPr/>
      </p:nvGrpSpPr>
      <p:grpSpPr>
        <a:xfrm>
          <a:off x="0" y="0"/>
          <a:ext cx="0" cy="0"/>
          <a:chOff x="0" y="0"/>
          <a:chExt cx="0" cy="0"/>
        </a:xfrm>
      </p:grpSpPr>
      <p:sp>
        <p:nvSpPr>
          <p:cNvPr id="7" name="Rectangle 6"/>
          <p:cNvSpPr>
            <a:spLocks noChangeAspect="1"/>
          </p:cNvSpPr>
          <p:nvPr userDrawn="1"/>
        </p:nvSpPr>
        <p:spPr>
          <a:xfrm>
            <a:off x="440286" y="614407"/>
            <a:ext cx="11309338" cy="1189298"/>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8">
            <a:extLst>
              <a:ext uri="{FF2B5EF4-FFF2-40B4-BE49-F238E27FC236}">
                <a16:creationId xmlns:a16="http://schemas.microsoft.com/office/drawing/2014/main" id="{0E4874BB-BBD8-4D3F-205D-55D3547EE09B}"/>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4" name="Rectangle 9">
            <a:extLst>
              <a:ext uri="{FF2B5EF4-FFF2-40B4-BE49-F238E27FC236}">
                <a16:creationId xmlns:a16="http://schemas.microsoft.com/office/drawing/2014/main" id="{0C5E39A9-D8C4-748C-EBD7-CDBC1B11FEE1}"/>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10">
            <a:extLst>
              <a:ext uri="{FF2B5EF4-FFF2-40B4-BE49-F238E27FC236}">
                <a16:creationId xmlns:a16="http://schemas.microsoft.com/office/drawing/2014/main" id="{7404BA2C-2559-E4C7-51D9-9BE14C9E9B5D}"/>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Immagine 7" descr="Immagine che contiene logo, Elementi grafici, Carattere, simbolo&#10;&#10;Descrizione generata automaticamente">
            <a:extLst>
              <a:ext uri="{FF2B5EF4-FFF2-40B4-BE49-F238E27FC236}">
                <a16:creationId xmlns:a16="http://schemas.microsoft.com/office/drawing/2014/main" id="{478EA28B-D99E-A6E6-913C-3304EF2F82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3952844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court bleu">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D454602D-BD6B-0A71-0D5A-2C0B5162C29D}"/>
              </a:ext>
            </a:extLst>
          </p:cNvPr>
          <p:cNvSpPr>
            <a:spLocks noGrp="1"/>
          </p:cNvSpPr>
          <p:nvPr>
            <p:ph type="title" hasCustomPrompt="1"/>
          </p:nvPr>
        </p:nvSpPr>
        <p:spPr>
          <a:xfrm>
            <a:off x="581192" y="773723"/>
            <a:ext cx="11029616" cy="842479"/>
          </a:xfrm>
          <a:prstGeom prst="rect">
            <a:avLst/>
          </a:prstGeom>
        </p:spPr>
        <p:txBody>
          <a:bodyPr/>
          <a:lstStyle>
            <a:lvl1pPr algn="ctr">
              <a:defRPr spc="750" baseline="0">
                <a:latin typeface="Avenir Next LT Pro Light" panose="020B0304020202020204" pitchFamily="34" charset="0"/>
              </a:defRPr>
            </a:lvl1pPr>
          </a:lstStyle>
          <a:p>
            <a:r>
              <a:rPr lang="en-US" dirty="0"/>
              <a:t>EDIT </a:t>
            </a:r>
            <a:r>
              <a:rPr lang="en-US" dirty="0" err="1"/>
              <a:t>Titre</a:t>
            </a:r>
            <a:r>
              <a:rPr lang="en-US" dirty="0"/>
              <a:t> court</a:t>
            </a:r>
          </a:p>
        </p:txBody>
      </p:sp>
      <p:sp>
        <p:nvSpPr>
          <p:cNvPr id="8" name="Rectangle 8">
            <a:extLst>
              <a:ext uri="{FF2B5EF4-FFF2-40B4-BE49-F238E27FC236}">
                <a16:creationId xmlns:a16="http://schemas.microsoft.com/office/drawing/2014/main" id="{A8B4D9FD-9F8F-B6A0-4826-72672EA6E26F}"/>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08D7FF0A-9E74-E8AF-7D0B-33CCE902EF16}"/>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3BE5BDF4-C58E-5E99-0F2C-4EF7F33CF975}"/>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E37479CF-B0F3-22CD-AA07-6978B6A917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38352073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re court ver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D454602D-BD6B-0A71-0D5A-2C0B5162C29D}"/>
              </a:ext>
            </a:extLst>
          </p:cNvPr>
          <p:cNvSpPr>
            <a:spLocks noGrp="1"/>
          </p:cNvSpPr>
          <p:nvPr>
            <p:ph type="title" hasCustomPrompt="1"/>
          </p:nvPr>
        </p:nvSpPr>
        <p:spPr>
          <a:xfrm>
            <a:off x="581192" y="715109"/>
            <a:ext cx="11029616" cy="901094"/>
          </a:xfrm>
          <a:prstGeom prst="rect">
            <a:avLst/>
          </a:prstGeom>
        </p:spPr>
        <p:txBody>
          <a:bodyPr/>
          <a:lstStyle>
            <a:lvl1pPr algn="ctr">
              <a:defRPr spc="750" baseline="0">
                <a:latin typeface="Avenir Next LT Pro Light" panose="020B0304020202020204" pitchFamily="34" charset="0"/>
              </a:defRPr>
            </a:lvl1pPr>
          </a:lstStyle>
          <a:p>
            <a:r>
              <a:rPr lang="en-US" dirty="0"/>
              <a:t>EDIT </a:t>
            </a:r>
            <a:r>
              <a:rPr lang="en-US" dirty="0" err="1"/>
              <a:t>Titre</a:t>
            </a:r>
            <a:r>
              <a:rPr lang="en-US" dirty="0"/>
              <a:t> court</a:t>
            </a:r>
          </a:p>
        </p:txBody>
      </p:sp>
      <p:sp>
        <p:nvSpPr>
          <p:cNvPr id="8" name="Rectangle 8">
            <a:extLst>
              <a:ext uri="{FF2B5EF4-FFF2-40B4-BE49-F238E27FC236}">
                <a16:creationId xmlns:a16="http://schemas.microsoft.com/office/drawing/2014/main" id="{C2061C22-93FD-408A-723F-9D2B95D9195A}"/>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875ECB46-256F-0DD2-9B8C-4407491E932A}"/>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F12EDE58-1CE1-D1E1-B2BE-DC9D3535AEC7}"/>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E3288278-D9F5-5D2C-8E99-24E15B2A63E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17848641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re court gri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D454602D-BD6B-0A71-0D5A-2C0B5162C29D}"/>
              </a:ext>
            </a:extLst>
          </p:cNvPr>
          <p:cNvSpPr>
            <a:spLocks noGrp="1"/>
          </p:cNvSpPr>
          <p:nvPr>
            <p:ph type="title" hasCustomPrompt="1"/>
          </p:nvPr>
        </p:nvSpPr>
        <p:spPr>
          <a:xfrm>
            <a:off x="581192" y="762001"/>
            <a:ext cx="11029616" cy="854202"/>
          </a:xfrm>
          <a:prstGeom prst="rect">
            <a:avLst/>
          </a:prstGeom>
        </p:spPr>
        <p:txBody>
          <a:bodyPr/>
          <a:lstStyle>
            <a:lvl1pPr algn="ctr">
              <a:defRPr spc="750" baseline="0">
                <a:latin typeface="Avenir Next LT Pro Light" panose="020B0304020202020204" pitchFamily="34" charset="0"/>
              </a:defRPr>
            </a:lvl1pPr>
          </a:lstStyle>
          <a:p>
            <a:r>
              <a:rPr lang="en-US" dirty="0"/>
              <a:t>EDIT </a:t>
            </a:r>
            <a:r>
              <a:rPr lang="en-US" dirty="0" err="1"/>
              <a:t>Titre</a:t>
            </a:r>
            <a:r>
              <a:rPr lang="en-US" dirty="0"/>
              <a:t> court</a:t>
            </a:r>
          </a:p>
        </p:txBody>
      </p:sp>
      <p:sp>
        <p:nvSpPr>
          <p:cNvPr id="8" name="Rectangle 8">
            <a:extLst>
              <a:ext uri="{FF2B5EF4-FFF2-40B4-BE49-F238E27FC236}">
                <a16:creationId xmlns:a16="http://schemas.microsoft.com/office/drawing/2014/main" id="{90DEA308-96F1-0311-1B6B-454EDC611B3C}"/>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3238A82F-900A-4E33-7B7A-65B1F4B3C0D8}"/>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88D5DB1A-A340-507C-FB05-8FF94CD2FF69}"/>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BABF1125-461F-8602-E48C-7684A2E55D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7957069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long viole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7CE479C5-A60C-21E6-2D0C-339B394A2659}"/>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04E40109-1EB7-2658-44A8-B773C6000F33}"/>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234A7663-EFC0-D95F-C518-5E2292C780B7}"/>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6D9E26E1-6921-86EA-FF4A-9F6F2C0EE7DA}"/>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4D69A594-E99D-B37F-A9ED-91B1F55057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2704411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re long bordeaux">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11E4C511-1E82-CE71-54ED-1E9E6D7F2ED1}"/>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DDACB3A9-F8D4-E3A4-B49A-CD73B6F58D37}"/>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1773050E-4B3C-8443-BA01-4E3632A3E855}"/>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65FB5519-6B4E-34C4-1B0D-04F5956B5544}"/>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C6B95440-A2DD-ECE6-2AEF-3E5DCE5E9A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844736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long bleu">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E2E14868-FE41-2668-A6D8-A0DCA8D3B4B2}"/>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C827A3EE-2388-7266-8754-7C55DF778E0A}"/>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B2B1B0BB-42FE-E437-F236-795D0A942DA6}"/>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3D580A49-2564-3C95-6191-97EDCEE6F99D}"/>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766650CE-9965-B52B-12FF-7FD990287C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3663525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re long ver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E2E14868-FE41-2668-A6D8-A0DCA8D3B4B2}"/>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F285A6F7-9209-C194-DB75-F8A5AD3EE341}"/>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DEB6C767-03EA-0BAD-1663-EB510FC22801}"/>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C5FDCAF6-56CA-7BED-7D51-ACB088E98587}"/>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340EF7D8-1D52-4F23-049C-84EBDE9096D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35812425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re long orange">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rgbClr val="E87706"/>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E2E14868-FE41-2668-A6D8-A0DCA8D3B4B2}"/>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957B8456-9959-E669-1EEF-6F3B11CBDC44}"/>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5686B5ED-2A3A-39BB-A570-E9BD3966E635}"/>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69AA8FF3-AC44-18E7-D7CA-0EA40CCD9331}"/>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330C885F-14EC-65F6-3098-B3B5D253C7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9736385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re long blanc">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E2E14868-FE41-2668-A6D8-A0DCA8D3B4B2}"/>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solidFill>
                  <a:schemeClr val="tx1"/>
                </a:solidFill>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22758D99-F590-AA24-A21F-F07CD11F195D}"/>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CA650F4F-7632-F9BD-16B3-82126F673316}"/>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8B96639D-81CB-C2E7-5DA1-F42DACF8C9B5}"/>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A6485358-BAD5-1717-395C-35E3816543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18857372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re long gri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E2E14868-FE41-2668-A6D8-A0DCA8D3B4B2}"/>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49696EC3-D8AC-2AB1-EB47-987E5505DC04}"/>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ADE15938-67AA-2872-50FC-6C32A7945A04}"/>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B84BC818-9579-BC31-F046-FA2BA1F6E930}"/>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2AF9C54E-B1D1-BFA5-6E80-55A4DED9D4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10403149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41EE212-5F92-A0AE-E1C8-521EE819543A}"/>
              </a:ext>
            </a:extLst>
          </p:cNvPr>
          <p:cNvSpPr>
            <a:spLocks noGrp="1"/>
          </p:cNvSpPr>
          <p:nvPr>
            <p:ph type="title"/>
          </p:nvPr>
        </p:nvSpPr>
        <p:spPr>
          <a:xfrm>
            <a:off x="581192" y="1246908"/>
            <a:ext cx="11029616" cy="469047"/>
          </a:xfrm>
          <a:prstGeom prst="rect">
            <a:avLst/>
          </a:prstGeom>
        </p:spPr>
        <p:txBody>
          <a:bodyPr/>
          <a:lstStyle>
            <a:lvl1pPr>
              <a:defRPr spc="750" baseline="0">
                <a:latin typeface="Avenir Next LT Pro Light" panose="020B0304020202020204" pitchFamily="34" charset="0"/>
              </a:defRPr>
            </a:lvl1pPr>
          </a:lstStyle>
          <a:p>
            <a:r>
              <a:rPr lang="en-US"/>
              <a:t>Click to edit Master title style</a:t>
            </a:r>
          </a:p>
        </p:txBody>
      </p:sp>
      <p:sp>
        <p:nvSpPr>
          <p:cNvPr id="10" name="Rectangle 8">
            <a:extLst>
              <a:ext uri="{FF2B5EF4-FFF2-40B4-BE49-F238E27FC236}">
                <a16:creationId xmlns:a16="http://schemas.microsoft.com/office/drawing/2014/main" id="{5114A44C-D5E3-42D0-EEC3-3BB3053D3CBB}"/>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9">
            <a:extLst>
              <a:ext uri="{FF2B5EF4-FFF2-40B4-BE49-F238E27FC236}">
                <a16:creationId xmlns:a16="http://schemas.microsoft.com/office/drawing/2014/main" id="{D35F0E2D-E930-88B4-BB61-C543FFEB1BA0}"/>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0">
            <a:extLst>
              <a:ext uri="{FF2B5EF4-FFF2-40B4-BE49-F238E27FC236}">
                <a16:creationId xmlns:a16="http://schemas.microsoft.com/office/drawing/2014/main" id="{F6ED1406-541C-F475-6CC7-E219FEB4BD4E}"/>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5" name="Immagine 4" descr="Immagine che contiene logo, Elementi grafici, Carattere, simbolo&#10;&#10;Descrizione generata automaticamente">
            <a:extLst>
              <a:ext uri="{FF2B5EF4-FFF2-40B4-BE49-F238E27FC236}">
                <a16:creationId xmlns:a16="http://schemas.microsoft.com/office/drawing/2014/main" id="{B4C87589-0C5B-1303-5FCF-F5BEBE493B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6186912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latin typeface="Avenir Next LT Pro Light" panose="020B03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lvl1pPr>
              <a:defRPr>
                <a:latin typeface="Avenir Next LT Pro Light" panose="020B0304020202020204" pitchFamily="34" charset="0"/>
              </a:defRPr>
            </a:lvl1pPr>
            <a:lvl2pPr>
              <a:defRPr>
                <a:latin typeface="Avenir Next LT Pro Light" panose="020B0304020202020204" pitchFamily="34" charset="0"/>
              </a:defRPr>
            </a:lvl2pPr>
            <a:lvl3pPr>
              <a:defRPr>
                <a:latin typeface="Avenir Next LT Pro Light" panose="020B0304020202020204" pitchFamily="34" charset="0"/>
              </a:defRPr>
            </a:lvl3pPr>
            <a:lvl4pPr>
              <a:defRPr>
                <a:latin typeface="Avenir Next LT Pro Light" panose="020B0304020202020204" pitchFamily="34" charset="0"/>
              </a:defRPr>
            </a:lvl4pPr>
            <a:lvl5pPr>
              <a:defRPr>
                <a:latin typeface="Avenir Next LT Pro Light" panose="020B03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latin typeface="Avenir Next LT Pro Light" panose="020B03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lvl1pPr>
              <a:defRPr>
                <a:latin typeface="Avenir Next LT Pro Light" panose="020B0304020202020204" pitchFamily="34" charset="0"/>
              </a:defRPr>
            </a:lvl1pPr>
            <a:lvl2pPr>
              <a:defRPr>
                <a:latin typeface="Avenir Next LT Pro Light" panose="020B0304020202020204" pitchFamily="34" charset="0"/>
              </a:defRPr>
            </a:lvl2pPr>
            <a:lvl3pPr>
              <a:defRPr>
                <a:latin typeface="Avenir Next LT Pro Light" panose="020B0304020202020204" pitchFamily="34" charset="0"/>
              </a:defRPr>
            </a:lvl3pPr>
            <a:lvl4pPr>
              <a:defRPr>
                <a:latin typeface="Avenir Next LT Pro Light" panose="020B0304020202020204" pitchFamily="34" charset="0"/>
              </a:defRPr>
            </a:lvl4pPr>
            <a:lvl5pPr>
              <a:defRPr>
                <a:latin typeface="Avenir Next LT Pro Light" panose="020B03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a:extLst>
              <a:ext uri="{FF2B5EF4-FFF2-40B4-BE49-F238E27FC236}">
                <a16:creationId xmlns:a16="http://schemas.microsoft.com/office/drawing/2014/main" id="{D76612BB-D5BD-E5EA-67B4-CC41703DAB40}"/>
              </a:ext>
            </a:extLst>
          </p:cNvPr>
          <p:cNvSpPr>
            <a:spLocks noGrp="1"/>
          </p:cNvSpPr>
          <p:nvPr>
            <p:ph type="title"/>
          </p:nvPr>
        </p:nvSpPr>
        <p:spPr>
          <a:xfrm>
            <a:off x="581192" y="1246908"/>
            <a:ext cx="11029616" cy="469047"/>
          </a:xfrm>
          <a:prstGeom prst="rect">
            <a:avLst/>
          </a:prstGeom>
        </p:spPr>
        <p:txBody>
          <a:bodyPr/>
          <a:lstStyle>
            <a:lvl1pPr>
              <a:defRPr spc="750" baseline="0">
                <a:latin typeface="Avenir Next LT Pro Light" panose="020B0304020202020204" pitchFamily="34" charset="0"/>
              </a:defRPr>
            </a:lvl1pPr>
          </a:lstStyle>
          <a:p>
            <a:r>
              <a:rPr lang="en-US"/>
              <a:t>Click to edit Master title style</a:t>
            </a:r>
          </a:p>
        </p:txBody>
      </p:sp>
      <p:sp>
        <p:nvSpPr>
          <p:cNvPr id="12" name="Rectangle 8">
            <a:extLst>
              <a:ext uri="{FF2B5EF4-FFF2-40B4-BE49-F238E27FC236}">
                <a16:creationId xmlns:a16="http://schemas.microsoft.com/office/drawing/2014/main" id="{A59F4DE8-8CCE-E531-2B12-0D89B668355C}"/>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9">
            <a:extLst>
              <a:ext uri="{FF2B5EF4-FFF2-40B4-BE49-F238E27FC236}">
                <a16:creationId xmlns:a16="http://schemas.microsoft.com/office/drawing/2014/main" id="{7734DEA0-CC0D-C7E3-4190-7A57C160D897}"/>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10">
            <a:extLst>
              <a:ext uri="{FF2B5EF4-FFF2-40B4-BE49-F238E27FC236}">
                <a16:creationId xmlns:a16="http://schemas.microsoft.com/office/drawing/2014/main" id="{BF1F22BC-F715-336F-1457-84F5D111F3BC}"/>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F0B2FB6D-8642-CECA-4ECD-99B00F6ED5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5682923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itle 1">
            <a:extLst>
              <a:ext uri="{FF2B5EF4-FFF2-40B4-BE49-F238E27FC236}">
                <a16:creationId xmlns:a16="http://schemas.microsoft.com/office/drawing/2014/main" id="{A9416B56-F0DE-A802-5693-A1DBCF514625}"/>
              </a:ext>
            </a:extLst>
          </p:cNvPr>
          <p:cNvSpPr>
            <a:spLocks noGrp="1"/>
          </p:cNvSpPr>
          <p:nvPr>
            <p:ph type="title"/>
          </p:nvPr>
        </p:nvSpPr>
        <p:spPr>
          <a:xfrm>
            <a:off x="581192" y="1246908"/>
            <a:ext cx="11029616" cy="469047"/>
          </a:xfrm>
          <a:prstGeom prst="rect">
            <a:avLst/>
          </a:prstGeom>
        </p:spPr>
        <p:txBody>
          <a:bodyPr/>
          <a:lstStyle>
            <a:lvl1pPr>
              <a:defRPr spc="750" baseline="0">
                <a:latin typeface="Avenir Next LT Pro Light" panose="020B0304020202020204" pitchFamily="34" charset="0"/>
              </a:defRPr>
            </a:lvl1pPr>
          </a:lstStyle>
          <a:p>
            <a:r>
              <a:rPr lang="en-US" dirty="0"/>
              <a:t>Click to edit Master title style</a:t>
            </a:r>
          </a:p>
        </p:txBody>
      </p:sp>
      <p:sp>
        <p:nvSpPr>
          <p:cNvPr id="8" name="Rectangle 8">
            <a:extLst>
              <a:ext uri="{FF2B5EF4-FFF2-40B4-BE49-F238E27FC236}">
                <a16:creationId xmlns:a16="http://schemas.microsoft.com/office/drawing/2014/main" id="{160685EE-D8FF-6E64-3465-7A1B20D8C8C6}"/>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D7F00FA9-84C2-FDAA-CA9F-F9CD8DADA9E7}"/>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a:extLst>
              <a:ext uri="{FF2B5EF4-FFF2-40B4-BE49-F238E27FC236}">
                <a16:creationId xmlns:a16="http://schemas.microsoft.com/office/drawing/2014/main" id="{0797B3AC-16E8-08D1-6B4A-8D6E8D929B67}"/>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4558C855-F4C8-B353-B429-A7F12D4388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2472310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a:prstGeom prst="rect">
            <a:avLst/>
          </a:prstGeo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605951" y="5956137"/>
            <a:ext cx="2844799" cy="365125"/>
          </a:xfrm>
          <a:prstGeom prst="rect">
            <a:avLst/>
          </a:prstGeom>
        </p:spPr>
        <p:txBody>
          <a:bodyPr/>
          <a:lstStyle>
            <a:lvl1pPr>
              <a:defRPr>
                <a:solidFill>
                  <a:schemeClr val="accent1">
                    <a:lumMod val="75000"/>
                    <a:lumOff val="25000"/>
                  </a:schemeClr>
                </a:solidFill>
              </a:defRPr>
            </a:lvl1pPr>
          </a:lstStyle>
          <a:p>
            <a:fld id="{B61BEF0D-F0BB-DE4B-95CE-6DB70DBA9567}" type="datetimeFigureOut">
              <a:rPr lang="en-US" dirty="0"/>
              <a:pPr/>
              <a:t>6/3/2025</a:t>
            </a:fld>
            <a:endParaRPr lang="en-US"/>
          </a:p>
        </p:txBody>
      </p:sp>
      <p:sp>
        <p:nvSpPr>
          <p:cNvPr id="6" name="Footer Placeholder 5"/>
          <p:cNvSpPr>
            <a:spLocks noGrp="1"/>
          </p:cNvSpPr>
          <p:nvPr>
            <p:ph type="ftr" sz="quarter" idx="11"/>
          </p:nvPr>
        </p:nvSpPr>
        <p:spPr>
          <a:xfrm>
            <a:off x="581192" y="5951811"/>
            <a:ext cx="6917210" cy="365125"/>
          </a:xfrm>
          <a:prstGeom prst="rect">
            <a:avLst/>
          </a:prstGeom>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a:xfrm>
            <a:off x="10558300" y="5956137"/>
            <a:ext cx="1052510" cy="365125"/>
          </a:xfrm>
          <a:prstGeom prst="rect">
            <a:avLst/>
          </a:prstGeom>
        </p:spPr>
        <p:txBody>
          <a:bodyPr/>
          <a:lstStyle>
            <a:lvl1pPr>
              <a:defRPr>
                <a:solidFill>
                  <a:schemeClr val="accent1">
                    <a:lumMod val="75000"/>
                    <a:lumOff val="25000"/>
                  </a:schemeClr>
                </a:solidFill>
              </a:defRPr>
            </a:lvl1pPr>
          </a:lstStyle>
          <a:p>
            <a:fld id="{D57F1E4F-1CFF-5643-939E-217C01CDF565}" type="slidenum">
              <a:rPr lang="en-US" dirty="0"/>
              <a:pPr/>
              <a:t>‹N›</a:t>
            </a:fld>
            <a:endParaRPr lang="en-US"/>
          </a:p>
        </p:txBody>
      </p:sp>
      <p:pic>
        <p:nvPicPr>
          <p:cNvPr id="10" name="Image 246" descr="Une image contenant texte, clipart&#10;&#10;Description générée automatiquement">
            <a:extLst>
              <a:ext uri="{FF2B5EF4-FFF2-40B4-BE49-F238E27FC236}">
                <a16:creationId xmlns:a16="http://schemas.microsoft.com/office/drawing/2014/main" id="{5823EAB7-14C6-4D84-B784-92DE34C2D090}"/>
              </a:ext>
            </a:extLst>
          </p:cNvPr>
          <p:cNvPicPr>
            <a:picLocks noChangeAspect="1"/>
          </p:cNvPicPr>
          <p:nvPr userDrawn="1"/>
        </p:nvPicPr>
        <p:blipFill rotWithShape="1">
          <a:blip r:embed="rId2"/>
          <a:srcRect l="3900" r="4178" b="-899"/>
          <a:stretch/>
        </p:blipFill>
        <p:spPr>
          <a:xfrm>
            <a:off x="10563414" y="6145133"/>
            <a:ext cx="1373116" cy="617815"/>
          </a:xfrm>
          <a:prstGeom prst="rect">
            <a:avLst/>
          </a:prstGeom>
          <a:ln>
            <a:noFill/>
          </a:ln>
          <a:effectLst/>
        </p:spPr>
      </p:pic>
      <p:sp>
        <p:nvSpPr>
          <p:cNvPr id="14" name="Rectangle 8">
            <a:extLst>
              <a:ext uri="{FF2B5EF4-FFF2-40B4-BE49-F238E27FC236}">
                <a16:creationId xmlns:a16="http://schemas.microsoft.com/office/drawing/2014/main" id="{48B2BB74-CFB8-8CA9-02C8-C917F4D0AF9C}"/>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9">
            <a:extLst>
              <a:ext uri="{FF2B5EF4-FFF2-40B4-BE49-F238E27FC236}">
                <a16:creationId xmlns:a16="http://schemas.microsoft.com/office/drawing/2014/main" id="{C4CA8950-3657-9117-8710-0499A2E7B0EA}"/>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0">
            <a:extLst>
              <a:ext uri="{FF2B5EF4-FFF2-40B4-BE49-F238E27FC236}">
                <a16:creationId xmlns:a16="http://schemas.microsoft.com/office/drawing/2014/main" id="{0EFCE4B5-63A4-B69E-8A09-213162ACB981}"/>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1033796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a:prstGeom prst="rect">
            <a:avLst/>
          </a:prstGeo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8" name="Image 246" descr="Une image contenant texte, clipart&#10;&#10;Description générée automatiquement">
            <a:extLst>
              <a:ext uri="{FF2B5EF4-FFF2-40B4-BE49-F238E27FC236}">
                <a16:creationId xmlns:a16="http://schemas.microsoft.com/office/drawing/2014/main" id="{E9D2774E-EE70-4438-927E-92AC7602BAB3}"/>
              </a:ext>
            </a:extLst>
          </p:cNvPr>
          <p:cNvPicPr>
            <a:picLocks noChangeAspect="1"/>
          </p:cNvPicPr>
          <p:nvPr userDrawn="1"/>
        </p:nvPicPr>
        <p:blipFill rotWithShape="1">
          <a:blip r:embed="rId2"/>
          <a:srcRect l="3900" r="4178" b="-899"/>
          <a:stretch/>
        </p:blipFill>
        <p:spPr>
          <a:xfrm>
            <a:off x="10563414" y="6145133"/>
            <a:ext cx="1373116" cy="617815"/>
          </a:xfrm>
          <a:prstGeom prst="rect">
            <a:avLst/>
          </a:prstGeom>
          <a:ln>
            <a:noFill/>
          </a:ln>
          <a:effectLst/>
        </p:spPr>
      </p:pic>
    </p:spTree>
    <p:extLst>
      <p:ext uri="{BB962C8B-B14F-4D97-AF65-F5344CB8AC3E}">
        <p14:creationId xmlns:p14="http://schemas.microsoft.com/office/powerpoint/2010/main" val="11935294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0E9CBB-FACB-47FD-B993-887944B72BB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068065A3-CD36-4164-9DDB-3E2639475A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EC552175-BAFE-4F92-B696-0F83C414594D}"/>
              </a:ext>
            </a:extLst>
          </p:cNvPr>
          <p:cNvSpPr>
            <a:spLocks noGrp="1"/>
          </p:cNvSpPr>
          <p:nvPr>
            <p:ph type="dt" sz="half" idx="10"/>
          </p:nvPr>
        </p:nvSpPr>
        <p:spPr/>
        <p:txBody>
          <a:bodyPr/>
          <a:lstStyle/>
          <a:p>
            <a:fld id="{8BF863FB-1D05-453E-A071-E19A74A57CD6}" type="datetimeFigureOut">
              <a:rPr lang="en-US" smtClean="0"/>
              <a:t>6/3/2025</a:t>
            </a:fld>
            <a:endParaRPr lang="en-US"/>
          </a:p>
        </p:txBody>
      </p:sp>
      <p:sp>
        <p:nvSpPr>
          <p:cNvPr id="5" name="Espace réservé du pied de page 4">
            <a:extLst>
              <a:ext uri="{FF2B5EF4-FFF2-40B4-BE49-F238E27FC236}">
                <a16:creationId xmlns:a16="http://schemas.microsoft.com/office/drawing/2014/main" id="{7F852C2C-69DA-4AC7-A36A-DDAE533143AE}"/>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7A4E8798-FB35-4792-8C3C-333152B902EF}"/>
              </a:ext>
            </a:extLst>
          </p:cNvPr>
          <p:cNvSpPr>
            <a:spLocks noGrp="1"/>
          </p:cNvSpPr>
          <p:nvPr>
            <p:ph type="sldNum" sz="quarter" idx="12"/>
          </p:nvPr>
        </p:nvSpPr>
        <p:spPr/>
        <p:txBody>
          <a:bodyPr/>
          <a:lstStyle/>
          <a:p>
            <a:fld id="{CC42924E-A6FE-49E9-BB6D-453D1C29ED4B}" type="slidenum">
              <a:rPr lang="en-US" smtClean="0"/>
              <a:t>‹N›</a:t>
            </a:fld>
            <a:endParaRPr lang="en-US"/>
          </a:p>
        </p:txBody>
      </p:sp>
    </p:spTree>
    <p:extLst>
      <p:ext uri="{BB962C8B-B14F-4D97-AF65-F5344CB8AC3E}">
        <p14:creationId xmlns:p14="http://schemas.microsoft.com/office/powerpoint/2010/main" val="33793274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099012-955C-4B60-8751-37EFA6474D2B}"/>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059008CA-BF35-4E5B-B0B4-FD92B5C0B5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A39AE10-AE85-4D2F-A369-4FDCF70B49F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0BDD706E-F062-4496-81A4-EA3DAE6055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D2302C-5B3E-4747-9F78-F90268DCB68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81C3D165-71FD-47F8-AE2C-B3B2785D5D06}"/>
              </a:ext>
            </a:extLst>
          </p:cNvPr>
          <p:cNvSpPr>
            <a:spLocks noGrp="1"/>
          </p:cNvSpPr>
          <p:nvPr>
            <p:ph type="dt" sz="half" idx="10"/>
          </p:nvPr>
        </p:nvSpPr>
        <p:spPr/>
        <p:txBody>
          <a:bodyPr/>
          <a:lstStyle/>
          <a:p>
            <a:fld id="{8BF863FB-1D05-453E-A071-E19A74A57CD6}" type="datetimeFigureOut">
              <a:rPr lang="en-US" smtClean="0"/>
              <a:t>6/3/2025</a:t>
            </a:fld>
            <a:endParaRPr lang="en-US"/>
          </a:p>
        </p:txBody>
      </p:sp>
      <p:sp>
        <p:nvSpPr>
          <p:cNvPr id="8" name="Espace réservé du pied de page 7">
            <a:extLst>
              <a:ext uri="{FF2B5EF4-FFF2-40B4-BE49-F238E27FC236}">
                <a16:creationId xmlns:a16="http://schemas.microsoft.com/office/drawing/2014/main" id="{AF1EC934-A1AE-4553-91BC-4D95CAF70A19}"/>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A9020A61-0790-4D9D-A932-CA37599106B0}"/>
              </a:ext>
            </a:extLst>
          </p:cNvPr>
          <p:cNvSpPr>
            <a:spLocks noGrp="1"/>
          </p:cNvSpPr>
          <p:nvPr>
            <p:ph type="sldNum" sz="quarter" idx="12"/>
          </p:nvPr>
        </p:nvSpPr>
        <p:spPr/>
        <p:txBody>
          <a:bodyPr/>
          <a:lstStyle/>
          <a:p>
            <a:fld id="{CC42924E-A6FE-49E9-BB6D-453D1C29ED4B}" type="slidenum">
              <a:rPr lang="en-US" smtClean="0"/>
              <a:t>‹N›</a:t>
            </a:fld>
            <a:endParaRPr lang="en-US"/>
          </a:p>
        </p:txBody>
      </p:sp>
      <p:sp>
        <p:nvSpPr>
          <p:cNvPr id="14" name="Rectangle 8">
            <a:extLst>
              <a:ext uri="{FF2B5EF4-FFF2-40B4-BE49-F238E27FC236}">
                <a16:creationId xmlns:a16="http://schemas.microsoft.com/office/drawing/2014/main" id="{FDC73403-C5B2-D358-171A-360A7B4099FD}"/>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9">
            <a:extLst>
              <a:ext uri="{FF2B5EF4-FFF2-40B4-BE49-F238E27FC236}">
                <a16:creationId xmlns:a16="http://schemas.microsoft.com/office/drawing/2014/main" id="{4E8EA7D4-B815-B164-60C5-9A90FDA946A9}"/>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0">
            <a:extLst>
              <a:ext uri="{FF2B5EF4-FFF2-40B4-BE49-F238E27FC236}">
                <a16:creationId xmlns:a16="http://schemas.microsoft.com/office/drawing/2014/main" id="{34AFF1CA-7948-EAFF-10F5-4D8366B38BDA}"/>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10" name="Immagine 9" descr="Immagine che contiene logo, Elementi grafici, Carattere, simbolo&#10;&#10;Descrizione generata automaticamente">
            <a:extLst>
              <a:ext uri="{FF2B5EF4-FFF2-40B4-BE49-F238E27FC236}">
                <a16:creationId xmlns:a16="http://schemas.microsoft.com/office/drawing/2014/main" id="{C7D33A5B-F88D-6E37-069F-A0D42D0716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14874562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1_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7741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a:t>
            </a:r>
          </a:p>
          <a:p>
            <a:pPr lvl="7"/>
            <a:r>
              <a:rPr lang="en-US"/>
              <a:t>Eight</a:t>
            </a:r>
          </a:p>
          <a:p>
            <a:pPr lvl="8"/>
            <a:r>
              <a:rPr lang="en-US"/>
              <a:t>nine</a:t>
            </a: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pic>
        <p:nvPicPr>
          <p:cNvPr id="1026" name="Picture 2" descr="Comment fonctionnent les licences Creative Commons">
            <a:extLst>
              <a:ext uri="{FF2B5EF4-FFF2-40B4-BE49-F238E27FC236}">
                <a16:creationId xmlns:a16="http://schemas.microsoft.com/office/drawing/2014/main" id="{4AE398FC-05E9-A00A-E60D-254764A3DEC3}"/>
              </a:ext>
            </a:extLst>
          </p:cNvPr>
          <p:cNvPicPr>
            <a:picLocks noChangeAspect="1" noChangeArrowheads="1"/>
          </p:cNvPicPr>
          <p:nvPr userDrawn="1"/>
        </p:nvPicPr>
        <p:blipFill rotWithShape="1">
          <a:blip r:embed="rId27">
            <a:extLst>
              <a:ext uri="{28A0092B-C50C-407E-A947-70E740481C1C}">
                <a14:useLocalDpi xmlns:a14="http://schemas.microsoft.com/office/drawing/2010/main" val="0"/>
              </a:ext>
            </a:extLst>
          </a:blip>
          <a:srcRect l="4988" t="31563" r="5839" b="31359"/>
          <a:stretch/>
        </p:blipFill>
        <p:spPr bwMode="auto">
          <a:xfrm>
            <a:off x="11259671" y="68299"/>
            <a:ext cx="868972" cy="36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241633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84" r:id="rId15"/>
    <p:sldLayoutId id="2147483685" r:id="rId16"/>
    <p:sldLayoutId id="2147483676" r:id="rId17"/>
    <p:sldLayoutId id="2147483677" r:id="rId18"/>
    <p:sldLayoutId id="2147483678" r:id="rId19"/>
    <p:sldLayoutId id="2147483679" r:id="rId20"/>
    <p:sldLayoutId id="2147483680" r:id="rId21"/>
    <p:sldLayoutId id="2147483681" r:id="rId22"/>
    <p:sldLayoutId id="2147483686" r:id="rId23"/>
    <p:sldLayoutId id="2147483687" r:id="rId24"/>
    <p:sldLayoutId id="2147483689" r:id="rId25"/>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3.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5.xml"/><Relationship Id="rId5" Type="http://schemas.openxmlformats.org/officeDocument/2006/relationships/image" Target="../media/image2.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5.xml"/><Relationship Id="rId5" Type="http://schemas.openxmlformats.org/officeDocument/2006/relationships/image" Target="../media/image7.sv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5.xml"/><Relationship Id="rId5" Type="http://schemas.openxmlformats.org/officeDocument/2006/relationships/image" Target="../media/image7.sv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5.xml"/><Relationship Id="rId5" Type="http://schemas.openxmlformats.org/officeDocument/2006/relationships/image" Target="../media/image2.png"/><Relationship Id="rId4" Type="http://schemas.openxmlformats.org/officeDocument/2006/relationships/image" Target="../media/image7.sv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5.xml"/><Relationship Id="rId5" Type="http://schemas.openxmlformats.org/officeDocument/2006/relationships/image" Target="../media/image2.png"/><Relationship Id="rId4" Type="http://schemas.openxmlformats.org/officeDocument/2006/relationships/image" Target="../media/image7.svg"/></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5.xml"/><Relationship Id="rId5" Type="http://schemas.openxmlformats.org/officeDocument/2006/relationships/image" Target="../media/image2.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re 1">
            <a:extLst>
              <a:ext uri="{FF2B5EF4-FFF2-40B4-BE49-F238E27FC236}">
                <a16:creationId xmlns:a16="http://schemas.microsoft.com/office/drawing/2014/main" id="{4E720B81-7367-463A-BEA5-5080DC093B9C}"/>
              </a:ext>
            </a:extLst>
          </p:cNvPr>
          <p:cNvSpPr txBox="1">
            <a:spLocks/>
          </p:cNvSpPr>
          <p:nvPr/>
        </p:nvSpPr>
        <p:spPr>
          <a:xfrm>
            <a:off x="525334" y="1433887"/>
            <a:ext cx="5282821" cy="253015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i="1" dirty="0">
                <a:solidFill>
                  <a:schemeClr val="accent3"/>
                </a:solidFill>
              </a:rPr>
              <a:t>Break-4-Ices</a:t>
            </a:r>
            <a:endParaRPr lang="en-US" b="1" i="1" dirty="0">
              <a:solidFill>
                <a:srgbClr val="605469"/>
              </a:solidFill>
            </a:endParaRPr>
          </a:p>
          <a:p>
            <a:r>
              <a:rPr lang="en-US" b="1" i="1" dirty="0">
                <a:solidFill>
                  <a:srgbClr val="605469"/>
                </a:solidFill>
              </a:rPr>
              <a:t>Cards</a:t>
            </a:r>
          </a:p>
        </p:txBody>
      </p:sp>
      <p:sp>
        <p:nvSpPr>
          <p:cNvPr id="27" name="Titre 1">
            <a:extLst>
              <a:ext uri="{FF2B5EF4-FFF2-40B4-BE49-F238E27FC236}">
                <a16:creationId xmlns:a16="http://schemas.microsoft.com/office/drawing/2014/main" id="{7B7DD5ED-A143-4FE8-9627-B98AB824079B}"/>
              </a:ext>
            </a:extLst>
          </p:cNvPr>
          <p:cNvSpPr txBox="1">
            <a:spLocks/>
          </p:cNvSpPr>
          <p:nvPr/>
        </p:nvSpPr>
        <p:spPr>
          <a:xfrm>
            <a:off x="479239" y="4933624"/>
            <a:ext cx="5440734" cy="148685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i="1" dirty="0">
                <a:solidFill>
                  <a:srgbClr val="000000"/>
                </a:solidFill>
              </a:rPr>
              <a:t>Deeper Insights with every question</a:t>
            </a:r>
          </a:p>
        </p:txBody>
      </p:sp>
      <p:pic>
        <p:nvPicPr>
          <p:cNvPr id="2" name="Immagine 1" descr="Immagine che contiene logo, Elementi grafici, Carattere, simbolo&#10;&#10;Descrizione generata automaticamente">
            <a:extLst>
              <a:ext uri="{FF2B5EF4-FFF2-40B4-BE49-F238E27FC236}">
                <a16:creationId xmlns:a16="http://schemas.microsoft.com/office/drawing/2014/main" id="{8ED70C7B-B756-9758-7F00-54C8942CB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87115" y="4581750"/>
            <a:ext cx="2074626" cy="702548"/>
          </a:xfrm>
          <a:prstGeom prst="rect">
            <a:avLst/>
          </a:prstGeom>
        </p:spPr>
      </p:pic>
      <p:grpSp>
        <p:nvGrpSpPr>
          <p:cNvPr id="14" name="Gruppo 13">
            <a:extLst>
              <a:ext uri="{FF2B5EF4-FFF2-40B4-BE49-F238E27FC236}">
                <a16:creationId xmlns:a16="http://schemas.microsoft.com/office/drawing/2014/main" id="{E41E23E2-CA87-C6EC-B920-199CB85FD71E}"/>
              </a:ext>
            </a:extLst>
          </p:cNvPr>
          <p:cNvGrpSpPr/>
          <p:nvPr/>
        </p:nvGrpSpPr>
        <p:grpSpPr>
          <a:xfrm rot="20829787">
            <a:off x="7287377" y="625701"/>
            <a:ext cx="2548800" cy="3417921"/>
            <a:chOff x="7287377" y="625701"/>
            <a:chExt cx="2548800" cy="3417921"/>
          </a:xfrm>
        </p:grpSpPr>
        <p:sp>
          <p:nvSpPr>
            <p:cNvPr id="9" name="Espace réservé du contenu 6">
              <a:extLst>
                <a:ext uri="{FF2B5EF4-FFF2-40B4-BE49-F238E27FC236}">
                  <a16:creationId xmlns:a16="http://schemas.microsoft.com/office/drawing/2014/main" id="{41D3DE94-D0C6-1E64-ECD1-7799A149A6F0}"/>
                </a:ext>
              </a:extLst>
            </p:cNvPr>
            <p:cNvSpPr txBox="1">
              <a:spLocks/>
            </p:cNvSpPr>
            <p:nvPr/>
          </p:nvSpPr>
          <p:spPr>
            <a:xfrm>
              <a:off x="7287377" y="62570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Job &amp; organization</a:t>
              </a:r>
            </a:p>
          </p:txBody>
        </p:sp>
        <p:sp>
          <p:nvSpPr>
            <p:cNvPr id="10" name="Espace réservé du contenu 6">
              <a:extLst>
                <a:ext uri="{FF2B5EF4-FFF2-40B4-BE49-F238E27FC236}">
                  <a16:creationId xmlns:a16="http://schemas.microsoft.com/office/drawing/2014/main" id="{DBCDCC4D-2269-815E-3A67-36E23F057653}"/>
                </a:ext>
              </a:extLst>
            </p:cNvPr>
            <p:cNvSpPr txBox="1">
              <a:spLocks/>
            </p:cNvSpPr>
            <p:nvPr/>
          </p:nvSpPr>
          <p:spPr>
            <a:xfrm>
              <a:off x="7487447" y="770080"/>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200" b="1" i="1" dirty="0">
                  <a:solidFill>
                    <a:schemeClr val="accent1"/>
                  </a:solidFill>
                </a:rPr>
                <a:t>What’s your role in the company?</a:t>
              </a:r>
            </a:p>
            <a:p>
              <a:pPr marL="342900" indent="-342900">
                <a:buFont typeface="+mj-lt"/>
                <a:buAutoNum type="arabicPeriod"/>
              </a:pPr>
              <a:r>
                <a:rPr lang="en-US" sz="1200" b="1" i="1" dirty="0">
                  <a:solidFill>
                    <a:schemeClr val="accent1"/>
                  </a:solidFill>
                </a:rPr>
                <a:t>What do you enjoy most about your job?</a:t>
              </a:r>
            </a:p>
            <a:p>
              <a:pPr marL="342900" indent="-342900">
                <a:buFont typeface="+mj-lt"/>
                <a:buAutoNum type="arabicPeriod"/>
              </a:pPr>
              <a:r>
                <a:rPr lang="en-US" sz="1200" b="1" i="1" dirty="0">
                  <a:solidFill>
                    <a:schemeClr val="accent1"/>
                  </a:solidFill>
                </a:rPr>
                <a:t>What’s your biggest challenge at work?</a:t>
              </a:r>
            </a:p>
            <a:p>
              <a:pPr marL="342900" indent="-342900">
                <a:buFont typeface="+mj-lt"/>
                <a:buAutoNum type="arabicPeriod"/>
              </a:pPr>
              <a:r>
                <a:rPr lang="en-US" sz="1200" b="1" i="1" dirty="0">
                  <a:solidFill>
                    <a:schemeClr val="accent1"/>
                  </a:solidFill>
                </a:rPr>
                <a:t>What’s one thing you would change in your organization?</a:t>
              </a:r>
            </a:p>
          </p:txBody>
        </p:sp>
        <p:pic>
          <p:nvPicPr>
            <p:cNvPr id="11" name="Image 2">
              <a:extLst>
                <a:ext uri="{FF2B5EF4-FFF2-40B4-BE49-F238E27FC236}">
                  <a16:creationId xmlns:a16="http://schemas.microsoft.com/office/drawing/2014/main" id="{1A031F32-D08C-8AAC-7FBA-4632C0EF5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2290" y="3315746"/>
              <a:ext cx="230858" cy="223162"/>
            </a:xfrm>
            <a:prstGeom prst="rect">
              <a:avLst/>
            </a:prstGeom>
          </p:spPr>
        </p:pic>
        <p:pic>
          <p:nvPicPr>
            <p:cNvPr id="12" name="Immagine 11" descr="Immagine che contiene logo, Elementi grafici, Carattere, simbolo&#10;&#10;Descrizione generata automaticamente">
              <a:extLst>
                <a:ext uri="{FF2B5EF4-FFF2-40B4-BE49-F238E27FC236}">
                  <a16:creationId xmlns:a16="http://schemas.microsoft.com/office/drawing/2014/main" id="{76E464D2-A399-F72B-EC06-5CE7149640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0586" y="3609664"/>
              <a:ext cx="658997" cy="223162"/>
            </a:xfrm>
            <a:prstGeom prst="rect">
              <a:avLst/>
            </a:prstGeom>
            <a:solidFill>
              <a:schemeClr val="bg1"/>
            </a:solidFill>
          </p:spPr>
        </p:pic>
        <p:sp>
          <p:nvSpPr>
            <p:cNvPr id="13" name="CasellaDiTesto 12">
              <a:extLst>
                <a:ext uri="{FF2B5EF4-FFF2-40B4-BE49-F238E27FC236}">
                  <a16:creationId xmlns:a16="http://schemas.microsoft.com/office/drawing/2014/main" id="{84985711-F06C-5048-28C1-FAB02FC39271}"/>
                </a:ext>
              </a:extLst>
            </p:cNvPr>
            <p:cNvSpPr txBox="1"/>
            <p:nvPr/>
          </p:nvSpPr>
          <p:spPr>
            <a:xfrm>
              <a:off x="7456257" y="3218369"/>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grpSp>
      <p:grpSp>
        <p:nvGrpSpPr>
          <p:cNvPr id="20" name="Gruppo 19">
            <a:extLst>
              <a:ext uri="{FF2B5EF4-FFF2-40B4-BE49-F238E27FC236}">
                <a16:creationId xmlns:a16="http://schemas.microsoft.com/office/drawing/2014/main" id="{B14F0486-FF2B-88B3-BE8D-56C6240E4932}"/>
              </a:ext>
            </a:extLst>
          </p:cNvPr>
          <p:cNvGrpSpPr/>
          <p:nvPr/>
        </p:nvGrpSpPr>
        <p:grpSpPr>
          <a:xfrm>
            <a:off x="8679785" y="770080"/>
            <a:ext cx="2548800" cy="3417921"/>
            <a:chOff x="8688218" y="0"/>
            <a:chExt cx="2548800" cy="3417921"/>
          </a:xfrm>
        </p:grpSpPr>
        <p:sp>
          <p:nvSpPr>
            <p:cNvPr id="15" name="Espace réservé du contenu 6">
              <a:extLst>
                <a:ext uri="{FF2B5EF4-FFF2-40B4-BE49-F238E27FC236}">
                  <a16:creationId xmlns:a16="http://schemas.microsoft.com/office/drawing/2014/main" id="{464E54ED-4253-D57C-07D0-D903C7281ECD}"/>
                </a:ext>
              </a:extLst>
            </p:cNvPr>
            <p:cNvSpPr txBox="1">
              <a:spLocks/>
            </p:cNvSpPr>
            <p:nvPr/>
          </p:nvSpPr>
          <p:spPr>
            <a:xfrm>
              <a:off x="8688218" y="0"/>
              <a:ext cx="2548800" cy="3417921"/>
            </a:xfrm>
            <a:prstGeom prst="rect">
              <a:avLst/>
            </a:prstGeom>
            <a:solidFill>
              <a:schemeClr val="accent2"/>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New connections</a:t>
              </a:r>
            </a:p>
          </p:txBody>
        </p:sp>
        <p:sp>
          <p:nvSpPr>
            <p:cNvPr id="16" name="Espace réservé du contenu 6">
              <a:extLst>
                <a:ext uri="{FF2B5EF4-FFF2-40B4-BE49-F238E27FC236}">
                  <a16:creationId xmlns:a16="http://schemas.microsoft.com/office/drawing/2014/main" id="{2E11BCB9-C9FB-47CE-4CC6-D8CD1B59C817}"/>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the most interesting conversation you’ve had so far today?</a:t>
              </a:r>
            </a:p>
            <a:p>
              <a:r>
                <a:rPr lang="en-US" dirty="0"/>
                <a:t>Who is the most interesting person you’ve met today?</a:t>
              </a:r>
            </a:p>
            <a:p>
              <a:r>
                <a:rPr lang="en-US" dirty="0"/>
                <a:t>Who’s someone you’d like to connect with here?</a:t>
              </a:r>
            </a:p>
            <a:p>
              <a:r>
                <a:rPr lang="en-US" dirty="0"/>
                <a:t>How will you connect later on with people you meet?</a:t>
              </a:r>
            </a:p>
          </p:txBody>
        </p:sp>
        <p:pic>
          <p:nvPicPr>
            <p:cNvPr id="17" name="Image 2">
              <a:extLst>
                <a:ext uri="{FF2B5EF4-FFF2-40B4-BE49-F238E27FC236}">
                  <a16:creationId xmlns:a16="http://schemas.microsoft.com/office/drawing/2014/main" id="{C232A40D-8F5B-A2FF-3956-D34938BEEE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0743" y="2690045"/>
              <a:ext cx="230858" cy="223162"/>
            </a:xfrm>
            <a:prstGeom prst="rect">
              <a:avLst/>
            </a:prstGeom>
          </p:spPr>
        </p:pic>
        <p:sp>
          <p:nvSpPr>
            <p:cNvPr id="18" name="CasellaDiTesto 17">
              <a:extLst>
                <a:ext uri="{FF2B5EF4-FFF2-40B4-BE49-F238E27FC236}">
                  <a16:creationId xmlns:a16="http://schemas.microsoft.com/office/drawing/2014/main" id="{7D99B1AC-A321-B7E9-4E74-56D1E2C60365}"/>
                </a:ext>
              </a:extLst>
            </p:cNvPr>
            <p:cNvSpPr txBox="1"/>
            <p:nvPr/>
          </p:nvSpPr>
          <p:spPr>
            <a:xfrm>
              <a:off x="8905993" y="2613542"/>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pic>
          <p:nvPicPr>
            <p:cNvPr id="19" name="Immagine 18" descr="Immagine che contiene logo, Elementi grafici, Carattere, simbolo&#10;&#10;Descrizione generata automaticamente">
              <a:extLst>
                <a:ext uri="{FF2B5EF4-FFF2-40B4-BE49-F238E27FC236}">
                  <a16:creationId xmlns:a16="http://schemas.microsoft.com/office/drawing/2014/main" id="{2C689852-7E80-E623-187B-19D7966FB9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7267" y="2978520"/>
              <a:ext cx="658997" cy="223162"/>
            </a:xfrm>
            <a:prstGeom prst="rect">
              <a:avLst/>
            </a:prstGeom>
            <a:solidFill>
              <a:schemeClr val="bg1"/>
            </a:solidFill>
          </p:spPr>
        </p:pic>
      </p:grpSp>
      <p:pic>
        <p:nvPicPr>
          <p:cNvPr id="3" name="Image 2">
            <a:extLst>
              <a:ext uri="{FF2B5EF4-FFF2-40B4-BE49-F238E27FC236}">
                <a16:creationId xmlns:a16="http://schemas.microsoft.com/office/drawing/2014/main" id="{DFE4EE9F-5188-E716-4DEE-3B8741B310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3883" y="4641094"/>
            <a:ext cx="1613948" cy="1560145"/>
          </a:xfrm>
          <a:prstGeom prst="rect">
            <a:avLst/>
          </a:prstGeom>
        </p:spPr>
      </p:pic>
      <p:pic>
        <p:nvPicPr>
          <p:cNvPr id="4" name="Picture 2" descr="Comment fonctionnent les licences Creative Commons">
            <a:extLst>
              <a:ext uri="{FF2B5EF4-FFF2-40B4-BE49-F238E27FC236}">
                <a16:creationId xmlns:a16="http://schemas.microsoft.com/office/drawing/2014/main" id="{2F042E5A-B5F8-AC65-5FD1-68B6356E03E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988" t="31563" r="5839" b="31359"/>
          <a:stretch/>
        </p:blipFill>
        <p:spPr bwMode="auto">
          <a:xfrm>
            <a:off x="9766675" y="5464121"/>
            <a:ext cx="1690773" cy="703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F50BCF-F490-42C3-84D7-68B191DDCB9C}"/>
              </a:ext>
            </a:extLst>
          </p:cNvPr>
          <p:cNvSpPr>
            <a:spLocks noGrp="1"/>
          </p:cNvSpPr>
          <p:nvPr>
            <p:ph type="title" idx="4294967295"/>
          </p:nvPr>
        </p:nvSpPr>
        <p:spPr>
          <a:xfrm>
            <a:off x="4486275" y="628650"/>
            <a:ext cx="7705725" cy="1287463"/>
          </a:xfrm>
        </p:spPr>
        <p:txBody>
          <a:bodyPr anchor="ctr">
            <a:normAutofit/>
          </a:bodyPr>
          <a:lstStyle/>
          <a:p>
            <a:r>
              <a:rPr lang="fr-FR" sz="3200" dirty="0"/>
              <a:t>Pitch</a:t>
            </a:r>
          </a:p>
        </p:txBody>
      </p:sp>
      <p:sp>
        <p:nvSpPr>
          <p:cNvPr id="3" name="Espace réservé du contenu 2">
            <a:extLst>
              <a:ext uri="{FF2B5EF4-FFF2-40B4-BE49-F238E27FC236}">
                <a16:creationId xmlns:a16="http://schemas.microsoft.com/office/drawing/2014/main" id="{C6C9DE5E-1522-41A0-A178-5BAB610C88C0}"/>
              </a:ext>
            </a:extLst>
          </p:cNvPr>
          <p:cNvSpPr>
            <a:spLocks noGrp="1"/>
          </p:cNvSpPr>
          <p:nvPr>
            <p:ph idx="4294967295"/>
          </p:nvPr>
        </p:nvSpPr>
        <p:spPr>
          <a:xfrm>
            <a:off x="7057111" y="482802"/>
            <a:ext cx="5096256" cy="6122823"/>
          </a:xfrm>
        </p:spPr>
        <p:txBody>
          <a:bodyPr vert="horz" lIns="91440" tIns="45720" rIns="91440" bIns="45720" rtlCol="0" anchor="t">
            <a:normAutofit fontScale="92500" lnSpcReduction="20000"/>
          </a:bodyPr>
          <a:lstStyle/>
          <a:p>
            <a:pPr marL="0" indent="0">
              <a:buNone/>
            </a:pPr>
            <a:r>
              <a:rPr lang="en-US" sz="1600" dirty="0"/>
              <a:t>Have you ever experienced ice-breaker moments that were too mundane, where you didn't feel like you were really connecting? Or conversely, have you experienced awkward moments where someone jumped too quickly to personal and deep questions?</a:t>
            </a:r>
          </a:p>
          <a:p>
            <a:pPr marL="0" indent="0">
              <a:buNone/>
            </a:pPr>
            <a:endParaRPr lang="en-US" sz="1600" dirty="0"/>
          </a:p>
          <a:p>
            <a:pPr marL="0" indent="0">
              <a:buNone/>
            </a:pPr>
            <a:r>
              <a:rPr lang="en-US" sz="1600" dirty="0"/>
              <a:t>We believe these scenarios are avoidable, and that it's not about the person but about the order in which we get to know each other, the stopping points in conversation, and practice.</a:t>
            </a:r>
          </a:p>
          <a:p>
            <a:pPr marL="0" indent="0">
              <a:buNone/>
            </a:pPr>
            <a:endParaRPr lang="en-US" sz="1600" dirty="0"/>
          </a:p>
          <a:p>
            <a:pPr marL="0" indent="0">
              <a:buNone/>
            </a:pPr>
            <a:r>
              <a:rPr lang="en-US" sz="1600" dirty="0"/>
              <a:t>What if we found a way to train ourselves by playing, to apply directly in our events?</a:t>
            </a:r>
          </a:p>
          <a:p>
            <a:pPr marL="0" indent="0">
              <a:buNone/>
            </a:pPr>
            <a:endParaRPr lang="en-US" sz="1600" dirty="0"/>
          </a:p>
          <a:p>
            <a:pPr marL="0" indent="0">
              <a:buNone/>
            </a:pPr>
            <a:r>
              <a:rPr lang="en-US" sz="1600" dirty="0"/>
              <a:t>Brise-4-Glaces (Break-4-Ices) is a simple card game designed to enable, without forcing, authentic connections within teams, organizations, and any type of collective, starting from strangers. Through four increasingly deeper questions, participants move from superficial conversations to more meaningful exchanges. Perfect for breaking the ice naturally and comfortably, this game helps teams get to know each other faster and build stronger relationships, making it perfect for any collaborative environment. The card game format guides participants through an assisted moment, but without putting one or two screens as obstacles to a relationship that's being woven.</a:t>
            </a:r>
            <a:endParaRPr lang="fr-FR" sz="1700" dirty="0">
              <a:cs typeface="Calibri"/>
            </a:endParaRPr>
          </a:p>
        </p:txBody>
      </p:sp>
      <p:pic>
        <p:nvPicPr>
          <p:cNvPr id="6" name="Immagine 5" descr="Immagine che contiene vestiti, donna, calzature, Animazione&#10;&#10;Descrizione generata automaticamente">
            <a:extLst>
              <a:ext uri="{FF2B5EF4-FFF2-40B4-BE49-F238E27FC236}">
                <a16:creationId xmlns:a16="http://schemas.microsoft.com/office/drawing/2014/main" id="{E417E056-338C-C768-07F0-1CBD963B028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6858000" cy="6858000"/>
          </a:xfrm>
          <a:prstGeom prst="rect">
            <a:avLst/>
          </a:prstGeom>
        </p:spPr>
      </p:pic>
    </p:spTree>
    <p:extLst>
      <p:ext uri="{BB962C8B-B14F-4D97-AF65-F5344CB8AC3E}">
        <p14:creationId xmlns:p14="http://schemas.microsoft.com/office/powerpoint/2010/main" val="2854473053"/>
      </p:ext>
    </p:extLst>
  </p:cSld>
  <p:clrMapOvr>
    <a:masterClrMapping/>
  </p:clrMapOvr>
  <mc:AlternateContent xmlns:mc="http://schemas.openxmlformats.org/markup-compatibility/2006" xmlns:p14="http://schemas.microsoft.com/office/powerpoint/2010/main">
    <mc:Choice Requires="p14">
      <p:transition spd="slow" p14:dur="2000" advTm="68033"/>
    </mc:Choice>
    <mc:Fallback xmlns="">
      <p:transition spd="slow" advTm="6803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E4A20B0C-5EE5-4018-88F9-7B59C52F3F22}"/>
              </a:ext>
            </a:extLst>
          </p:cNvPr>
          <p:cNvSpPr>
            <a:spLocks noGrp="1"/>
          </p:cNvSpPr>
          <p:nvPr>
            <p:ph type="body" idx="1"/>
          </p:nvPr>
        </p:nvSpPr>
        <p:spPr>
          <a:xfrm>
            <a:off x="331235" y="673686"/>
            <a:ext cx="2832018" cy="635885"/>
          </a:xfrm>
          <a:solidFill>
            <a:schemeClr val="accent2"/>
          </a:solidFill>
        </p:spPr>
        <p:txBody>
          <a:bodyPr anchor="ctr">
            <a:normAutofit fontScale="92500" lnSpcReduction="10000"/>
          </a:bodyPr>
          <a:lstStyle/>
          <a:p>
            <a:r>
              <a:rPr lang="en-US" sz="2000" dirty="0">
                <a:solidFill>
                  <a:schemeClr val="bg1"/>
                </a:solidFill>
              </a:rPr>
              <a:t>Educational objectives</a:t>
            </a:r>
          </a:p>
        </p:txBody>
      </p:sp>
      <p:sp>
        <p:nvSpPr>
          <p:cNvPr id="3" name="Espace réservé du contenu 2">
            <a:extLst>
              <a:ext uri="{FF2B5EF4-FFF2-40B4-BE49-F238E27FC236}">
                <a16:creationId xmlns:a16="http://schemas.microsoft.com/office/drawing/2014/main" id="{D9CBE7A0-CEA8-49C7-B1F5-66B646299B3A}"/>
              </a:ext>
            </a:extLst>
          </p:cNvPr>
          <p:cNvSpPr>
            <a:spLocks noGrp="1"/>
          </p:cNvSpPr>
          <p:nvPr>
            <p:ph sz="half" idx="2"/>
          </p:nvPr>
        </p:nvSpPr>
        <p:spPr>
          <a:xfrm>
            <a:off x="331235" y="1497599"/>
            <a:ext cx="2832018" cy="1813980"/>
          </a:xfrm>
          <a:solidFill>
            <a:schemeClr val="accent2">
              <a:lumMod val="20000"/>
              <a:lumOff val="80000"/>
            </a:schemeClr>
          </a:solidFill>
        </p:spPr>
        <p:txBody>
          <a:bodyPr>
            <a:normAutofit/>
          </a:bodyPr>
          <a:lstStyle/>
          <a:p>
            <a:pPr marL="0" indent="0">
              <a:buNone/>
            </a:pPr>
            <a:r>
              <a:rPr lang="en-US" dirty="0"/>
              <a:t>Connect people together through basic questions of mutual knowledge</a:t>
            </a:r>
          </a:p>
        </p:txBody>
      </p:sp>
      <p:sp>
        <p:nvSpPr>
          <p:cNvPr id="5" name="Espace réservé du texte 4">
            <a:extLst>
              <a:ext uri="{FF2B5EF4-FFF2-40B4-BE49-F238E27FC236}">
                <a16:creationId xmlns:a16="http://schemas.microsoft.com/office/drawing/2014/main" id="{AE9D5684-6FEC-4A8D-8A46-2DC2690BD720}"/>
              </a:ext>
            </a:extLst>
          </p:cNvPr>
          <p:cNvSpPr>
            <a:spLocks noGrp="1"/>
          </p:cNvSpPr>
          <p:nvPr>
            <p:ph type="body" sz="quarter" idx="3"/>
          </p:nvPr>
        </p:nvSpPr>
        <p:spPr>
          <a:xfrm>
            <a:off x="3250035" y="673686"/>
            <a:ext cx="2845965" cy="635885"/>
          </a:xfrm>
          <a:solidFill>
            <a:schemeClr val="accent3"/>
          </a:solidFill>
        </p:spPr>
        <p:txBody>
          <a:bodyPr anchor="ctr">
            <a:normAutofit fontScale="92500" lnSpcReduction="10000"/>
          </a:bodyPr>
          <a:lstStyle/>
          <a:p>
            <a:r>
              <a:rPr lang="en-US" sz="2000" dirty="0">
                <a:solidFill>
                  <a:schemeClr val="bg1"/>
                </a:solidFill>
              </a:rPr>
              <a:t>Operational objectives</a:t>
            </a:r>
          </a:p>
        </p:txBody>
      </p:sp>
      <p:sp>
        <p:nvSpPr>
          <p:cNvPr id="6" name="Espace réservé du contenu 5">
            <a:extLst>
              <a:ext uri="{FF2B5EF4-FFF2-40B4-BE49-F238E27FC236}">
                <a16:creationId xmlns:a16="http://schemas.microsoft.com/office/drawing/2014/main" id="{FC095321-BAD2-4D1A-B0BD-058E76C10D14}"/>
              </a:ext>
            </a:extLst>
          </p:cNvPr>
          <p:cNvSpPr>
            <a:spLocks noGrp="1"/>
          </p:cNvSpPr>
          <p:nvPr>
            <p:ph sz="quarter" idx="4"/>
          </p:nvPr>
        </p:nvSpPr>
        <p:spPr>
          <a:xfrm>
            <a:off x="3250035" y="1497599"/>
            <a:ext cx="2845965" cy="1813980"/>
          </a:xfrm>
          <a:solidFill>
            <a:schemeClr val="accent3">
              <a:lumMod val="20000"/>
              <a:lumOff val="80000"/>
            </a:schemeClr>
          </a:solidFill>
        </p:spPr>
        <p:txBody>
          <a:bodyPr>
            <a:normAutofit/>
          </a:bodyPr>
          <a:lstStyle/>
          <a:p>
            <a:pPr marL="0" indent="0">
              <a:buNone/>
            </a:pPr>
            <a:r>
              <a:rPr lang="en-US" dirty="0"/>
              <a:t>Foster stronger connections between players or event participants.</a:t>
            </a:r>
          </a:p>
        </p:txBody>
      </p:sp>
      <p:sp>
        <p:nvSpPr>
          <p:cNvPr id="7" name="Espace réservé du texte 3">
            <a:extLst>
              <a:ext uri="{FF2B5EF4-FFF2-40B4-BE49-F238E27FC236}">
                <a16:creationId xmlns:a16="http://schemas.microsoft.com/office/drawing/2014/main" id="{627597CC-54B5-4CC6-98C2-B0FCFCCBB5FC}"/>
              </a:ext>
            </a:extLst>
          </p:cNvPr>
          <p:cNvSpPr txBox="1">
            <a:spLocks/>
          </p:cNvSpPr>
          <p:nvPr/>
        </p:nvSpPr>
        <p:spPr>
          <a:xfrm>
            <a:off x="6182782" y="673686"/>
            <a:ext cx="2832018" cy="635885"/>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000" dirty="0"/>
              <a:t>Ideal audience</a:t>
            </a:r>
          </a:p>
        </p:txBody>
      </p:sp>
      <p:sp>
        <p:nvSpPr>
          <p:cNvPr id="8" name="Espace réservé du contenu 2">
            <a:extLst>
              <a:ext uri="{FF2B5EF4-FFF2-40B4-BE49-F238E27FC236}">
                <a16:creationId xmlns:a16="http://schemas.microsoft.com/office/drawing/2014/main" id="{E860C364-CB07-4157-B3FC-72ADE7FC8BE0}"/>
              </a:ext>
            </a:extLst>
          </p:cNvPr>
          <p:cNvSpPr txBox="1">
            <a:spLocks/>
          </p:cNvSpPr>
          <p:nvPr/>
        </p:nvSpPr>
        <p:spPr>
          <a:xfrm>
            <a:off x="6182782" y="1497599"/>
            <a:ext cx="2832018" cy="1813980"/>
          </a:xfrm>
          <a:prstGeom prst="rect">
            <a:avLst/>
          </a:prstGeom>
          <a:solidFill>
            <a:schemeClr val="bg1">
              <a:lumMod val="95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Teams unfamiliar with each other, or with limited shared experiences. Participants in a short-term professional event or seminar.</a:t>
            </a:r>
          </a:p>
        </p:txBody>
      </p:sp>
      <p:sp>
        <p:nvSpPr>
          <p:cNvPr id="9" name="Espace réservé du texte 3">
            <a:extLst>
              <a:ext uri="{FF2B5EF4-FFF2-40B4-BE49-F238E27FC236}">
                <a16:creationId xmlns:a16="http://schemas.microsoft.com/office/drawing/2014/main" id="{0DD88472-455B-4EB6-9408-03600B961185}"/>
              </a:ext>
            </a:extLst>
          </p:cNvPr>
          <p:cNvSpPr txBox="1">
            <a:spLocks/>
          </p:cNvSpPr>
          <p:nvPr/>
        </p:nvSpPr>
        <p:spPr>
          <a:xfrm>
            <a:off x="9101582" y="673686"/>
            <a:ext cx="2832018" cy="635885"/>
          </a:xfrm>
          <a:prstGeom prst="rect">
            <a:avLst/>
          </a:prstGeom>
          <a:solidFill>
            <a:schemeClr val="bg1"/>
          </a:solidFill>
          <a:ln>
            <a:solidFill>
              <a:schemeClr val="tx1"/>
            </a:solidFill>
          </a:ln>
        </p:spPr>
        <p:txBody>
          <a:bodyPr vert="horz" lIns="91440" tIns="45720" rIns="91440" bIns="45720" rtlCol="0" anchor="ctr">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000" dirty="0"/>
              <a:t>Problems and challenges addressed</a:t>
            </a:r>
          </a:p>
        </p:txBody>
      </p:sp>
      <p:sp>
        <p:nvSpPr>
          <p:cNvPr id="10" name="Espace réservé du contenu 2">
            <a:extLst>
              <a:ext uri="{FF2B5EF4-FFF2-40B4-BE49-F238E27FC236}">
                <a16:creationId xmlns:a16="http://schemas.microsoft.com/office/drawing/2014/main" id="{92DC21F5-C271-429F-B995-155ADD05F5EE}"/>
              </a:ext>
            </a:extLst>
          </p:cNvPr>
          <p:cNvSpPr txBox="1">
            <a:spLocks/>
          </p:cNvSpPr>
          <p:nvPr/>
        </p:nvSpPr>
        <p:spPr>
          <a:xfrm>
            <a:off x="9101582" y="1497599"/>
            <a:ext cx="2832018" cy="1813980"/>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Limited bonding opportunities within the group</a:t>
            </a:r>
            <a:endParaRPr lang="en-US" sz="2400" dirty="0"/>
          </a:p>
        </p:txBody>
      </p:sp>
      <p:sp>
        <p:nvSpPr>
          <p:cNvPr id="13" name="Espace réservé du texte 3">
            <a:extLst>
              <a:ext uri="{FF2B5EF4-FFF2-40B4-BE49-F238E27FC236}">
                <a16:creationId xmlns:a16="http://schemas.microsoft.com/office/drawing/2014/main" id="{4583658D-96D2-4428-8C04-12BABFB02F15}"/>
              </a:ext>
            </a:extLst>
          </p:cNvPr>
          <p:cNvSpPr txBox="1">
            <a:spLocks/>
          </p:cNvSpPr>
          <p:nvPr/>
        </p:nvSpPr>
        <p:spPr>
          <a:xfrm>
            <a:off x="553336" y="3429000"/>
            <a:ext cx="3753555" cy="823912"/>
          </a:xfrm>
          <a:prstGeom prst="rect">
            <a:avLst/>
          </a:prstGeom>
          <a:solidFill>
            <a:schemeClr val="accent2"/>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000" dirty="0">
                <a:solidFill>
                  <a:schemeClr val="bg1"/>
                </a:solidFill>
              </a:rPr>
              <a:t>Topics not covered by this workshop</a:t>
            </a:r>
          </a:p>
        </p:txBody>
      </p:sp>
      <p:sp>
        <p:nvSpPr>
          <p:cNvPr id="14" name="Espace réservé du contenu 2">
            <a:extLst>
              <a:ext uri="{FF2B5EF4-FFF2-40B4-BE49-F238E27FC236}">
                <a16:creationId xmlns:a16="http://schemas.microsoft.com/office/drawing/2014/main" id="{35C97B3F-F2BF-4533-B31C-BBC0A63139D1}"/>
              </a:ext>
            </a:extLst>
          </p:cNvPr>
          <p:cNvSpPr txBox="1">
            <a:spLocks/>
          </p:cNvSpPr>
          <p:nvPr/>
        </p:nvSpPr>
        <p:spPr>
          <a:xfrm>
            <a:off x="553336" y="4252912"/>
            <a:ext cx="3753555" cy="2163932"/>
          </a:xfrm>
          <a:prstGeom prst="rect">
            <a:avLst/>
          </a:prstGeom>
          <a:solidFill>
            <a:schemeClr val="accent2">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How to work together</a:t>
            </a:r>
          </a:p>
          <a:p>
            <a:pPr marL="0" indent="0">
              <a:buFont typeface="Arial" panose="020B0604020202020204" pitchFamily="34" charset="0"/>
              <a:buNone/>
            </a:pPr>
            <a:r>
              <a:rPr lang="en-US" sz="1800" dirty="0"/>
              <a:t>What unites us</a:t>
            </a:r>
          </a:p>
          <a:p>
            <a:pPr marL="0" indent="0">
              <a:buFont typeface="Arial" panose="020B0604020202020204" pitchFamily="34" charset="0"/>
              <a:buNone/>
            </a:pPr>
            <a:endParaRPr lang="en-US" sz="1800" dirty="0"/>
          </a:p>
        </p:txBody>
      </p:sp>
      <p:sp>
        <p:nvSpPr>
          <p:cNvPr id="15" name="Espace réservé du texte 4">
            <a:extLst>
              <a:ext uri="{FF2B5EF4-FFF2-40B4-BE49-F238E27FC236}">
                <a16:creationId xmlns:a16="http://schemas.microsoft.com/office/drawing/2014/main" id="{EF86EE06-D8B2-422B-8FD5-44E3A9C9053E}"/>
              </a:ext>
            </a:extLst>
          </p:cNvPr>
          <p:cNvSpPr txBox="1">
            <a:spLocks/>
          </p:cNvSpPr>
          <p:nvPr/>
        </p:nvSpPr>
        <p:spPr>
          <a:xfrm>
            <a:off x="4393673" y="3429000"/>
            <a:ext cx="3865481" cy="823912"/>
          </a:xfrm>
          <a:prstGeom prst="rect">
            <a:avLst/>
          </a:prstGeom>
          <a:solidFill>
            <a:schemeClr val="accent3"/>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000" dirty="0">
                <a:solidFill>
                  <a:schemeClr val="bg1"/>
                </a:solidFill>
              </a:rPr>
              <a:t>What to supplement with?</a:t>
            </a:r>
          </a:p>
        </p:txBody>
      </p:sp>
      <p:sp>
        <p:nvSpPr>
          <p:cNvPr id="16" name="Espace réservé du contenu 5">
            <a:extLst>
              <a:ext uri="{FF2B5EF4-FFF2-40B4-BE49-F238E27FC236}">
                <a16:creationId xmlns:a16="http://schemas.microsoft.com/office/drawing/2014/main" id="{0C6E07FB-30F1-47EB-B01D-66E07C71C10D}"/>
              </a:ext>
            </a:extLst>
          </p:cNvPr>
          <p:cNvSpPr txBox="1">
            <a:spLocks/>
          </p:cNvSpPr>
          <p:nvPr/>
        </p:nvSpPr>
        <p:spPr>
          <a:xfrm>
            <a:off x="4393673" y="4252912"/>
            <a:ext cx="3865481" cy="2163932"/>
          </a:xfrm>
          <a:prstGeom prst="rect">
            <a:avLst/>
          </a:prstGeom>
          <a:solidFill>
            <a:schemeClr val="accent3">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2 lies 1 truth</a:t>
            </a:r>
          </a:p>
        </p:txBody>
      </p:sp>
      <p:sp>
        <p:nvSpPr>
          <p:cNvPr id="17" name="Espace réservé du texte 3">
            <a:extLst>
              <a:ext uri="{FF2B5EF4-FFF2-40B4-BE49-F238E27FC236}">
                <a16:creationId xmlns:a16="http://schemas.microsoft.com/office/drawing/2014/main" id="{B423CEF8-9171-4369-90C5-9648B987B047}"/>
              </a:ext>
            </a:extLst>
          </p:cNvPr>
          <p:cNvSpPr txBox="1">
            <a:spLocks/>
          </p:cNvSpPr>
          <p:nvPr/>
        </p:nvSpPr>
        <p:spPr>
          <a:xfrm>
            <a:off x="8345936" y="3429000"/>
            <a:ext cx="3440612" cy="8239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000" dirty="0"/>
              <a:t>What is assumed of users beyond the session</a:t>
            </a:r>
          </a:p>
        </p:txBody>
      </p:sp>
      <p:sp>
        <p:nvSpPr>
          <p:cNvPr id="18" name="Espace réservé du contenu 2">
            <a:extLst>
              <a:ext uri="{FF2B5EF4-FFF2-40B4-BE49-F238E27FC236}">
                <a16:creationId xmlns:a16="http://schemas.microsoft.com/office/drawing/2014/main" id="{54358775-AA17-4797-AFBA-7CA6F9428214}"/>
              </a:ext>
            </a:extLst>
          </p:cNvPr>
          <p:cNvSpPr txBox="1">
            <a:spLocks/>
          </p:cNvSpPr>
          <p:nvPr/>
        </p:nvSpPr>
        <p:spPr>
          <a:xfrm>
            <a:off x="8345936" y="4252912"/>
            <a:ext cx="3440612" cy="2163932"/>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The group is expected to reflect on and reinforce a collective sense of purpose and recognition</a:t>
            </a:r>
            <a:endParaRPr lang="en-US" sz="1800" dirty="0"/>
          </a:p>
        </p:txBody>
      </p:sp>
    </p:spTree>
    <p:extLst>
      <p:ext uri="{BB962C8B-B14F-4D97-AF65-F5344CB8AC3E}">
        <p14:creationId xmlns:p14="http://schemas.microsoft.com/office/powerpoint/2010/main" val="1190578019"/>
      </p:ext>
    </p:extLst>
  </p:cSld>
  <p:clrMapOvr>
    <a:masterClrMapping/>
  </p:clrMapOvr>
  <mc:AlternateContent xmlns:mc="http://schemas.openxmlformats.org/markup-compatibility/2006" xmlns:p14="http://schemas.microsoft.com/office/powerpoint/2010/main">
    <mc:Choice Requires="p14">
      <p:transition spd="slow" p14:dur="2000" advTm="60894"/>
    </mc:Choice>
    <mc:Fallback xmlns="">
      <p:transition spd="slow" advTm="6089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4">
            <a:extLst>
              <a:ext uri="{FF2B5EF4-FFF2-40B4-BE49-F238E27FC236}">
                <a16:creationId xmlns:a16="http://schemas.microsoft.com/office/drawing/2014/main" id="{B08BEB17-09DF-461E-9CA2-AC3AEFDC5059}"/>
              </a:ext>
            </a:extLst>
          </p:cNvPr>
          <p:cNvGraphicFramePr>
            <a:graphicFrameLocks noGrp="1"/>
          </p:cNvGraphicFramePr>
          <p:nvPr>
            <p:ph idx="1"/>
            <p:extLst>
              <p:ext uri="{D42A27DB-BD31-4B8C-83A1-F6EECF244321}">
                <p14:modId xmlns:p14="http://schemas.microsoft.com/office/powerpoint/2010/main" val="2729001158"/>
              </p:ext>
            </p:extLst>
          </p:nvPr>
        </p:nvGraphicFramePr>
        <p:xfrm>
          <a:off x="581025" y="2181225"/>
          <a:ext cx="11029948" cy="1854200"/>
        </p:xfrm>
        <a:graphic>
          <a:graphicData uri="http://schemas.openxmlformats.org/drawingml/2006/table">
            <a:tbl>
              <a:tblPr firstRow="1" bandRow="1">
                <a:tableStyleId>{21E4AEA4-8DFA-4A89-87EB-49C32662AFE0}</a:tableStyleId>
              </a:tblPr>
              <a:tblGrid>
                <a:gridCol w="2757487">
                  <a:extLst>
                    <a:ext uri="{9D8B030D-6E8A-4147-A177-3AD203B41FA5}">
                      <a16:colId xmlns:a16="http://schemas.microsoft.com/office/drawing/2014/main" val="3807656759"/>
                    </a:ext>
                  </a:extLst>
                </a:gridCol>
                <a:gridCol w="2757487">
                  <a:extLst>
                    <a:ext uri="{9D8B030D-6E8A-4147-A177-3AD203B41FA5}">
                      <a16:colId xmlns:a16="http://schemas.microsoft.com/office/drawing/2014/main" val="2648948851"/>
                    </a:ext>
                  </a:extLst>
                </a:gridCol>
                <a:gridCol w="2757487">
                  <a:extLst>
                    <a:ext uri="{9D8B030D-6E8A-4147-A177-3AD203B41FA5}">
                      <a16:colId xmlns:a16="http://schemas.microsoft.com/office/drawing/2014/main" val="285982558"/>
                    </a:ext>
                  </a:extLst>
                </a:gridCol>
                <a:gridCol w="2757487">
                  <a:extLst>
                    <a:ext uri="{9D8B030D-6E8A-4147-A177-3AD203B41FA5}">
                      <a16:colId xmlns:a16="http://schemas.microsoft.com/office/drawing/2014/main" val="1267208164"/>
                    </a:ext>
                  </a:extLst>
                </a:gridCol>
              </a:tblGrid>
              <a:tr h="370840">
                <a:tc>
                  <a:txBody>
                    <a:bodyPr/>
                    <a:lstStyle/>
                    <a:p>
                      <a:r>
                        <a:rPr lang="en-US" noProof="0" dirty="0"/>
                        <a:t>Version </a:t>
                      </a:r>
                    </a:p>
                  </a:txBody>
                  <a:tcPr/>
                </a:tc>
                <a:tc>
                  <a:txBody>
                    <a:bodyPr/>
                    <a:lstStyle/>
                    <a:p>
                      <a:r>
                        <a:rPr lang="en-US" noProof="0" dirty="0"/>
                        <a:t>Contributors</a:t>
                      </a:r>
                    </a:p>
                  </a:txBody>
                  <a:tcPr/>
                </a:tc>
                <a:tc>
                  <a:txBody>
                    <a:bodyPr/>
                    <a:lstStyle/>
                    <a:p>
                      <a:r>
                        <a:rPr lang="en-US" noProof="0" dirty="0" err="1"/>
                        <a:t>Licence</a:t>
                      </a:r>
                      <a:endParaRPr lang="en-US" noProof="0" dirty="0"/>
                    </a:p>
                  </a:txBody>
                  <a:tcPr/>
                </a:tc>
                <a:tc>
                  <a:txBody>
                    <a:bodyPr/>
                    <a:lstStyle/>
                    <a:p>
                      <a:r>
                        <a:rPr lang="en-US" noProof="0" dirty="0"/>
                        <a:t>Comments</a:t>
                      </a:r>
                    </a:p>
                  </a:txBody>
                  <a:tcPr/>
                </a:tc>
                <a:extLst>
                  <a:ext uri="{0D108BD9-81ED-4DB2-BD59-A6C34878D82A}">
                    <a16:rowId xmlns:a16="http://schemas.microsoft.com/office/drawing/2014/main" val="748113296"/>
                  </a:ext>
                </a:extLst>
              </a:tr>
              <a:tr h="370840">
                <a:tc>
                  <a:txBody>
                    <a:bodyPr/>
                    <a:lstStyle/>
                    <a:p>
                      <a:r>
                        <a:rPr lang="en-US" sz="1200" noProof="0" dirty="0"/>
                        <a:t>1</a:t>
                      </a:r>
                    </a:p>
                  </a:txBody>
                  <a:tcPr/>
                </a:tc>
                <a:tc>
                  <a:txBody>
                    <a:bodyPr/>
                    <a:lstStyle/>
                    <a:p>
                      <a:r>
                        <a:rPr lang="en-US" sz="1200" noProof="0" dirty="0"/>
                        <a:t>Alexandre QUACH</a:t>
                      </a:r>
                    </a:p>
                  </a:txBody>
                  <a:tcPr/>
                </a:tc>
                <a:tc>
                  <a:txBody>
                    <a:bodyPr/>
                    <a:lstStyle/>
                    <a:p>
                      <a:r>
                        <a:rPr lang="en-US" sz="1200" noProof="0" dirty="0"/>
                        <a:t>CC-BY-NC-SA</a:t>
                      </a:r>
                    </a:p>
                  </a:txBody>
                  <a:tcPr/>
                </a:tc>
                <a:tc>
                  <a:txBody>
                    <a:bodyPr/>
                    <a:lstStyle/>
                    <a:p>
                      <a:r>
                        <a:rPr lang="en-US" sz="1200" noProof="0" dirty="0"/>
                        <a:t>Moved from Card Creator to PPT</a:t>
                      </a:r>
                    </a:p>
                  </a:txBody>
                  <a:tcPr/>
                </a:tc>
                <a:extLst>
                  <a:ext uri="{0D108BD9-81ED-4DB2-BD59-A6C34878D82A}">
                    <a16:rowId xmlns:a16="http://schemas.microsoft.com/office/drawing/2014/main" val="2337500579"/>
                  </a:ext>
                </a:extLst>
              </a:tr>
              <a:tr h="370840">
                <a:tc>
                  <a:txBody>
                    <a:bodyPr/>
                    <a:lstStyle/>
                    <a:p>
                      <a:endParaRPr lang="en-US" sz="12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noProof="0" dirty="0"/>
                    </a:p>
                  </a:txBody>
                  <a:tcPr/>
                </a:tc>
                <a:tc>
                  <a:txBody>
                    <a:bodyPr/>
                    <a:lstStyle/>
                    <a:p>
                      <a:endParaRPr lang="en-US" sz="1200" noProof="0" dirty="0"/>
                    </a:p>
                  </a:txBody>
                  <a:tcPr/>
                </a:tc>
                <a:tc>
                  <a:txBody>
                    <a:bodyPr/>
                    <a:lstStyle/>
                    <a:p>
                      <a:endParaRPr lang="en-US" sz="1200" noProof="0" dirty="0"/>
                    </a:p>
                  </a:txBody>
                  <a:tcPr/>
                </a:tc>
                <a:extLst>
                  <a:ext uri="{0D108BD9-81ED-4DB2-BD59-A6C34878D82A}">
                    <a16:rowId xmlns:a16="http://schemas.microsoft.com/office/drawing/2014/main" val="3565347869"/>
                  </a:ext>
                </a:extLst>
              </a:tr>
              <a:tr h="370840">
                <a:tc>
                  <a:txBody>
                    <a:bodyPr/>
                    <a:lstStyle/>
                    <a:p>
                      <a:endParaRPr lang="en-US" sz="1200" noProof="0" dirty="0"/>
                    </a:p>
                  </a:txBody>
                  <a:tcPr/>
                </a:tc>
                <a:tc>
                  <a:txBody>
                    <a:bodyPr/>
                    <a:lstStyle/>
                    <a:p>
                      <a:endParaRPr lang="en-US" sz="1200" noProof="0" dirty="0"/>
                    </a:p>
                  </a:txBody>
                  <a:tcPr/>
                </a:tc>
                <a:tc>
                  <a:txBody>
                    <a:bodyPr/>
                    <a:lstStyle/>
                    <a:p>
                      <a:endParaRPr lang="en-US" sz="1200" noProof="0" dirty="0"/>
                    </a:p>
                  </a:txBody>
                  <a:tcPr/>
                </a:tc>
                <a:tc>
                  <a:txBody>
                    <a:bodyPr/>
                    <a:lstStyle/>
                    <a:p>
                      <a:endParaRPr lang="en-US" sz="1200" noProof="0" dirty="0"/>
                    </a:p>
                  </a:txBody>
                  <a:tcPr/>
                </a:tc>
                <a:extLst>
                  <a:ext uri="{0D108BD9-81ED-4DB2-BD59-A6C34878D82A}">
                    <a16:rowId xmlns:a16="http://schemas.microsoft.com/office/drawing/2014/main" val="26495474"/>
                  </a:ext>
                </a:extLst>
              </a:tr>
              <a:tr h="370840">
                <a:tc>
                  <a:txBody>
                    <a:bodyPr/>
                    <a:lstStyle/>
                    <a:p>
                      <a:endParaRPr lang="en-US" sz="1200" noProof="0" dirty="0"/>
                    </a:p>
                  </a:txBody>
                  <a:tcPr/>
                </a:tc>
                <a:tc>
                  <a:txBody>
                    <a:bodyPr/>
                    <a:lstStyle/>
                    <a:p>
                      <a:endParaRPr lang="en-US" sz="1200" noProof="0" dirty="0"/>
                    </a:p>
                  </a:txBody>
                  <a:tcPr/>
                </a:tc>
                <a:tc>
                  <a:txBody>
                    <a:bodyPr/>
                    <a:lstStyle/>
                    <a:p>
                      <a:endParaRPr lang="en-US" sz="1200" noProof="0" dirty="0"/>
                    </a:p>
                  </a:txBody>
                  <a:tcPr/>
                </a:tc>
                <a:tc>
                  <a:txBody>
                    <a:bodyPr/>
                    <a:lstStyle/>
                    <a:p>
                      <a:endParaRPr lang="en-US" sz="1200" noProof="0" dirty="0"/>
                    </a:p>
                  </a:txBody>
                  <a:tcPr/>
                </a:tc>
                <a:extLst>
                  <a:ext uri="{0D108BD9-81ED-4DB2-BD59-A6C34878D82A}">
                    <a16:rowId xmlns:a16="http://schemas.microsoft.com/office/drawing/2014/main" val="3632454121"/>
                  </a:ext>
                </a:extLst>
              </a:tr>
            </a:tbl>
          </a:graphicData>
        </a:graphic>
      </p:graphicFrame>
      <p:sp>
        <p:nvSpPr>
          <p:cNvPr id="2" name="Titre 1">
            <a:extLst>
              <a:ext uri="{FF2B5EF4-FFF2-40B4-BE49-F238E27FC236}">
                <a16:creationId xmlns:a16="http://schemas.microsoft.com/office/drawing/2014/main" id="{EFC25294-60E0-4E12-B866-F2E1DAC21FF5}"/>
              </a:ext>
            </a:extLst>
          </p:cNvPr>
          <p:cNvSpPr>
            <a:spLocks noGrp="1"/>
          </p:cNvSpPr>
          <p:nvPr>
            <p:ph type="title"/>
          </p:nvPr>
        </p:nvSpPr>
        <p:spPr/>
        <p:txBody>
          <a:bodyPr/>
          <a:lstStyle/>
          <a:p>
            <a:r>
              <a:rPr lang="en-US" dirty="0"/>
              <a:t>History of changes and licenses</a:t>
            </a:r>
          </a:p>
        </p:txBody>
      </p:sp>
    </p:spTree>
    <p:extLst>
      <p:ext uri="{BB962C8B-B14F-4D97-AF65-F5344CB8AC3E}">
        <p14:creationId xmlns:p14="http://schemas.microsoft.com/office/powerpoint/2010/main" val="662365454"/>
      </p:ext>
    </p:extLst>
  </p:cSld>
  <p:clrMapOvr>
    <a:masterClrMapping/>
  </p:clrMapOvr>
  <mc:AlternateContent xmlns:mc="http://schemas.openxmlformats.org/markup-compatibility/2006" xmlns:p14="http://schemas.microsoft.com/office/powerpoint/2010/main">
    <mc:Choice Requires="p14">
      <p:transition spd="slow" p14:dur="2000" advTm="19680"/>
    </mc:Choice>
    <mc:Fallback xmlns="">
      <p:transition spd="slow" advTm="1968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4E70F61-9E1E-415E-B79B-8C028D3BA0C3}"/>
              </a:ext>
            </a:extLst>
          </p:cNvPr>
          <p:cNvSpPr>
            <a:spLocks noGrp="1"/>
          </p:cNvSpPr>
          <p:nvPr>
            <p:ph idx="1"/>
          </p:nvPr>
        </p:nvSpPr>
        <p:spPr/>
        <p:txBody>
          <a:bodyPr/>
          <a:lstStyle/>
          <a:p>
            <a:pPr marL="0" indent="0">
              <a:buNone/>
            </a:pPr>
            <a:r>
              <a:rPr lang="en-US" sz="1800" dirty="0"/>
              <a:t>What have you learned from each other ? </a:t>
            </a:r>
          </a:p>
          <a:p>
            <a:pPr marL="0" indent="0">
              <a:buNone/>
            </a:pPr>
            <a:r>
              <a:rPr lang="en-US" dirty="0"/>
              <a:t>How easy was it to ask deeper questions ?</a:t>
            </a:r>
          </a:p>
          <a:p>
            <a:pPr marL="0" indent="0">
              <a:buNone/>
            </a:pPr>
            <a:r>
              <a:rPr lang="en-US" dirty="0"/>
              <a:t>Who else should benefit from such kind of exercise ? </a:t>
            </a:r>
          </a:p>
        </p:txBody>
      </p:sp>
      <p:sp>
        <p:nvSpPr>
          <p:cNvPr id="2" name="Titre 1">
            <a:extLst>
              <a:ext uri="{FF2B5EF4-FFF2-40B4-BE49-F238E27FC236}">
                <a16:creationId xmlns:a16="http://schemas.microsoft.com/office/drawing/2014/main" id="{F06043D0-9ED6-4303-8B4E-D7E1301DD127}"/>
              </a:ext>
            </a:extLst>
          </p:cNvPr>
          <p:cNvSpPr>
            <a:spLocks noGrp="1"/>
          </p:cNvSpPr>
          <p:nvPr>
            <p:ph type="title"/>
          </p:nvPr>
        </p:nvSpPr>
        <p:spPr/>
        <p:txBody>
          <a:bodyPr/>
          <a:lstStyle/>
          <a:p>
            <a:r>
              <a:rPr lang="en-US" dirty="0"/>
              <a:t>Specific Debriefing Questions</a:t>
            </a:r>
          </a:p>
        </p:txBody>
      </p:sp>
    </p:spTree>
    <p:extLst>
      <p:ext uri="{BB962C8B-B14F-4D97-AF65-F5344CB8AC3E}">
        <p14:creationId xmlns:p14="http://schemas.microsoft.com/office/powerpoint/2010/main" val="1680687491"/>
      </p:ext>
    </p:extLst>
  </p:cSld>
  <p:clrMapOvr>
    <a:masterClrMapping/>
  </p:clrMapOvr>
  <mc:AlternateContent xmlns:mc="http://schemas.openxmlformats.org/markup-compatibility/2006" xmlns:p14="http://schemas.microsoft.com/office/powerpoint/2010/main">
    <mc:Choice Requires="p14">
      <p:transition spd="slow" p14:dur="2000" advTm="26216"/>
    </mc:Choice>
    <mc:Fallback xmlns="">
      <p:transition spd="slow" advTm="2621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BF11794-6274-417B-BB20-3FA80B7B99D5}"/>
              </a:ext>
            </a:extLst>
          </p:cNvPr>
          <p:cNvSpPr>
            <a:spLocks noGrp="1"/>
          </p:cNvSpPr>
          <p:nvPr>
            <p:ph type="ctrTitle"/>
          </p:nvPr>
        </p:nvSpPr>
        <p:spPr/>
        <p:txBody>
          <a:bodyPr/>
          <a:lstStyle/>
          <a:p>
            <a:r>
              <a:rPr lang="en-US" dirty="0" err="1">
                <a:solidFill>
                  <a:schemeClr val="tx1"/>
                </a:solidFill>
              </a:rPr>
              <a:t>CarDS</a:t>
            </a:r>
            <a:endParaRPr lang="en-US" dirty="0">
              <a:solidFill>
                <a:schemeClr val="tx1"/>
              </a:solidFill>
            </a:endParaRPr>
          </a:p>
        </p:txBody>
      </p:sp>
      <p:sp>
        <p:nvSpPr>
          <p:cNvPr id="5" name="Sous-titre 4">
            <a:extLst>
              <a:ext uri="{FF2B5EF4-FFF2-40B4-BE49-F238E27FC236}">
                <a16:creationId xmlns:a16="http://schemas.microsoft.com/office/drawing/2014/main" id="{592C106E-B5D6-4891-8175-50D176D1F80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91603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234FF1-3A1E-BB1F-41D4-10A75AA8B666}"/>
            </a:ext>
          </a:extLst>
        </p:cNvPr>
        <p:cNvGrpSpPr/>
        <p:nvPr/>
      </p:nvGrpSpPr>
      <p:grpSpPr>
        <a:xfrm>
          <a:off x="0" y="0"/>
          <a:ext cx="0" cy="0"/>
          <a:chOff x="0" y="0"/>
          <a:chExt cx="0" cy="0"/>
        </a:xfrm>
      </p:grpSpPr>
      <p:sp>
        <p:nvSpPr>
          <p:cNvPr id="51" name="Rettangolo 50">
            <a:extLst>
              <a:ext uri="{FF2B5EF4-FFF2-40B4-BE49-F238E27FC236}">
                <a16:creationId xmlns:a16="http://schemas.microsoft.com/office/drawing/2014/main" id="{CF65FF44-1F6E-4FAF-9594-61825B090CFB}"/>
              </a:ext>
            </a:extLst>
          </p:cNvPr>
          <p:cNvSpPr/>
          <p:nvPr/>
        </p:nvSpPr>
        <p:spPr>
          <a:xfrm>
            <a:off x="991419" y="0"/>
            <a:ext cx="10266770" cy="684753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Espace réservé du contenu 6">
            <a:extLst>
              <a:ext uri="{FF2B5EF4-FFF2-40B4-BE49-F238E27FC236}">
                <a16:creationId xmlns:a16="http://schemas.microsoft.com/office/drawing/2014/main" id="{1B9C8390-DD44-C266-C679-945521A6F862}"/>
              </a:ext>
            </a:extLst>
          </p:cNvPr>
          <p:cNvSpPr txBox="1">
            <a:spLocks/>
          </p:cNvSpPr>
          <p:nvPr/>
        </p:nvSpPr>
        <p:spPr>
          <a:xfrm>
            <a:off x="8688218" y="3417921"/>
            <a:ext cx="2548800" cy="3417921"/>
          </a:xfrm>
          <a:prstGeom prst="rect">
            <a:avLst/>
          </a:prstGeom>
          <a:solidFill>
            <a:schemeClr val="bg1">
              <a:lumMod val="65000"/>
            </a:schemeClr>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dirty="0">
                <a:solidFill>
                  <a:schemeClr val="bg1"/>
                </a:solidFill>
              </a:rPr>
              <a:t>www.komyu.fr</a:t>
            </a:r>
          </a:p>
        </p:txBody>
      </p:sp>
      <p:sp>
        <p:nvSpPr>
          <p:cNvPr id="29" name="Espace réservé du contenu 6">
            <a:extLst>
              <a:ext uri="{FF2B5EF4-FFF2-40B4-BE49-F238E27FC236}">
                <a16:creationId xmlns:a16="http://schemas.microsoft.com/office/drawing/2014/main" id="{9F2386CF-9E41-8B1D-0D43-CBD20C8D3493}"/>
              </a:ext>
            </a:extLst>
          </p:cNvPr>
          <p:cNvSpPr txBox="1">
            <a:spLocks/>
          </p:cNvSpPr>
          <p:nvPr/>
        </p:nvSpPr>
        <p:spPr>
          <a:xfrm>
            <a:off x="1017205" y="3417921"/>
            <a:ext cx="2548800" cy="3417921"/>
          </a:xfrm>
          <a:prstGeom prst="rect">
            <a:avLst/>
          </a:prstGeom>
          <a:solidFill>
            <a:schemeClr val="bg1">
              <a:lumMod val="65000"/>
            </a:schemeClr>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dirty="0">
                <a:solidFill>
                  <a:schemeClr val="bg1"/>
                </a:solidFill>
              </a:rPr>
              <a:t>www.komyu.fr</a:t>
            </a:r>
          </a:p>
        </p:txBody>
      </p:sp>
      <p:sp>
        <p:nvSpPr>
          <p:cNvPr id="32" name="Espace réservé du contenu 6">
            <a:extLst>
              <a:ext uri="{FF2B5EF4-FFF2-40B4-BE49-F238E27FC236}">
                <a16:creationId xmlns:a16="http://schemas.microsoft.com/office/drawing/2014/main" id="{27AE732C-0317-8CE8-12D0-D7584753FDAF}"/>
              </a:ext>
            </a:extLst>
          </p:cNvPr>
          <p:cNvSpPr txBox="1">
            <a:spLocks/>
          </p:cNvSpPr>
          <p:nvPr/>
        </p:nvSpPr>
        <p:spPr>
          <a:xfrm>
            <a:off x="6131213" y="3417921"/>
            <a:ext cx="2548800" cy="3417921"/>
          </a:xfrm>
          <a:prstGeom prst="rect">
            <a:avLst/>
          </a:prstGeom>
          <a:solidFill>
            <a:schemeClr val="bg1">
              <a:lumMod val="65000"/>
            </a:schemeClr>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dirty="0">
                <a:solidFill>
                  <a:schemeClr val="bg1"/>
                </a:solidFill>
              </a:rPr>
              <a:t>www.komyu.fr</a:t>
            </a:r>
          </a:p>
        </p:txBody>
      </p:sp>
      <p:sp>
        <p:nvSpPr>
          <p:cNvPr id="39" name="Espace réservé du contenu 6">
            <a:extLst>
              <a:ext uri="{FF2B5EF4-FFF2-40B4-BE49-F238E27FC236}">
                <a16:creationId xmlns:a16="http://schemas.microsoft.com/office/drawing/2014/main" id="{EC55C278-B074-9CB0-1A2D-60922B43A26A}"/>
              </a:ext>
            </a:extLst>
          </p:cNvPr>
          <p:cNvSpPr txBox="1">
            <a:spLocks/>
          </p:cNvSpPr>
          <p:nvPr/>
        </p:nvSpPr>
        <p:spPr>
          <a:xfrm>
            <a:off x="3574209" y="3417921"/>
            <a:ext cx="2548800" cy="3417921"/>
          </a:xfrm>
          <a:prstGeom prst="rect">
            <a:avLst/>
          </a:prstGeom>
          <a:solidFill>
            <a:schemeClr val="bg1">
              <a:lumMod val="65000"/>
            </a:schemeClr>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dirty="0">
                <a:solidFill>
                  <a:schemeClr val="bg1"/>
                </a:solidFill>
              </a:rPr>
              <a:t>www.komyu.fr</a:t>
            </a:r>
          </a:p>
        </p:txBody>
      </p:sp>
      <p:sp>
        <p:nvSpPr>
          <p:cNvPr id="38" name="Espace réservé du contenu 6">
            <a:extLst>
              <a:ext uri="{FF2B5EF4-FFF2-40B4-BE49-F238E27FC236}">
                <a16:creationId xmlns:a16="http://schemas.microsoft.com/office/drawing/2014/main" id="{A2E16128-D595-F6C2-BDC5-F6D8629F28AA}"/>
              </a:ext>
            </a:extLst>
          </p:cNvPr>
          <p:cNvSpPr txBox="1">
            <a:spLocks/>
          </p:cNvSpPr>
          <p:nvPr/>
        </p:nvSpPr>
        <p:spPr>
          <a:xfrm>
            <a:off x="8688218" y="0"/>
            <a:ext cx="2548800" cy="3417921"/>
          </a:xfrm>
          <a:prstGeom prst="rect">
            <a:avLst/>
          </a:prstGeom>
          <a:solidFill>
            <a:schemeClr val="bg1">
              <a:lumMod val="65000"/>
            </a:schemeClr>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dirty="0">
                <a:solidFill>
                  <a:schemeClr val="bg1"/>
                </a:solidFill>
              </a:rPr>
              <a:t>www.komyu.fr</a:t>
            </a:r>
          </a:p>
        </p:txBody>
      </p:sp>
      <p:sp>
        <p:nvSpPr>
          <p:cNvPr id="23" name="Espace réservé du contenu 6">
            <a:extLst>
              <a:ext uri="{FF2B5EF4-FFF2-40B4-BE49-F238E27FC236}">
                <a16:creationId xmlns:a16="http://schemas.microsoft.com/office/drawing/2014/main" id="{D0B03FF1-3C92-93F8-8F14-F3A9009254E4}"/>
              </a:ext>
            </a:extLst>
          </p:cNvPr>
          <p:cNvSpPr txBox="1">
            <a:spLocks/>
          </p:cNvSpPr>
          <p:nvPr/>
        </p:nvSpPr>
        <p:spPr>
          <a:xfrm>
            <a:off x="1017205" y="0"/>
            <a:ext cx="2548800" cy="3417921"/>
          </a:xfrm>
          <a:prstGeom prst="rect">
            <a:avLst/>
          </a:prstGeom>
          <a:solidFill>
            <a:schemeClr val="bg1">
              <a:lumMod val="65000"/>
            </a:schemeClr>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dirty="0">
                <a:solidFill>
                  <a:schemeClr val="bg1"/>
                </a:solidFill>
              </a:rPr>
              <a:t>www.komyu.fr</a:t>
            </a:r>
          </a:p>
        </p:txBody>
      </p:sp>
      <p:sp>
        <p:nvSpPr>
          <p:cNvPr id="35" name="Espace réservé du contenu 6">
            <a:extLst>
              <a:ext uri="{FF2B5EF4-FFF2-40B4-BE49-F238E27FC236}">
                <a16:creationId xmlns:a16="http://schemas.microsoft.com/office/drawing/2014/main" id="{6F77676E-C558-C0D0-B8E5-F9CD43B42E33}"/>
              </a:ext>
            </a:extLst>
          </p:cNvPr>
          <p:cNvSpPr txBox="1">
            <a:spLocks/>
          </p:cNvSpPr>
          <p:nvPr/>
        </p:nvSpPr>
        <p:spPr>
          <a:xfrm>
            <a:off x="6131213" y="0"/>
            <a:ext cx="2548800" cy="3417921"/>
          </a:xfrm>
          <a:prstGeom prst="rect">
            <a:avLst/>
          </a:prstGeom>
          <a:solidFill>
            <a:schemeClr val="bg1">
              <a:lumMod val="65000"/>
            </a:schemeClr>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dirty="0">
                <a:solidFill>
                  <a:schemeClr val="bg1"/>
                </a:solidFill>
              </a:rPr>
              <a:t>www.komyu.fr</a:t>
            </a:r>
          </a:p>
        </p:txBody>
      </p:sp>
      <p:sp>
        <p:nvSpPr>
          <p:cNvPr id="28" name="Espace réservé du contenu 6">
            <a:extLst>
              <a:ext uri="{FF2B5EF4-FFF2-40B4-BE49-F238E27FC236}">
                <a16:creationId xmlns:a16="http://schemas.microsoft.com/office/drawing/2014/main" id="{D544E6EE-2B6B-AA9F-6B8F-E08921455415}"/>
              </a:ext>
            </a:extLst>
          </p:cNvPr>
          <p:cNvSpPr txBox="1">
            <a:spLocks/>
          </p:cNvSpPr>
          <p:nvPr/>
        </p:nvSpPr>
        <p:spPr>
          <a:xfrm>
            <a:off x="3574209" y="0"/>
            <a:ext cx="2548800" cy="3417921"/>
          </a:xfrm>
          <a:prstGeom prst="rect">
            <a:avLst/>
          </a:prstGeom>
          <a:solidFill>
            <a:schemeClr val="bg1">
              <a:lumMod val="65000"/>
            </a:schemeClr>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dirty="0">
                <a:solidFill>
                  <a:schemeClr val="bg1"/>
                </a:solidFill>
              </a:rPr>
              <a:t>www.komyu.fr</a:t>
            </a:r>
          </a:p>
        </p:txBody>
      </p:sp>
      <p:grpSp>
        <p:nvGrpSpPr>
          <p:cNvPr id="37" name="Gruppo 36">
            <a:extLst>
              <a:ext uri="{FF2B5EF4-FFF2-40B4-BE49-F238E27FC236}">
                <a16:creationId xmlns:a16="http://schemas.microsoft.com/office/drawing/2014/main" id="{92BE633A-3142-60F3-587F-B3DB5296F097}"/>
              </a:ext>
            </a:extLst>
          </p:cNvPr>
          <p:cNvGrpSpPr/>
          <p:nvPr/>
        </p:nvGrpSpPr>
        <p:grpSpPr>
          <a:xfrm>
            <a:off x="933812" y="-4729"/>
            <a:ext cx="11247696" cy="6840571"/>
            <a:chOff x="957507" y="-1"/>
            <a:chExt cx="11185358" cy="6774999"/>
          </a:xfrm>
        </p:grpSpPr>
        <p:grpSp>
          <p:nvGrpSpPr>
            <p:cNvPr id="56" name="Gruppo 55">
              <a:extLst>
                <a:ext uri="{FF2B5EF4-FFF2-40B4-BE49-F238E27FC236}">
                  <a16:creationId xmlns:a16="http://schemas.microsoft.com/office/drawing/2014/main" id="{C0D2BE51-707F-2AB4-4785-B8B5ADD0F471}"/>
                </a:ext>
              </a:extLst>
            </p:cNvPr>
            <p:cNvGrpSpPr>
              <a:grpSpLocks/>
            </p:cNvGrpSpPr>
            <p:nvPr/>
          </p:nvGrpSpPr>
          <p:grpSpPr>
            <a:xfrm>
              <a:off x="957507" y="-1"/>
              <a:ext cx="10736840" cy="6774999"/>
              <a:chOff x="-50026" y="0"/>
              <a:chExt cx="10736840" cy="6040813"/>
            </a:xfrm>
          </p:grpSpPr>
          <p:cxnSp>
            <p:nvCxnSpPr>
              <p:cNvPr id="7" name="Connettore diritto 6">
                <a:extLst>
                  <a:ext uri="{FF2B5EF4-FFF2-40B4-BE49-F238E27FC236}">
                    <a16:creationId xmlns:a16="http://schemas.microsoft.com/office/drawing/2014/main" id="{A6F2326F-6396-766D-FBFD-19133A99FD7A}"/>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D80E6F4C-529E-6AFC-A203-979068E5070D}"/>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Connettore diritto 14">
                <a:extLst>
                  <a:ext uri="{FF2B5EF4-FFF2-40B4-BE49-F238E27FC236}">
                    <a16:creationId xmlns:a16="http://schemas.microsoft.com/office/drawing/2014/main" id="{09B5C1A2-D45E-B496-EF90-27F49EFFF3C3}"/>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1" name="Connettore diritto 40">
                <a:extLst>
                  <a:ext uri="{FF2B5EF4-FFF2-40B4-BE49-F238E27FC236}">
                    <a16:creationId xmlns:a16="http://schemas.microsoft.com/office/drawing/2014/main" id="{FFDF92C2-BE87-D83F-3179-B8B8D95D351C}"/>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Connettore diritto 26">
                <a:extLst>
                  <a:ext uri="{FF2B5EF4-FFF2-40B4-BE49-F238E27FC236}">
                    <a16:creationId xmlns:a16="http://schemas.microsoft.com/office/drawing/2014/main" id="{1700B0AB-A9FB-37E2-B89C-12DB43038D57}"/>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Connettore diritto 35">
                <a:extLst>
                  <a:ext uri="{FF2B5EF4-FFF2-40B4-BE49-F238E27FC236}">
                    <a16:creationId xmlns:a16="http://schemas.microsoft.com/office/drawing/2014/main" id="{2E70145A-3ABD-7724-3418-596937EB7C30}"/>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58" name="Elemento grafico 57" descr="Forbici con riempimento a tinta unita">
              <a:extLst>
                <a:ext uri="{FF2B5EF4-FFF2-40B4-BE49-F238E27FC236}">
                  <a16:creationId xmlns:a16="http://schemas.microsoft.com/office/drawing/2014/main" id="{9EEC0386-54E0-FCC5-C1CE-00FE199294E7}"/>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2820947">
              <a:off x="11228465" y="2960720"/>
              <a:ext cx="914400" cy="914400"/>
            </a:xfrm>
            <a:prstGeom prst="rect">
              <a:avLst/>
            </a:prstGeom>
          </p:spPr>
        </p:pic>
      </p:grpSp>
      <p:sp>
        <p:nvSpPr>
          <p:cNvPr id="2" name="Espace réservé du contenu 6">
            <a:extLst>
              <a:ext uri="{FF2B5EF4-FFF2-40B4-BE49-F238E27FC236}">
                <a16:creationId xmlns:a16="http://schemas.microsoft.com/office/drawing/2014/main" id="{701E7023-FC27-D727-2171-C84E5AF641B9}"/>
              </a:ext>
            </a:extLst>
          </p:cNvPr>
          <p:cNvSpPr txBox="1">
            <a:spLocks/>
          </p:cNvSpPr>
          <p:nvPr/>
        </p:nvSpPr>
        <p:spPr>
          <a:xfrm>
            <a:off x="1217275" y="144379"/>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1" i="1" dirty="0">
                <a:solidFill>
                  <a:schemeClr val="accent1"/>
                </a:solidFill>
              </a:rPr>
              <a:t>Rules and practices 1
</a:t>
            </a:r>
            <a:r>
              <a:rPr lang="en-US" sz="1800" i="1" dirty="0">
                <a:solidFill>
                  <a:schemeClr val="accent1"/>
                </a:solidFill>
              </a:rPr>
              <a:t>Each card has 4 questions from the shallowest and easiest to ask to the deepest to foster strong connection.</a:t>
            </a:r>
            <a:endParaRPr lang="en-US" sz="1400" b="1" i="1" dirty="0">
              <a:solidFill>
                <a:schemeClr val="accent1"/>
              </a:solidFill>
            </a:endParaRPr>
          </a:p>
        </p:txBody>
      </p:sp>
      <p:sp>
        <p:nvSpPr>
          <p:cNvPr id="4" name="Espace réservé du contenu 6">
            <a:extLst>
              <a:ext uri="{FF2B5EF4-FFF2-40B4-BE49-F238E27FC236}">
                <a16:creationId xmlns:a16="http://schemas.microsoft.com/office/drawing/2014/main" id="{2062FF70-06EA-15F5-0887-DAC7B563B65D}"/>
              </a:ext>
            </a:extLst>
          </p:cNvPr>
          <p:cNvSpPr txBox="1">
            <a:spLocks/>
          </p:cNvSpPr>
          <p:nvPr/>
        </p:nvSpPr>
        <p:spPr>
          <a:xfrm>
            <a:off x="1209162" y="3583180"/>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1" i="1" dirty="0">
                <a:solidFill>
                  <a:schemeClr val="accent1"/>
                </a:solidFill>
              </a:rPr>
              <a:t>WHO CREATED THIS GAME?
</a:t>
            </a:r>
            <a:r>
              <a:rPr lang="en-US" sz="1800" i="1" dirty="0">
                <a:solidFill>
                  <a:schemeClr val="accent1"/>
                </a:solidFill>
              </a:rPr>
              <a:t>This game was created by the company KOMYU</a:t>
            </a:r>
            <a:endParaRPr lang="en-US" sz="1400" i="1" dirty="0">
              <a:solidFill>
                <a:schemeClr val="accent1"/>
              </a:solidFill>
            </a:endParaRPr>
          </a:p>
        </p:txBody>
      </p:sp>
      <p:sp>
        <p:nvSpPr>
          <p:cNvPr id="3" name="Espace réservé du contenu 6">
            <a:extLst>
              <a:ext uri="{FF2B5EF4-FFF2-40B4-BE49-F238E27FC236}">
                <a16:creationId xmlns:a16="http://schemas.microsoft.com/office/drawing/2014/main" id="{9D29A426-A336-9E68-38A4-A176D82B62A5}"/>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t">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1" i="1" dirty="0">
                <a:solidFill>
                  <a:schemeClr val="accent1"/>
                </a:solidFill>
              </a:rPr>
              <a:t>Rules and practices 2
</a:t>
            </a:r>
            <a:r>
              <a:rPr lang="en-US" sz="1800" i="1" dirty="0">
                <a:solidFill>
                  <a:schemeClr val="accent1"/>
                </a:solidFill>
              </a:rPr>
              <a:t>Easiest use is to have everyone pick a card, compose pairs and ask other participants the 4 questions (1 card at a time). </a:t>
            </a:r>
          </a:p>
          <a:p>
            <a:pPr algn="ctr"/>
            <a:r>
              <a:rPr lang="en-US" sz="1800" i="1" dirty="0">
                <a:solidFill>
                  <a:schemeClr val="accent1"/>
                </a:solidFill>
              </a:rPr>
              <a:t> </a:t>
            </a:r>
            <a:endParaRPr lang="en-US" sz="1400" i="1" dirty="0">
              <a:solidFill>
                <a:schemeClr val="accent1"/>
              </a:solidFill>
            </a:endParaRPr>
          </a:p>
        </p:txBody>
      </p:sp>
      <p:sp>
        <p:nvSpPr>
          <p:cNvPr id="5" name="Espace réservé du contenu 6">
            <a:extLst>
              <a:ext uri="{FF2B5EF4-FFF2-40B4-BE49-F238E27FC236}">
                <a16:creationId xmlns:a16="http://schemas.microsoft.com/office/drawing/2014/main" id="{05BD932E-69DA-9B38-AC70-FA0CE75CFE5B}"/>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t">
            <a:normAutofit fontScale="70000" lnSpcReduction="20000"/>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1" i="1" dirty="0">
                <a:solidFill>
                  <a:schemeClr val="accent1"/>
                </a:solidFill>
              </a:rPr>
              <a:t>WHO IS 
 </a:t>
            </a:r>
          </a:p>
          <a:p>
            <a:pPr algn="ctr"/>
            <a:endParaRPr lang="en-US" sz="1800" b="1" i="1" dirty="0">
              <a:solidFill>
                <a:schemeClr val="accent1"/>
              </a:solidFill>
            </a:endParaRPr>
          </a:p>
          <a:p>
            <a:pPr algn="ctr"/>
            <a:r>
              <a:rPr lang="en-US" sz="1800" b="1" i="1" dirty="0">
                <a:solidFill>
                  <a:schemeClr val="accent1"/>
                </a:solidFill>
              </a:rPr>
              <a:t>?</a:t>
            </a:r>
          </a:p>
          <a:p>
            <a:pPr algn="ctr"/>
            <a:r>
              <a:rPr lang="en-US" sz="1800" b="1" i="1" dirty="0">
                <a:solidFill>
                  <a:schemeClr val="accent1"/>
                </a:solidFill>
              </a:rPr>
              <a:t>
Komyu is a company specialized in the mission of building next generation of collective intelligence tools and services, at the service of companies, organizations, collectives.</a:t>
            </a:r>
            <a:endParaRPr lang="en-US" sz="1800" i="1" dirty="0">
              <a:solidFill>
                <a:schemeClr val="accent1"/>
              </a:solidFill>
            </a:endParaRPr>
          </a:p>
        </p:txBody>
      </p:sp>
      <p:sp>
        <p:nvSpPr>
          <p:cNvPr id="6" name="Espace réservé du contenu 6">
            <a:extLst>
              <a:ext uri="{FF2B5EF4-FFF2-40B4-BE49-F238E27FC236}">
                <a16:creationId xmlns:a16="http://schemas.microsoft.com/office/drawing/2014/main" id="{C8E37575-B83F-95C0-3EC1-755A079FF130}"/>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t">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1" i="1" dirty="0">
                <a:solidFill>
                  <a:schemeClr val="accent1"/>
                </a:solidFill>
              </a:rPr>
              <a:t>Rules and practices 3
</a:t>
            </a:r>
            <a:r>
              <a:rPr lang="en-US" sz="1800" i="1" dirty="0">
                <a:solidFill>
                  <a:schemeClr val="accent1"/>
                </a:solidFill>
              </a:rPr>
              <a:t>If someone wants to stop at any level for confidentiality or any reasons, it should be accepted by the other</a:t>
            </a:r>
          </a:p>
          <a:p>
            <a:pPr algn="ctr"/>
            <a:r>
              <a:rPr lang="en-US" sz="1800" i="1" dirty="0">
                <a:solidFill>
                  <a:schemeClr val="accent1"/>
                </a:solidFill>
              </a:rPr>
              <a:t> </a:t>
            </a:r>
            <a:endParaRPr lang="en-US" sz="1400" i="1" dirty="0">
              <a:solidFill>
                <a:schemeClr val="accent1"/>
              </a:solidFill>
            </a:endParaRPr>
          </a:p>
        </p:txBody>
      </p:sp>
      <p:sp>
        <p:nvSpPr>
          <p:cNvPr id="8" name="Espace réservé du contenu 6">
            <a:extLst>
              <a:ext uri="{FF2B5EF4-FFF2-40B4-BE49-F238E27FC236}">
                <a16:creationId xmlns:a16="http://schemas.microsoft.com/office/drawing/2014/main" id="{4DFC0336-ECC0-8066-77CD-E4D193568627}"/>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t">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400" b="1" i="1" dirty="0">
                <a:solidFill>
                  <a:schemeClr val="accent1"/>
                </a:solidFill>
              </a:rPr>
              <a:t>Creative Commons</a:t>
            </a:r>
          </a:p>
          <a:p>
            <a:pPr algn="ctr"/>
            <a:r>
              <a:rPr lang="en-US" sz="1400" b="1" i="1" dirty="0">
                <a:solidFill>
                  <a:schemeClr val="accent1"/>
                </a:solidFill>
              </a:rPr>
              <a:t>BY-NC-SA</a:t>
            </a:r>
          </a:p>
          <a:p>
            <a:pPr algn="ctr"/>
            <a:r>
              <a:rPr lang="en-US" sz="1400" i="1" dirty="0">
                <a:solidFill>
                  <a:schemeClr val="accent1"/>
                </a:solidFill>
              </a:rPr>
              <a:t>We believe that most people respect Creative Commons </a:t>
            </a:r>
            <a:r>
              <a:rPr lang="en-US" sz="1400" i="1" dirty="0" err="1">
                <a:solidFill>
                  <a:schemeClr val="accent1"/>
                </a:solidFill>
              </a:rPr>
              <a:t>Licences</a:t>
            </a:r>
            <a:endParaRPr lang="en-US" sz="1400" i="1" dirty="0">
              <a:solidFill>
                <a:schemeClr val="accent1"/>
              </a:solidFill>
            </a:endParaRPr>
          </a:p>
          <a:p>
            <a:pPr algn="ctr"/>
            <a:r>
              <a:rPr lang="en-US" sz="1400" i="1" dirty="0">
                <a:solidFill>
                  <a:schemeClr val="accent1"/>
                </a:solidFill>
              </a:rPr>
              <a:t>BY: Mention us !</a:t>
            </a:r>
          </a:p>
          <a:p>
            <a:pPr algn="ctr"/>
            <a:r>
              <a:rPr lang="en-US" sz="1400" i="1" dirty="0">
                <a:solidFill>
                  <a:schemeClr val="accent1"/>
                </a:solidFill>
              </a:rPr>
              <a:t>NC: Do not sell these cards or services related to these cards</a:t>
            </a:r>
          </a:p>
          <a:p>
            <a:pPr algn="ctr"/>
            <a:r>
              <a:rPr lang="en-US" sz="1400" i="1" dirty="0">
                <a:solidFill>
                  <a:schemeClr val="accent1"/>
                </a:solidFill>
              </a:rPr>
              <a:t>SA: Share the same way</a:t>
            </a:r>
          </a:p>
        </p:txBody>
      </p:sp>
      <p:sp>
        <p:nvSpPr>
          <p:cNvPr id="9" name="Espace réservé du contenu 6">
            <a:extLst>
              <a:ext uri="{FF2B5EF4-FFF2-40B4-BE49-F238E27FC236}">
                <a16:creationId xmlns:a16="http://schemas.microsoft.com/office/drawing/2014/main" id="{D39545CC-AAFC-1F0A-39FD-25AB2123D0A4}"/>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t">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1" i="1" dirty="0">
                <a:solidFill>
                  <a:schemeClr val="accent1"/>
                </a:solidFill>
              </a:rPr>
              <a:t>Rules and practices 4
</a:t>
            </a:r>
            <a:r>
              <a:rPr lang="en-US" sz="1800" i="1" dirty="0">
                <a:solidFill>
                  <a:schemeClr val="accent1"/>
                </a:solidFill>
              </a:rPr>
              <a:t> Encourage people to mix</a:t>
            </a:r>
            <a:endParaRPr lang="en-US" sz="1800" b="1" i="1" dirty="0">
              <a:solidFill>
                <a:schemeClr val="accent1"/>
              </a:solidFill>
            </a:endParaRPr>
          </a:p>
          <a:p>
            <a:pPr algn="ctr"/>
            <a:r>
              <a:rPr lang="en-US" sz="1800" i="1" dirty="0">
                <a:solidFill>
                  <a:schemeClr val="accent1"/>
                </a:solidFill>
              </a:rPr>
              <a:t>To gamify more, you can count points or number of cards within time limits. </a:t>
            </a:r>
          </a:p>
          <a:p>
            <a:pPr algn="ctr"/>
            <a:r>
              <a:rPr lang="en-US" sz="1800" i="1" dirty="0">
                <a:solidFill>
                  <a:schemeClr val="accent1"/>
                </a:solidFill>
              </a:rPr>
              <a:t> </a:t>
            </a:r>
            <a:endParaRPr lang="en-US" sz="1400" i="1" dirty="0">
              <a:solidFill>
                <a:schemeClr val="accent1"/>
              </a:solidFill>
            </a:endParaRPr>
          </a:p>
        </p:txBody>
      </p:sp>
      <p:sp>
        <p:nvSpPr>
          <p:cNvPr id="10" name="Espace réservé du contenu 6">
            <a:extLst>
              <a:ext uri="{FF2B5EF4-FFF2-40B4-BE49-F238E27FC236}">
                <a16:creationId xmlns:a16="http://schemas.microsoft.com/office/drawing/2014/main" id="{B15C287B-DE53-E822-ADF6-22A65FE9BB86}"/>
              </a:ext>
            </a:extLst>
          </p:cNvPr>
          <p:cNvSpPr txBox="1">
            <a:spLocks/>
          </p:cNvSpPr>
          <p:nvPr/>
        </p:nvSpPr>
        <p:spPr>
          <a:xfrm>
            <a:off x="8918474" y="3583180"/>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1" i="1" dirty="0">
                <a:solidFill>
                  <a:schemeClr val="accent1"/>
                </a:solidFill>
              </a:rPr>
              <a:t>Fork your own game !</a:t>
            </a:r>
          </a:p>
          <a:p>
            <a:pPr algn="ctr"/>
            <a:r>
              <a:rPr lang="en-US" sz="1800" i="1" dirty="0">
                <a:solidFill>
                  <a:schemeClr val="accent1"/>
                </a:solidFill>
              </a:rPr>
              <a:t>These cards are made with love, and in the open-source mindset, create your own cards and connect people around you</a:t>
            </a:r>
            <a:endParaRPr lang="en-US" sz="1400" i="1" dirty="0">
              <a:solidFill>
                <a:schemeClr val="accent1"/>
              </a:solidFill>
            </a:endParaRPr>
          </a:p>
        </p:txBody>
      </p:sp>
      <p:pic>
        <p:nvPicPr>
          <p:cNvPr id="11" name="Image 2">
            <a:extLst>
              <a:ext uri="{FF2B5EF4-FFF2-40B4-BE49-F238E27FC236}">
                <a16:creationId xmlns:a16="http://schemas.microsoft.com/office/drawing/2014/main" id="{C192AD57-343F-6826-8F1B-F1364DA209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2118" y="2690045"/>
            <a:ext cx="230858" cy="223162"/>
          </a:xfrm>
          <a:prstGeom prst="rect">
            <a:avLst/>
          </a:prstGeom>
        </p:spPr>
      </p:pic>
      <p:pic>
        <p:nvPicPr>
          <p:cNvPr id="13" name="Immagine 12" descr="Immagine che contiene logo, Elementi grafici, Carattere, simbolo&#10;&#10;Descrizione generata automaticamente">
            <a:extLst>
              <a:ext uri="{FF2B5EF4-FFF2-40B4-BE49-F238E27FC236}">
                <a16:creationId xmlns:a16="http://schemas.microsoft.com/office/drawing/2014/main" id="{E8D88311-5D92-B86D-118B-3F7683C90E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86203" y="2690045"/>
            <a:ext cx="658997" cy="223162"/>
          </a:xfrm>
          <a:prstGeom prst="rect">
            <a:avLst/>
          </a:prstGeom>
        </p:spPr>
      </p:pic>
      <p:pic>
        <p:nvPicPr>
          <p:cNvPr id="14" name="Image 2">
            <a:extLst>
              <a:ext uri="{FF2B5EF4-FFF2-40B4-BE49-F238E27FC236}">
                <a16:creationId xmlns:a16="http://schemas.microsoft.com/office/drawing/2014/main" id="{6E6F967B-0950-D942-F7F1-C9F9A447A7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16315" y="2690045"/>
            <a:ext cx="230858" cy="223162"/>
          </a:xfrm>
          <a:prstGeom prst="rect">
            <a:avLst/>
          </a:prstGeom>
        </p:spPr>
      </p:pic>
      <p:pic>
        <p:nvPicPr>
          <p:cNvPr id="16" name="Immagine 15" descr="Immagine che contiene logo, Elementi grafici, Carattere, simbolo&#10;&#10;Descrizione generata automaticamente">
            <a:extLst>
              <a:ext uri="{FF2B5EF4-FFF2-40B4-BE49-F238E27FC236}">
                <a16:creationId xmlns:a16="http://schemas.microsoft.com/office/drawing/2014/main" id="{9AC0FCA7-033C-C21E-3C70-2883664E32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80400" y="2690045"/>
            <a:ext cx="658997" cy="223162"/>
          </a:xfrm>
          <a:prstGeom prst="rect">
            <a:avLst/>
          </a:prstGeom>
        </p:spPr>
      </p:pic>
      <p:pic>
        <p:nvPicPr>
          <p:cNvPr id="17" name="Image 2">
            <a:extLst>
              <a:ext uri="{FF2B5EF4-FFF2-40B4-BE49-F238E27FC236}">
                <a16:creationId xmlns:a16="http://schemas.microsoft.com/office/drawing/2014/main" id="{3DED185C-EB35-750E-AF59-5FAD6B617C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9803" y="2690045"/>
            <a:ext cx="230858" cy="223162"/>
          </a:xfrm>
          <a:prstGeom prst="rect">
            <a:avLst/>
          </a:prstGeom>
        </p:spPr>
      </p:pic>
      <p:pic>
        <p:nvPicPr>
          <p:cNvPr id="19" name="Immagine 18" descr="Immagine che contiene logo, Elementi grafici, Carattere, simbolo&#10;&#10;Descrizione generata automaticamente">
            <a:extLst>
              <a:ext uri="{FF2B5EF4-FFF2-40B4-BE49-F238E27FC236}">
                <a16:creationId xmlns:a16="http://schemas.microsoft.com/office/drawing/2014/main" id="{D1792A2C-8CF3-FA8B-AB2F-721DDB5A02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13888" y="2690045"/>
            <a:ext cx="658997" cy="223162"/>
          </a:xfrm>
          <a:prstGeom prst="rect">
            <a:avLst/>
          </a:prstGeom>
        </p:spPr>
      </p:pic>
      <p:pic>
        <p:nvPicPr>
          <p:cNvPr id="20" name="Image 2">
            <a:extLst>
              <a:ext uri="{FF2B5EF4-FFF2-40B4-BE49-F238E27FC236}">
                <a16:creationId xmlns:a16="http://schemas.microsoft.com/office/drawing/2014/main" id="{3A7D4C7F-6BCD-B1E7-9C03-35FDC195FD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20743" y="2690045"/>
            <a:ext cx="230858" cy="223162"/>
          </a:xfrm>
          <a:prstGeom prst="rect">
            <a:avLst/>
          </a:prstGeom>
        </p:spPr>
      </p:pic>
      <p:pic>
        <p:nvPicPr>
          <p:cNvPr id="22" name="Immagine 21" descr="Immagine che contiene logo, Elementi grafici, Carattere, simbolo&#10;&#10;Descrizione generata automaticamente">
            <a:extLst>
              <a:ext uri="{FF2B5EF4-FFF2-40B4-BE49-F238E27FC236}">
                <a16:creationId xmlns:a16="http://schemas.microsoft.com/office/drawing/2014/main" id="{5E531816-B94D-EC5A-F4BE-EBB9DDAF0D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84828" y="2690045"/>
            <a:ext cx="658997" cy="223162"/>
          </a:xfrm>
          <a:prstGeom prst="rect">
            <a:avLst/>
          </a:prstGeom>
        </p:spPr>
      </p:pic>
      <p:pic>
        <p:nvPicPr>
          <p:cNvPr id="24" name="Image 2">
            <a:extLst>
              <a:ext uri="{FF2B5EF4-FFF2-40B4-BE49-F238E27FC236}">
                <a16:creationId xmlns:a16="http://schemas.microsoft.com/office/drawing/2014/main" id="{87286874-7090-1378-4608-F4B9D34799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2118" y="6106916"/>
            <a:ext cx="230858" cy="223162"/>
          </a:xfrm>
          <a:prstGeom prst="rect">
            <a:avLst/>
          </a:prstGeom>
        </p:spPr>
      </p:pic>
      <p:pic>
        <p:nvPicPr>
          <p:cNvPr id="25" name="Immagine 24" descr="Immagine che contiene logo, Elementi grafici, Carattere, simbolo&#10;&#10;Descrizione generata automaticamente">
            <a:extLst>
              <a:ext uri="{FF2B5EF4-FFF2-40B4-BE49-F238E27FC236}">
                <a16:creationId xmlns:a16="http://schemas.microsoft.com/office/drawing/2014/main" id="{49CD216C-C439-E051-238C-D60B1790D0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86203" y="6106916"/>
            <a:ext cx="658997" cy="223162"/>
          </a:xfrm>
          <a:prstGeom prst="rect">
            <a:avLst/>
          </a:prstGeom>
        </p:spPr>
      </p:pic>
      <p:pic>
        <p:nvPicPr>
          <p:cNvPr id="31" name="Immagine 30" descr="Immagine che contiene logo, Elementi grafici, Carattere, simbolo&#10;&#10;Descrizione generata automaticamente">
            <a:extLst>
              <a:ext uri="{FF2B5EF4-FFF2-40B4-BE49-F238E27FC236}">
                <a16:creationId xmlns:a16="http://schemas.microsoft.com/office/drawing/2014/main" id="{38BCF25B-E91C-2B75-E949-288FDC2FD6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28645" y="6136318"/>
            <a:ext cx="658997" cy="223162"/>
          </a:xfrm>
          <a:prstGeom prst="rect">
            <a:avLst/>
          </a:prstGeom>
        </p:spPr>
      </p:pic>
      <p:pic>
        <p:nvPicPr>
          <p:cNvPr id="33" name="Immagine 32" descr="Immagine che contiene logo, Elementi grafici, Carattere, simbolo&#10;&#10;Descrizione generata automaticamente">
            <a:extLst>
              <a:ext uri="{FF2B5EF4-FFF2-40B4-BE49-F238E27FC236}">
                <a16:creationId xmlns:a16="http://schemas.microsoft.com/office/drawing/2014/main" id="{E9DF8332-3876-813F-51FA-CD25852830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57271" y="6096063"/>
            <a:ext cx="658997" cy="223162"/>
          </a:xfrm>
          <a:prstGeom prst="rect">
            <a:avLst/>
          </a:prstGeom>
        </p:spPr>
      </p:pic>
      <p:pic>
        <p:nvPicPr>
          <p:cNvPr id="34" name="Immagine 33" descr="Immagine che contiene logo, Elementi grafici, Carattere, simbolo&#10;&#10;Descrizione generata automaticamente">
            <a:extLst>
              <a:ext uri="{FF2B5EF4-FFF2-40B4-BE49-F238E27FC236}">
                <a16:creationId xmlns:a16="http://schemas.microsoft.com/office/drawing/2014/main" id="{578307F9-8848-74D1-E7F3-DE46CD775B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99702" y="3856224"/>
            <a:ext cx="1227705" cy="415749"/>
          </a:xfrm>
          <a:prstGeom prst="rect">
            <a:avLst/>
          </a:prstGeom>
        </p:spPr>
      </p:pic>
    </p:spTree>
    <p:extLst>
      <p:ext uri="{BB962C8B-B14F-4D97-AF65-F5344CB8AC3E}">
        <p14:creationId xmlns:p14="http://schemas.microsoft.com/office/powerpoint/2010/main" val="403284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C5BD-1B50-B2F0-3E92-92F986C8A458}"/>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3E29BD1A-16D2-1117-7B06-4E243D578823}"/>
              </a:ext>
            </a:extLst>
          </p:cNvPr>
          <p:cNvSpPr/>
          <p:nvPr/>
        </p:nvSpPr>
        <p:spPr>
          <a:xfrm>
            <a:off x="0" y="0"/>
            <a:ext cx="12292815" cy="684753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FBB01BF3-2842-B09E-B684-972096496F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8489F9BE-6E17-DF63-404E-66046AE86B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002E43E8-437D-EEB1-9270-38B2D5A75B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EE7010A9-5853-CF4F-78B2-D6C0A4903D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003DBFB2-6DAD-6C80-7D30-8D25438DB3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A143158C-9378-B430-1D0D-DA7624E92D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D87E317C-40DB-3E1D-EDEA-5936A46A0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908EA80E-D481-C541-3BEA-AC8B414DFC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0FD94593-4298-D033-4823-54DAD3F1C4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DC4CF723-BD7F-C199-6B4B-68254FB538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4210C6C3-0676-0F26-C733-51BCDFA503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F9FBF28E-0300-3252-F4B5-58D3779B30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DADE8CE4-E3D7-21C1-987E-9EAB9ED45D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51FC55FA-26F0-E79B-0AD7-5132993348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30A12A5A-24A5-14C9-DB0E-C22D2963E9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4DA74C31-AFCD-D643-2D78-C9C00B9125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E4F70A20-53A2-B2F2-2129-8A32FE9AB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2E8468FA-0ADB-92EE-8AD8-98CBF4F97D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2949F33C-3B25-1941-945D-AB854D5E77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8527590B-82B0-E345-BF79-AB5F0AA305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3C1B94C2-0FF5-33BE-F396-A89FBEAC1B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F691DC43-C495-2B3B-FE97-7E8E36B03B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13E62A2B-71AF-7626-9327-2BC7CEA030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2A1566E7-FDE3-06D6-26F6-E6A3FB67A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CFD8F828-0D8A-9A7B-D69C-F9E8C2180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804A8715-BF49-6FD7-A2B0-BE88E91F35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E216A63C-F31B-2922-0484-649DDAAC08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A9614C70-ACEA-24CD-B1B4-F81A9667A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2317240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BF11794-6274-417B-BB20-3FA80B7B99D5}"/>
              </a:ext>
            </a:extLst>
          </p:cNvPr>
          <p:cNvSpPr>
            <a:spLocks noGrp="1"/>
          </p:cNvSpPr>
          <p:nvPr>
            <p:ph type="ctrTitle"/>
          </p:nvPr>
        </p:nvSpPr>
        <p:spPr/>
        <p:txBody>
          <a:bodyPr/>
          <a:lstStyle/>
          <a:p>
            <a:r>
              <a:rPr lang="en-US" dirty="0">
                <a:solidFill>
                  <a:schemeClr val="tx1"/>
                </a:solidFill>
              </a:rPr>
              <a:t>Theme: Business</a:t>
            </a:r>
          </a:p>
        </p:txBody>
      </p:sp>
      <p:sp>
        <p:nvSpPr>
          <p:cNvPr id="5" name="Sous-titre 4">
            <a:extLst>
              <a:ext uri="{FF2B5EF4-FFF2-40B4-BE49-F238E27FC236}">
                <a16:creationId xmlns:a16="http://schemas.microsoft.com/office/drawing/2014/main" id="{592C106E-B5D6-4891-8175-50D176D1F80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39450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21296-C34C-A5C8-A3FD-D038E8304B7D}"/>
            </a:ext>
          </a:extLst>
        </p:cNvPr>
        <p:cNvGrpSpPr/>
        <p:nvPr/>
      </p:nvGrpSpPr>
      <p:grpSpPr>
        <a:xfrm>
          <a:off x="0" y="0"/>
          <a:ext cx="0" cy="0"/>
          <a:chOff x="0" y="0"/>
          <a:chExt cx="0" cy="0"/>
        </a:xfrm>
      </p:grpSpPr>
      <p:sp>
        <p:nvSpPr>
          <p:cNvPr id="51" name="Rettangolo 50">
            <a:extLst>
              <a:ext uri="{FF2B5EF4-FFF2-40B4-BE49-F238E27FC236}">
                <a16:creationId xmlns:a16="http://schemas.microsoft.com/office/drawing/2014/main" id="{6B97B58B-D38D-045A-4EDC-91796AC6B7D4}"/>
              </a:ext>
            </a:extLst>
          </p:cNvPr>
          <p:cNvSpPr/>
          <p:nvPr/>
        </p:nvSpPr>
        <p:spPr>
          <a:xfrm>
            <a:off x="991419" y="0"/>
            <a:ext cx="10266770" cy="68475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Espace réservé du contenu 6">
            <a:extLst>
              <a:ext uri="{FF2B5EF4-FFF2-40B4-BE49-F238E27FC236}">
                <a16:creationId xmlns:a16="http://schemas.microsoft.com/office/drawing/2014/main" id="{A25F44E4-BC27-0A62-1C05-397473EE17BB}"/>
              </a:ext>
            </a:extLst>
          </p:cNvPr>
          <p:cNvSpPr txBox="1">
            <a:spLocks/>
          </p:cNvSpPr>
          <p:nvPr/>
        </p:nvSpPr>
        <p:spPr>
          <a:xfrm>
            <a:off x="8688218"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Problem-solving</a:t>
            </a:r>
          </a:p>
        </p:txBody>
      </p:sp>
      <p:sp>
        <p:nvSpPr>
          <p:cNvPr id="12" name="Espace réservé du contenu 6">
            <a:extLst>
              <a:ext uri="{FF2B5EF4-FFF2-40B4-BE49-F238E27FC236}">
                <a16:creationId xmlns:a16="http://schemas.microsoft.com/office/drawing/2014/main" id="{437242D6-FD03-2C5B-D5E2-62875C1D76C8}"/>
              </a:ext>
            </a:extLst>
          </p:cNvPr>
          <p:cNvSpPr txBox="1">
            <a:spLocks/>
          </p:cNvSpPr>
          <p:nvPr/>
        </p:nvSpPr>
        <p:spPr>
          <a:xfrm>
            <a:off x="1017205"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Job experience</a:t>
            </a:r>
          </a:p>
        </p:txBody>
      </p:sp>
      <p:sp>
        <p:nvSpPr>
          <p:cNvPr id="15" name="Espace réservé du contenu 6">
            <a:extLst>
              <a:ext uri="{FF2B5EF4-FFF2-40B4-BE49-F238E27FC236}">
                <a16:creationId xmlns:a16="http://schemas.microsoft.com/office/drawing/2014/main" id="{B4E581E7-81EC-E088-BDF4-671BAEC132EC}"/>
              </a:ext>
            </a:extLst>
          </p:cNvPr>
          <p:cNvSpPr txBox="1">
            <a:spLocks/>
          </p:cNvSpPr>
          <p:nvPr/>
        </p:nvSpPr>
        <p:spPr>
          <a:xfrm>
            <a:off x="6131213"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Favorite project</a:t>
            </a:r>
          </a:p>
        </p:txBody>
      </p:sp>
      <p:sp>
        <p:nvSpPr>
          <p:cNvPr id="18" name="Espace réservé du contenu 6">
            <a:extLst>
              <a:ext uri="{FF2B5EF4-FFF2-40B4-BE49-F238E27FC236}">
                <a16:creationId xmlns:a16="http://schemas.microsoft.com/office/drawing/2014/main" id="{92027F6E-7FA5-5C3B-0400-968A873E1212}"/>
              </a:ext>
            </a:extLst>
          </p:cNvPr>
          <p:cNvSpPr txBox="1">
            <a:spLocks/>
          </p:cNvSpPr>
          <p:nvPr/>
        </p:nvSpPr>
        <p:spPr>
          <a:xfrm>
            <a:off x="3574209"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Professional Inspiration</a:t>
            </a:r>
          </a:p>
        </p:txBody>
      </p:sp>
      <p:sp>
        <p:nvSpPr>
          <p:cNvPr id="21" name="Espace réservé du contenu 6">
            <a:extLst>
              <a:ext uri="{FF2B5EF4-FFF2-40B4-BE49-F238E27FC236}">
                <a16:creationId xmlns:a16="http://schemas.microsoft.com/office/drawing/2014/main" id="{74B0B587-1885-B02A-644C-7004AB00331C}"/>
              </a:ext>
            </a:extLst>
          </p:cNvPr>
          <p:cNvSpPr txBox="1">
            <a:spLocks/>
          </p:cNvSpPr>
          <p:nvPr/>
        </p:nvSpPr>
        <p:spPr>
          <a:xfrm>
            <a:off x="8688218"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Career</a:t>
            </a:r>
          </a:p>
        </p:txBody>
      </p:sp>
      <p:sp>
        <p:nvSpPr>
          <p:cNvPr id="23" name="Espace réservé du contenu 6">
            <a:extLst>
              <a:ext uri="{FF2B5EF4-FFF2-40B4-BE49-F238E27FC236}">
                <a16:creationId xmlns:a16="http://schemas.microsoft.com/office/drawing/2014/main" id="{CE0A41FE-D5E8-1F65-8B58-87D23118C58A}"/>
              </a:ext>
            </a:extLst>
          </p:cNvPr>
          <p:cNvSpPr txBox="1">
            <a:spLocks/>
          </p:cNvSpPr>
          <p:nvPr/>
        </p:nvSpPr>
        <p:spPr>
          <a:xfrm>
            <a:off x="1017205" y="0"/>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Job &amp; organization</a:t>
            </a:r>
          </a:p>
        </p:txBody>
      </p:sp>
      <p:sp>
        <p:nvSpPr>
          <p:cNvPr id="28" name="Espace réservé du contenu 6">
            <a:extLst>
              <a:ext uri="{FF2B5EF4-FFF2-40B4-BE49-F238E27FC236}">
                <a16:creationId xmlns:a16="http://schemas.microsoft.com/office/drawing/2014/main" id="{21BCE6C7-5E55-CB08-CE62-D4419C639355}"/>
              </a:ext>
            </a:extLst>
          </p:cNvPr>
          <p:cNvSpPr txBox="1">
            <a:spLocks/>
          </p:cNvSpPr>
          <p:nvPr/>
        </p:nvSpPr>
        <p:spPr>
          <a:xfrm>
            <a:off x="6131213"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Team</a:t>
            </a:r>
          </a:p>
        </p:txBody>
      </p:sp>
      <p:sp>
        <p:nvSpPr>
          <p:cNvPr id="30" name="Espace réservé du contenu 6">
            <a:extLst>
              <a:ext uri="{FF2B5EF4-FFF2-40B4-BE49-F238E27FC236}">
                <a16:creationId xmlns:a16="http://schemas.microsoft.com/office/drawing/2014/main" id="{F96B2D98-C142-4ABB-496B-5D60BDEA97DB}"/>
              </a:ext>
            </a:extLst>
          </p:cNvPr>
          <p:cNvSpPr txBox="1">
            <a:spLocks/>
          </p:cNvSpPr>
          <p:nvPr/>
        </p:nvSpPr>
        <p:spPr>
          <a:xfrm>
            <a:off x="3574209"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Role evolution</a:t>
            </a:r>
          </a:p>
        </p:txBody>
      </p:sp>
      <p:sp>
        <p:nvSpPr>
          <p:cNvPr id="2" name="Espace réservé du contenu 6">
            <a:extLst>
              <a:ext uri="{FF2B5EF4-FFF2-40B4-BE49-F238E27FC236}">
                <a16:creationId xmlns:a16="http://schemas.microsoft.com/office/drawing/2014/main" id="{7F0F3D3E-6210-29B6-B653-3E643DCBFB49}"/>
              </a:ext>
            </a:extLst>
          </p:cNvPr>
          <p:cNvSpPr txBox="1">
            <a:spLocks/>
          </p:cNvSpPr>
          <p:nvPr/>
        </p:nvSpPr>
        <p:spPr>
          <a:xfrm>
            <a:off x="1217275" y="144379"/>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200" b="1" i="1" dirty="0">
                <a:solidFill>
                  <a:schemeClr val="accent1"/>
                </a:solidFill>
              </a:rPr>
              <a:t>What’s your role in the company?</a:t>
            </a:r>
          </a:p>
          <a:p>
            <a:pPr marL="342900" indent="-342900">
              <a:buFont typeface="+mj-lt"/>
              <a:buAutoNum type="arabicPeriod"/>
            </a:pPr>
            <a:r>
              <a:rPr lang="en-US" sz="1200" b="1" i="1" dirty="0">
                <a:solidFill>
                  <a:schemeClr val="accent1"/>
                </a:solidFill>
              </a:rPr>
              <a:t>What do you enjoy most about your job?</a:t>
            </a:r>
          </a:p>
          <a:p>
            <a:pPr marL="342900" indent="-342900">
              <a:buFont typeface="+mj-lt"/>
              <a:buAutoNum type="arabicPeriod"/>
            </a:pPr>
            <a:r>
              <a:rPr lang="en-US" sz="1200" b="1" i="1" dirty="0">
                <a:solidFill>
                  <a:schemeClr val="accent1"/>
                </a:solidFill>
              </a:rPr>
              <a:t>What’s your biggest challenge at work?</a:t>
            </a:r>
          </a:p>
          <a:p>
            <a:pPr marL="342900" indent="-342900">
              <a:buFont typeface="+mj-lt"/>
              <a:buAutoNum type="arabicPeriod"/>
            </a:pPr>
            <a:r>
              <a:rPr lang="en-US" sz="1200" b="1" i="1" dirty="0">
                <a:solidFill>
                  <a:schemeClr val="accent1"/>
                </a:solidFill>
              </a:rPr>
              <a:t>What’s one thing you would change in your organization?</a:t>
            </a:r>
          </a:p>
        </p:txBody>
      </p:sp>
      <p:sp>
        <p:nvSpPr>
          <p:cNvPr id="4" name="Espace réservé du contenu 6">
            <a:extLst>
              <a:ext uri="{FF2B5EF4-FFF2-40B4-BE49-F238E27FC236}">
                <a16:creationId xmlns:a16="http://schemas.microsoft.com/office/drawing/2014/main" id="{1CE77108-A888-41C1-35D3-221AE689B7D1}"/>
              </a:ext>
            </a:extLst>
          </p:cNvPr>
          <p:cNvSpPr txBox="1">
            <a:spLocks/>
          </p:cNvSpPr>
          <p:nvPr/>
        </p:nvSpPr>
        <p:spPr>
          <a:xfrm>
            <a:off x="1209162"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How do you typically start your workday?</a:t>
            </a:r>
          </a:p>
          <a:p>
            <a:r>
              <a:rPr lang="en-US" dirty="0"/>
              <a:t>What’s your most productive time of the day?</a:t>
            </a:r>
          </a:p>
          <a:p>
            <a:r>
              <a:rPr lang="en-US" dirty="0"/>
              <a:t>How do you handle stressful situations at work?</a:t>
            </a:r>
          </a:p>
          <a:p>
            <a:r>
              <a:rPr lang="en-US" dirty="0"/>
              <a:t>What’s one change that would make your job easier?</a:t>
            </a:r>
          </a:p>
        </p:txBody>
      </p:sp>
      <p:sp>
        <p:nvSpPr>
          <p:cNvPr id="3" name="Espace réservé du contenu 6">
            <a:extLst>
              <a:ext uri="{FF2B5EF4-FFF2-40B4-BE49-F238E27FC236}">
                <a16:creationId xmlns:a16="http://schemas.microsoft.com/office/drawing/2014/main" id="{08557C70-9E74-513F-8DBF-AA430C9F5E77}"/>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200" b="1" i="1" dirty="0">
                <a:solidFill>
                  <a:schemeClr val="accent1"/>
                </a:solidFill>
              </a:rPr>
              <a:t>How long have you been in your current role?</a:t>
            </a:r>
          </a:p>
          <a:p>
            <a:pPr marL="342900" indent="-342900">
              <a:buFont typeface="+mj-lt"/>
              <a:buAutoNum type="arabicPeriod"/>
            </a:pPr>
            <a:r>
              <a:rPr lang="en-US" sz="1200" b="1" i="1" dirty="0">
                <a:solidFill>
                  <a:schemeClr val="accent1"/>
                </a:solidFill>
              </a:rPr>
              <a:t>What’s the most memorable project you’ve worked on?</a:t>
            </a:r>
          </a:p>
          <a:p>
            <a:pPr marL="342900" indent="-342900">
              <a:buFont typeface="+mj-lt"/>
              <a:buAutoNum type="arabicPeriod"/>
            </a:pPr>
            <a:r>
              <a:rPr lang="en-US" sz="1200" b="1" i="1" dirty="0">
                <a:solidFill>
                  <a:schemeClr val="accent1"/>
                </a:solidFill>
              </a:rPr>
              <a:t>What skills are essential for your job?</a:t>
            </a:r>
          </a:p>
          <a:p>
            <a:pPr marL="342900" indent="-342900">
              <a:buFont typeface="+mj-lt"/>
              <a:buAutoNum type="arabicPeriod"/>
            </a:pPr>
            <a:r>
              <a:rPr lang="en-US" sz="1200" b="1" i="1" dirty="0">
                <a:solidFill>
                  <a:schemeClr val="accent1"/>
                </a:solidFill>
              </a:rPr>
              <a:t>Where do you see yourself in 2 years?</a:t>
            </a:r>
          </a:p>
        </p:txBody>
      </p:sp>
      <p:sp>
        <p:nvSpPr>
          <p:cNvPr id="5" name="Espace réservé du contenu 6">
            <a:extLst>
              <a:ext uri="{FF2B5EF4-FFF2-40B4-BE49-F238E27FC236}">
                <a16:creationId xmlns:a16="http://schemas.microsoft.com/office/drawing/2014/main" id="{C8BFB1DD-B4C3-9775-542E-CC4221EB49A4}"/>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Who is someone you admire professionally?</a:t>
            </a:r>
          </a:p>
          <a:p>
            <a:r>
              <a:rPr lang="en-US" dirty="0"/>
              <a:t>What qualities make them admirable?</a:t>
            </a:r>
          </a:p>
          <a:p>
            <a:r>
              <a:rPr lang="en-US" dirty="0"/>
              <a:t>How do you try to apply these qualities in your own work?</a:t>
            </a:r>
          </a:p>
          <a:p>
            <a:r>
              <a:rPr lang="en-US" dirty="0"/>
              <a:t>How do you hope to inspire others in the future?</a:t>
            </a:r>
          </a:p>
        </p:txBody>
      </p:sp>
      <p:sp>
        <p:nvSpPr>
          <p:cNvPr id="6" name="Espace réservé du contenu 6">
            <a:extLst>
              <a:ext uri="{FF2B5EF4-FFF2-40B4-BE49-F238E27FC236}">
                <a16:creationId xmlns:a16="http://schemas.microsoft.com/office/drawing/2014/main" id="{D45D1D0E-5CEA-81F8-4AAD-C364B934ACE4}"/>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your current team like?</a:t>
            </a:r>
          </a:p>
          <a:p>
            <a:r>
              <a:rPr lang="en-US" dirty="0"/>
              <a:t>What’s one thing your team does well?</a:t>
            </a:r>
          </a:p>
          <a:p>
            <a:r>
              <a:rPr lang="en-US" dirty="0"/>
              <a:t>What’s the biggest challenge your team faces?</a:t>
            </a:r>
          </a:p>
          <a:p>
            <a:r>
              <a:rPr lang="en-US" dirty="0"/>
              <a:t>How would you improve collaboration within your team?</a:t>
            </a:r>
          </a:p>
        </p:txBody>
      </p:sp>
      <p:sp>
        <p:nvSpPr>
          <p:cNvPr id="8" name="Espace réservé du contenu 6">
            <a:extLst>
              <a:ext uri="{FF2B5EF4-FFF2-40B4-BE49-F238E27FC236}">
                <a16:creationId xmlns:a16="http://schemas.microsoft.com/office/drawing/2014/main" id="{96424DA1-9580-CBD7-A6C4-CA96881B2AC8}"/>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your favorite project you’ve worked on?</a:t>
            </a:r>
          </a:p>
          <a:p>
            <a:r>
              <a:rPr lang="en-US" dirty="0"/>
              <a:t>What made it enjoyable for you?</a:t>
            </a:r>
          </a:p>
          <a:p>
            <a:r>
              <a:rPr lang="en-US" dirty="0"/>
              <a:t>What challenges did you overcome in that project?</a:t>
            </a:r>
          </a:p>
          <a:p>
            <a:r>
              <a:rPr lang="en-US" dirty="0"/>
              <a:t>What did you learn from the experience?</a:t>
            </a:r>
          </a:p>
        </p:txBody>
      </p:sp>
      <p:sp>
        <p:nvSpPr>
          <p:cNvPr id="9" name="Espace réservé du contenu 6">
            <a:extLst>
              <a:ext uri="{FF2B5EF4-FFF2-40B4-BE49-F238E27FC236}">
                <a16:creationId xmlns:a16="http://schemas.microsoft.com/office/drawing/2014/main" id="{B05DCFDF-80F3-6083-7199-BC525B3C6399}"/>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How did you start your career?</a:t>
            </a:r>
          </a:p>
          <a:p>
            <a:r>
              <a:rPr lang="en-US" dirty="0"/>
              <a:t>What’s one key lesson you’ve learned at work?</a:t>
            </a:r>
          </a:p>
          <a:p>
            <a:r>
              <a:rPr lang="en-US" dirty="0"/>
              <a:t>What was your biggest career achievement?</a:t>
            </a:r>
          </a:p>
          <a:p>
            <a:r>
              <a:rPr lang="en-US" dirty="0"/>
              <a:t>What’s the next big goal in your career?</a:t>
            </a:r>
          </a:p>
        </p:txBody>
      </p:sp>
      <p:sp>
        <p:nvSpPr>
          <p:cNvPr id="10" name="Espace réservé du contenu 6">
            <a:extLst>
              <a:ext uri="{FF2B5EF4-FFF2-40B4-BE49-F238E27FC236}">
                <a16:creationId xmlns:a16="http://schemas.microsoft.com/office/drawing/2014/main" id="{2D824300-EC10-A9B7-90CD-7DDF52313403}"/>
              </a:ext>
            </a:extLst>
          </p:cNvPr>
          <p:cNvSpPr txBox="1">
            <a:spLocks/>
          </p:cNvSpPr>
          <p:nvPr/>
        </p:nvSpPr>
        <p:spPr>
          <a:xfrm>
            <a:off x="8918474"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your approach to solving problems at work?</a:t>
            </a:r>
          </a:p>
          <a:p>
            <a:r>
              <a:rPr lang="en-US" dirty="0"/>
              <a:t>How do you involve others in problem-solving?</a:t>
            </a:r>
          </a:p>
          <a:p>
            <a:r>
              <a:rPr lang="en-US" dirty="0"/>
              <a:t>What’s the most difficult problem you’ve had to solve?</a:t>
            </a:r>
          </a:p>
          <a:p>
            <a:r>
              <a:rPr lang="en-US" dirty="0"/>
              <a:t>How do you ensure the best outcomes in your work?</a:t>
            </a:r>
          </a:p>
        </p:txBody>
      </p:sp>
      <p:pic>
        <p:nvPicPr>
          <p:cNvPr id="11" name="Image 2">
            <a:extLst>
              <a:ext uri="{FF2B5EF4-FFF2-40B4-BE49-F238E27FC236}">
                <a16:creationId xmlns:a16="http://schemas.microsoft.com/office/drawing/2014/main" id="{F599B297-9BCA-5FFB-6FF9-FA705CB63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2118" y="2690045"/>
            <a:ext cx="230858" cy="223162"/>
          </a:xfrm>
          <a:prstGeom prst="rect">
            <a:avLst/>
          </a:prstGeom>
        </p:spPr>
      </p:pic>
      <p:pic>
        <p:nvPicPr>
          <p:cNvPr id="13" name="Immagine 12" descr="Immagine che contiene logo, Elementi grafici, Carattere, simbolo&#10;&#10;Descrizione generata automaticamente">
            <a:extLst>
              <a:ext uri="{FF2B5EF4-FFF2-40B4-BE49-F238E27FC236}">
                <a16:creationId xmlns:a16="http://schemas.microsoft.com/office/drawing/2014/main" id="{64D4C826-C0EF-6060-5573-CAD905EC2D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414" y="2983963"/>
            <a:ext cx="658997" cy="223162"/>
          </a:xfrm>
          <a:prstGeom prst="rect">
            <a:avLst/>
          </a:prstGeom>
          <a:solidFill>
            <a:schemeClr val="bg1"/>
          </a:solidFill>
        </p:spPr>
      </p:pic>
      <p:pic>
        <p:nvPicPr>
          <p:cNvPr id="14" name="Image 2">
            <a:extLst>
              <a:ext uri="{FF2B5EF4-FFF2-40B4-BE49-F238E27FC236}">
                <a16:creationId xmlns:a16="http://schemas.microsoft.com/office/drawing/2014/main" id="{4346060E-ED3D-5DA5-731A-816ECE9AFA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2690045"/>
            <a:ext cx="230858" cy="223162"/>
          </a:xfrm>
          <a:prstGeom prst="rect">
            <a:avLst/>
          </a:prstGeom>
        </p:spPr>
      </p:pic>
      <p:pic>
        <p:nvPicPr>
          <p:cNvPr id="16" name="Immagine 15" descr="Immagine che contiene logo, Elementi grafici, Carattere, simbolo&#10;&#10;Descrizione generata automaticamente">
            <a:extLst>
              <a:ext uri="{FF2B5EF4-FFF2-40B4-BE49-F238E27FC236}">
                <a16:creationId xmlns:a16="http://schemas.microsoft.com/office/drawing/2014/main" id="{C0957F19-F1A0-16CF-1BC4-9568EEEBFF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2839" y="2978520"/>
            <a:ext cx="658997" cy="223162"/>
          </a:xfrm>
          <a:prstGeom prst="rect">
            <a:avLst/>
          </a:prstGeom>
          <a:solidFill>
            <a:schemeClr val="bg1"/>
          </a:solidFill>
        </p:spPr>
      </p:pic>
      <p:pic>
        <p:nvPicPr>
          <p:cNvPr id="17" name="Image 2">
            <a:extLst>
              <a:ext uri="{FF2B5EF4-FFF2-40B4-BE49-F238E27FC236}">
                <a16:creationId xmlns:a16="http://schemas.microsoft.com/office/drawing/2014/main" id="{C10D9FA9-8467-BCF2-C36B-BAD62FF00D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2690045"/>
            <a:ext cx="230858" cy="223162"/>
          </a:xfrm>
          <a:prstGeom prst="rect">
            <a:avLst/>
          </a:prstGeom>
        </p:spPr>
      </p:pic>
      <p:pic>
        <p:nvPicPr>
          <p:cNvPr id="19" name="Immagine 18" descr="Immagine che contiene logo, Elementi grafici, Carattere, simbolo&#10;&#10;Descrizione generata automaticamente">
            <a:extLst>
              <a:ext uri="{FF2B5EF4-FFF2-40B4-BE49-F238E27FC236}">
                <a16:creationId xmlns:a16="http://schemas.microsoft.com/office/drawing/2014/main" id="{F54A7A2F-30E2-FBA2-93F4-A65FE48587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6327" y="2978520"/>
            <a:ext cx="658997" cy="223162"/>
          </a:xfrm>
          <a:prstGeom prst="rect">
            <a:avLst/>
          </a:prstGeom>
          <a:solidFill>
            <a:schemeClr val="bg1"/>
          </a:solidFill>
        </p:spPr>
      </p:pic>
      <p:pic>
        <p:nvPicPr>
          <p:cNvPr id="20" name="Image 2">
            <a:extLst>
              <a:ext uri="{FF2B5EF4-FFF2-40B4-BE49-F238E27FC236}">
                <a16:creationId xmlns:a16="http://schemas.microsoft.com/office/drawing/2014/main" id="{C818C888-B3C2-F14A-1B6C-F99DB0BFA0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743" y="2690045"/>
            <a:ext cx="230858" cy="223162"/>
          </a:xfrm>
          <a:prstGeom prst="rect">
            <a:avLst/>
          </a:prstGeom>
        </p:spPr>
      </p:pic>
      <p:pic>
        <p:nvPicPr>
          <p:cNvPr id="22" name="Immagine 21" descr="Immagine che contiene logo, Elementi grafici, Carattere, simbolo&#10;&#10;Descrizione generata automaticamente">
            <a:extLst>
              <a:ext uri="{FF2B5EF4-FFF2-40B4-BE49-F238E27FC236}">
                <a16:creationId xmlns:a16="http://schemas.microsoft.com/office/drawing/2014/main" id="{9A54E5BF-85AE-6A0E-10AF-725D166588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7267" y="2978520"/>
            <a:ext cx="658997" cy="223162"/>
          </a:xfrm>
          <a:prstGeom prst="rect">
            <a:avLst/>
          </a:prstGeom>
          <a:solidFill>
            <a:schemeClr val="bg1"/>
          </a:solidFill>
        </p:spPr>
      </p:pic>
      <p:pic>
        <p:nvPicPr>
          <p:cNvPr id="24" name="Image 2">
            <a:extLst>
              <a:ext uri="{FF2B5EF4-FFF2-40B4-BE49-F238E27FC236}">
                <a16:creationId xmlns:a16="http://schemas.microsoft.com/office/drawing/2014/main" id="{BBCE0C11-3DF8-8A09-B373-306C4B4EDF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2118" y="6106916"/>
            <a:ext cx="230858" cy="223162"/>
          </a:xfrm>
          <a:prstGeom prst="rect">
            <a:avLst/>
          </a:prstGeom>
        </p:spPr>
      </p:pic>
      <p:pic>
        <p:nvPicPr>
          <p:cNvPr id="25" name="Immagine 24" descr="Immagine che contiene logo, Elementi grafici, Carattere, simbolo&#10;&#10;Descrizione generata automaticamente">
            <a:extLst>
              <a:ext uri="{FF2B5EF4-FFF2-40B4-BE49-F238E27FC236}">
                <a16:creationId xmlns:a16="http://schemas.microsoft.com/office/drawing/2014/main" id="{E4A0DA19-EA4C-8CFD-B18D-9D11AF533A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414" y="6417163"/>
            <a:ext cx="658997" cy="223162"/>
          </a:xfrm>
          <a:prstGeom prst="rect">
            <a:avLst/>
          </a:prstGeom>
          <a:solidFill>
            <a:schemeClr val="bg1"/>
          </a:solidFill>
        </p:spPr>
      </p:pic>
      <p:pic>
        <p:nvPicPr>
          <p:cNvPr id="26" name="Image 2">
            <a:extLst>
              <a:ext uri="{FF2B5EF4-FFF2-40B4-BE49-F238E27FC236}">
                <a16:creationId xmlns:a16="http://schemas.microsoft.com/office/drawing/2014/main" id="{1552CDFD-F7E5-4D97-E89C-DDC60C1A13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6106916"/>
            <a:ext cx="230858" cy="223162"/>
          </a:xfrm>
          <a:prstGeom prst="rect">
            <a:avLst/>
          </a:prstGeom>
        </p:spPr>
      </p:pic>
      <p:pic>
        <p:nvPicPr>
          <p:cNvPr id="27" name="Immagine 26" descr="Immagine che contiene logo, Elementi grafici, Carattere, simbolo&#10;&#10;Descrizione generata automaticamente">
            <a:extLst>
              <a:ext uri="{FF2B5EF4-FFF2-40B4-BE49-F238E27FC236}">
                <a16:creationId xmlns:a16="http://schemas.microsoft.com/office/drawing/2014/main" id="{4D96B75A-FBFD-B38E-492B-2E4A1BDD84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37396" y="6406277"/>
            <a:ext cx="658997" cy="223162"/>
          </a:xfrm>
          <a:prstGeom prst="rect">
            <a:avLst/>
          </a:prstGeom>
          <a:solidFill>
            <a:schemeClr val="bg1"/>
          </a:solidFill>
        </p:spPr>
      </p:pic>
      <p:pic>
        <p:nvPicPr>
          <p:cNvPr id="29" name="Image 2">
            <a:extLst>
              <a:ext uri="{FF2B5EF4-FFF2-40B4-BE49-F238E27FC236}">
                <a16:creationId xmlns:a16="http://schemas.microsoft.com/office/drawing/2014/main" id="{5A6C2B60-2762-AA4B-ED6F-187B550BEA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6106916"/>
            <a:ext cx="230858" cy="223162"/>
          </a:xfrm>
          <a:prstGeom prst="rect">
            <a:avLst/>
          </a:prstGeom>
        </p:spPr>
      </p:pic>
      <p:pic>
        <p:nvPicPr>
          <p:cNvPr id="31" name="Immagine 30" descr="Immagine che contiene logo, Elementi grafici, Carattere, simbolo&#10;&#10;Descrizione generata automaticamente">
            <a:extLst>
              <a:ext uri="{FF2B5EF4-FFF2-40B4-BE49-F238E27FC236}">
                <a16:creationId xmlns:a16="http://schemas.microsoft.com/office/drawing/2014/main" id="{37E4D736-3AB5-5A15-E8E8-19C7B48FE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0884" y="6406277"/>
            <a:ext cx="658997" cy="223162"/>
          </a:xfrm>
          <a:prstGeom prst="rect">
            <a:avLst/>
          </a:prstGeom>
          <a:solidFill>
            <a:schemeClr val="bg1"/>
          </a:solidFill>
        </p:spPr>
      </p:pic>
      <p:pic>
        <p:nvPicPr>
          <p:cNvPr id="32" name="Image 2">
            <a:extLst>
              <a:ext uri="{FF2B5EF4-FFF2-40B4-BE49-F238E27FC236}">
                <a16:creationId xmlns:a16="http://schemas.microsoft.com/office/drawing/2014/main" id="{CADF2AC5-E2BD-9CC3-58C4-10C7BF7881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743" y="6106916"/>
            <a:ext cx="230858" cy="223162"/>
          </a:xfrm>
          <a:prstGeom prst="rect">
            <a:avLst/>
          </a:prstGeom>
        </p:spPr>
      </p:pic>
      <p:pic>
        <p:nvPicPr>
          <p:cNvPr id="33" name="Immagine 32" descr="Immagine che contiene logo, Elementi grafici, Carattere, simbolo&#10;&#10;Descrizione generata automaticamente">
            <a:extLst>
              <a:ext uri="{FF2B5EF4-FFF2-40B4-BE49-F238E27FC236}">
                <a16:creationId xmlns:a16="http://schemas.microsoft.com/office/drawing/2014/main" id="{774F12F0-62E4-5D70-9348-B4E4B0FBE1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1824" y="6406277"/>
            <a:ext cx="658997" cy="223162"/>
          </a:xfrm>
          <a:prstGeom prst="rect">
            <a:avLst/>
          </a:prstGeom>
          <a:solidFill>
            <a:schemeClr val="bg1"/>
          </a:solidFill>
        </p:spPr>
      </p:pic>
      <p:sp>
        <p:nvSpPr>
          <p:cNvPr id="36" name="CasellaDiTesto 35">
            <a:extLst>
              <a:ext uri="{FF2B5EF4-FFF2-40B4-BE49-F238E27FC236}">
                <a16:creationId xmlns:a16="http://schemas.microsoft.com/office/drawing/2014/main" id="{C240430D-3B5A-D7A5-60C1-7DCFFBAAC1F7}"/>
              </a:ext>
            </a:extLst>
          </p:cNvPr>
          <p:cNvSpPr txBox="1"/>
          <p:nvPr/>
        </p:nvSpPr>
        <p:spPr>
          <a:xfrm>
            <a:off x="1186085" y="2592668"/>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37" name="CasellaDiTesto 36">
            <a:extLst>
              <a:ext uri="{FF2B5EF4-FFF2-40B4-BE49-F238E27FC236}">
                <a16:creationId xmlns:a16="http://schemas.microsoft.com/office/drawing/2014/main" id="{4F96636A-71ED-1D9B-7F1D-AD2C2B1CC405}"/>
              </a:ext>
            </a:extLst>
          </p:cNvPr>
          <p:cNvSpPr txBox="1"/>
          <p:nvPr/>
        </p:nvSpPr>
        <p:spPr>
          <a:xfrm>
            <a:off x="3803118" y="2603107"/>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38" name="CasellaDiTesto 37">
            <a:extLst>
              <a:ext uri="{FF2B5EF4-FFF2-40B4-BE49-F238E27FC236}">
                <a16:creationId xmlns:a16="http://schemas.microsoft.com/office/drawing/2014/main" id="{5F121B8F-847A-E0FF-A602-40DA6A2D5E87}"/>
              </a:ext>
            </a:extLst>
          </p:cNvPr>
          <p:cNvSpPr txBox="1"/>
          <p:nvPr/>
        </p:nvSpPr>
        <p:spPr>
          <a:xfrm>
            <a:off x="6359960" y="2616964"/>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39" name="CasellaDiTesto 38">
            <a:extLst>
              <a:ext uri="{FF2B5EF4-FFF2-40B4-BE49-F238E27FC236}">
                <a16:creationId xmlns:a16="http://schemas.microsoft.com/office/drawing/2014/main" id="{8E87BBC4-1A9D-EFD4-007A-367924237C2F}"/>
              </a:ext>
            </a:extLst>
          </p:cNvPr>
          <p:cNvSpPr txBox="1"/>
          <p:nvPr/>
        </p:nvSpPr>
        <p:spPr>
          <a:xfrm>
            <a:off x="8905993" y="2613546"/>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40" name="CasellaDiTesto 39">
            <a:extLst>
              <a:ext uri="{FF2B5EF4-FFF2-40B4-BE49-F238E27FC236}">
                <a16:creationId xmlns:a16="http://schemas.microsoft.com/office/drawing/2014/main" id="{9795A1D4-F0BF-44FE-7BD1-B246BF3A06E3}"/>
              </a:ext>
            </a:extLst>
          </p:cNvPr>
          <p:cNvSpPr txBox="1"/>
          <p:nvPr/>
        </p:nvSpPr>
        <p:spPr>
          <a:xfrm>
            <a:off x="1160685" y="6040078"/>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42" name="CasellaDiTesto 41">
            <a:extLst>
              <a:ext uri="{FF2B5EF4-FFF2-40B4-BE49-F238E27FC236}">
                <a16:creationId xmlns:a16="http://schemas.microsoft.com/office/drawing/2014/main" id="{B545B041-88EE-F0F6-3A9A-C206F21049CD}"/>
              </a:ext>
            </a:extLst>
          </p:cNvPr>
          <p:cNvSpPr txBox="1"/>
          <p:nvPr/>
        </p:nvSpPr>
        <p:spPr>
          <a:xfrm>
            <a:off x="3777718" y="6050517"/>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43" name="CasellaDiTesto 42">
            <a:extLst>
              <a:ext uri="{FF2B5EF4-FFF2-40B4-BE49-F238E27FC236}">
                <a16:creationId xmlns:a16="http://schemas.microsoft.com/office/drawing/2014/main" id="{A3ED61C0-74C4-3E71-7D03-9EAD3171AFE1}"/>
              </a:ext>
            </a:extLst>
          </p:cNvPr>
          <p:cNvSpPr txBox="1"/>
          <p:nvPr/>
        </p:nvSpPr>
        <p:spPr>
          <a:xfrm>
            <a:off x="6334560" y="6064374"/>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44" name="CasellaDiTesto 43">
            <a:extLst>
              <a:ext uri="{FF2B5EF4-FFF2-40B4-BE49-F238E27FC236}">
                <a16:creationId xmlns:a16="http://schemas.microsoft.com/office/drawing/2014/main" id="{7F29CE9A-FD9A-83B3-CFF1-7FDCA5BE6587}"/>
              </a:ext>
            </a:extLst>
          </p:cNvPr>
          <p:cNvSpPr txBox="1"/>
          <p:nvPr/>
        </p:nvSpPr>
        <p:spPr>
          <a:xfrm>
            <a:off x="8880593" y="6060956"/>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grpSp>
        <p:nvGrpSpPr>
          <p:cNvPr id="34" name="Gruppo 33">
            <a:extLst>
              <a:ext uri="{FF2B5EF4-FFF2-40B4-BE49-F238E27FC236}">
                <a16:creationId xmlns:a16="http://schemas.microsoft.com/office/drawing/2014/main" id="{79741F85-CA99-1239-CE63-7AE85AEFD1A4}"/>
              </a:ext>
            </a:extLst>
          </p:cNvPr>
          <p:cNvGrpSpPr/>
          <p:nvPr/>
        </p:nvGrpSpPr>
        <p:grpSpPr>
          <a:xfrm>
            <a:off x="933812" y="-4729"/>
            <a:ext cx="11247696" cy="6840571"/>
            <a:chOff x="957507" y="-1"/>
            <a:chExt cx="11185358" cy="6774999"/>
          </a:xfrm>
        </p:grpSpPr>
        <p:grpSp>
          <p:nvGrpSpPr>
            <p:cNvPr id="35" name="Gruppo 34">
              <a:extLst>
                <a:ext uri="{FF2B5EF4-FFF2-40B4-BE49-F238E27FC236}">
                  <a16:creationId xmlns:a16="http://schemas.microsoft.com/office/drawing/2014/main" id="{17BFB01C-8566-AEEC-233F-3927898437E0}"/>
                </a:ext>
              </a:extLst>
            </p:cNvPr>
            <p:cNvGrpSpPr>
              <a:grpSpLocks/>
            </p:cNvGrpSpPr>
            <p:nvPr/>
          </p:nvGrpSpPr>
          <p:grpSpPr>
            <a:xfrm>
              <a:off x="957507" y="-1"/>
              <a:ext cx="10736840" cy="6774999"/>
              <a:chOff x="-50026" y="0"/>
              <a:chExt cx="10736840" cy="6040813"/>
            </a:xfrm>
          </p:grpSpPr>
          <p:cxnSp>
            <p:nvCxnSpPr>
              <p:cNvPr id="45" name="Connettore diritto 44">
                <a:extLst>
                  <a:ext uri="{FF2B5EF4-FFF2-40B4-BE49-F238E27FC236}">
                    <a16:creationId xmlns:a16="http://schemas.microsoft.com/office/drawing/2014/main" id="{FC3C9CB8-558D-3C79-C68D-0F61DB722CE2}"/>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ttore diritto 45">
                <a:extLst>
                  <a:ext uri="{FF2B5EF4-FFF2-40B4-BE49-F238E27FC236}">
                    <a16:creationId xmlns:a16="http://schemas.microsoft.com/office/drawing/2014/main" id="{91698F91-4867-D4F0-5D3D-DC4FA2EF6335}"/>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Connettore diritto 46">
                <a:extLst>
                  <a:ext uri="{FF2B5EF4-FFF2-40B4-BE49-F238E27FC236}">
                    <a16:creationId xmlns:a16="http://schemas.microsoft.com/office/drawing/2014/main" id="{D23DB03E-CD2F-3EF8-D548-407BA92D12BB}"/>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 name="Connettore diritto 47">
                <a:extLst>
                  <a:ext uri="{FF2B5EF4-FFF2-40B4-BE49-F238E27FC236}">
                    <a16:creationId xmlns:a16="http://schemas.microsoft.com/office/drawing/2014/main" id="{30767847-B0E1-3875-E3D2-FDF2727B885B}"/>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Connettore diritto 48">
                <a:extLst>
                  <a:ext uri="{FF2B5EF4-FFF2-40B4-BE49-F238E27FC236}">
                    <a16:creationId xmlns:a16="http://schemas.microsoft.com/office/drawing/2014/main" id="{1C1F519D-2BD7-1594-6775-EBC5CBAE4B55}"/>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Connettore diritto 49">
                <a:extLst>
                  <a:ext uri="{FF2B5EF4-FFF2-40B4-BE49-F238E27FC236}">
                    <a16:creationId xmlns:a16="http://schemas.microsoft.com/office/drawing/2014/main" id="{5F34700C-968A-A468-7F0D-A453735DF5B9}"/>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41" name="Elemento grafico 40" descr="Forbici con riempimento a tinta unita">
              <a:extLst>
                <a:ext uri="{FF2B5EF4-FFF2-40B4-BE49-F238E27FC236}">
                  <a16:creationId xmlns:a16="http://schemas.microsoft.com/office/drawing/2014/main" id="{E7206BB9-CF41-F591-64A8-D57DAF670DB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820947">
              <a:off x="11228465" y="2960720"/>
              <a:ext cx="914400" cy="914400"/>
            </a:xfrm>
            <a:prstGeom prst="rect">
              <a:avLst/>
            </a:prstGeom>
          </p:spPr>
        </p:pic>
      </p:grpSp>
    </p:spTree>
    <p:extLst>
      <p:ext uri="{BB962C8B-B14F-4D97-AF65-F5344CB8AC3E}">
        <p14:creationId xmlns:p14="http://schemas.microsoft.com/office/powerpoint/2010/main" val="315575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69490-0350-1C84-A920-438231DB1134}"/>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9F29AE10-F692-2514-805A-CEC1333D6417}"/>
              </a:ext>
            </a:extLst>
          </p:cNvPr>
          <p:cNvSpPr/>
          <p:nvPr/>
        </p:nvSpPr>
        <p:spPr>
          <a:xfrm>
            <a:off x="0" y="0"/>
            <a:ext cx="12292815" cy="6847531"/>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6F5247FA-0F01-A75F-F767-7C579EA36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844ADCA0-6635-09F9-5633-892E3C75D7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3E3F5910-8C5D-9408-BD3B-23C0B2BE97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B958AAD4-D369-EA44-701F-45DB033DB5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E125AA40-A4DA-4DC6-289C-E57D2C535F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D4594F42-0BBA-C870-0FC8-F515772B19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2B1A40BA-6B5B-B12E-D539-6C16B90549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8D67EFCC-1B6D-B383-BB12-4BF0868B85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C0032C5E-4E07-3262-8603-6D46DC74EF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DB5F7DCD-8A2B-DF4A-EE4D-04E2FAE361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5A51CDEF-2B67-D472-2690-4F93BD433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0AA3C8C9-0FB0-23C7-1615-9CF45A050D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BC109F20-1938-BBF3-3644-ECA9E3B225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8C970CD4-6105-3233-D2AC-DAD3889710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DCF67483-EDB7-1A7D-C91F-5B94031D37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7BF532A2-2BE7-B610-B09E-E9BB691B0C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226F5668-F2E1-2FDA-6407-AEC4E6A2D3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3A49F0C9-2B70-8D18-E40C-8CA266E8DE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9FFD66C6-21C8-C319-F71D-813FAC6D37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0814D2E8-2078-2F68-7D32-15DC18C2AE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481A4F56-3375-704F-A2AF-39636C1436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46DF219C-13C9-3ADA-4AF2-C33EC2E2C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F1CF3E40-6B28-6D5B-1820-C2E34A96C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9EE1E0ED-224E-8AAB-D7FC-C30D1F8E87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EA5A10CF-4801-77CE-834E-F534F72A84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BE07F033-06A2-2DC9-2D66-1D61771D57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F818AA7F-1D4F-937F-08BC-D34404E1D6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68624A74-02E4-1715-2E83-D85807E980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1761812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72BA0-FE0F-A2EE-60BF-FD3CD5CAB067}"/>
            </a:ext>
          </a:extLst>
        </p:cNvPr>
        <p:cNvGrpSpPr/>
        <p:nvPr/>
      </p:nvGrpSpPr>
      <p:grpSpPr>
        <a:xfrm>
          <a:off x="0" y="0"/>
          <a:ext cx="0" cy="0"/>
          <a:chOff x="0" y="0"/>
          <a:chExt cx="0" cy="0"/>
        </a:xfrm>
      </p:grpSpPr>
      <p:sp>
        <p:nvSpPr>
          <p:cNvPr id="51" name="Rettangolo 50">
            <a:extLst>
              <a:ext uri="{FF2B5EF4-FFF2-40B4-BE49-F238E27FC236}">
                <a16:creationId xmlns:a16="http://schemas.microsoft.com/office/drawing/2014/main" id="{D39E09B9-5B1C-182A-74CC-196D4E50B6D1}"/>
              </a:ext>
            </a:extLst>
          </p:cNvPr>
          <p:cNvSpPr/>
          <p:nvPr/>
        </p:nvSpPr>
        <p:spPr>
          <a:xfrm>
            <a:off x="991419" y="0"/>
            <a:ext cx="10266770" cy="68475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Espace réservé du contenu 6">
            <a:extLst>
              <a:ext uri="{FF2B5EF4-FFF2-40B4-BE49-F238E27FC236}">
                <a16:creationId xmlns:a16="http://schemas.microsoft.com/office/drawing/2014/main" id="{2039C40F-8E4D-BA7F-01C7-1AC8F87220B7}"/>
              </a:ext>
            </a:extLst>
          </p:cNvPr>
          <p:cNvSpPr txBox="1">
            <a:spLocks/>
          </p:cNvSpPr>
          <p:nvPr/>
        </p:nvSpPr>
        <p:spPr>
          <a:xfrm>
            <a:off x="8688218"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Former colleagues</a:t>
            </a:r>
          </a:p>
        </p:txBody>
      </p:sp>
      <p:sp>
        <p:nvSpPr>
          <p:cNvPr id="12" name="Espace réservé du contenu 6">
            <a:extLst>
              <a:ext uri="{FF2B5EF4-FFF2-40B4-BE49-F238E27FC236}">
                <a16:creationId xmlns:a16="http://schemas.microsoft.com/office/drawing/2014/main" id="{4D6D24E1-5A7B-B14D-F759-38976E0C5CB4}"/>
              </a:ext>
            </a:extLst>
          </p:cNvPr>
          <p:cNvSpPr txBox="1">
            <a:spLocks/>
          </p:cNvSpPr>
          <p:nvPr/>
        </p:nvSpPr>
        <p:spPr>
          <a:xfrm>
            <a:off x="1017205"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Innovation</a:t>
            </a:r>
          </a:p>
        </p:txBody>
      </p:sp>
      <p:sp>
        <p:nvSpPr>
          <p:cNvPr id="15" name="Espace réservé du contenu 6">
            <a:extLst>
              <a:ext uri="{FF2B5EF4-FFF2-40B4-BE49-F238E27FC236}">
                <a16:creationId xmlns:a16="http://schemas.microsoft.com/office/drawing/2014/main" id="{728198C0-CDF4-AEA4-F59D-1D2901DBD7CF}"/>
              </a:ext>
            </a:extLst>
          </p:cNvPr>
          <p:cNvSpPr txBox="1">
            <a:spLocks/>
          </p:cNvSpPr>
          <p:nvPr/>
        </p:nvSpPr>
        <p:spPr>
          <a:xfrm>
            <a:off x="6131213"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Work-life balance</a:t>
            </a:r>
          </a:p>
        </p:txBody>
      </p:sp>
      <p:sp>
        <p:nvSpPr>
          <p:cNvPr id="18" name="Espace réservé du contenu 6">
            <a:extLst>
              <a:ext uri="{FF2B5EF4-FFF2-40B4-BE49-F238E27FC236}">
                <a16:creationId xmlns:a16="http://schemas.microsoft.com/office/drawing/2014/main" id="{63C1A507-47B8-706B-5E01-2B6BF80B53EE}"/>
              </a:ext>
            </a:extLst>
          </p:cNvPr>
          <p:cNvSpPr txBox="1">
            <a:spLocks/>
          </p:cNvSpPr>
          <p:nvPr/>
        </p:nvSpPr>
        <p:spPr>
          <a:xfrm>
            <a:off x="3574209"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Leadership style</a:t>
            </a:r>
          </a:p>
        </p:txBody>
      </p:sp>
      <p:sp>
        <p:nvSpPr>
          <p:cNvPr id="21" name="Espace réservé du contenu 6">
            <a:extLst>
              <a:ext uri="{FF2B5EF4-FFF2-40B4-BE49-F238E27FC236}">
                <a16:creationId xmlns:a16="http://schemas.microsoft.com/office/drawing/2014/main" id="{18087E73-BC20-FFB2-90C1-07FF01B309D9}"/>
              </a:ext>
            </a:extLst>
          </p:cNvPr>
          <p:cNvSpPr txBox="1">
            <a:spLocks/>
          </p:cNvSpPr>
          <p:nvPr/>
        </p:nvSpPr>
        <p:spPr>
          <a:xfrm>
            <a:off x="8688218"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Team Dynamics</a:t>
            </a:r>
          </a:p>
        </p:txBody>
      </p:sp>
      <p:sp>
        <p:nvSpPr>
          <p:cNvPr id="23" name="Espace réservé du contenu 6">
            <a:extLst>
              <a:ext uri="{FF2B5EF4-FFF2-40B4-BE49-F238E27FC236}">
                <a16:creationId xmlns:a16="http://schemas.microsoft.com/office/drawing/2014/main" id="{24EC3F6C-214D-6586-7925-1E88C61D55E8}"/>
              </a:ext>
            </a:extLst>
          </p:cNvPr>
          <p:cNvSpPr txBox="1">
            <a:spLocks/>
          </p:cNvSpPr>
          <p:nvPr/>
        </p:nvSpPr>
        <p:spPr>
          <a:xfrm>
            <a:off x="1017205" y="0"/>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Trends</a:t>
            </a:r>
          </a:p>
        </p:txBody>
      </p:sp>
      <p:sp>
        <p:nvSpPr>
          <p:cNvPr id="28" name="Espace réservé du contenu 6">
            <a:extLst>
              <a:ext uri="{FF2B5EF4-FFF2-40B4-BE49-F238E27FC236}">
                <a16:creationId xmlns:a16="http://schemas.microsoft.com/office/drawing/2014/main" id="{BFF0D943-81BC-048F-A5D7-0E5B49AE3CA2}"/>
              </a:ext>
            </a:extLst>
          </p:cNvPr>
          <p:cNvSpPr txBox="1">
            <a:spLocks/>
          </p:cNvSpPr>
          <p:nvPr/>
        </p:nvSpPr>
        <p:spPr>
          <a:xfrm>
            <a:off x="6131213"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Values</a:t>
            </a:r>
          </a:p>
        </p:txBody>
      </p:sp>
      <p:sp>
        <p:nvSpPr>
          <p:cNvPr id="30" name="Espace réservé du contenu 6">
            <a:extLst>
              <a:ext uri="{FF2B5EF4-FFF2-40B4-BE49-F238E27FC236}">
                <a16:creationId xmlns:a16="http://schemas.microsoft.com/office/drawing/2014/main" id="{E00B8B56-3FE3-6D0E-B787-E2FFBEFB03D2}"/>
              </a:ext>
            </a:extLst>
          </p:cNvPr>
          <p:cNvSpPr txBox="1">
            <a:spLocks/>
          </p:cNvSpPr>
          <p:nvPr/>
        </p:nvSpPr>
        <p:spPr>
          <a:xfrm>
            <a:off x="3574209"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Team &amp; Leadership</a:t>
            </a:r>
          </a:p>
        </p:txBody>
      </p:sp>
      <p:sp>
        <p:nvSpPr>
          <p:cNvPr id="2" name="Espace réservé du contenu 6">
            <a:extLst>
              <a:ext uri="{FF2B5EF4-FFF2-40B4-BE49-F238E27FC236}">
                <a16:creationId xmlns:a16="http://schemas.microsoft.com/office/drawing/2014/main" id="{684E4248-FA83-6555-2BF2-6DB0134833B3}"/>
              </a:ext>
            </a:extLst>
          </p:cNvPr>
          <p:cNvSpPr txBox="1">
            <a:spLocks/>
          </p:cNvSpPr>
          <p:nvPr/>
        </p:nvSpPr>
        <p:spPr>
          <a:xfrm>
            <a:off x="1217275" y="144379"/>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200" b="1" i="1" dirty="0">
                <a:solidFill>
                  <a:schemeClr val="accent1"/>
                </a:solidFill>
              </a:rPr>
              <a:t>How do you stay updated on industry trends?</a:t>
            </a:r>
          </a:p>
          <a:p>
            <a:pPr marL="342900" indent="-342900">
              <a:buFont typeface="+mj-lt"/>
              <a:buAutoNum type="arabicPeriod"/>
            </a:pPr>
            <a:r>
              <a:rPr lang="en-US" sz="1200" b="1" i="1" dirty="0">
                <a:solidFill>
                  <a:schemeClr val="accent1"/>
                </a:solidFill>
              </a:rPr>
              <a:t>How did you adapt to changes in the market?</a:t>
            </a:r>
          </a:p>
          <a:p>
            <a:pPr marL="342900" indent="-342900">
              <a:buFont typeface="+mj-lt"/>
              <a:buAutoNum type="arabicPeriod"/>
            </a:pPr>
            <a:r>
              <a:rPr lang="en-US" sz="1200" b="1" i="1" dirty="0">
                <a:solidFill>
                  <a:schemeClr val="accent1"/>
                </a:solidFill>
              </a:rPr>
              <a:t>What’s the biggest industry shift you’ve went through?</a:t>
            </a:r>
          </a:p>
          <a:p>
            <a:pPr marL="342900" indent="-342900">
              <a:buFont typeface="+mj-lt"/>
              <a:buAutoNum type="arabicPeriod"/>
            </a:pPr>
            <a:r>
              <a:rPr lang="en-US" sz="1200" b="1" i="1" dirty="0">
                <a:solidFill>
                  <a:schemeClr val="accent1"/>
                </a:solidFill>
              </a:rPr>
              <a:t>Do you fear anything for your own position over time?</a:t>
            </a:r>
          </a:p>
        </p:txBody>
      </p:sp>
      <p:sp>
        <p:nvSpPr>
          <p:cNvPr id="4" name="Espace réservé du contenu 6">
            <a:extLst>
              <a:ext uri="{FF2B5EF4-FFF2-40B4-BE49-F238E27FC236}">
                <a16:creationId xmlns:a16="http://schemas.microsoft.com/office/drawing/2014/main" id="{777D9970-0BF5-BE2B-A665-F6F626FC3009}"/>
              </a:ext>
            </a:extLst>
          </p:cNvPr>
          <p:cNvSpPr txBox="1">
            <a:spLocks/>
          </p:cNvSpPr>
          <p:nvPr/>
        </p:nvSpPr>
        <p:spPr>
          <a:xfrm>
            <a:off x="1209162"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one way your company stays innovative?</a:t>
            </a:r>
          </a:p>
          <a:p>
            <a:r>
              <a:rPr lang="en-US" dirty="0"/>
              <a:t>How do you contribute to driving innovation?</a:t>
            </a:r>
          </a:p>
          <a:p>
            <a:r>
              <a:rPr lang="en-US" dirty="0"/>
              <a:t>What’s the most exciting project you’ve worked on that pushed boundaries?</a:t>
            </a:r>
          </a:p>
          <a:p>
            <a:r>
              <a:rPr lang="en-US" dirty="0"/>
              <a:t>What’s your dream innovation?</a:t>
            </a:r>
          </a:p>
        </p:txBody>
      </p:sp>
      <p:sp>
        <p:nvSpPr>
          <p:cNvPr id="3" name="Espace réservé du contenu 6">
            <a:extLst>
              <a:ext uri="{FF2B5EF4-FFF2-40B4-BE49-F238E27FC236}">
                <a16:creationId xmlns:a16="http://schemas.microsoft.com/office/drawing/2014/main" id="{31016298-7C0C-800D-1E29-EA26C0162EB1}"/>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US" sz="1200" b="1" i="1" dirty="0">
                <a:solidFill>
                  <a:schemeClr val="accent1"/>
                </a:solidFill>
              </a:rPr>
              <a:t>What’s your idea of “a strong team”?</a:t>
            </a:r>
          </a:p>
          <a:p>
            <a:pPr marL="342900" indent="-342900">
              <a:buFont typeface="+mj-lt"/>
              <a:buAutoNum type="arabicPeriod"/>
            </a:pPr>
            <a:r>
              <a:rPr lang="en-US" sz="1200" b="1" i="1" dirty="0">
                <a:solidFill>
                  <a:schemeClr val="accent1"/>
                </a:solidFill>
              </a:rPr>
              <a:t>How do you motivate your team?</a:t>
            </a:r>
          </a:p>
          <a:p>
            <a:pPr marL="342900" indent="-342900">
              <a:buFont typeface="+mj-lt"/>
              <a:buAutoNum type="arabicPeriod"/>
            </a:pPr>
            <a:r>
              <a:rPr lang="en-US" sz="1200" b="1" i="1" dirty="0">
                <a:solidFill>
                  <a:schemeClr val="accent1"/>
                </a:solidFill>
              </a:rPr>
              <a:t>How do you handle conflicts or disagreements within the team?</a:t>
            </a:r>
          </a:p>
          <a:p>
            <a:pPr marL="342900" indent="-342900">
              <a:buFont typeface="+mj-lt"/>
              <a:buAutoNum type="arabicPeriod"/>
            </a:pPr>
            <a:r>
              <a:rPr lang="en-US" sz="1200" b="1" i="1" dirty="0">
                <a:solidFill>
                  <a:schemeClr val="accent1"/>
                </a:solidFill>
              </a:rPr>
              <a:t>What are your difficulties in leadership?</a:t>
            </a:r>
          </a:p>
        </p:txBody>
      </p:sp>
      <p:sp>
        <p:nvSpPr>
          <p:cNvPr id="5" name="Espace réservé du contenu 6">
            <a:extLst>
              <a:ext uri="{FF2B5EF4-FFF2-40B4-BE49-F238E27FC236}">
                <a16:creationId xmlns:a16="http://schemas.microsoft.com/office/drawing/2014/main" id="{9280D8B8-01B8-C07C-BC3B-153DA056A6FA}"/>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How much do you consider yourself a leader ?</a:t>
            </a:r>
          </a:p>
          <a:p>
            <a:r>
              <a:rPr lang="en-US" dirty="0"/>
              <a:t>How would you describe your leadership style?</a:t>
            </a:r>
          </a:p>
          <a:p>
            <a:r>
              <a:rPr lang="en-US" dirty="0"/>
              <a:t>What’s your most valuable leadership lesson?</a:t>
            </a:r>
          </a:p>
          <a:p>
            <a:r>
              <a:rPr lang="en-US" dirty="0"/>
              <a:t>How has your style changed based on personal experiences?</a:t>
            </a:r>
          </a:p>
          <a:p>
            <a:pPr marL="0" indent="0">
              <a:buNone/>
            </a:pPr>
            <a:endParaRPr lang="en-US" dirty="0"/>
          </a:p>
          <a:p>
            <a:pPr marL="0" indent="0">
              <a:buNone/>
            </a:pPr>
            <a:endParaRPr lang="en-US" dirty="0"/>
          </a:p>
        </p:txBody>
      </p:sp>
      <p:sp>
        <p:nvSpPr>
          <p:cNvPr id="6" name="Espace réservé du contenu 6">
            <a:extLst>
              <a:ext uri="{FF2B5EF4-FFF2-40B4-BE49-F238E27FC236}">
                <a16:creationId xmlns:a16="http://schemas.microsoft.com/office/drawing/2014/main" id="{E0975216-DD03-B3D3-C7BA-B7EFC0990897}"/>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 are the core values of your company?</a:t>
            </a:r>
          </a:p>
          <a:p>
            <a:r>
              <a:rPr lang="en-US" dirty="0"/>
              <a:t>Which of these values do you personally relate to most?</a:t>
            </a:r>
          </a:p>
          <a:p>
            <a:r>
              <a:rPr lang="en-US" dirty="0"/>
              <a:t>How do you embody these values in your daily work?</a:t>
            </a:r>
          </a:p>
          <a:p>
            <a:r>
              <a:rPr lang="en-US" dirty="0"/>
              <a:t>How have your personal values changed over time?</a:t>
            </a:r>
          </a:p>
        </p:txBody>
      </p:sp>
      <p:sp>
        <p:nvSpPr>
          <p:cNvPr id="8" name="Espace réservé du contenu 6">
            <a:extLst>
              <a:ext uri="{FF2B5EF4-FFF2-40B4-BE49-F238E27FC236}">
                <a16:creationId xmlns:a16="http://schemas.microsoft.com/office/drawing/2014/main" id="{29B45A7A-3E11-78F6-9A7D-B923F65A7FFD}"/>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How do you typically unwind after a workday?</a:t>
            </a:r>
          </a:p>
          <a:p>
            <a:r>
              <a:rPr lang="en-US" dirty="0"/>
              <a:t>How do you manage your work-life balance?</a:t>
            </a:r>
          </a:p>
          <a:p>
            <a:r>
              <a:rPr lang="en-US" dirty="0"/>
              <a:t>What’s been the biggest challenge in work-life balance?</a:t>
            </a:r>
          </a:p>
          <a:p>
            <a:r>
              <a:rPr lang="en-US" dirty="0"/>
              <a:t>How has your balance impacted your overall well-being?</a:t>
            </a:r>
          </a:p>
        </p:txBody>
      </p:sp>
      <p:sp>
        <p:nvSpPr>
          <p:cNvPr id="9" name="Espace réservé du contenu 6">
            <a:extLst>
              <a:ext uri="{FF2B5EF4-FFF2-40B4-BE49-F238E27FC236}">
                <a16:creationId xmlns:a16="http://schemas.microsoft.com/office/drawing/2014/main" id="{5CE78F0D-A942-C56B-ADD3-C7AD6D0CF996}"/>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the size of your current team?</a:t>
            </a:r>
          </a:p>
          <a:p>
            <a:r>
              <a:rPr lang="en-US" dirty="0"/>
              <a:t>How do you foster collaboration among team members?</a:t>
            </a:r>
          </a:p>
          <a:p>
            <a:r>
              <a:rPr lang="en-US" dirty="0"/>
              <a:t>What’s the most challenging aspect of working in your team?</a:t>
            </a:r>
          </a:p>
          <a:p>
            <a:r>
              <a:rPr lang="en-US" dirty="0"/>
              <a:t>How has a team member’s perspective changed the way you act?</a:t>
            </a:r>
          </a:p>
        </p:txBody>
      </p:sp>
      <p:sp>
        <p:nvSpPr>
          <p:cNvPr id="10" name="Espace réservé du contenu 6">
            <a:extLst>
              <a:ext uri="{FF2B5EF4-FFF2-40B4-BE49-F238E27FC236}">
                <a16:creationId xmlns:a16="http://schemas.microsoft.com/office/drawing/2014/main" id="{2BC44F2C-9ECB-2540-E721-0323FA0639B4}"/>
              </a:ext>
            </a:extLst>
          </p:cNvPr>
          <p:cNvSpPr txBox="1">
            <a:spLocks/>
          </p:cNvSpPr>
          <p:nvPr/>
        </p:nvSpPr>
        <p:spPr>
          <a:xfrm>
            <a:off x="8918474"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Who is a colleague you no longer work with and you miss?</a:t>
            </a:r>
          </a:p>
          <a:p>
            <a:r>
              <a:rPr lang="en-US" dirty="0"/>
              <a:t>What did you enjoy most about working with them?</a:t>
            </a:r>
          </a:p>
          <a:p>
            <a:r>
              <a:rPr lang="en-US" dirty="0"/>
              <a:t>How did they impact your growth?</a:t>
            </a:r>
          </a:p>
          <a:p>
            <a:r>
              <a:rPr lang="en-US" dirty="0"/>
              <a:t>How has their absence changed the way you approach your work?</a:t>
            </a:r>
          </a:p>
        </p:txBody>
      </p:sp>
      <p:pic>
        <p:nvPicPr>
          <p:cNvPr id="11" name="Image 2">
            <a:extLst>
              <a:ext uri="{FF2B5EF4-FFF2-40B4-BE49-F238E27FC236}">
                <a16:creationId xmlns:a16="http://schemas.microsoft.com/office/drawing/2014/main" id="{2601E871-D535-5951-AF26-4C91BBC8E6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2118" y="2690045"/>
            <a:ext cx="230858" cy="223162"/>
          </a:xfrm>
          <a:prstGeom prst="rect">
            <a:avLst/>
          </a:prstGeom>
        </p:spPr>
      </p:pic>
      <p:pic>
        <p:nvPicPr>
          <p:cNvPr id="13" name="Immagine 12" descr="Immagine che contiene logo, Elementi grafici, Carattere, simbolo&#10;&#10;Descrizione generata automaticamente">
            <a:extLst>
              <a:ext uri="{FF2B5EF4-FFF2-40B4-BE49-F238E27FC236}">
                <a16:creationId xmlns:a16="http://schemas.microsoft.com/office/drawing/2014/main" id="{E3795849-A148-6170-55D7-43474099F3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414" y="2983963"/>
            <a:ext cx="658997" cy="223162"/>
          </a:xfrm>
          <a:prstGeom prst="rect">
            <a:avLst/>
          </a:prstGeom>
          <a:solidFill>
            <a:schemeClr val="bg1"/>
          </a:solidFill>
        </p:spPr>
      </p:pic>
      <p:pic>
        <p:nvPicPr>
          <p:cNvPr id="14" name="Image 2">
            <a:extLst>
              <a:ext uri="{FF2B5EF4-FFF2-40B4-BE49-F238E27FC236}">
                <a16:creationId xmlns:a16="http://schemas.microsoft.com/office/drawing/2014/main" id="{29B2CDF8-D8D1-7EEB-30C8-DD77E95BD1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2690045"/>
            <a:ext cx="230858" cy="223162"/>
          </a:xfrm>
          <a:prstGeom prst="rect">
            <a:avLst/>
          </a:prstGeom>
        </p:spPr>
      </p:pic>
      <p:pic>
        <p:nvPicPr>
          <p:cNvPr id="16" name="Immagine 15" descr="Immagine che contiene logo, Elementi grafici, Carattere, simbolo&#10;&#10;Descrizione generata automaticamente">
            <a:extLst>
              <a:ext uri="{FF2B5EF4-FFF2-40B4-BE49-F238E27FC236}">
                <a16:creationId xmlns:a16="http://schemas.microsoft.com/office/drawing/2014/main" id="{2250CCA6-89F3-D95F-5E0A-7FFB938EF1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2839" y="2978520"/>
            <a:ext cx="658997" cy="223162"/>
          </a:xfrm>
          <a:prstGeom prst="rect">
            <a:avLst/>
          </a:prstGeom>
          <a:solidFill>
            <a:schemeClr val="bg1"/>
          </a:solidFill>
        </p:spPr>
      </p:pic>
      <p:pic>
        <p:nvPicPr>
          <p:cNvPr id="17" name="Image 2">
            <a:extLst>
              <a:ext uri="{FF2B5EF4-FFF2-40B4-BE49-F238E27FC236}">
                <a16:creationId xmlns:a16="http://schemas.microsoft.com/office/drawing/2014/main" id="{C86DE8C8-F061-0C0F-AD5C-77684E4B10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2690045"/>
            <a:ext cx="230858" cy="223162"/>
          </a:xfrm>
          <a:prstGeom prst="rect">
            <a:avLst/>
          </a:prstGeom>
        </p:spPr>
      </p:pic>
      <p:pic>
        <p:nvPicPr>
          <p:cNvPr id="19" name="Immagine 18" descr="Immagine che contiene logo, Elementi grafici, Carattere, simbolo&#10;&#10;Descrizione generata automaticamente">
            <a:extLst>
              <a:ext uri="{FF2B5EF4-FFF2-40B4-BE49-F238E27FC236}">
                <a16:creationId xmlns:a16="http://schemas.microsoft.com/office/drawing/2014/main" id="{57AA16DF-08CE-078C-503D-A1D53EE6AE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6327" y="2978520"/>
            <a:ext cx="658997" cy="223162"/>
          </a:xfrm>
          <a:prstGeom prst="rect">
            <a:avLst/>
          </a:prstGeom>
          <a:solidFill>
            <a:schemeClr val="bg1"/>
          </a:solidFill>
        </p:spPr>
      </p:pic>
      <p:pic>
        <p:nvPicPr>
          <p:cNvPr id="20" name="Image 2">
            <a:extLst>
              <a:ext uri="{FF2B5EF4-FFF2-40B4-BE49-F238E27FC236}">
                <a16:creationId xmlns:a16="http://schemas.microsoft.com/office/drawing/2014/main" id="{AB46A1DC-AD0C-4F4E-8FD4-49811D1B7E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743" y="2690045"/>
            <a:ext cx="230858" cy="223162"/>
          </a:xfrm>
          <a:prstGeom prst="rect">
            <a:avLst/>
          </a:prstGeom>
        </p:spPr>
      </p:pic>
      <p:pic>
        <p:nvPicPr>
          <p:cNvPr id="22" name="Immagine 21" descr="Immagine che contiene logo, Elementi grafici, Carattere, simbolo&#10;&#10;Descrizione generata automaticamente">
            <a:extLst>
              <a:ext uri="{FF2B5EF4-FFF2-40B4-BE49-F238E27FC236}">
                <a16:creationId xmlns:a16="http://schemas.microsoft.com/office/drawing/2014/main" id="{EE6756FE-F1D2-252E-3775-CA3B9080B8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7267" y="2978520"/>
            <a:ext cx="658997" cy="223162"/>
          </a:xfrm>
          <a:prstGeom prst="rect">
            <a:avLst/>
          </a:prstGeom>
          <a:solidFill>
            <a:schemeClr val="bg1"/>
          </a:solidFill>
        </p:spPr>
      </p:pic>
      <p:pic>
        <p:nvPicPr>
          <p:cNvPr id="24" name="Image 2">
            <a:extLst>
              <a:ext uri="{FF2B5EF4-FFF2-40B4-BE49-F238E27FC236}">
                <a16:creationId xmlns:a16="http://schemas.microsoft.com/office/drawing/2014/main" id="{73F9BCB2-440C-7D62-2563-DB185D1D44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2118" y="6106916"/>
            <a:ext cx="230858" cy="223162"/>
          </a:xfrm>
          <a:prstGeom prst="rect">
            <a:avLst/>
          </a:prstGeom>
        </p:spPr>
      </p:pic>
      <p:pic>
        <p:nvPicPr>
          <p:cNvPr id="25" name="Immagine 24" descr="Immagine che contiene logo, Elementi grafici, Carattere, simbolo&#10;&#10;Descrizione generata automaticamente">
            <a:extLst>
              <a:ext uri="{FF2B5EF4-FFF2-40B4-BE49-F238E27FC236}">
                <a16:creationId xmlns:a16="http://schemas.microsoft.com/office/drawing/2014/main" id="{38EFA13A-A14E-56D5-3AEF-08124A699A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0414" y="6417163"/>
            <a:ext cx="658997" cy="223162"/>
          </a:xfrm>
          <a:prstGeom prst="rect">
            <a:avLst/>
          </a:prstGeom>
          <a:solidFill>
            <a:schemeClr val="bg1"/>
          </a:solidFill>
        </p:spPr>
      </p:pic>
      <p:pic>
        <p:nvPicPr>
          <p:cNvPr id="26" name="Image 2">
            <a:extLst>
              <a:ext uri="{FF2B5EF4-FFF2-40B4-BE49-F238E27FC236}">
                <a16:creationId xmlns:a16="http://schemas.microsoft.com/office/drawing/2014/main" id="{A4189EA1-EF28-809D-03AA-09C3CC8765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6106916"/>
            <a:ext cx="230858" cy="223162"/>
          </a:xfrm>
          <a:prstGeom prst="rect">
            <a:avLst/>
          </a:prstGeom>
        </p:spPr>
      </p:pic>
      <p:pic>
        <p:nvPicPr>
          <p:cNvPr id="27" name="Immagine 26" descr="Immagine che contiene logo, Elementi grafici, Carattere, simbolo&#10;&#10;Descrizione generata automaticamente">
            <a:extLst>
              <a:ext uri="{FF2B5EF4-FFF2-40B4-BE49-F238E27FC236}">
                <a16:creationId xmlns:a16="http://schemas.microsoft.com/office/drawing/2014/main" id="{8AF290F0-CD64-4B78-E465-8648288A28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37396" y="6406277"/>
            <a:ext cx="658997" cy="223162"/>
          </a:xfrm>
          <a:prstGeom prst="rect">
            <a:avLst/>
          </a:prstGeom>
          <a:solidFill>
            <a:schemeClr val="bg1"/>
          </a:solidFill>
        </p:spPr>
      </p:pic>
      <p:pic>
        <p:nvPicPr>
          <p:cNvPr id="29" name="Image 2">
            <a:extLst>
              <a:ext uri="{FF2B5EF4-FFF2-40B4-BE49-F238E27FC236}">
                <a16:creationId xmlns:a16="http://schemas.microsoft.com/office/drawing/2014/main" id="{1E64407B-6FEB-43B9-3CD2-0DC95A4954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6106916"/>
            <a:ext cx="230858" cy="223162"/>
          </a:xfrm>
          <a:prstGeom prst="rect">
            <a:avLst/>
          </a:prstGeom>
        </p:spPr>
      </p:pic>
      <p:pic>
        <p:nvPicPr>
          <p:cNvPr id="31" name="Immagine 30" descr="Immagine che contiene logo, Elementi grafici, Carattere, simbolo&#10;&#10;Descrizione generata automaticamente">
            <a:extLst>
              <a:ext uri="{FF2B5EF4-FFF2-40B4-BE49-F238E27FC236}">
                <a16:creationId xmlns:a16="http://schemas.microsoft.com/office/drawing/2014/main" id="{B730517E-CA7A-29B1-B2C5-E08EAB7790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0884" y="6406277"/>
            <a:ext cx="658997" cy="223162"/>
          </a:xfrm>
          <a:prstGeom prst="rect">
            <a:avLst/>
          </a:prstGeom>
          <a:solidFill>
            <a:schemeClr val="bg1"/>
          </a:solidFill>
        </p:spPr>
      </p:pic>
      <p:pic>
        <p:nvPicPr>
          <p:cNvPr id="32" name="Image 2">
            <a:extLst>
              <a:ext uri="{FF2B5EF4-FFF2-40B4-BE49-F238E27FC236}">
                <a16:creationId xmlns:a16="http://schemas.microsoft.com/office/drawing/2014/main" id="{CC276017-868A-08EF-311E-A2DF86AD0C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743" y="6106916"/>
            <a:ext cx="230858" cy="223162"/>
          </a:xfrm>
          <a:prstGeom prst="rect">
            <a:avLst/>
          </a:prstGeom>
        </p:spPr>
      </p:pic>
      <p:pic>
        <p:nvPicPr>
          <p:cNvPr id="33" name="Immagine 32" descr="Immagine che contiene logo, Elementi grafici, Carattere, simbolo&#10;&#10;Descrizione generata automaticamente">
            <a:extLst>
              <a:ext uri="{FF2B5EF4-FFF2-40B4-BE49-F238E27FC236}">
                <a16:creationId xmlns:a16="http://schemas.microsoft.com/office/drawing/2014/main" id="{DF510F5A-630D-4056-611E-E94FFD4B25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1824" y="6406277"/>
            <a:ext cx="658997" cy="223162"/>
          </a:xfrm>
          <a:prstGeom prst="rect">
            <a:avLst/>
          </a:prstGeom>
          <a:solidFill>
            <a:schemeClr val="bg1"/>
          </a:solidFill>
        </p:spPr>
      </p:pic>
      <p:sp>
        <p:nvSpPr>
          <p:cNvPr id="36" name="CasellaDiTesto 35">
            <a:extLst>
              <a:ext uri="{FF2B5EF4-FFF2-40B4-BE49-F238E27FC236}">
                <a16:creationId xmlns:a16="http://schemas.microsoft.com/office/drawing/2014/main" id="{F1ACC744-C029-A5E4-2DDF-5787EF3D39D6}"/>
              </a:ext>
            </a:extLst>
          </p:cNvPr>
          <p:cNvSpPr txBox="1"/>
          <p:nvPr/>
        </p:nvSpPr>
        <p:spPr>
          <a:xfrm>
            <a:off x="1186085" y="2619883"/>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37" name="CasellaDiTesto 36">
            <a:extLst>
              <a:ext uri="{FF2B5EF4-FFF2-40B4-BE49-F238E27FC236}">
                <a16:creationId xmlns:a16="http://schemas.microsoft.com/office/drawing/2014/main" id="{3B6D2373-4C20-62BF-F6BF-114E3F47F785}"/>
              </a:ext>
            </a:extLst>
          </p:cNvPr>
          <p:cNvSpPr txBox="1"/>
          <p:nvPr/>
        </p:nvSpPr>
        <p:spPr>
          <a:xfrm>
            <a:off x="3803118" y="2603107"/>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38" name="CasellaDiTesto 37">
            <a:extLst>
              <a:ext uri="{FF2B5EF4-FFF2-40B4-BE49-F238E27FC236}">
                <a16:creationId xmlns:a16="http://schemas.microsoft.com/office/drawing/2014/main" id="{62B0271B-8715-CAE0-6233-3E392F1CC594}"/>
              </a:ext>
            </a:extLst>
          </p:cNvPr>
          <p:cNvSpPr txBox="1"/>
          <p:nvPr/>
        </p:nvSpPr>
        <p:spPr>
          <a:xfrm>
            <a:off x="6359960" y="2616964"/>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39" name="CasellaDiTesto 38">
            <a:extLst>
              <a:ext uri="{FF2B5EF4-FFF2-40B4-BE49-F238E27FC236}">
                <a16:creationId xmlns:a16="http://schemas.microsoft.com/office/drawing/2014/main" id="{973CB874-ABA0-4598-AC62-BEF69CEC9E2F}"/>
              </a:ext>
            </a:extLst>
          </p:cNvPr>
          <p:cNvSpPr txBox="1"/>
          <p:nvPr/>
        </p:nvSpPr>
        <p:spPr>
          <a:xfrm>
            <a:off x="8905993" y="2613546"/>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40" name="CasellaDiTesto 39">
            <a:extLst>
              <a:ext uri="{FF2B5EF4-FFF2-40B4-BE49-F238E27FC236}">
                <a16:creationId xmlns:a16="http://schemas.microsoft.com/office/drawing/2014/main" id="{464DD5A9-B845-E48F-AA4A-E61BA4E0B899}"/>
              </a:ext>
            </a:extLst>
          </p:cNvPr>
          <p:cNvSpPr txBox="1"/>
          <p:nvPr/>
        </p:nvSpPr>
        <p:spPr>
          <a:xfrm>
            <a:off x="1160685" y="6040078"/>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42" name="CasellaDiTesto 41">
            <a:extLst>
              <a:ext uri="{FF2B5EF4-FFF2-40B4-BE49-F238E27FC236}">
                <a16:creationId xmlns:a16="http://schemas.microsoft.com/office/drawing/2014/main" id="{6A4DD6D5-B81A-B393-2245-1B54994E2480}"/>
              </a:ext>
            </a:extLst>
          </p:cNvPr>
          <p:cNvSpPr txBox="1"/>
          <p:nvPr/>
        </p:nvSpPr>
        <p:spPr>
          <a:xfrm>
            <a:off x="3777718" y="6050517"/>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43" name="CasellaDiTesto 42">
            <a:extLst>
              <a:ext uri="{FF2B5EF4-FFF2-40B4-BE49-F238E27FC236}">
                <a16:creationId xmlns:a16="http://schemas.microsoft.com/office/drawing/2014/main" id="{1032411B-18BB-BBC7-B516-B5057E13D9E0}"/>
              </a:ext>
            </a:extLst>
          </p:cNvPr>
          <p:cNvSpPr txBox="1"/>
          <p:nvPr/>
        </p:nvSpPr>
        <p:spPr>
          <a:xfrm>
            <a:off x="6334560" y="6064374"/>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44" name="CasellaDiTesto 43">
            <a:extLst>
              <a:ext uri="{FF2B5EF4-FFF2-40B4-BE49-F238E27FC236}">
                <a16:creationId xmlns:a16="http://schemas.microsoft.com/office/drawing/2014/main" id="{DD76F325-E332-BD4E-DAC8-75ED74D14C62}"/>
              </a:ext>
            </a:extLst>
          </p:cNvPr>
          <p:cNvSpPr txBox="1"/>
          <p:nvPr/>
        </p:nvSpPr>
        <p:spPr>
          <a:xfrm>
            <a:off x="8880593" y="6060956"/>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grpSp>
        <p:nvGrpSpPr>
          <p:cNvPr id="34" name="Gruppo 33">
            <a:extLst>
              <a:ext uri="{FF2B5EF4-FFF2-40B4-BE49-F238E27FC236}">
                <a16:creationId xmlns:a16="http://schemas.microsoft.com/office/drawing/2014/main" id="{5D4E1BEB-8243-C70E-AF42-DD81A8694590}"/>
              </a:ext>
            </a:extLst>
          </p:cNvPr>
          <p:cNvGrpSpPr/>
          <p:nvPr/>
        </p:nvGrpSpPr>
        <p:grpSpPr>
          <a:xfrm>
            <a:off x="933812" y="-4729"/>
            <a:ext cx="11247696" cy="6840571"/>
            <a:chOff x="957507" y="-1"/>
            <a:chExt cx="11185358" cy="6774999"/>
          </a:xfrm>
        </p:grpSpPr>
        <p:grpSp>
          <p:nvGrpSpPr>
            <p:cNvPr id="35" name="Gruppo 34">
              <a:extLst>
                <a:ext uri="{FF2B5EF4-FFF2-40B4-BE49-F238E27FC236}">
                  <a16:creationId xmlns:a16="http://schemas.microsoft.com/office/drawing/2014/main" id="{E6AA13E2-44B9-0A5D-C0B7-D207B40AEB3D}"/>
                </a:ext>
              </a:extLst>
            </p:cNvPr>
            <p:cNvGrpSpPr>
              <a:grpSpLocks/>
            </p:cNvGrpSpPr>
            <p:nvPr/>
          </p:nvGrpSpPr>
          <p:grpSpPr>
            <a:xfrm>
              <a:off x="957507" y="-1"/>
              <a:ext cx="10736840" cy="6774999"/>
              <a:chOff x="-50026" y="0"/>
              <a:chExt cx="10736840" cy="6040813"/>
            </a:xfrm>
          </p:grpSpPr>
          <p:cxnSp>
            <p:nvCxnSpPr>
              <p:cNvPr id="45" name="Connettore diritto 44">
                <a:extLst>
                  <a:ext uri="{FF2B5EF4-FFF2-40B4-BE49-F238E27FC236}">
                    <a16:creationId xmlns:a16="http://schemas.microsoft.com/office/drawing/2014/main" id="{0AADAF41-2D8C-453D-988B-65C80D91E2CB}"/>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ttore diritto 45">
                <a:extLst>
                  <a:ext uri="{FF2B5EF4-FFF2-40B4-BE49-F238E27FC236}">
                    <a16:creationId xmlns:a16="http://schemas.microsoft.com/office/drawing/2014/main" id="{6225EAC9-5A62-2906-8284-953BCF5BC905}"/>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Connettore diritto 46">
                <a:extLst>
                  <a:ext uri="{FF2B5EF4-FFF2-40B4-BE49-F238E27FC236}">
                    <a16:creationId xmlns:a16="http://schemas.microsoft.com/office/drawing/2014/main" id="{F82F2512-755C-52C4-3DFF-3DE3F60B04D2}"/>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 name="Connettore diritto 47">
                <a:extLst>
                  <a:ext uri="{FF2B5EF4-FFF2-40B4-BE49-F238E27FC236}">
                    <a16:creationId xmlns:a16="http://schemas.microsoft.com/office/drawing/2014/main" id="{EB30B4E2-8F60-7252-37C6-B3B26B43EB47}"/>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Connettore diritto 48">
                <a:extLst>
                  <a:ext uri="{FF2B5EF4-FFF2-40B4-BE49-F238E27FC236}">
                    <a16:creationId xmlns:a16="http://schemas.microsoft.com/office/drawing/2014/main" id="{AEC26A39-48D7-9402-2025-65BF3F3230F6}"/>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Connettore diritto 49">
                <a:extLst>
                  <a:ext uri="{FF2B5EF4-FFF2-40B4-BE49-F238E27FC236}">
                    <a16:creationId xmlns:a16="http://schemas.microsoft.com/office/drawing/2014/main" id="{B1F6E27E-4C3F-9591-212F-96BDFAF74A8B}"/>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41" name="Elemento grafico 40" descr="Forbici con riempimento a tinta unita">
              <a:extLst>
                <a:ext uri="{FF2B5EF4-FFF2-40B4-BE49-F238E27FC236}">
                  <a16:creationId xmlns:a16="http://schemas.microsoft.com/office/drawing/2014/main" id="{4A3D1817-9F9B-1BF0-306C-8BFD2E2DA6F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820947">
              <a:off x="11228465" y="2960720"/>
              <a:ext cx="914400" cy="914400"/>
            </a:xfrm>
            <a:prstGeom prst="rect">
              <a:avLst/>
            </a:prstGeom>
          </p:spPr>
        </p:pic>
      </p:grpSp>
    </p:spTree>
    <p:extLst>
      <p:ext uri="{BB962C8B-B14F-4D97-AF65-F5344CB8AC3E}">
        <p14:creationId xmlns:p14="http://schemas.microsoft.com/office/powerpoint/2010/main" val="3419464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79677-DA45-75D1-D12D-23B891E19E80}"/>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73FB3CC8-D524-BB14-6861-7587B95DA700}"/>
              </a:ext>
            </a:extLst>
          </p:cNvPr>
          <p:cNvSpPr/>
          <p:nvPr/>
        </p:nvSpPr>
        <p:spPr>
          <a:xfrm>
            <a:off x="0" y="0"/>
            <a:ext cx="12292815" cy="6847531"/>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E0219208-B487-0763-08B2-FADFFA6EF3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7EB43016-3187-5397-4EFF-DD3381DDF0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0B8B6B33-1E25-6861-D5B3-65153A5775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710E8882-F0CE-FF56-C91E-42A26C87F3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F9859FD2-522A-72CC-E696-331525842E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E94F63E0-8F34-6EF3-02DB-A58E39BB4B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282D15C7-9565-EDEE-47E3-5A64AFC106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7729B0F1-A759-1B63-8FAA-067A49320F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622F7079-F2FB-304C-C736-0DF6C21F70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07C7ECC2-7AA5-1A42-9785-25E1676C21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CE748324-804B-67B1-3785-E67758F2AE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47028DFA-643E-2005-C1FA-2A2CED25DD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E4F760F6-5F7B-E6E6-2F58-9E6FA3862C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537DA6D5-754F-1AF5-8654-F9795A967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7C7D7EDC-E6D2-D95F-D371-294369E3F3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6417B2AB-D811-79DD-39D2-525DFD7E65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40F7B064-041E-A57A-1796-57E4C6C556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067F0044-C64F-E935-EABC-9172C62B39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379C44C6-1F6C-502C-0B4C-B2DA32973D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2D60A058-1477-73A5-8C6A-0EEB9F4B08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BF3E9F64-E645-4954-9A58-B9FA801052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C386E5F6-A95A-609D-655C-C6542110BC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AA8C4B00-1E13-9BBF-ED4B-D962204820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4A6D607C-93D8-8842-3BEF-85AA57E03C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170D3E8A-FE85-DC93-4249-457C02B985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F4F9B558-B6A6-A4C5-A54D-E950161167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1B511644-531A-FEF6-32C1-7D0FC944E0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CB96E3F1-C7C8-A21C-180E-0F9D47DB8D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1150929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BF11794-6274-417B-BB20-3FA80B7B99D5}"/>
              </a:ext>
            </a:extLst>
          </p:cNvPr>
          <p:cNvSpPr>
            <a:spLocks noGrp="1"/>
          </p:cNvSpPr>
          <p:nvPr>
            <p:ph type="ctrTitle"/>
          </p:nvPr>
        </p:nvSpPr>
        <p:spPr/>
        <p:txBody>
          <a:bodyPr/>
          <a:lstStyle/>
          <a:p>
            <a:r>
              <a:rPr lang="en-US" dirty="0">
                <a:solidFill>
                  <a:schemeClr val="tx1"/>
                </a:solidFill>
              </a:rPr>
              <a:t>Theme: Personal</a:t>
            </a:r>
          </a:p>
        </p:txBody>
      </p:sp>
      <p:sp>
        <p:nvSpPr>
          <p:cNvPr id="5" name="Sous-titre 4">
            <a:extLst>
              <a:ext uri="{FF2B5EF4-FFF2-40B4-BE49-F238E27FC236}">
                <a16:creationId xmlns:a16="http://schemas.microsoft.com/office/drawing/2014/main" id="{592C106E-B5D6-4891-8175-50D176D1F80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77474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0B7AB3-4BDF-CCBA-ACC8-68FBA1F427D0}"/>
            </a:ext>
          </a:extLst>
        </p:cNvPr>
        <p:cNvGrpSpPr/>
        <p:nvPr/>
      </p:nvGrpSpPr>
      <p:grpSpPr>
        <a:xfrm>
          <a:off x="0" y="0"/>
          <a:ext cx="0" cy="0"/>
          <a:chOff x="0" y="0"/>
          <a:chExt cx="0" cy="0"/>
        </a:xfrm>
      </p:grpSpPr>
      <p:sp>
        <p:nvSpPr>
          <p:cNvPr id="68" name="Rettangolo 67">
            <a:extLst>
              <a:ext uri="{FF2B5EF4-FFF2-40B4-BE49-F238E27FC236}">
                <a16:creationId xmlns:a16="http://schemas.microsoft.com/office/drawing/2014/main" id="{C0CA594B-4883-89D8-BA26-0E7EF8A3E1C6}"/>
              </a:ext>
            </a:extLst>
          </p:cNvPr>
          <p:cNvSpPr/>
          <p:nvPr/>
        </p:nvSpPr>
        <p:spPr>
          <a:xfrm>
            <a:off x="991419" y="0"/>
            <a:ext cx="10266770" cy="68475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Espace réservé du contenu 6">
            <a:extLst>
              <a:ext uri="{FF2B5EF4-FFF2-40B4-BE49-F238E27FC236}">
                <a16:creationId xmlns:a16="http://schemas.microsoft.com/office/drawing/2014/main" id="{CBF9CDAE-AB76-5FA2-62FE-DF72586C259A}"/>
              </a:ext>
            </a:extLst>
          </p:cNvPr>
          <p:cNvSpPr txBox="1">
            <a:spLocks/>
          </p:cNvSpPr>
          <p:nvPr/>
        </p:nvSpPr>
        <p:spPr>
          <a:xfrm>
            <a:off x="8688218"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Dreams</a:t>
            </a:r>
          </a:p>
        </p:txBody>
      </p:sp>
      <p:sp>
        <p:nvSpPr>
          <p:cNvPr id="35" name="Espace réservé du contenu 6">
            <a:extLst>
              <a:ext uri="{FF2B5EF4-FFF2-40B4-BE49-F238E27FC236}">
                <a16:creationId xmlns:a16="http://schemas.microsoft.com/office/drawing/2014/main" id="{4EE08097-AF59-8FBD-6819-BC7671BC462B}"/>
              </a:ext>
            </a:extLst>
          </p:cNvPr>
          <p:cNvSpPr txBox="1">
            <a:spLocks/>
          </p:cNvSpPr>
          <p:nvPr/>
        </p:nvSpPr>
        <p:spPr>
          <a:xfrm>
            <a:off x="1017205"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People</a:t>
            </a:r>
          </a:p>
        </p:txBody>
      </p:sp>
      <p:sp>
        <p:nvSpPr>
          <p:cNvPr id="36" name="Espace réservé du contenu 6">
            <a:extLst>
              <a:ext uri="{FF2B5EF4-FFF2-40B4-BE49-F238E27FC236}">
                <a16:creationId xmlns:a16="http://schemas.microsoft.com/office/drawing/2014/main" id="{6E2FD145-91D7-00A4-1178-39EAC4E25BD3}"/>
              </a:ext>
            </a:extLst>
          </p:cNvPr>
          <p:cNvSpPr txBox="1">
            <a:spLocks/>
          </p:cNvSpPr>
          <p:nvPr/>
        </p:nvSpPr>
        <p:spPr>
          <a:xfrm>
            <a:off x="6131213"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Personal skill</a:t>
            </a:r>
          </a:p>
        </p:txBody>
      </p:sp>
      <p:sp>
        <p:nvSpPr>
          <p:cNvPr id="37" name="Espace réservé du contenu 6">
            <a:extLst>
              <a:ext uri="{FF2B5EF4-FFF2-40B4-BE49-F238E27FC236}">
                <a16:creationId xmlns:a16="http://schemas.microsoft.com/office/drawing/2014/main" id="{571A1C44-A156-3940-77B6-C93F1F5EDE48}"/>
              </a:ext>
            </a:extLst>
          </p:cNvPr>
          <p:cNvSpPr txBox="1">
            <a:spLocks/>
          </p:cNvSpPr>
          <p:nvPr/>
        </p:nvSpPr>
        <p:spPr>
          <a:xfrm>
            <a:off x="3574209"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Fictions</a:t>
            </a:r>
          </a:p>
        </p:txBody>
      </p:sp>
      <p:sp>
        <p:nvSpPr>
          <p:cNvPr id="38" name="Espace réservé du contenu 6">
            <a:extLst>
              <a:ext uri="{FF2B5EF4-FFF2-40B4-BE49-F238E27FC236}">
                <a16:creationId xmlns:a16="http://schemas.microsoft.com/office/drawing/2014/main" id="{875E27E2-04C2-802B-0420-D32C88E02E5F}"/>
              </a:ext>
            </a:extLst>
          </p:cNvPr>
          <p:cNvSpPr txBox="1">
            <a:spLocks/>
          </p:cNvSpPr>
          <p:nvPr/>
        </p:nvSpPr>
        <p:spPr>
          <a:xfrm>
            <a:off x="8688218"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Places</a:t>
            </a:r>
          </a:p>
        </p:txBody>
      </p:sp>
      <p:sp>
        <p:nvSpPr>
          <p:cNvPr id="39" name="Espace réservé du contenu 6">
            <a:extLst>
              <a:ext uri="{FF2B5EF4-FFF2-40B4-BE49-F238E27FC236}">
                <a16:creationId xmlns:a16="http://schemas.microsoft.com/office/drawing/2014/main" id="{D21C8784-B081-97E1-6967-B4996C24DF1C}"/>
              </a:ext>
            </a:extLst>
          </p:cNvPr>
          <p:cNvSpPr txBox="1">
            <a:spLocks/>
          </p:cNvSpPr>
          <p:nvPr/>
        </p:nvSpPr>
        <p:spPr>
          <a:xfrm>
            <a:off x="1017205" y="0"/>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Hobby</a:t>
            </a:r>
          </a:p>
        </p:txBody>
      </p:sp>
      <p:sp>
        <p:nvSpPr>
          <p:cNvPr id="40" name="Espace réservé du contenu 6">
            <a:extLst>
              <a:ext uri="{FF2B5EF4-FFF2-40B4-BE49-F238E27FC236}">
                <a16:creationId xmlns:a16="http://schemas.microsoft.com/office/drawing/2014/main" id="{A4BD1B81-6BD7-3DE4-4AD5-3810357C43D0}"/>
              </a:ext>
            </a:extLst>
          </p:cNvPr>
          <p:cNvSpPr txBox="1">
            <a:spLocks/>
          </p:cNvSpPr>
          <p:nvPr/>
        </p:nvSpPr>
        <p:spPr>
          <a:xfrm>
            <a:off x="6131213"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Music</a:t>
            </a:r>
          </a:p>
        </p:txBody>
      </p:sp>
      <p:sp>
        <p:nvSpPr>
          <p:cNvPr id="41" name="Espace réservé du contenu 6">
            <a:extLst>
              <a:ext uri="{FF2B5EF4-FFF2-40B4-BE49-F238E27FC236}">
                <a16:creationId xmlns:a16="http://schemas.microsoft.com/office/drawing/2014/main" id="{5CE30FAA-2AFD-9339-C19D-78A326747B46}"/>
              </a:ext>
            </a:extLst>
          </p:cNvPr>
          <p:cNvSpPr txBox="1">
            <a:spLocks/>
          </p:cNvSpPr>
          <p:nvPr/>
        </p:nvSpPr>
        <p:spPr>
          <a:xfrm>
            <a:off x="3574209"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b="1" dirty="0"/>
              <a:t>Personal balance</a:t>
            </a:r>
            <a:endParaRPr lang="en-US" sz="1100" b="1" dirty="0">
              <a:solidFill>
                <a:schemeClr val="bg1"/>
              </a:solidFill>
            </a:endParaRPr>
          </a:p>
        </p:txBody>
      </p:sp>
      <p:sp>
        <p:nvSpPr>
          <p:cNvPr id="2" name="Espace réservé du contenu 6">
            <a:extLst>
              <a:ext uri="{FF2B5EF4-FFF2-40B4-BE49-F238E27FC236}">
                <a16:creationId xmlns:a16="http://schemas.microsoft.com/office/drawing/2014/main" id="{EC42F0FC-713F-8D52-4C2B-0739F74D6BD3}"/>
              </a:ext>
            </a:extLst>
          </p:cNvPr>
          <p:cNvSpPr txBox="1">
            <a:spLocks/>
          </p:cNvSpPr>
          <p:nvPr/>
        </p:nvSpPr>
        <p:spPr>
          <a:xfrm>
            <a:off x="1217275"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a hobby or activity you enjoy?</a:t>
            </a:r>
          </a:p>
          <a:p>
            <a:r>
              <a:rPr lang="en-US" dirty="0"/>
              <a:t>What’s a passion of yours that few people know about?</a:t>
            </a:r>
          </a:p>
          <a:p>
            <a:r>
              <a:rPr lang="en-US" dirty="0"/>
              <a:t>How has a personal challenge shaped you?</a:t>
            </a:r>
          </a:p>
          <a:p>
            <a:r>
              <a:rPr lang="en-US" dirty="0"/>
              <a:t>What do you value most in your personal life?</a:t>
            </a:r>
          </a:p>
        </p:txBody>
      </p:sp>
      <p:sp>
        <p:nvSpPr>
          <p:cNvPr id="4" name="Espace réservé du contenu 6">
            <a:extLst>
              <a:ext uri="{FF2B5EF4-FFF2-40B4-BE49-F238E27FC236}">
                <a16:creationId xmlns:a16="http://schemas.microsoft.com/office/drawing/2014/main" id="{97E0B62D-5F97-D1A9-4B1B-DFC41D135666}"/>
              </a:ext>
            </a:extLst>
          </p:cNvPr>
          <p:cNvSpPr txBox="1">
            <a:spLocks/>
          </p:cNvSpPr>
          <p:nvPr/>
        </p:nvSpPr>
        <p:spPr>
          <a:xfrm>
            <a:off x="1209162"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Who are the favorite people you like to spend time with in personal life?</a:t>
            </a:r>
          </a:p>
          <a:p>
            <a:r>
              <a:rPr lang="en-US" dirty="0"/>
              <a:t>What is the best part in your collective activities ?</a:t>
            </a:r>
          </a:p>
          <a:p>
            <a:r>
              <a:rPr lang="en-US" dirty="0"/>
              <a:t>How do you make time for them?</a:t>
            </a:r>
          </a:p>
          <a:p>
            <a:r>
              <a:rPr lang="en-US" dirty="0"/>
              <a:t>Who is someone you wish you had (even) more time for?</a:t>
            </a:r>
          </a:p>
        </p:txBody>
      </p:sp>
      <p:sp>
        <p:nvSpPr>
          <p:cNvPr id="3" name="Espace réservé du contenu 6">
            <a:extLst>
              <a:ext uri="{FF2B5EF4-FFF2-40B4-BE49-F238E27FC236}">
                <a16:creationId xmlns:a16="http://schemas.microsoft.com/office/drawing/2014/main" id="{19A1C309-7FB7-F03B-6D95-81FD8D8E5296}"/>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your favorite way to relax?</a:t>
            </a:r>
          </a:p>
          <a:p>
            <a:r>
              <a:rPr lang="en-US" dirty="0"/>
              <a:t>Who inspires you in life and why?</a:t>
            </a:r>
          </a:p>
          <a:p>
            <a:r>
              <a:rPr lang="en-US" dirty="0"/>
              <a:t>How do you balance work and personal life?</a:t>
            </a:r>
          </a:p>
          <a:p>
            <a:r>
              <a:rPr lang="en-US" dirty="0"/>
              <a:t>What’s the most meaningful experience you’ve had?</a:t>
            </a:r>
          </a:p>
        </p:txBody>
      </p:sp>
      <p:sp>
        <p:nvSpPr>
          <p:cNvPr id="5" name="Espace réservé du contenu 6">
            <a:extLst>
              <a:ext uri="{FF2B5EF4-FFF2-40B4-BE49-F238E27FC236}">
                <a16:creationId xmlns:a16="http://schemas.microsoft.com/office/drawing/2014/main" id="{878AC480-7101-1F09-8512-9F97B3E59079}"/>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a movie or book that you love?</a:t>
            </a:r>
          </a:p>
          <a:p>
            <a:r>
              <a:rPr lang="en-US" dirty="0"/>
              <a:t>What about it resonates with you?</a:t>
            </a:r>
          </a:p>
          <a:p>
            <a:r>
              <a:rPr lang="en-US" dirty="0"/>
              <a:t>How do stories influence the way you see the world?</a:t>
            </a:r>
          </a:p>
          <a:p>
            <a:r>
              <a:rPr lang="en-US" dirty="0"/>
              <a:t>If you wrote a book about your life, what would the title be?</a:t>
            </a:r>
          </a:p>
        </p:txBody>
      </p:sp>
      <p:sp>
        <p:nvSpPr>
          <p:cNvPr id="6" name="Espace réservé du contenu 6">
            <a:extLst>
              <a:ext uri="{FF2B5EF4-FFF2-40B4-BE49-F238E27FC236}">
                <a16:creationId xmlns:a16="http://schemas.microsoft.com/office/drawing/2014/main" id="{0638B88D-54F3-6B00-7B83-561615431EEC}"/>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your favorite type of music?</a:t>
            </a:r>
          </a:p>
          <a:p>
            <a:r>
              <a:rPr lang="en-US" dirty="0"/>
              <a:t>What’s a song that means a lot to you?</a:t>
            </a:r>
          </a:p>
          <a:p>
            <a:r>
              <a:rPr lang="en-US" dirty="0"/>
              <a:t>How does music influence your mood or energy?</a:t>
            </a:r>
          </a:p>
          <a:p>
            <a:r>
              <a:rPr lang="en-US" dirty="0"/>
              <a:t>If you could only listen to one song for the rest of your life, what would it be?</a:t>
            </a:r>
          </a:p>
        </p:txBody>
      </p:sp>
      <p:sp>
        <p:nvSpPr>
          <p:cNvPr id="8" name="Espace réservé du contenu 6">
            <a:extLst>
              <a:ext uri="{FF2B5EF4-FFF2-40B4-BE49-F238E27FC236}">
                <a16:creationId xmlns:a16="http://schemas.microsoft.com/office/drawing/2014/main" id="{CCFB71B3-EBF2-DA83-9F92-63479C4F4832}"/>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something you’re really good at?</a:t>
            </a:r>
          </a:p>
          <a:p>
            <a:r>
              <a:rPr lang="en-US" dirty="0"/>
              <a:t>How did you develop that skill or talent?</a:t>
            </a:r>
          </a:p>
          <a:p>
            <a:r>
              <a:rPr lang="en-US" dirty="0"/>
              <a:t>How has it shaped your life or relationships?</a:t>
            </a:r>
          </a:p>
          <a:p>
            <a:r>
              <a:rPr lang="en-US" dirty="0"/>
              <a:t>What’s a skill you’d like to master next?</a:t>
            </a:r>
          </a:p>
        </p:txBody>
      </p:sp>
      <p:sp>
        <p:nvSpPr>
          <p:cNvPr id="9" name="Espace réservé du contenu 6">
            <a:extLst>
              <a:ext uri="{FF2B5EF4-FFF2-40B4-BE49-F238E27FC236}">
                <a16:creationId xmlns:a16="http://schemas.microsoft.com/office/drawing/2014/main" id="{3C905D16-10EF-5BD0-CA0E-DC28C29706B5}"/>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your favorite place to visit?</a:t>
            </a:r>
          </a:p>
          <a:p>
            <a:r>
              <a:rPr lang="en-US" dirty="0"/>
              <a:t>What makes this place special to you?</a:t>
            </a:r>
          </a:p>
          <a:p>
            <a:r>
              <a:rPr lang="en-US" dirty="0"/>
              <a:t>How has your traveling impacted your perspective on life?</a:t>
            </a:r>
          </a:p>
          <a:p>
            <a:r>
              <a:rPr lang="en-US" dirty="0"/>
              <a:t>If you could live anywhere in the world, where would it be and why?</a:t>
            </a:r>
          </a:p>
        </p:txBody>
      </p:sp>
      <p:sp>
        <p:nvSpPr>
          <p:cNvPr id="10" name="Espace réservé du contenu 6">
            <a:extLst>
              <a:ext uri="{FF2B5EF4-FFF2-40B4-BE49-F238E27FC236}">
                <a16:creationId xmlns:a16="http://schemas.microsoft.com/office/drawing/2014/main" id="{5DBA9C1D-A932-D8C9-3E25-06B1BBDE9207}"/>
              </a:ext>
            </a:extLst>
          </p:cNvPr>
          <p:cNvSpPr txBox="1">
            <a:spLocks/>
          </p:cNvSpPr>
          <p:nvPr/>
        </p:nvSpPr>
        <p:spPr>
          <a:xfrm>
            <a:off x="8918474"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a dream you had as a child?</a:t>
            </a:r>
          </a:p>
          <a:p>
            <a:r>
              <a:rPr lang="en-US" dirty="0"/>
              <a:t>How has that dream changed over time?</a:t>
            </a:r>
          </a:p>
          <a:p>
            <a:r>
              <a:rPr lang="en-US" dirty="0"/>
              <a:t>What’s a big dream or goal you have now?</a:t>
            </a:r>
          </a:p>
          <a:p>
            <a:r>
              <a:rPr lang="en-US" dirty="0"/>
              <a:t>What steps are you taking to make that dream a reality?</a:t>
            </a:r>
          </a:p>
        </p:txBody>
      </p:sp>
      <p:pic>
        <p:nvPicPr>
          <p:cNvPr id="11" name="Image 2">
            <a:extLst>
              <a:ext uri="{FF2B5EF4-FFF2-40B4-BE49-F238E27FC236}">
                <a16:creationId xmlns:a16="http://schemas.microsoft.com/office/drawing/2014/main" id="{FB0246CE-BF9B-3510-A62B-A2F7842C89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2118" y="2690045"/>
            <a:ext cx="230858" cy="223162"/>
          </a:xfrm>
          <a:prstGeom prst="rect">
            <a:avLst/>
          </a:prstGeom>
        </p:spPr>
      </p:pic>
      <p:pic>
        <p:nvPicPr>
          <p:cNvPr id="14" name="Image 2">
            <a:extLst>
              <a:ext uri="{FF2B5EF4-FFF2-40B4-BE49-F238E27FC236}">
                <a16:creationId xmlns:a16="http://schemas.microsoft.com/office/drawing/2014/main" id="{DA657199-4B35-6EF4-5335-8A1FAA3B33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2690045"/>
            <a:ext cx="230858" cy="223162"/>
          </a:xfrm>
          <a:prstGeom prst="rect">
            <a:avLst/>
          </a:prstGeom>
        </p:spPr>
      </p:pic>
      <p:pic>
        <p:nvPicPr>
          <p:cNvPr id="17" name="Image 2">
            <a:extLst>
              <a:ext uri="{FF2B5EF4-FFF2-40B4-BE49-F238E27FC236}">
                <a16:creationId xmlns:a16="http://schemas.microsoft.com/office/drawing/2014/main" id="{97213065-EB94-A4D3-2C19-D19E4B084A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2690045"/>
            <a:ext cx="230858" cy="223162"/>
          </a:xfrm>
          <a:prstGeom prst="rect">
            <a:avLst/>
          </a:prstGeom>
        </p:spPr>
      </p:pic>
      <p:pic>
        <p:nvPicPr>
          <p:cNvPr id="20" name="Image 2">
            <a:extLst>
              <a:ext uri="{FF2B5EF4-FFF2-40B4-BE49-F238E27FC236}">
                <a16:creationId xmlns:a16="http://schemas.microsoft.com/office/drawing/2014/main" id="{5D54CF60-2468-E33C-6727-BAFAEDE407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743" y="2690045"/>
            <a:ext cx="230858" cy="223162"/>
          </a:xfrm>
          <a:prstGeom prst="rect">
            <a:avLst/>
          </a:prstGeom>
        </p:spPr>
      </p:pic>
      <p:pic>
        <p:nvPicPr>
          <p:cNvPr id="24" name="Image 2">
            <a:extLst>
              <a:ext uri="{FF2B5EF4-FFF2-40B4-BE49-F238E27FC236}">
                <a16:creationId xmlns:a16="http://schemas.microsoft.com/office/drawing/2014/main" id="{1859119E-F80D-7833-04A7-6BE11D26B0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2118" y="6106916"/>
            <a:ext cx="230858" cy="223162"/>
          </a:xfrm>
          <a:prstGeom prst="rect">
            <a:avLst/>
          </a:prstGeom>
        </p:spPr>
      </p:pic>
      <p:pic>
        <p:nvPicPr>
          <p:cNvPr id="26" name="Image 2">
            <a:extLst>
              <a:ext uri="{FF2B5EF4-FFF2-40B4-BE49-F238E27FC236}">
                <a16:creationId xmlns:a16="http://schemas.microsoft.com/office/drawing/2014/main" id="{296C527A-D6E7-D7E0-F419-9F8DBB9DDA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6106916"/>
            <a:ext cx="230858" cy="223162"/>
          </a:xfrm>
          <a:prstGeom prst="rect">
            <a:avLst/>
          </a:prstGeom>
        </p:spPr>
      </p:pic>
      <p:pic>
        <p:nvPicPr>
          <p:cNvPr id="29" name="Image 2">
            <a:extLst>
              <a:ext uri="{FF2B5EF4-FFF2-40B4-BE49-F238E27FC236}">
                <a16:creationId xmlns:a16="http://schemas.microsoft.com/office/drawing/2014/main" id="{3599686D-3068-44A6-0F25-0FB9221E41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6106916"/>
            <a:ext cx="230858" cy="223162"/>
          </a:xfrm>
          <a:prstGeom prst="rect">
            <a:avLst/>
          </a:prstGeom>
        </p:spPr>
      </p:pic>
      <p:pic>
        <p:nvPicPr>
          <p:cNvPr id="32" name="Image 2">
            <a:extLst>
              <a:ext uri="{FF2B5EF4-FFF2-40B4-BE49-F238E27FC236}">
                <a16:creationId xmlns:a16="http://schemas.microsoft.com/office/drawing/2014/main" id="{97EA0504-93FD-5BD1-AEC1-D9D853F469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743" y="6106916"/>
            <a:ext cx="230858" cy="223162"/>
          </a:xfrm>
          <a:prstGeom prst="rect">
            <a:avLst/>
          </a:prstGeom>
        </p:spPr>
      </p:pic>
      <p:grpSp>
        <p:nvGrpSpPr>
          <p:cNvPr id="47" name="Gruppo 46">
            <a:extLst>
              <a:ext uri="{FF2B5EF4-FFF2-40B4-BE49-F238E27FC236}">
                <a16:creationId xmlns:a16="http://schemas.microsoft.com/office/drawing/2014/main" id="{B0EE8EEA-75D2-C2DA-C5FE-0F8FDA7C16A5}"/>
              </a:ext>
            </a:extLst>
          </p:cNvPr>
          <p:cNvGrpSpPr/>
          <p:nvPr/>
        </p:nvGrpSpPr>
        <p:grpSpPr>
          <a:xfrm>
            <a:off x="933812" y="-4729"/>
            <a:ext cx="11247696" cy="6840571"/>
            <a:chOff x="957507" y="-1"/>
            <a:chExt cx="11185358" cy="6774999"/>
          </a:xfrm>
        </p:grpSpPr>
        <p:grpSp>
          <p:nvGrpSpPr>
            <p:cNvPr id="50" name="Gruppo 49">
              <a:extLst>
                <a:ext uri="{FF2B5EF4-FFF2-40B4-BE49-F238E27FC236}">
                  <a16:creationId xmlns:a16="http://schemas.microsoft.com/office/drawing/2014/main" id="{DB34BEB2-CDCC-D6C6-42B9-AF0563C1A721}"/>
                </a:ext>
              </a:extLst>
            </p:cNvPr>
            <p:cNvGrpSpPr>
              <a:grpSpLocks/>
            </p:cNvGrpSpPr>
            <p:nvPr/>
          </p:nvGrpSpPr>
          <p:grpSpPr>
            <a:xfrm>
              <a:off x="957507" y="-1"/>
              <a:ext cx="10736840" cy="6774999"/>
              <a:chOff x="-50026" y="0"/>
              <a:chExt cx="10736840" cy="6040813"/>
            </a:xfrm>
          </p:grpSpPr>
          <p:cxnSp>
            <p:nvCxnSpPr>
              <p:cNvPr id="58" name="Connettore diritto 57">
                <a:extLst>
                  <a:ext uri="{FF2B5EF4-FFF2-40B4-BE49-F238E27FC236}">
                    <a16:creationId xmlns:a16="http://schemas.microsoft.com/office/drawing/2014/main" id="{84D127A8-AACE-61EC-0FC5-86B9499189BF}"/>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3" name="Connettore diritto 62">
                <a:extLst>
                  <a:ext uri="{FF2B5EF4-FFF2-40B4-BE49-F238E27FC236}">
                    <a16:creationId xmlns:a16="http://schemas.microsoft.com/office/drawing/2014/main" id="{42E536E1-4308-908A-C417-D87AE0401623}"/>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4" name="Connettore diritto 63">
                <a:extLst>
                  <a:ext uri="{FF2B5EF4-FFF2-40B4-BE49-F238E27FC236}">
                    <a16:creationId xmlns:a16="http://schemas.microsoft.com/office/drawing/2014/main" id="{CBA37EB6-8DF2-D88E-00F6-145057818DA3}"/>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5" name="Connettore diritto 64">
                <a:extLst>
                  <a:ext uri="{FF2B5EF4-FFF2-40B4-BE49-F238E27FC236}">
                    <a16:creationId xmlns:a16="http://schemas.microsoft.com/office/drawing/2014/main" id="{F863C2AF-0D28-FB4C-5AAF-F201B9107EBE}"/>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6" name="Connettore diritto 65">
                <a:extLst>
                  <a:ext uri="{FF2B5EF4-FFF2-40B4-BE49-F238E27FC236}">
                    <a16:creationId xmlns:a16="http://schemas.microsoft.com/office/drawing/2014/main" id="{1F515AAC-27FB-6D22-6A89-41EBAEE730C7}"/>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7" name="Connettore diritto 66">
                <a:extLst>
                  <a:ext uri="{FF2B5EF4-FFF2-40B4-BE49-F238E27FC236}">
                    <a16:creationId xmlns:a16="http://schemas.microsoft.com/office/drawing/2014/main" id="{A830B9FF-6739-A2E4-1D24-0611F8463667}"/>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56" name="Elemento grafico 55" descr="Forbici con riempimento a tinta unita">
              <a:extLst>
                <a:ext uri="{FF2B5EF4-FFF2-40B4-BE49-F238E27FC236}">
                  <a16:creationId xmlns:a16="http://schemas.microsoft.com/office/drawing/2014/main" id="{5009E64D-E83B-8627-49D5-3160A869CCA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rot="2820947">
              <a:off x="11228465" y="2960720"/>
              <a:ext cx="914400" cy="914400"/>
            </a:xfrm>
            <a:prstGeom prst="rect">
              <a:avLst/>
            </a:prstGeom>
          </p:spPr>
        </p:pic>
      </p:grpSp>
      <p:sp>
        <p:nvSpPr>
          <p:cNvPr id="69" name="CasellaDiTesto 68">
            <a:extLst>
              <a:ext uri="{FF2B5EF4-FFF2-40B4-BE49-F238E27FC236}">
                <a16:creationId xmlns:a16="http://schemas.microsoft.com/office/drawing/2014/main" id="{B5130D20-4AE9-AACF-374F-277D5B1F4BBC}"/>
              </a:ext>
            </a:extLst>
          </p:cNvPr>
          <p:cNvSpPr txBox="1"/>
          <p:nvPr/>
        </p:nvSpPr>
        <p:spPr>
          <a:xfrm>
            <a:off x="1186085" y="2592664"/>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0" name="CasellaDiTesto 69">
            <a:extLst>
              <a:ext uri="{FF2B5EF4-FFF2-40B4-BE49-F238E27FC236}">
                <a16:creationId xmlns:a16="http://schemas.microsoft.com/office/drawing/2014/main" id="{A608B14A-05AB-1CAE-66C5-6963E92C21B0}"/>
              </a:ext>
            </a:extLst>
          </p:cNvPr>
          <p:cNvSpPr txBox="1"/>
          <p:nvPr/>
        </p:nvSpPr>
        <p:spPr>
          <a:xfrm>
            <a:off x="3803118" y="2603103"/>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1" name="CasellaDiTesto 70">
            <a:extLst>
              <a:ext uri="{FF2B5EF4-FFF2-40B4-BE49-F238E27FC236}">
                <a16:creationId xmlns:a16="http://schemas.microsoft.com/office/drawing/2014/main" id="{D0D971DD-A8C7-3EE9-09F3-F83B2441A033}"/>
              </a:ext>
            </a:extLst>
          </p:cNvPr>
          <p:cNvSpPr txBox="1"/>
          <p:nvPr/>
        </p:nvSpPr>
        <p:spPr>
          <a:xfrm>
            <a:off x="6359960" y="2616960"/>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2" name="CasellaDiTesto 71">
            <a:extLst>
              <a:ext uri="{FF2B5EF4-FFF2-40B4-BE49-F238E27FC236}">
                <a16:creationId xmlns:a16="http://schemas.microsoft.com/office/drawing/2014/main" id="{1FE37C1B-6FC0-A757-9CD1-CD8A89D8A051}"/>
              </a:ext>
            </a:extLst>
          </p:cNvPr>
          <p:cNvSpPr txBox="1"/>
          <p:nvPr/>
        </p:nvSpPr>
        <p:spPr>
          <a:xfrm>
            <a:off x="8905993" y="2613542"/>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3" name="CasellaDiTesto 72">
            <a:extLst>
              <a:ext uri="{FF2B5EF4-FFF2-40B4-BE49-F238E27FC236}">
                <a16:creationId xmlns:a16="http://schemas.microsoft.com/office/drawing/2014/main" id="{33D81E68-EC2D-1F63-938E-E5817675B256}"/>
              </a:ext>
            </a:extLst>
          </p:cNvPr>
          <p:cNvSpPr txBox="1"/>
          <p:nvPr/>
        </p:nvSpPr>
        <p:spPr>
          <a:xfrm>
            <a:off x="1160685" y="6040074"/>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4" name="CasellaDiTesto 73">
            <a:extLst>
              <a:ext uri="{FF2B5EF4-FFF2-40B4-BE49-F238E27FC236}">
                <a16:creationId xmlns:a16="http://schemas.microsoft.com/office/drawing/2014/main" id="{A9C21147-B2BC-9202-5969-CDEBB659815A}"/>
              </a:ext>
            </a:extLst>
          </p:cNvPr>
          <p:cNvSpPr txBox="1"/>
          <p:nvPr/>
        </p:nvSpPr>
        <p:spPr>
          <a:xfrm>
            <a:off x="3777718" y="6050513"/>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5" name="CasellaDiTesto 74">
            <a:extLst>
              <a:ext uri="{FF2B5EF4-FFF2-40B4-BE49-F238E27FC236}">
                <a16:creationId xmlns:a16="http://schemas.microsoft.com/office/drawing/2014/main" id="{A2BE9FFD-E04B-C028-28D7-054FD937977B}"/>
              </a:ext>
            </a:extLst>
          </p:cNvPr>
          <p:cNvSpPr txBox="1"/>
          <p:nvPr/>
        </p:nvSpPr>
        <p:spPr>
          <a:xfrm>
            <a:off x="6334560" y="6064370"/>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6" name="CasellaDiTesto 75">
            <a:extLst>
              <a:ext uri="{FF2B5EF4-FFF2-40B4-BE49-F238E27FC236}">
                <a16:creationId xmlns:a16="http://schemas.microsoft.com/office/drawing/2014/main" id="{ADF94903-9745-D88D-F48C-4364A4459870}"/>
              </a:ext>
            </a:extLst>
          </p:cNvPr>
          <p:cNvSpPr txBox="1"/>
          <p:nvPr/>
        </p:nvSpPr>
        <p:spPr>
          <a:xfrm>
            <a:off x="8880593" y="6060952"/>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pic>
        <p:nvPicPr>
          <p:cNvPr id="12" name="Immagine 11" descr="Immagine che contiene logo, Elementi grafici, Carattere, simbolo&#10;&#10;Descrizione generata automaticamente">
            <a:extLst>
              <a:ext uri="{FF2B5EF4-FFF2-40B4-BE49-F238E27FC236}">
                <a16:creationId xmlns:a16="http://schemas.microsoft.com/office/drawing/2014/main" id="{0662A7C1-0D21-F5A9-E49E-0DB1D8A67D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414" y="2983963"/>
            <a:ext cx="658997" cy="223162"/>
          </a:xfrm>
          <a:prstGeom prst="rect">
            <a:avLst/>
          </a:prstGeom>
          <a:solidFill>
            <a:schemeClr val="bg1"/>
          </a:solidFill>
        </p:spPr>
      </p:pic>
      <p:pic>
        <p:nvPicPr>
          <p:cNvPr id="15" name="Immagine 14" descr="Immagine che contiene logo, Elementi grafici, Carattere, simbolo&#10;&#10;Descrizione generata automaticamente">
            <a:extLst>
              <a:ext uri="{FF2B5EF4-FFF2-40B4-BE49-F238E27FC236}">
                <a16:creationId xmlns:a16="http://schemas.microsoft.com/office/drawing/2014/main" id="{6695516C-CCE9-4192-CAB4-F3C0958AD1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2839" y="2978520"/>
            <a:ext cx="658997" cy="223162"/>
          </a:xfrm>
          <a:prstGeom prst="rect">
            <a:avLst/>
          </a:prstGeom>
          <a:solidFill>
            <a:schemeClr val="bg1"/>
          </a:solidFill>
        </p:spPr>
      </p:pic>
      <p:pic>
        <p:nvPicPr>
          <p:cNvPr id="18" name="Immagine 17" descr="Immagine che contiene logo, Elementi grafici, Carattere, simbolo&#10;&#10;Descrizione generata automaticamente">
            <a:extLst>
              <a:ext uri="{FF2B5EF4-FFF2-40B4-BE49-F238E27FC236}">
                <a16:creationId xmlns:a16="http://schemas.microsoft.com/office/drawing/2014/main" id="{FBFAB5CE-9B6E-E266-1417-D9C2AA0DE1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6327" y="2978520"/>
            <a:ext cx="658997" cy="223162"/>
          </a:xfrm>
          <a:prstGeom prst="rect">
            <a:avLst/>
          </a:prstGeom>
          <a:solidFill>
            <a:schemeClr val="bg1"/>
          </a:solidFill>
        </p:spPr>
      </p:pic>
      <p:pic>
        <p:nvPicPr>
          <p:cNvPr id="21" name="Immagine 20" descr="Immagine che contiene logo, Elementi grafici, Carattere, simbolo&#10;&#10;Descrizione generata automaticamente">
            <a:extLst>
              <a:ext uri="{FF2B5EF4-FFF2-40B4-BE49-F238E27FC236}">
                <a16:creationId xmlns:a16="http://schemas.microsoft.com/office/drawing/2014/main" id="{7A5E602A-878D-D91A-68C1-4A7A48460B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47267" y="2978520"/>
            <a:ext cx="658997" cy="223162"/>
          </a:xfrm>
          <a:prstGeom prst="rect">
            <a:avLst/>
          </a:prstGeom>
          <a:solidFill>
            <a:schemeClr val="bg1"/>
          </a:solidFill>
        </p:spPr>
      </p:pic>
      <p:pic>
        <p:nvPicPr>
          <p:cNvPr id="23" name="Immagine 22" descr="Immagine che contiene logo, Elementi grafici, Carattere, simbolo&#10;&#10;Descrizione generata automaticamente">
            <a:extLst>
              <a:ext uri="{FF2B5EF4-FFF2-40B4-BE49-F238E27FC236}">
                <a16:creationId xmlns:a16="http://schemas.microsoft.com/office/drawing/2014/main" id="{E054039B-8F2F-7EF3-A675-DE727227A3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414" y="6417163"/>
            <a:ext cx="658997" cy="223162"/>
          </a:xfrm>
          <a:prstGeom prst="rect">
            <a:avLst/>
          </a:prstGeom>
          <a:solidFill>
            <a:schemeClr val="bg1"/>
          </a:solidFill>
        </p:spPr>
      </p:pic>
      <p:pic>
        <p:nvPicPr>
          <p:cNvPr id="28" name="Immagine 27" descr="Immagine che contiene logo, Elementi grafici, Carattere, simbolo&#10;&#10;Descrizione generata automaticamente">
            <a:extLst>
              <a:ext uri="{FF2B5EF4-FFF2-40B4-BE49-F238E27FC236}">
                <a16:creationId xmlns:a16="http://schemas.microsoft.com/office/drawing/2014/main" id="{258D971D-14F3-5555-6C67-00C0E395AF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37396" y="6406277"/>
            <a:ext cx="658997" cy="223162"/>
          </a:xfrm>
          <a:prstGeom prst="rect">
            <a:avLst/>
          </a:prstGeom>
          <a:solidFill>
            <a:schemeClr val="bg1"/>
          </a:solidFill>
        </p:spPr>
      </p:pic>
      <p:pic>
        <p:nvPicPr>
          <p:cNvPr id="30" name="Immagine 29" descr="Immagine che contiene logo, Elementi grafici, Carattere, simbolo&#10;&#10;Descrizione generata automaticamente">
            <a:extLst>
              <a:ext uri="{FF2B5EF4-FFF2-40B4-BE49-F238E27FC236}">
                <a16:creationId xmlns:a16="http://schemas.microsoft.com/office/drawing/2014/main" id="{470E7AF4-E927-6333-CBA9-FEA439522A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0884" y="6406277"/>
            <a:ext cx="658997" cy="223162"/>
          </a:xfrm>
          <a:prstGeom prst="rect">
            <a:avLst/>
          </a:prstGeom>
          <a:solidFill>
            <a:schemeClr val="bg1"/>
          </a:solidFill>
        </p:spPr>
      </p:pic>
      <p:pic>
        <p:nvPicPr>
          <p:cNvPr id="42" name="Immagine 41" descr="Immagine che contiene logo, Elementi grafici, Carattere, simbolo&#10;&#10;Descrizione generata automaticamente">
            <a:extLst>
              <a:ext uri="{FF2B5EF4-FFF2-40B4-BE49-F238E27FC236}">
                <a16:creationId xmlns:a16="http://schemas.microsoft.com/office/drawing/2014/main" id="{D1119AAD-0390-76AF-8975-6139556188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41824" y="6406277"/>
            <a:ext cx="658997" cy="223162"/>
          </a:xfrm>
          <a:prstGeom prst="rect">
            <a:avLst/>
          </a:prstGeom>
          <a:solidFill>
            <a:schemeClr val="bg1"/>
          </a:solidFill>
        </p:spPr>
      </p:pic>
    </p:spTree>
    <p:extLst>
      <p:ext uri="{BB962C8B-B14F-4D97-AF65-F5344CB8AC3E}">
        <p14:creationId xmlns:p14="http://schemas.microsoft.com/office/powerpoint/2010/main" val="2813811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D97A8-2F16-91F4-C87F-4F3A9EB792A0}"/>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1FC92CFA-1C95-FBAB-A09D-D05E7FC72D5D}"/>
              </a:ext>
            </a:extLst>
          </p:cNvPr>
          <p:cNvSpPr/>
          <p:nvPr/>
        </p:nvSpPr>
        <p:spPr>
          <a:xfrm>
            <a:off x="0" y="0"/>
            <a:ext cx="12292815" cy="6847531"/>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D1EFCF4A-1A03-3D1A-FC93-0F7D72F07E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907E63F6-B079-A8FD-698C-6522194087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6CA02336-7141-54A7-2865-15DA942FEB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DB84140C-44F1-C5A7-E672-072AD8468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194C886D-0C69-1217-6EBA-010BA59C66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95B407E4-1733-E0C0-C6C4-928438B4D7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F616C320-182D-45B5-1FBD-FE65F599D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7C90B78A-A93F-8B17-C7A7-705D21A59C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B319E879-64F3-FE43-D3FB-AC6725E0F5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73C1A6E2-47F7-2F54-0AF8-BD3F20436B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62B2D086-4E45-9068-E6EB-830939FDDE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060C02B3-F981-BF29-025D-294C853F25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D1F3BC5F-A7B9-8065-CC05-6B37C66DB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85126FE4-8649-FA20-7A5F-3471903D89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ABB35E1D-5B90-38C1-2C91-53B0413EAA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DC1DB908-4458-36B8-49FD-C645445EA6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7106E2DA-9659-FD8C-3A24-B1BB61C2E0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ECF7FA48-A5D8-2371-E7DC-D260DB780C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A9758C76-1F68-1DB0-0666-82798B0E24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9BBF81BD-AC9A-C742-3647-388703D759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1024D3EB-720C-306F-D573-15CE80845A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85B3F657-4702-DDE7-31B8-261EFD7ED6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C917FEB4-1812-F957-6A7E-1AF9D54781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9194CE50-2F76-EF19-8DE3-34910CD2BE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A98F8087-5FAE-96F2-DFD3-8CF90C2DE8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71F2E039-5903-A1D4-5388-E5AF0DAA74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B76EBAEC-7C41-F7D5-522E-58E6B345B0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29475397-60E5-39AE-EA34-475AC26056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2505033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AB607A-F1D2-D28F-707D-B9683D0D6A64}"/>
            </a:ext>
          </a:extLst>
        </p:cNvPr>
        <p:cNvGrpSpPr/>
        <p:nvPr/>
      </p:nvGrpSpPr>
      <p:grpSpPr>
        <a:xfrm>
          <a:off x="0" y="0"/>
          <a:ext cx="0" cy="0"/>
          <a:chOff x="0" y="0"/>
          <a:chExt cx="0" cy="0"/>
        </a:xfrm>
      </p:grpSpPr>
      <p:sp>
        <p:nvSpPr>
          <p:cNvPr id="68" name="Rettangolo 67">
            <a:extLst>
              <a:ext uri="{FF2B5EF4-FFF2-40B4-BE49-F238E27FC236}">
                <a16:creationId xmlns:a16="http://schemas.microsoft.com/office/drawing/2014/main" id="{2347C444-2F94-78FE-DEDC-5D79BC349219}"/>
              </a:ext>
            </a:extLst>
          </p:cNvPr>
          <p:cNvSpPr/>
          <p:nvPr/>
        </p:nvSpPr>
        <p:spPr>
          <a:xfrm>
            <a:off x="991419" y="0"/>
            <a:ext cx="10266770" cy="68475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Espace réservé du contenu 6">
            <a:extLst>
              <a:ext uri="{FF2B5EF4-FFF2-40B4-BE49-F238E27FC236}">
                <a16:creationId xmlns:a16="http://schemas.microsoft.com/office/drawing/2014/main" id="{4A3889FA-603A-C6D8-AAF4-8F490B803214}"/>
              </a:ext>
            </a:extLst>
          </p:cNvPr>
          <p:cNvSpPr txBox="1">
            <a:spLocks/>
          </p:cNvSpPr>
          <p:nvPr/>
        </p:nvSpPr>
        <p:spPr>
          <a:xfrm>
            <a:off x="8688218"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Culture or Country</a:t>
            </a:r>
          </a:p>
        </p:txBody>
      </p:sp>
      <p:sp>
        <p:nvSpPr>
          <p:cNvPr id="35" name="Espace réservé du contenu 6">
            <a:extLst>
              <a:ext uri="{FF2B5EF4-FFF2-40B4-BE49-F238E27FC236}">
                <a16:creationId xmlns:a16="http://schemas.microsoft.com/office/drawing/2014/main" id="{75918B45-0CBA-265A-8AEF-2FEA6529304B}"/>
              </a:ext>
            </a:extLst>
          </p:cNvPr>
          <p:cNvSpPr txBox="1">
            <a:spLocks/>
          </p:cNvSpPr>
          <p:nvPr/>
        </p:nvSpPr>
        <p:spPr>
          <a:xfrm>
            <a:off x="1017205"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Next challenge</a:t>
            </a:r>
          </a:p>
        </p:txBody>
      </p:sp>
      <p:sp>
        <p:nvSpPr>
          <p:cNvPr id="36" name="Espace réservé du contenu 6">
            <a:extLst>
              <a:ext uri="{FF2B5EF4-FFF2-40B4-BE49-F238E27FC236}">
                <a16:creationId xmlns:a16="http://schemas.microsoft.com/office/drawing/2014/main" id="{090971CF-B0FE-5614-650D-2009E3513D82}"/>
              </a:ext>
            </a:extLst>
          </p:cNvPr>
          <p:cNvSpPr txBox="1">
            <a:spLocks/>
          </p:cNvSpPr>
          <p:nvPr/>
        </p:nvSpPr>
        <p:spPr>
          <a:xfrm>
            <a:off x="6131213"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Self-care</a:t>
            </a:r>
          </a:p>
        </p:txBody>
      </p:sp>
      <p:sp>
        <p:nvSpPr>
          <p:cNvPr id="37" name="Espace réservé du contenu 6">
            <a:extLst>
              <a:ext uri="{FF2B5EF4-FFF2-40B4-BE49-F238E27FC236}">
                <a16:creationId xmlns:a16="http://schemas.microsoft.com/office/drawing/2014/main" id="{A03E3D25-D735-BFFE-69B8-3D6BCD031441}"/>
              </a:ext>
            </a:extLst>
          </p:cNvPr>
          <p:cNvSpPr txBox="1">
            <a:spLocks/>
          </p:cNvSpPr>
          <p:nvPr/>
        </p:nvSpPr>
        <p:spPr>
          <a:xfrm>
            <a:off x="3574209"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Fictions</a:t>
            </a:r>
          </a:p>
        </p:txBody>
      </p:sp>
      <p:sp>
        <p:nvSpPr>
          <p:cNvPr id="38" name="Espace réservé du contenu 6">
            <a:extLst>
              <a:ext uri="{FF2B5EF4-FFF2-40B4-BE49-F238E27FC236}">
                <a16:creationId xmlns:a16="http://schemas.microsoft.com/office/drawing/2014/main" id="{42531FF8-3C20-2C08-C0E2-129677753255}"/>
              </a:ext>
            </a:extLst>
          </p:cNvPr>
          <p:cNvSpPr txBox="1">
            <a:spLocks/>
          </p:cNvSpPr>
          <p:nvPr/>
        </p:nvSpPr>
        <p:spPr>
          <a:xfrm>
            <a:off x="8688218"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Overcoming challenges</a:t>
            </a:r>
          </a:p>
        </p:txBody>
      </p:sp>
      <p:sp>
        <p:nvSpPr>
          <p:cNvPr id="39" name="Espace réservé du contenu 6">
            <a:extLst>
              <a:ext uri="{FF2B5EF4-FFF2-40B4-BE49-F238E27FC236}">
                <a16:creationId xmlns:a16="http://schemas.microsoft.com/office/drawing/2014/main" id="{3C375A09-AE4A-3902-5FA7-97E1112798C4}"/>
              </a:ext>
            </a:extLst>
          </p:cNvPr>
          <p:cNvSpPr txBox="1">
            <a:spLocks/>
          </p:cNvSpPr>
          <p:nvPr/>
        </p:nvSpPr>
        <p:spPr>
          <a:xfrm>
            <a:off x="1017205" y="0"/>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Family &amp; Friends</a:t>
            </a:r>
          </a:p>
        </p:txBody>
      </p:sp>
      <p:sp>
        <p:nvSpPr>
          <p:cNvPr id="40" name="Espace réservé du contenu 6">
            <a:extLst>
              <a:ext uri="{FF2B5EF4-FFF2-40B4-BE49-F238E27FC236}">
                <a16:creationId xmlns:a16="http://schemas.microsoft.com/office/drawing/2014/main" id="{34985E96-A6CC-63D2-9519-92C8865DA1AB}"/>
              </a:ext>
            </a:extLst>
          </p:cNvPr>
          <p:cNvSpPr txBox="1">
            <a:spLocks/>
          </p:cNvSpPr>
          <p:nvPr/>
        </p:nvSpPr>
        <p:spPr>
          <a:xfrm>
            <a:off x="6131213"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Childhood memories</a:t>
            </a:r>
          </a:p>
        </p:txBody>
      </p:sp>
      <p:sp>
        <p:nvSpPr>
          <p:cNvPr id="41" name="Espace réservé du contenu 6">
            <a:extLst>
              <a:ext uri="{FF2B5EF4-FFF2-40B4-BE49-F238E27FC236}">
                <a16:creationId xmlns:a16="http://schemas.microsoft.com/office/drawing/2014/main" id="{84C2B228-0EAE-3AF4-06E5-4A9233A6D5BA}"/>
              </a:ext>
            </a:extLst>
          </p:cNvPr>
          <p:cNvSpPr txBox="1">
            <a:spLocks/>
          </p:cNvSpPr>
          <p:nvPr/>
        </p:nvSpPr>
        <p:spPr>
          <a:xfrm>
            <a:off x="3574209"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b="1" dirty="0"/>
              <a:t>Values &amp; Beliefs</a:t>
            </a:r>
            <a:endParaRPr lang="en-US" sz="1100" b="1" dirty="0">
              <a:solidFill>
                <a:schemeClr val="bg1"/>
              </a:solidFill>
            </a:endParaRPr>
          </a:p>
        </p:txBody>
      </p:sp>
      <p:sp>
        <p:nvSpPr>
          <p:cNvPr id="2" name="Espace réservé du contenu 6">
            <a:extLst>
              <a:ext uri="{FF2B5EF4-FFF2-40B4-BE49-F238E27FC236}">
                <a16:creationId xmlns:a16="http://schemas.microsoft.com/office/drawing/2014/main" id="{3CB23E83-4B31-927C-3E37-4C13C1D126F1}"/>
              </a:ext>
            </a:extLst>
          </p:cNvPr>
          <p:cNvSpPr txBox="1">
            <a:spLocks/>
          </p:cNvSpPr>
          <p:nvPr/>
        </p:nvSpPr>
        <p:spPr>
          <a:xfrm>
            <a:off x="1217275"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Who is someone in your family / friends that you admire?</a:t>
            </a:r>
          </a:p>
          <a:p>
            <a:r>
              <a:rPr lang="en-US" dirty="0"/>
              <a:t>What’s a meaningful memory you share with them?</a:t>
            </a:r>
          </a:p>
          <a:p>
            <a:r>
              <a:rPr lang="en-US" dirty="0"/>
              <a:t>How has this person influenced your life choices?</a:t>
            </a:r>
          </a:p>
          <a:p>
            <a:r>
              <a:rPr lang="en-US" dirty="0"/>
              <a:t>What’s the most important thing this person has taught you?</a:t>
            </a:r>
          </a:p>
        </p:txBody>
      </p:sp>
      <p:sp>
        <p:nvSpPr>
          <p:cNvPr id="4" name="Espace réservé du contenu 6">
            <a:extLst>
              <a:ext uri="{FF2B5EF4-FFF2-40B4-BE49-F238E27FC236}">
                <a16:creationId xmlns:a16="http://schemas.microsoft.com/office/drawing/2014/main" id="{C802239D-8CF0-C056-9646-A077C1F0A959}"/>
              </a:ext>
            </a:extLst>
          </p:cNvPr>
          <p:cNvSpPr txBox="1">
            <a:spLocks/>
          </p:cNvSpPr>
          <p:nvPr/>
        </p:nvSpPr>
        <p:spPr>
          <a:xfrm>
            <a:off x="1209162"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something you hope to achieve in the next year?</a:t>
            </a:r>
          </a:p>
          <a:p>
            <a:r>
              <a:rPr lang="en-US" dirty="0"/>
              <a:t>What’s the biggest obstacle in your way?</a:t>
            </a:r>
          </a:p>
          <a:p>
            <a:r>
              <a:rPr lang="en-US" dirty="0"/>
              <a:t>How will achieving this goal change your life?</a:t>
            </a:r>
          </a:p>
          <a:p>
            <a:r>
              <a:rPr lang="en-US" dirty="0"/>
              <a:t>Why is such life change significant to you ?</a:t>
            </a:r>
          </a:p>
        </p:txBody>
      </p:sp>
      <p:sp>
        <p:nvSpPr>
          <p:cNvPr id="3" name="Espace réservé du contenu 6">
            <a:extLst>
              <a:ext uri="{FF2B5EF4-FFF2-40B4-BE49-F238E27FC236}">
                <a16:creationId xmlns:a16="http://schemas.microsoft.com/office/drawing/2014/main" id="{0C134234-5B12-734E-A1EC-7B70431EFC08}"/>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a value or belief that’s important to you?</a:t>
            </a:r>
          </a:p>
          <a:p>
            <a:r>
              <a:rPr lang="en-US" dirty="0"/>
              <a:t>How do you try to live by that value?</a:t>
            </a:r>
          </a:p>
          <a:p>
            <a:r>
              <a:rPr lang="en-US" dirty="0"/>
              <a:t>Who or what influenced this belief?</a:t>
            </a:r>
          </a:p>
          <a:p>
            <a:r>
              <a:rPr lang="en-US" dirty="0"/>
              <a:t>How has this belief shaped your actions and choices?</a:t>
            </a:r>
          </a:p>
        </p:txBody>
      </p:sp>
      <p:sp>
        <p:nvSpPr>
          <p:cNvPr id="5" name="Espace réservé du contenu 6">
            <a:extLst>
              <a:ext uri="{FF2B5EF4-FFF2-40B4-BE49-F238E27FC236}">
                <a16:creationId xmlns:a16="http://schemas.microsoft.com/office/drawing/2014/main" id="{51380184-E84A-3D23-9EC6-737D8A72D26C}"/>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something that makes you happy daily?</a:t>
            </a:r>
          </a:p>
          <a:p>
            <a:r>
              <a:rPr lang="en-US" dirty="0"/>
              <a:t>When in the day does happiness happen?</a:t>
            </a:r>
          </a:p>
          <a:p>
            <a:r>
              <a:rPr lang="en-US" dirty="0"/>
              <a:t>How do you prioritize happiness in your life?</a:t>
            </a:r>
          </a:p>
          <a:p>
            <a:r>
              <a:rPr lang="en-US" dirty="0"/>
              <a:t>How has your understanding of happiness evolved over time?</a:t>
            </a:r>
          </a:p>
        </p:txBody>
      </p:sp>
      <p:sp>
        <p:nvSpPr>
          <p:cNvPr id="6" name="Espace réservé du contenu 6">
            <a:extLst>
              <a:ext uri="{FF2B5EF4-FFF2-40B4-BE49-F238E27FC236}">
                <a16:creationId xmlns:a16="http://schemas.microsoft.com/office/drawing/2014/main" id="{6D111C42-3600-59E5-7D72-60DC6973F0C7}"/>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a favorite memory from your childhood?</a:t>
            </a:r>
          </a:p>
          <a:p>
            <a:r>
              <a:rPr lang="en-US" dirty="0"/>
              <a:t>Who was your closest friend growing up?</a:t>
            </a:r>
          </a:p>
          <a:p>
            <a:r>
              <a:rPr lang="en-US" dirty="0"/>
              <a:t>How did your childhood shape your current interests?</a:t>
            </a:r>
          </a:p>
          <a:p>
            <a:r>
              <a:rPr lang="en-US" dirty="0"/>
              <a:t>What’s one lesson from your childhood that you still carry ?</a:t>
            </a:r>
          </a:p>
        </p:txBody>
      </p:sp>
      <p:sp>
        <p:nvSpPr>
          <p:cNvPr id="8" name="Espace réservé du contenu 6">
            <a:extLst>
              <a:ext uri="{FF2B5EF4-FFF2-40B4-BE49-F238E27FC236}">
                <a16:creationId xmlns:a16="http://schemas.microsoft.com/office/drawing/2014/main" id="{E0D52538-FE4F-8B33-E7F7-1D0E7870CE12}"/>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one thing you do to take care of yourself?</a:t>
            </a:r>
          </a:p>
          <a:p>
            <a:r>
              <a:rPr lang="en-US" dirty="0"/>
              <a:t>How do you maintain this activity in your life?</a:t>
            </a:r>
          </a:p>
          <a:p>
            <a:r>
              <a:rPr lang="en-US" dirty="0"/>
              <a:t>What challenges do you face in such a task?</a:t>
            </a:r>
          </a:p>
          <a:p>
            <a:r>
              <a:rPr lang="en-US" dirty="0"/>
              <a:t>How has your approach to self-care impacted your overall happiness?</a:t>
            </a:r>
          </a:p>
        </p:txBody>
      </p:sp>
      <p:sp>
        <p:nvSpPr>
          <p:cNvPr id="9" name="Espace réservé du contenu 6">
            <a:extLst>
              <a:ext uri="{FF2B5EF4-FFF2-40B4-BE49-F238E27FC236}">
                <a16:creationId xmlns:a16="http://schemas.microsoft.com/office/drawing/2014/main" id="{3B8EBEAE-F889-5E2B-679B-EB0C4F551CCC}"/>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a recent challenge you’ve overcome?</a:t>
            </a:r>
          </a:p>
          <a:p>
            <a:r>
              <a:rPr lang="en-US" dirty="0"/>
              <a:t>How did you approach overcoming it?</a:t>
            </a:r>
          </a:p>
          <a:p>
            <a:r>
              <a:rPr lang="en-US" dirty="0"/>
              <a:t>What did you learn about yourself during the process?</a:t>
            </a:r>
          </a:p>
          <a:p>
            <a:r>
              <a:rPr lang="en-US" dirty="0"/>
              <a:t>How has overcoming that challenge changed you?</a:t>
            </a:r>
          </a:p>
        </p:txBody>
      </p:sp>
      <p:sp>
        <p:nvSpPr>
          <p:cNvPr id="10" name="Espace réservé du contenu 6">
            <a:extLst>
              <a:ext uri="{FF2B5EF4-FFF2-40B4-BE49-F238E27FC236}">
                <a16:creationId xmlns:a16="http://schemas.microsoft.com/office/drawing/2014/main" id="{71FE3220-43D0-E3C1-C071-262CABF27E2B}"/>
              </a:ext>
            </a:extLst>
          </p:cNvPr>
          <p:cNvSpPr txBox="1">
            <a:spLocks/>
          </p:cNvSpPr>
          <p:nvPr/>
        </p:nvSpPr>
        <p:spPr>
          <a:xfrm>
            <a:off x="8918474" y="3583180"/>
            <a:ext cx="2081709" cy="2817617"/>
          </a:xfrm>
          <a:prstGeom prst="rect">
            <a:avLst/>
          </a:prstGeom>
          <a:solidFill>
            <a:schemeClr val="bg1"/>
          </a:solidFill>
          <a:ln>
            <a:noFill/>
          </a:ln>
        </p:spPr>
        <p:txBody>
          <a:bodyPr vert="horz" lIns="91440" tIns="45720" rIns="91440" bIns="45720" rtlCol="0" anchor="t">
            <a:normAutofit lnSpcReduction="10000"/>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something you love about your country or culture?</a:t>
            </a:r>
          </a:p>
          <a:p>
            <a:r>
              <a:rPr lang="en-US" dirty="0"/>
              <a:t>How do you celebrate your cultural traditions?</a:t>
            </a:r>
          </a:p>
          <a:p>
            <a:r>
              <a:rPr lang="en-US" dirty="0"/>
              <a:t>What’s a tradition or value from your culture that you’re proud of?</a:t>
            </a:r>
          </a:p>
          <a:p>
            <a:r>
              <a:rPr lang="en-US" dirty="0"/>
              <a:t>How has your cultural background shaped who you are today?</a:t>
            </a:r>
          </a:p>
          <a:p>
            <a:pPr marL="0" indent="0">
              <a:buNone/>
            </a:pPr>
            <a:r>
              <a:rPr lang="en-US" dirty="0"/>
              <a:t> </a:t>
            </a:r>
          </a:p>
        </p:txBody>
      </p:sp>
      <p:pic>
        <p:nvPicPr>
          <p:cNvPr id="11" name="Image 2">
            <a:extLst>
              <a:ext uri="{FF2B5EF4-FFF2-40B4-BE49-F238E27FC236}">
                <a16:creationId xmlns:a16="http://schemas.microsoft.com/office/drawing/2014/main" id="{577B3127-6898-FA6B-58D3-7AA3DD4CCE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2118" y="2690045"/>
            <a:ext cx="230858" cy="223162"/>
          </a:xfrm>
          <a:prstGeom prst="rect">
            <a:avLst/>
          </a:prstGeom>
        </p:spPr>
      </p:pic>
      <p:pic>
        <p:nvPicPr>
          <p:cNvPr id="14" name="Image 2">
            <a:extLst>
              <a:ext uri="{FF2B5EF4-FFF2-40B4-BE49-F238E27FC236}">
                <a16:creationId xmlns:a16="http://schemas.microsoft.com/office/drawing/2014/main" id="{FB119D7F-8B68-EBE9-0DFA-ED36148A46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2690045"/>
            <a:ext cx="230858" cy="223162"/>
          </a:xfrm>
          <a:prstGeom prst="rect">
            <a:avLst/>
          </a:prstGeom>
        </p:spPr>
      </p:pic>
      <p:pic>
        <p:nvPicPr>
          <p:cNvPr id="17" name="Image 2">
            <a:extLst>
              <a:ext uri="{FF2B5EF4-FFF2-40B4-BE49-F238E27FC236}">
                <a16:creationId xmlns:a16="http://schemas.microsoft.com/office/drawing/2014/main" id="{B54745E6-66D3-092B-BDAB-DD40490315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2690045"/>
            <a:ext cx="230858" cy="223162"/>
          </a:xfrm>
          <a:prstGeom prst="rect">
            <a:avLst/>
          </a:prstGeom>
        </p:spPr>
      </p:pic>
      <p:pic>
        <p:nvPicPr>
          <p:cNvPr id="20" name="Image 2">
            <a:extLst>
              <a:ext uri="{FF2B5EF4-FFF2-40B4-BE49-F238E27FC236}">
                <a16:creationId xmlns:a16="http://schemas.microsoft.com/office/drawing/2014/main" id="{ADB13DAB-5A97-69D2-1664-2F129B5479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743" y="2690045"/>
            <a:ext cx="230858" cy="223162"/>
          </a:xfrm>
          <a:prstGeom prst="rect">
            <a:avLst/>
          </a:prstGeom>
        </p:spPr>
      </p:pic>
      <p:pic>
        <p:nvPicPr>
          <p:cNvPr id="24" name="Image 2">
            <a:extLst>
              <a:ext uri="{FF2B5EF4-FFF2-40B4-BE49-F238E27FC236}">
                <a16:creationId xmlns:a16="http://schemas.microsoft.com/office/drawing/2014/main" id="{65736D34-AE4E-F0E0-5D96-ED7C40B5FF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2118" y="6106916"/>
            <a:ext cx="230858" cy="223162"/>
          </a:xfrm>
          <a:prstGeom prst="rect">
            <a:avLst/>
          </a:prstGeom>
        </p:spPr>
      </p:pic>
      <p:pic>
        <p:nvPicPr>
          <p:cNvPr id="26" name="Image 2">
            <a:extLst>
              <a:ext uri="{FF2B5EF4-FFF2-40B4-BE49-F238E27FC236}">
                <a16:creationId xmlns:a16="http://schemas.microsoft.com/office/drawing/2014/main" id="{4A925D98-D941-DA94-7A02-FB32F4C24A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6106916"/>
            <a:ext cx="230858" cy="223162"/>
          </a:xfrm>
          <a:prstGeom prst="rect">
            <a:avLst/>
          </a:prstGeom>
        </p:spPr>
      </p:pic>
      <p:pic>
        <p:nvPicPr>
          <p:cNvPr id="29" name="Image 2">
            <a:extLst>
              <a:ext uri="{FF2B5EF4-FFF2-40B4-BE49-F238E27FC236}">
                <a16:creationId xmlns:a16="http://schemas.microsoft.com/office/drawing/2014/main" id="{1A503AD0-B1CE-6871-0780-9E9753AB71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6106916"/>
            <a:ext cx="230858" cy="223162"/>
          </a:xfrm>
          <a:prstGeom prst="rect">
            <a:avLst/>
          </a:prstGeom>
        </p:spPr>
      </p:pic>
      <p:pic>
        <p:nvPicPr>
          <p:cNvPr id="32" name="Image 2">
            <a:extLst>
              <a:ext uri="{FF2B5EF4-FFF2-40B4-BE49-F238E27FC236}">
                <a16:creationId xmlns:a16="http://schemas.microsoft.com/office/drawing/2014/main" id="{CCA37E4A-D880-886A-F697-1D9AB37560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743" y="6106916"/>
            <a:ext cx="230858" cy="223162"/>
          </a:xfrm>
          <a:prstGeom prst="rect">
            <a:avLst/>
          </a:prstGeom>
        </p:spPr>
      </p:pic>
      <p:grpSp>
        <p:nvGrpSpPr>
          <p:cNvPr id="47" name="Gruppo 46">
            <a:extLst>
              <a:ext uri="{FF2B5EF4-FFF2-40B4-BE49-F238E27FC236}">
                <a16:creationId xmlns:a16="http://schemas.microsoft.com/office/drawing/2014/main" id="{22967C63-03E3-2982-E63D-6C6B12E5381B}"/>
              </a:ext>
            </a:extLst>
          </p:cNvPr>
          <p:cNvGrpSpPr/>
          <p:nvPr/>
        </p:nvGrpSpPr>
        <p:grpSpPr>
          <a:xfrm>
            <a:off x="933812" y="-4729"/>
            <a:ext cx="11247696" cy="6840571"/>
            <a:chOff x="957507" y="-1"/>
            <a:chExt cx="11185358" cy="6774999"/>
          </a:xfrm>
        </p:grpSpPr>
        <p:grpSp>
          <p:nvGrpSpPr>
            <p:cNvPr id="50" name="Gruppo 49">
              <a:extLst>
                <a:ext uri="{FF2B5EF4-FFF2-40B4-BE49-F238E27FC236}">
                  <a16:creationId xmlns:a16="http://schemas.microsoft.com/office/drawing/2014/main" id="{5DE2D67C-DA16-A77A-656E-1679264ACE20}"/>
                </a:ext>
              </a:extLst>
            </p:cNvPr>
            <p:cNvGrpSpPr>
              <a:grpSpLocks/>
            </p:cNvGrpSpPr>
            <p:nvPr/>
          </p:nvGrpSpPr>
          <p:grpSpPr>
            <a:xfrm>
              <a:off x="957507" y="-1"/>
              <a:ext cx="10736840" cy="6774999"/>
              <a:chOff x="-50026" y="0"/>
              <a:chExt cx="10736840" cy="6040813"/>
            </a:xfrm>
          </p:grpSpPr>
          <p:cxnSp>
            <p:nvCxnSpPr>
              <p:cNvPr id="58" name="Connettore diritto 57">
                <a:extLst>
                  <a:ext uri="{FF2B5EF4-FFF2-40B4-BE49-F238E27FC236}">
                    <a16:creationId xmlns:a16="http://schemas.microsoft.com/office/drawing/2014/main" id="{C4A2C83E-B5FF-7AA0-6BDB-4519F14A45E4}"/>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3" name="Connettore diritto 62">
                <a:extLst>
                  <a:ext uri="{FF2B5EF4-FFF2-40B4-BE49-F238E27FC236}">
                    <a16:creationId xmlns:a16="http://schemas.microsoft.com/office/drawing/2014/main" id="{130D0CB1-6016-41C1-C4E1-8EC524B902F7}"/>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4" name="Connettore diritto 63">
                <a:extLst>
                  <a:ext uri="{FF2B5EF4-FFF2-40B4-BE49-F238E27FC236}">
                    <a16:creationId xmlns:a16="http://schemas.microsoft.com/office/drawing/2014/main" id="{7384E461-5C21-ACF5-660B-AE2BE7035F67}"/>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5" name="Connettore diritto 64">
                <a:extLst>
                  <a:ext uri="{FF2B5EF4-FFF2-40B4-BE49-F238E27FC236}">
                    <a16:creationId xmlns:a16="http://schemas.microsoft.com/office/drawing/2014/main" id="{0E96D390-7FC6-C17A-5FF4-4C314003D806}"/>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6" name="Connettore diritto 65">
                <a:extLst>
                  <a:ext uri="{FF2B5EF4-FFF2-40B4-BE49-F238E27FC236}">
                    <a16:creationId xmlns:a16="http://schemas.microsoft.com/office/drawing/2014/main" id="{A8C61A18-A1AF-559E-0157-AC6F3A8B8085}"/>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7" name="Connettore diritto 66">
                <a:extLst>
                  <a:ext uri="{FF2B5EF4-FFF2-40B4-BE49-F238E27FC236}">
                    <a16:creationId xmlns:a16="http://schemas.microsoft.com/office/drawing/2014/main" id="{BF4F44C0-B2BF-18E4-9EAE-C77464A74C56}"/>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56" name="Elemento grafico 55" descr="Forbici con riempimento a tinta unita">
              <a:extLst>
                <a:ext uri="{FF2B5EF4-FFF2-40B4-BE49-F238E27FC236}">
                  <a16:creationId xmlns:a16="http://schemas.microsoft.com/office/drawing/2014/main" id="{D3DCC6A2-00D0-327F-3D94-23A36E98C2F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rot="2820947">
              <a:off x="11228465" y="2960720"/>
              <a:ext cx="914400" cy="914400"/>
            </a:xfrm>
            <a:prstGeom prst="rect">
              <a:avLst/>
            </a:prstGeom>
          </p:spPr>
        </p:pic>
      </p:grpSp>
      <p:sp>
        <p:nvSpPr>
          <p:cNvPr id="69" name="CasellaDiTesto 68">
            <a:extLst>
              <a:ext uri="{FF2B5EF4-FFF2-40B4-BE49-F238E27FC236}">
                <a16:creationId xmlns:a16="http://schemas.microsoft.com/office/drawing/2014/main" id="{A18EE689-FE99-C867-F5B9-84DB87FF348A}"/>
              </a:ext>
            </a:extLst>
          </p:cNvPr>
          <p:cNvSpPr txBox="1"/>
          <p:nvPr/>
        </p:nvSpPr>
        <p:spPr>
          <a:xfrm>
            <a:off x="1186085" y="2592664"/>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0" name="CasellaDiTesto 69">
            <a:extLst>
              <a:ext uri="{FF2B5EF4-FFF2-40B4-BE49-F238E27FC236}">
                <a16:creationId xmlns:a16="http://schemas.microsoft.com/office/drawing/2014/main" id="{963E76AD-E07F-387D-366F-A47592DA4C39}"/>
              </a:ext>
            </a:extLst>
          </p:cNvPr>
          <p:cNvSpPr txBox="1"/>
          <p:nvPr/>
        </p:nvSpPr>
        <p:spPr>
          <a:xfrm>
            <a:off x="3803118" y="2603103"/>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1" name="CasellaDiTesto 70">
            <a:extLst>
              <a:ext uri="{FF2B5EF4-FFF2-40B4-BE49-F238E27FC236}">
                <a16:creationId xmlns:a16="http://schemas.microsoft.com/office/drawing/2014/main" id="{F2067614-07D7-73B7-F90C-FD0EA2CF54E3}"/>
              </a:ext>
            </a:extLst>
          </p:cNvPr>
          <p:cNvSpPr txBox="1"/>
          <p:nvPr/>
        </p:nvSpPr>
        <p:spPr>
          <a:xfrm>
            <a:off x="6359960" y="2616960"/>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2" name="CasellaDiTesto 71">
            <a:extLst>
              <a:ext uri="{FF2B5EF4-FFF2-40B4-BE49-F238E27FC236}">
                <a16:creationId xmlns:a16="http://schemas.microsoft.com/office/drawing/2014/main" id="{13232E06-7161-3367-89D7-FF5398D41580}"/>
              </a:ext>
            </a:extLst>
          </p:cNvPr>
          <p:cNvSpPr txBox="1"/>
          <p:nvPr/>
        </p:nvSpPr>
        <p:spPr>
          <a:xfrm>
            <a:off x="8905993" y="2613542"/>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3" name="CasellaDiTesto 72">
            <a:extLst>
              <a:ext uri="{FF2B5EF4-FFF2-40B4-BE49-F238E27FC236}">
                <a16:creationId xmlns:a16="http://schemas.microsoft.com/office/drawing/2014/main" id="{C28C411D-F3AC-96AD-72BD-A1EBBB43B7C2}"/>
              </a:ext>
            </a:extLst>
          </p:cNvPr>
          <p:cNvSpPr txBox="1"/>
          <p:nvPr/>
        </p:nvSpPr>
        <p:spPr>
          <a:xfrm>
            <a:off x="1160685" y="6040074"/>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4" name="CasellaDiTesto 73">
            <a:extLst>
              <a:ext uri="{FF2B5EF4-FFF2-40B4-BE49-F238E27FC236}">
                <a16:creationId xmlns:a16="http://schemas.microsoft.com/office/drawing/2014/main" id="{9FC7FA2B-30E7-B18B-DC7C-A15B67AA88DF}"/>
              </a:ext>
            </a:extLst>
          </p:cNvPr>
          <p:cNvSpPr txBox="1"/>
          <p:nvPr/>
        </p:nvSpPr>
        <p:spPr>
          <a:xfrm>
            <a:off x="3777718" y="6050513"/>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5" name="CasellaDiTesto 74">
            <a:extLst>
              <a:ext uri="{FF2B5EF4-FFF2-40B4-BE49-F238E27FC236}">
                <a16:creationId xmlns:a16="http://schemas.microsoft.com/office/drawing/2014/main" id="{BF79DC65-AB77-D3AE-587F-3C390B5CAE6F}"/>
              </a:ext>
            </a:extLst>
          </p:cNvPr>
          <p:cNvSpPr txBox="1"/>
          <p:nvPr/>
        </p:nvSpPr>
        <p:spPr>
          <a:xfrm>
            <a:off x="6334560" y="6064370"/>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6" name="CasellaDiTesto 75">
            <a:extLst>
              <a:ext uri="{FF2B5EF4-FFF2-40B4-BE49-F238E27FC236}">
                <a16:creationId xmlns:a16="http://schemas.microsoft.com/office/drawing/2014/main" id="{85D59D06-B098-7A7F-7AD8-E784F32887E9}"/>
              </a:ext>
            </a:extLst>
          </p:cNvPr>
          <p:cNvSpPr txBox="1"/>
          <p:nvPr/>
        </p:nvSpPr>
        <p:spPr>
          <a:xfrm>
            <a:off x="8880593" y="6060952"/>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pic>
        <p:nvPicPr>
          <p:cNvPr id="12" name="Immagine 11" descr="Immagine che contiene logo, Elementi grafici, Carattere, simbolo&#10;&#10;Descrizione generata automaticamente">
            <a:extLst>
              <a:ext uri="{FF2B5EF4-FFF2-40B4-BE49-F238E27FC236}">
                <a16:creationId xmlns:a16="http://schemas.microsoft.com/office/drawing/2014/main" id="{6E25C078-5A92-A24F-4DCC-F20A2C85C3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414" y="2983963"/>
            <a:ext cx="658997" cy="223162"/>
          </a:xfrm>
          <a:prstGeom prst="rect">
            <a:avLst/>
          </a:prstGeom>
          <a:solidFill>
            <a:schemeClr val="bg1"/>
          </a:solidFill>
        </p:spPr>
      </p:pic>
      <p:pic>
        <p:nvPicPr>
          <p:cNvPr id="15" name="Immagine 14" descr="Immagine che contiene logo, Elementi grafici, Carattere, simbolo&#10;&#10;Descrizione generata automaticamente">
            <a:extLst>
              <a:ext uri="{FF2B5EF4-FFF2-40B4-BE49-F238E27FC236}">
                <a16:creationId xmlns:a16="http://schemas.microsoft.com/office/drawing/2014/main" id="{904ED7CE-8600-40C9-53F7-B32067F099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2839" y="2978520"/>
            <a:ext cx="658997" cy="223162"/>
          </a:xfrm>
          <a:prstGeom prst="rect">
            <a:avLst/>
          </a:prstGeom>
          <a:solidFill>
            <a:schemeClr val="bg1"/>
          </a:solidFill>
        </p:spPr>
      </p:pic>
      <p:pic>
        <p:nvPicPr>
          <p:cNvPr id="18" name="Immagine 17" descr="Immagine che contiene logo, Elementi grafici, Carattere, simbolo&#10;&#10;Descrizione generata automaticamente">
            <a:extLst>
              <a:ext uri="{FF2B5EF4-FFF2-40B4-BE49-F238E27FC236}">
                <a16:creationId xmlns:a16="http://schemas.microsoft.com/office/drawing/2014/main" id="{05290D34-888C-827D-ABA4-16154C835B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6327" y="2978520"/>
            <a:ext cx="658997" cy="223162"/>
          </a:xfrm>
          <a:prstGeom prst="rect">
            <a:avLst/>
          </a:prstGeom>
          <a:solidFill>
            <a:schemeClr val="bg1"/>
          </a:solidFill>
        </p:spPr>
      </p:pic>
      <p:pic>
        <p:nvPicPr>
          <p:cNvPr id="21" name="Immagine 20" descr="Immagine che contiene logo, Elementi grafici, Carattere, simbolo&#10;&#10;Descrizione generata automaticamente">
            <a:extLst>
              <a:ext uri="{FF2B5EF4-FFF2-40B4-BE49-F238E27FC236}">
                <a16:creationId xmlns:a16="http://schemas.microsoft.com/office/drawing/2014/main" id="{9DFF41F8-D372-781F-FAF0-A5FBA428B7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47267" y="2978520"/>
            <a:ext cx="658997" cy="223162"/>
          </a:xfrm>
          <a:prstGeom prst="rect">
            <a:avLst/>
          </a:prstGeom>
          <a:solidFill>
            <a:schemeClr val="bg1"/>
          </a:solidFill>
        </p:spPr>
      </p:pic>
      <p:pic>
        <p:nvPicPr>
          <p:cNvPr id="23" name="Immagine 22" descr="Immagine che contiene logo, Elementi grafici, Carattere, simbolo&#10;&#10;Descrizione generata automaticamente">
            <a:extLst>
              <a:ext uri="{FF2B5EF4-FFF2-40B4-BE49-F238E27FC236}">
                <a16:creationId xmlns:a16="http://schemas.microsoft.com/office/drawing/2014/main" id="{E66C8095-334E-C0F6-B777-BE02173750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414" y="6417163"/>
            <a:ext cx="658997" cy="223162"/>
          </a:xfrm>
          <a:prstGeom prst="rect">
            <a:avLst/>
          </a:prstGeom>
          <a:solidFill>
            <a:schemeClr val="bg1"/>
          </a:solidFill>
        </p:spPr>
      </p:pic>
      <p:pic>
        <p:nvPicPr>
          <p:cNvPr id="28" name="Immagine 27" descr="Immagine che contiene logo, Elementi grafici, Carattere, simbolo&#10;&#10;Descrizione generata automaticamente">
            <a:extLst>
              <a:ext uri="{FF2B5EF4-FFF2-40B4-BE49-F238E27FC236}">
                <a16:creationId xmlns:a16="http://schemas.microsoft.com/office/drawing/2014/main" id="{F71F635A-ED9A-5A0B-D405-9E39E57CA5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37396" y="6406277"/>
            <a:ext cx="658997" cy="223162"/>
          </a:xfrm>
          <a:prstGeom prst="rect">
            <a:avLst/>
          </a:prstGeom>
          <a:solidFill>
            <a:schemeClr val="bg1"/>
          </a:solidFill>
        </p:spPr>
      </p:pic>
      <p:pic>
        <p:nvPicPr>
          <p:cNvPr id="30" name="Immagine 29" descr="Immagine che contiene logo, Elementi grafici, Carattere, simbolo&#10;&#10;Descrizione generata automaticamente">
            <a:extLst>
              <a:ext uri="{FF2B5EF4-FFF2-40B4-BE49-F238E27FC236}">
                <a16:creationId xmlns:a16="http://schemas.microsoft.com/office/drawing/2014/main" id="{C1D2E78B-BFD2-B621-14EA-8FA7D42148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0884" y="6406277"/>
            <a:ext cx="658997" cy="223162"/>
          </a:xfrm>
          <a:prstGeom prst="rect">
            <a:avLst/>
          </a:prstGeom>
          <a:solidFill>
            <a:schemeClr val="bg1"/>
          </a:solidFill>
        </p:spPr>
      </p:pic>
      <p:pic>
        <p:nvPicPr>
          <p:cNvPr id="42" name="Immagine 41" descr="Immagine che contiene logo, Elementi grafici, Carattere, simbolo&#10;&#10;Descrizione generata automaticamente">
            <a:extLst>
              <a:ext uri="{FF2B5EF4-FFF2-40B4-BE49-F238E27FC236}">
                <a16:creationId xmlns:a16="http://schemas.microsoft.com/office/drawing/2014/main" id="{4D077BA0-0EE4-285A-9DEA-93A034AAC2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41824" y="6406277"/>
            <a:ext cx="658997" cy="223162"/>
          </a:xfrm>
          <a:prstGeom prst="rect">
            <a:avLst/>
          </a:prstGeom>
          <a:solidFill>
            <a:schemeClr val="bg1"/>
          </a:solidFill>
        </p:spPr>
      </p:pic>
    </p:spTree>
    <p:extLst>
      <p:ext uri="{BB962C8B-B14F-4D97-AF65-F5344CB8AC3E}">
        <p14:creationId xmlns:p14="http://schemas.microsoft.com/office/powerpoint/2010/main" val="164079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B2FBA-A60A-A602-1D1B-83DB1A7DDB47}"/>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B9B85179-E405-2EA1-971C-E1DF0F40C0FF}"/>
              </a:ext>
            </a:extLst>
          </p:cNvPr>
          <p:cNvSpPr/>
          <p:nvPr/>
        </p:nvSpPr>
        <p:spPr>
          <a:xfrm>
            <a:off x="0" y="0"/>
            <a:ext cx="12292815" cy="6847531"/>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38770559-3CE1-5149-04E1-C37C1D44FE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E709805A-4C2C-4B17-16CC-7FCE28A0D2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DE48D09B-6AE9-F52E-6962-37DDA2F915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898451DB-C7F7-FAFA-D2A2-D5CDDDC79C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E973D39E-15FC-1723-AEED-EBDA579BE8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B45B9A57-D25A-C8EA-EE74-96EEAA50D7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1E6ED7E4-A5D4-8A2B-6F14-82270F6A32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2C051A22-9B15-0C16-ED46-FB94D61962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E4B93B2F-E8D6-205A-43F3-51143DD852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789F8C40-61D3-8036-F0C8-4B4263AADF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287129C2-F867-1E86-D0BF-2467F7DB52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B11FA6E5-D2D2-DA58-EF11-E1947977A6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B83DB03A-20BD-7111-0D00-165FCF7AA9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CE31342C-3A2C-9DC9-CFB7-D33524253F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18D524AA-481D-C1AE-9832-C1BC019E63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755ED228-A29A-14B1-5CA0-46004F4CDF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8283F675-E38B-A012-4D15-AC335F629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7A23AD8B-8047-1EAC-0E05-745E73ABF3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02F6247C-AF54-5BD5-3CA4-6CEDC4D949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F53B0782-D76F-6321-2566-B548AF1A5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841C62DC-21D5-A153-A3F4-137137154D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FCA0BB13-9C86-72A8-9357-F66C6BBA1A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2C9F00ED-C27D-48A5-D3F5-ACF57ACA02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90FFD0BC-2EC9-D460-E08C-1BCDF19CEC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000C001D-8774-AE3D-5549-518A82F96F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6A1ABCE5-2868-B343-D9FC-F1C4FA291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8120854B-954B-173D-9738-DCA5703519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065EB00D-D5E2-7C43-D2C0-B8291C1500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3861257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BF11794-6274-417B-BB20-3FA80B7B99D5}"/>
              </a:ext>
            </a:extLst>
          </p:cNvPr>
          <p:cNvSpPr>
            <a:spLocks noGrp="1"/>
          </p:cNvSpPr>
          <p:nvPr>
            <p:ph type="ctrTitle"/>
          </p:nvPr>
        </p:nvSpPr>
        <p:spPr/>
        <p:txBody>
          <a:bodyPr/>
          <a:lstStyle/>
          <a:p>
            <a:r>
              <a:rPr lang="en-US" dirty="0">
                <a:solidFill>
                  <a:schemeClr val="tx1"/>
                </a:solidFill>
              </a:rPr>
              <a:t>Theme: Event</a:t>
            </a:r>
          </a:p>
        </p:txBody>
      </p:sp>
      <p:sp>
        <p:nvSpPr>
          <p:cNvPr id="5" name="Sous-titre 4">
            <a:extLst>
              <a:ext uri="{FF2B5EF4-FFF2-40B4-BE49-F238E27FC236}">
                <a16:creationId xmlns:a16="http://schemas.microsoft.com/office/drawing/2014/main" id="{592C106E-B5D6-4891-8175-50D176D1F80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73154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F4ECE5-D923-ACC2-B049-7FA000A23DFF}"/>
            </a:ext>
          </a:extLst>
        </p:cNvPr>
        <p:cNvGrpSpPr/>
        <p:nvPr/>
      </p:nvGrpSpPr>
      <p:grpSpPr>
        <a:xfrm>
          <a:off x="0" y="0"/>
          <a:ext cx="0" cy="0"/>
          <a:chOff x="0" y="0"/>
          <a:chExt cx="0" cy="0"/>
        </a:xfrm>
      </p:grpSpPr>
      <p:sp>
        <p:nvSpPr>
          <p:cNvPr id="60" name="Rettangolo 59">
            <a:extLst>
              <a:ext uri="{FF2B5EF4-FFF2-40B4-BE49-F238E27FC236}">
                <a16:creationId xmlns:a16="http://schemas.microsoft.com/office/drawing/2014/main" id="{3835DBCB-CCB5-B0D1-4751-CBD9FB68B626}"/>
              </a:ext>
            </a:extLst>
          </p:cNvPr>
          <p:cNvSpPr/>
          <p:nvPr/>
        </p:nvSpPr>
        <p:spPr>
          <a:xfrm>
            <a:off x="991419" y="0"/>
            <a:ext cx="10266770" cy="684753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Espace réservé du contenu 6">
            <a:extLst>
              <a:ext uri="{FF2B5EF4-FFF2-40B4-BE49-F238E27FC236}">
                <a16:creationId xmlns:a16="http://schemas.microsoft.com/office/drawing/2014/main" id="{D73E4975-9AF3-8239-BD40-7416A05F93FA}"/>
              </a:ext>
            </a:extLst>
          </p:cNvPr>
          <p:cNvSpPr txBox="1">
            <a:spLocks/>
          </p:cNvSpPr>
          <p:nvPr/>
        </p:nvSpPr>
        <p:spPr>
          <a:xfrm>
            <a:off x="8688218" y="3417921"/>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Demands on Event </a:t>
            </a:r>
          </a:p>
        </p:txBody>
      </p:sp>
      <p:sp>
        <p:nvSpPr>
          <p:cNvPr id="12" name="Espace réservé du contenu 6">
            <a:extLst>
              <a:ext uri="{FF2B5EF4-FFF2-40B4-BE49-F238E27FC236}">
                <a16:creationId xmlns:a16="http://schemas.microsoft.com/office/drawing/2014/main" id="{8D174D4C-0FB3-17FE-FD99-CA499FC1216B}"/>
              </a:ext>
            </a:extLst>
          </p:cNvPr>
          <p:cNvSpPr txBox="1">
            <a:spLocks/>
          </p:cNvSpPr>
          <p:nvPr/>
        </p:nvSpPr>
        <p:spPr>
          <a:xfrm>
            <a:off x="1017205" y="3417921"/>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Event preferences</a:t>
            </a:r>
          </a:p>
        </p:txBody>
      </p:sp>
      <p:sp>
        <p:nvSpPr>
          <p:cNvPr id="15" name="Espace réservé du contenu 6">
            <a:extLst>
              <a:ext uri="{FF2B5EF4-FFF2-40B4-BE49-F238E27FC236}">
                <a16:creationId xmlns:a16="http://schemas.microsoft.com/office/drawing/2014/main" id="{CDCEE7B8-A133-70C8-D794-3F95B0391626}"/>
              </a:ext>
            </a:extLst>
          </p:cNvPr>
          <p:cNvSpPr txBox="1">
            <a:spLocks/>
          </p:cNvSpPr>
          <p:nvPr/>
        </p:nvSpPr>
        <p:spPr>
          <a:xfrm>
            <a:off x="6131213" y="3417921"/>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Event choices</a:t>
            </a:r>
          </a:p>
        </p:txBody>
      </p:sp>
      <p:sp>
        <p:nvSpPr>
          <p:cNvPr id="34" name="Espace réservé du contenu 6">
            <a:extLst>
              <a:ext uri="{FF2B5EF4-FFF2-40B4-BE49-F238E27FC236}">
                <a16:creationId xmlns:a16="http://schemas.microsoft.com/office/drawing/2014/main" id="{A08E4FF7-DD47-3925-DEF1-095997C442AD}"/>
              </a:ext>
            </a:extLst>
          </p:cNvPr>
          <p:cNvSpPr txBox="1">
            <a:spLocks/>
          </p:cNvSpPr>
          <p:nvPr/>
        </p:nvSpPr>
        <p:spPr>
          <a:xfrm>
            <a:off x="3574209" y="3417921"/>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Event preparation</a:t>
            </a:r>
          </a:p>
        </p:txBody>
      </p:sp>
      <p:sp>
        <p:nvSpPr>
          <p:cNvPr id="36" name="Espace réservé du contenu 6">
            <a:extLst>
              <a:ext uri="{FF2B5EF4-FFF2-40B4-BE49-F238E27FC236}">
                <a16:creationId xmlns:a16="http://schemas.microsoft.com/office/drawing/2014/main" id="{25FA9117-B5C5-1C10-6EB4-C65E4CC10C26}"/>
              </a:ext>
            </a:extLst>
          </p:cNvPr>
          <p:cNvSpPr txBox="1">
            <a:spLocks/>
          </p:cNvSpPr>
          <p:nvPr/>
        </p:nvSpPr>
        <p:spPr>
          <a:xfrm>
            <a:off x="8688218" y="0"/>
            <a:ext cx="2548800" cy="3417921"/>
          </a:xfrm>
          <a:prstGeom prst="rect">
            <a:avLst/>
          </a:prstGeom>
          <a:solidFill>
            <a:schemeClr val="accent2"/>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New connections</a:t>
            </a:r>
          </a:p>
        </p:txBody>
      </p:sp>
      <p:sp>
        <p:nvSpPr>
          <p:cNvPr id="37" name="Espace réservé du contenu 6">
            <a:extLst>
              <a:ext uri="{FF2B5EF4-FFF2-40B4-BE49-F238E27FC236}">
                <a16:creationId xmlns:a16="http://schemas.microsoft.com/office/drawing/2014/main" id="{0248301F-119C-411E-CD4A-C0DD4541458A}"/>
              </a:ext>
            </a:extLst>
          </p:cNvPr>
          <p:cNvSpPr txBox="1">
            <a:spLocks/>
          </p:cNvSpPr>
          <p:nvPr/>
        </p:nvSpPr>
        <p:spPr>
          <a:xfrm>
            <a:off x="1017205" y="0"/>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sz="1100" b="1" dirty="0">
                <a:solidFill>
                  <a:schemeClr val="bg1"/>
                </a:solidFill>
              </a:rPr>
              <a:t>Event venue</a:t>
            </a:r>
          </a:p>
        </p:txBody>
      </p:sp>
      <p:sp>
        <p:nvSpPr>
          <p:cNvPr id="38" name="Espace réservé du contenu 6">
            <a:extLst>
              <a:ext uri="{FF2B5EF4-FFF2-40B4-BE49-F238E27FC236}">
                <a16:creationId xmlns:a16="http://schemas.microsoft.com/office/drawing/2014/main" id="{32DA0C14-CAE1-F792-D46E-E8DCC6CB168C}"/>
              </a:ext>
            </a:extLst>
          </p:cNvPr>
          <p:cNvSpPr txBox="1">
            <a:spLocks/>
          </p:cNvSpPr>
          <p:nvPr/>
        </p:nvSpPr>
        <p:spPr>
          <a:xfrm>
            <a:off x="6131213" y="0"/>
            <a:ext cx="2548800" cy="3417921"/>
          </a:xfrm>
          <a:prstGeom prst="rect">
            <a:avLst/>
          </a:prstGeom>
          <a:solidFill>
            <a:schemeClr val="accent2"/>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b="1" dirty="0"/>
              <a:t>Event benefits</a:t>
            </a:r>
            <a:endParaRPr lang="en-US" sz="1100" b="1" dirty="0">
              <a:solidFill>
                <a:schemeClr val="bg1"/>
              </a:solidFill>
            </a:endParaRPr>
          </a:p>
        </p:txBody>
      </p:sp>
      <p:sp>
        <p:nvSpPr>
          <p:cNvPr id="39" name="Espace réservé du contenu 6">
            <a:extLst>
              <a:ext uri="{FF2B5EF4-FFF2-40B4-BE49-F238E27FC236}">
                <a16:creationId xmlns:a16="http://schemas.microsoft.com/office/drawing/2014/main" id="{0C9D094F-32CF-4AB5-2E0B-0F2BA48F1926}"/>
              </a:ext>
            </a:extLst>
          </p:cNvPr>
          <p:cNvSpPr txBox="1">
            <a:spLocks/>
          </p:cNvSpPr>
          <p:nvPr/>
        </p:nvSpPr>
        <p:spPr>
          <a:xfrm>
            <a:off x="3574209" y="0"/>
            <a:ext cx="2548800" cy="3417921"/>
          </a:xfrm>
          <a:prstGeom prst="rect">
            <a:avLst/>
          </a:prstGeom>
          <a:solidFill>
            <a:schemeClr val="accent2"/>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en-US" sz="1100" dirty="0">
                <a:solidFill>
                  <a:schemeClr val="bg1"/>
                </a:solidFill>
              </a:rPr>
              <a:t>Komyu Break-4-Ices Cards </a:t>
            </a:r>
          </a:p>
          <a:p>
            <a:pPr algn="ctr">
              <a:lnSpc>
                <a:spcPct val="100000"/>
              </a:lnSpc>
              <a:spcBef>
                <a:spcPts val="400"/>
              </a:spcBef>
            </a:pPr>
            <a:r>
              <a:rPr lang="en-US" b="1" dirty="0"/>
              <a:t>Personal Goals behind event</a:t>
            </a:r>
            <a:endParaRPr lang="en-US" sz="1100" b="1" dirty="0">
              <a:solidFill>
                <a:schemeClr val="bg1"/>
              </a:solidFill>
            </a:endParaRPr>
          </a:p>
        </p:txBody>
      </p:sp>
      <p:sp>
        <p:nvSpPr>
          <p:cNvPr id="2" name="Espace réservé du contenu 6">
            <a:extLst>
              <a:ext uri="{FF2B5EF4-FFF2-40B4-BE49-F238E27FC236}">
                <a16:creationId xmlns:a16="http://schemas.microsoft.com/office/drawing/2014/main" id="{93332DC2-6379-CDD9-07E6-8131737D8016}"/>
              </a:ext>
            </a:extLst>
          </p:cNvPr>
          <p:cNvSpPr txBox="1">
            <a:spLocks/>
          </p:cNvSpPr>
          <p:nvPr/>
        </p:nvSpPr>
        <p:spPr>
          <a:xfrm>
            <a:off x="1217275"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 do you think about the venue?</a:t>
            </a:r>
          </a:p>
          <a:p>
            <a:r>
              <a:rPr lang="en-US" dirty="0"/>
              <a:t>What do you hope to see today?</a:t>
            </a:r>
          </a:p>
          <a:p>
            <a:r>
              <a:rPr lang="en-US" dirty="0"/>
              <a:t>What’s the greatest venue you’ve ever been to?</a:t>
            </a:r>
          </a:p>
          <a:p>
            <a:r>
              <a:rPr lang="en-US" dirty="0"/>
              <a:t>How did this venue influence you and your standards?</a:t>
            </a:r>
          </a:p>
        </p:txBody>
      </p:sp>
      <p:sp>
        <p:nvSpPr>
          <p:cNvPr id="4" name="Espace réservé du contenu 6">
            <a:extLst>
              <a:ext uri="{FF2B5EF4-FFF2-40B4-BE49-F238E27FC236}">
                <a16:creationId xmlns:a16="http://schemas.microsoft.com/office/drawing/2014/main" id="{F1434119-ED26-938B-7859-54534316061B}"/>
              </a:ext>
            </a:extLst>
          </p:cNvPr>
          <p:cNvSpPr txBox="1">
            <a:spLocks/>
          </p:cNvSpPr>
          <p:nvPr/>
        </p:nvSpPr>
        <p:spPr>
          <a:xfrm>
            <a:off x="1209162"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your favorite kind of event to attend?</a:t>
            </a:r>
          </a:p>
          <a:p>
            <a:r>
              <a:rPr lang="en-US" dirty="0"/>
              <a:t>What makes an event preferable for you?</a:t>
            </a:r>
          </a:p>
          <a:p>
            <a:r>
              <a:rPr lang="en-US" dirty="0"/>
              <a:t>How do you usually prefer to engage with others at events?</a:t>
            </a:r>
          </a:p>
          <a:p>
            <a:r>
              <a:rPr lang="en-US" dirty="0"/>
              <a:t>What would make today unforgettable for you?</a:t>
            </a:r>
          </a:p>
        </p:txBody>
      </p:sp>
      <p:sp>
        <p:nvSpPr>
          <p:cNvPr id="3" name="Espace réservé du contenu 6">
            <a:extLst>
              <a:ext uri="{FF2B5EF4-FFF2-40B4-BE49-F238E27FC236}">
                <a16:creationId xmlns:a16="http://schemas.microsoft.com/office/drawing/2014/main" id="{532AFCF9-35C8-DDDF-D035-2D614398EE8B}"/>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How did you find out about this event?</a:t>
            </a:r>
          </a:p>
          <a:p>
            <a:r>
              <a:rPr lang="en-US" dirty="0"/>
              <a:t>What motivated you to attend?</a:t>
            </a:r>
          </a:p>
          <a:p>
            <a:r>
              <a:rPr lang="en-US" dirty="0"/>
              <a:t>What are other things than this event, that serve this goal?</a:t>
            </a:r>
          </a:p>
          <a:p>
            <a:r>
              <a:rPr lang="en-US" dirty="0"/>
              <a:t>If you organized a similar event, what would you do differently?</a:t>
            </a:r>
          </a:p>
        </p:txBody>
      </p:sp>
      <p:sp>
        <p:nvSpPr>
          <p:cNvPr id="5" name="Espace réservé du contenu 6">
            <a:extLst>
              <a:ext uri="{FF2B5EF4-FFF2-40B4-BE49-F238E27FC236}">
                <a16:creationId xmlns:a16="http://schemas.microsoft.com/office/drawing/2014/main" id="{F68DFDBA-48CC-AE0E-43F7-B41400085302}"/>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How did you prepare for this event?</a:t>
            </a:r>
          </a:p>
          <a:p>
            <a:r>
              <a:rPr lang="en-US" dirty="0"/>
              <a:t>What’s one thing you want to achieve after such preparation?</a:t>
            </a:r>
          </a:p>
          <a:p>
            <a:r>
              <a:rPr lang="en-US" dirty="0"/>
              <a:t>What’s the most valuable preparation you’ve made so far?</a:t>
            </a:r>
          </a:p>
          <a:p>
            <a:r>
              <a:rPr lang="en-US" dirty="0"/>
              <a:t>How will you prepare differently after this event?</a:t>
            </a:r>
          </a:p>
        </p:txBody>
      </p:sp>
      <p:sp>
        <p:nvSpPr>
          <p:cNvPr id="6" name="Espace réservé du contenu 6">
            <a:extLst>
              <a:ext uri="{FF2B5EF4-FFF2-40B4-BE49-F238E27FC236}">
                <a16:creationId xmlns:a16="http://schemas.microsoft.com/office/drawing/2014/main" id="{0E4F4C5B-CB0D-A2D9-5B39-FD373B439A77}"/>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your first impression of this event?</a:t>
            </a:r>
          </a:p>
          <a:p>
            <a:r>
              <a:rPr lang="en-US" dirty="0"/>
              <a:t>What are you most excited about today?</a:t>
            </a:r>
          </a:p>
          <a:p>
            <a:r>
              <a:rPr lang="en-US" dirty="0"/>
              <a:t>How do you think this event could benefit your work or life?</a:t>
            </a:r>
          </a:p>
          <a:p>
            <a:r>
              <a:rPr lang="en-US" dirty="0"/>
              <a:t>What’s the one thing you hope to take away from today?</a:t>
            </a:r>
          </a:p>
        </p:txBody>
      </p:sp>
      <p:sp>
        <p:nvSpPr>
          <p:cNvPr id="8" name="Espace réservé du contenu 6">
            <a:extLst>
              <a:ext uri="{FF2B5EF4-FFF2-40B4-BE49-F238E27FC236}">
                <a16:creationId xmlns:a16="http://schemas.microsoft.com/office/drawing/2014/main" id="{5272075E-B308-6260-94AE-95DB5425673E}"/>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How do you typically choose events to attend?</a:t>
            </a:r>
          </a:p>
          <a:p>
            <a:r>
              <a:rPr lang="en-US" dirty="0"/>
              <a:t>What made you decide to attend this event?</a:t>
            </a:r>
          </a:p>
          <a:p>
            <a:r>
              <a:rPr lang="en-US" dirty="0"/>
              <a:t>How do you prioritize networking at events like this?</a:t>
            </a:r>
          </a:p>
          <a:p>
            <a:r>
              <a:rPr lang="en-US" dirty="0"/>
              <a:t>What’s one thing you can learn about you from the way you choose?</a:t>
            </a:r>
          </a:p>
        </p:txBody>
      </p:sp>
      <p:sp>
        <p:nvSpPr>
          <p:cNvPr id="9" name="Espace réservé du contenu 6">
            <a:extLst>
              <a:ext uri="{FF2B5EF4-FFF2-40B4-BE49-F238E27FC236}">
                <a16:creationId xmlns:a16="http://schemas.microsoft.com/office/drawing/2014/main" id="{9438A4E5-1924-F0CB-E924-0C3831265D13}"/>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What’s the most interesting conversation you’ve had so far today?</a:t>
            </a:r>
          </a:p>
          <a:p>
            <a:r>
              <a:rPr lang="en-US" dirty="0"/>
              <a:t>Who is the most interesting person you’ve met today?</a:t>
            </a:r>
          </a:p>
          <a:p>
            <a:r>
              <a:rPr lang="en-US" dirty="0"/>
              <a:t>Who’s someone you’d like to connect with here?</a:t>
            </a:r>
          </a:p>
          <a:p>
            <a:r>
              <a:rPr lang="en-US" dirty="0"/>
              <a:t>How will you connect later on with people you meet?</a:t>
            </a:r>
          </a:p>
        </p:txBody>
      </p:sp>
      <p:sp>
        <p:nvSpPr>
          <p:cNvPr id="10" name="Espace réservé du contenu 6">
            <a:extLst>
              <a:ext uri="{FF2B5EF4-FFF2-40B4-BE49-F238E27FC236}">
                <a16:creationId xmlns:a16="http://schemas.microsoft.com/office/drawing/2014/main" id="{1729BC88-ED0A-C47B-03BC-CCB42C93FCD0}"/>
              </a:ext>
            </a:extLst>
          </p:cNvPr>
          <p:cNvSpPr txBox="1">
            <a:spLocks/>
          </p:cNvSpPr>
          <p:nvPr/>
        </p:nvSpPr>
        <p:spPr>
          <a:xfrm>
            <a:off x="8918474" y="3583180"/>
            <a:ext cx="2081709" cy="2817617"/>
          </a:xfrm>
          <a:prstGeom prst="rect">
            <a:avLst/>
          </a:prstGeom>
          <a:solidFill>
            <a:schemeClr val="bg1"/>
          </a:solidFill>
          <a:ln>
            <a:noFill/>
          </a:ln>
        </p:spPr>
        <p:txBody>
          <a:bodyPr vert="horz" lIns="91440" tIns="45720" rIns="91440" bIns="45720" rtlCol="0" anchor="t">
            <a:normAutofit/>
          </a:bodyPr>
          <a:lstStyle>
            <a:defPPr>
              <a:defRPr lang="fr-FR"/>
            </a:defPPr>
            <a:lvl1pPr marL="342900" indent="-342900">
              <a:lnSpc>
                <a:spcPct val="90000"/>
              </a:lnSpc>
              <a:spcBef>
                <a:spcPts val="1000"/>
              </a:spcBef>
              <a:buFont typeface="+mj-lt"/>
              <a:buAutoNum type="arabicPeriod"/>
              <a:defRPr sz="1200" b="1" i="1">
                <a:solidFill>
                  <a:schemeClr val="accent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How does this event compare to others you’ve attended?</a:t>
            </a:r>
          </a:p>
          <a:p>
            <a:r>
              <a:rPr lang="en-US" dirty="0"/>
              <a:t>What’s one thing that could improve this event?</a:t>
            </a:r>
          </a:p>
          <a:p>
            <a:r>
              <a:rPr lang="en-US" dirty="0"/>
              <a:t>How has this event challenged your standards?</a:t>
            </a:r>
          </a:p>
          <a:p>
            <a:r>
              <a:rPr lang="en-US" dirty="0"/>
              <a:t>What lasting impact do you think this event will have on your standards?</a:t>
            </a:r>
          </a:p>
        </p:txBody>
      </p:sp>
      <p:grpSp>
        <p:nvGrpSpPr>
          <p:cNvPr id="40" name="Gruppo 39">
            <a:extLst>
              <a:ext uri="{FF2B5EF4-FFF2-40B4-BE49-F238E27FC236}">
                <a16:creationId xmlns:a16="http://schemas.microsoft.com/office/drawing/2014/main" id="{744A79EE-0A38-A460-3BD5-9069BA0BF0CA}"/>
              </a:ext>
            </a:extLst>
          </p:cNvPr>
          <p:cNvGrpSpPr/>
          <p:nvPr/>
        </p:nvGrpSpPr>
        <p:grpSpPr>
          <a:xfrm>
            <a:off x="933812" y="-4729"/>
            <a:ext cx="11247696" cy="6840571"/>
            <a:chOff x="957507" y="-1"/>
            <a:chExt cx="11185358" cy="6774999"/>
          </a:xfrm>
        </p:grpSpPr>
        <p:grpSp>
          <p:nvGrpSpPr>
            <p:cNvPr id="41" name="Gruppo 40">
              <a:extLst>
                <a:ext uri="{FF2B5EF4-FFF2-40B4-BE49-F238E27FC236}">
                  <a16:creationId xmlns:a16="http://schemas.microsoft.com/office/drawing/2014/main" id="{D69C2FDC-EC0C-3D2A-6637-1572B516037B}"/>
                </a:ext>
              </a:extLst>
            </p:cNvPr>
            <p:cNvGrpSpPr>
              <a:grpSpLocks/>
            </p:cNvGrpSpPr>
            <p:nvPr/>
          </p:nvGrpSpPr>
          <p:grpSpPr>
            <a:xfrm>
              <a:off x="957507" y="-1"/>
              <a:ext cx="10736840" cy="6774999"/>
              <a:chOff x="-50026" y="0"/>
              <a:chExt cx="10736840" cy="6040813"/>
            </a:xfrm>
          </p:grpSpPr>
          <p:cxnSp>
            <p:nvCxnSpPr>
              <p:cNvPr id="54" name="Connettore diritto 53">
                <a:extLst>
                  <a:ext uri="{FF2B5EF4-FFF2-40B4-BE49-F238E27FC236}">
                    <a16:creationId xmlns:a16="http://schemas.microsoft.com/office/drawing/2014/main" id="{4EDC25AA-2709-917E-87E3-FF2A7D901A23}"/>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Connettore diritto 54">
                <a:extLst>
                  <a:ext uri="{FF2B5EF4-FFF2-40B4-BE49-F238E27FC236}">
                    <a16:creationId xmlns:a16="http://schemas.microsoft.com/office/drawing/2014/main" id="{949E0AC9-C2A1-B92F-9329-49EB2E3BED3C}"/>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6" name="Connettore diritto 55">
                <a:extLst>
                  <a:ext uri="{FF2B5EF4-FFF2-40B4-BE49-F238E27FC236}">
                    <a16:creationId xmlns:a16="http://schemas.microsoft.com/office/drawing/2014/main" id="{74B436C3-EA17-F9D1-CDCF-D6B66A3CDAB4}"/>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7" name="Connettore diritto 56">
                <a:extLst>
                  <a:ext uri="{FF2B5EF4-FFF2-40B4-BE49-F238E27FC236}">
                    <a16:creationId xmlns:a16="http://schemas.microsoft.com/office/drawing/2014/main" id="{967FB223-B878-BBC8-EE7F-283D7D8C74E1}"/>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8" name="Connettore diritto 57">
                <a:extLst>
                  <a:ext uri="{FF2B5EF4-FFF2-40B4-BE49-F238E27FC236}">
                    <a16:creationId xmlns:a16="http://schemas.microsoft.com/office/drawing/2014/main" id="{C7877658-7A8F-3604-CC53-480B574221DC}"/>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9" name="Connettore diritto 58">
                <a:extLst>
                  <a:ext uri="{FF2B5EF4-FFF2-40B4-BE49-F238E27FC236}">
                    <a16:creationId xmlns:a16="http://schemas.microsoft.com/office/drawing/2014/main" id="{CAFB749F-0286-1132-90BE-A964237AF7F3}"/>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53" name="Elemento grafico 52" descr="Forbici con riempimento a tinta unita">
              <a:extLst>
                <a:ext uri="{FF2B5EF4-FFF2-40B4-BE49-F238E27FC236}">
                  <a16:creationId xmlns:a16="http://schemas.microsoft.com/office/drawing/2014/main" id="{ADB085F4-4EF2-1EA8-ED46-7065BCEC45E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2820947">
              <a:off x="11228465" y="2960720"/>
              <a:ext cx="914400" cy="914400"/>
            </a:xfrm>
            <a:prstGeom prst="rect">
              <a:avLst/>
            </a:prstGeom>
          </p:spPr>
        </p:pic>
      </p:grpSp>
      <p:pic>
        <p:nvPicPr>
          <p:cNvPr id="21" name="Image 2">
            <a:extLst>
              <a:ext uri="{FF2B5EF4-FFF2-40B4-BE49-F238E27FC236}">
                <a16:creationId xmlns:a16="http://schemas.microsoft.com/office/drawing/2014/main" id="{C3D0C1E2-DE2D-3922-0454-25C369E6F0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2118" y="2690045"/>
            <a:ext cx="230858" cy="223162"/>
          </a:xfrm>
          <a:prstGeom prst="rect">
            <a:avLst/>
          </a:prstGeom>
        </p:spPr>
      </p:pic>
      <p:pic>
        <p:nvPicPr>
          <p:cNvPr id="23" name="Image 2">
            <a:extLst>
              <a:ext uri="{FF2B5EF4-FFF2-40B4-BE49-F238E27FC236}">
                <a16:creationId xmlns:a16="http://schemas.microsoft.com/office/drawing/2014/main" id="{369D205F-EA95-B21D-D3F3-3D938F2DA2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16315" y="2690045"/>
            <a:ext cx="230858" cy="223162"/>
          </a:xfrm>
          <a:prstGeom prst="rect">
            <a:avLst/>
          </a:prstGeom>
        </p:spPr>
      </p:pic>
      <p:pic>
        <p:nvPicPr>
          <p:cNvPr id="28" name="Image 2">
            <a:extLst>
              <a:ext uri="{FF2B5EF4-FFF2-40B4-BE49-F238E27FC236}">
                <a16:creationId xmlns:a16="http://schemas.microsoft.com/office/drawing/2014/main" id="{CE107B33-5609-576B-C3BC-62460E4464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9803" y="2690045"/>
            <a:ext cx="230858" cy="223162"/>
          </a:xfrm>
          <a:prstGeom prst="rect">
            <a:avLst/>
          </a:prstGeom>
        </p:spPr>
      </p:pic>
      <p:pic>
        <p:nvPicPr>
          <p:cNvPr id="30" name="Image 2">
            <a:extLst>
              <a:ext uri="{FF2B5EF4-FFF2-40B4-BE49-F238E27FC236}">
                <a16:creationId xmlns:a16="http://schemas.microsoft.com/office/drawing/2014/main" id="{6178FF3F-C021-1F63-A84D-3C25BD68A2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20743" y="2690045"/>
            <a:ext cx="230858" cy="223162"/>
          </a:xfrm>
          <a:prstGeom prst="rect">
            <a:avLst/>
          </a:prstGeom>
        </p:spPr>
      </p:pic>
      <p:sp>
        <p:nvSpPr>
          <p:cNvPr id="35" name="CasellaDiTesto 34">
            <a:extLst>
              <a:ext uri="{FF2B5EF4-FFF2-40B4-BE49-F238E27FC236}">
                <a16:creationId xmlns:a16="http://schemas.microsoft.com/office/drawing/2014/main" id="{7C61929A-3BCD-5257-19B6-05DF6B9ED5D5}"/>
              </a:ext>
            </a:extLst>
          </p:cNvPr>
          <p:cNvSpPr txBox="1"/>
          <p:nvPr/>
        </p:nvSpPr>
        <p:spPr>
          <a:xfrm>
            <a:off x="1186085" y="2592664"/>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42" name="CasellaDiTesto 41">
            <a:extLst>
              <a:ext uri="{FF2B5EF4-FFF2-40B4-BE49-F238E27FC236}">
                <a16:creationId xmlns:a16="http://schemas.microsoft.com/office/drawing/2014/main" id="{AAD74BBF-75C0-7F43-EB17-E3A46D60FF4F}"/>
              </a:ext>
            </a:extLst>
          </p:cNvPr>
          <p:cNvSpPr txBox="1"/>
          <p:nvPr/>
        </p:nvSpPr>
        <p:spPr>
          <a:xfrm>
            <a:off x="3803118" y="2603103"/>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43" name="CasellaDiTesto 42">
            <a:extLst>
              <a:ext uri="{FF2B5EF4-FFF2-40B4-BE49-F238E27FC236}">
                <a16:creationId xmlns:a16="http://schemas.microsoft.com/office/drawing/2014/main" id="{AD7791BB-81F1-7AA7-7C87-036C0C6479F9}"/>
              </a:ext>
            </a:extLst>
          </p:cNvPr>
          <p:cNvSpPr txBox="1"/>
          <p:nvPr/>
        </p:nvSpPr>
        <p:spPr>
          <a:xfrm>
            <a:off x="6359960" y="2616960"/>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44" name="CasellaDiTesto 43">
            <a:extLst>
              <a:ext uri="{FF2B5EF4-FFF2-40B4-BE49-F238E27FC236}">
                <a16:creationId xmlns:a16="http://schemas.microsoft.com/office/drawing/2014/main" id="{654F628B-51C9-3D4C-DD99-CF81B26DD88D}"/>
              </a:ext>
            </a:extLst>
          </p:cNvPr>
          <p:cNvSpPr txBox="1"/>
          <p:nvPr/>
        </p:nvSpPr>
        <p:spPr>
          <a:xfrm>
            <a:off x="8905993" y="2613542"/>
            <a:ext cx="179407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pic>
        <p:nvPicPr>
          <p:cNvPr id="45" name="Immagine 44" descr="Immagine che contiene logo, Elementi grafici, Carattere, simbolo&#10;&#10;Descrizione generata automaticamente">
            <a:extLst>
              <a:ext uri="{FF2B5EF4-FFF2-40B4-BE49-F238E27FC236}">
                <a16:creationId xmlns:a16="http://schemas.microsoft.com/office/drawing/2014/main" id="{CB3FC419-60A8-4CB7-BFDB-C07575A42E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414" y="2983963"/>
            <a:ext cx="658997" cy="223162"/>
          </a:xfrm>
          <a:prstGeom prst="rect">
            <a:avLst/>
          </a:prstGeom>
          <a:solidFill>
            <a:schemeClr val="bg1"/>
          </a:solidFill>
        </p:spPr>
      </p:pic>
      <p:pic>
        <p:nvPicPr>
          <p:cNvPr id="46" name="Immagine 45" descr="Immagine che contiene logo, Elementi grafici, Carattere, simbolo&#10;&#10;Descrizione generata automaticamente">
            <a:extLst>
              <a:ext uri="{FF2B5EF4-FFF2-40B4-BE49-F238E27FC236}">
                <a16:creationId xmlns:a16="http://schemas.microsoft.com/office/drawing/2014/main" id="{DAAE7158-9690-36AF-6A3E-9ACCD89D19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2839" y="2978520"/>
            <a:ext cx="658997" cy="223162"/>
          </a:xfrm>
          <a:prstGeom prst="rect">
            <a:avLst/>
          </a:prstGeom>
          <a:solidFill>
            <a:schemeClr val="bg1"/>
          </a:solidFill>
        </p:spPr>
      </p:pic>
      <p:pic>
        <p:nvPicPr>
          <p:cNvPr id="47" name="Immagine 46" descr="Immagine che contiene logo, Elementi grafici, Carattere, simbolo&#10;&#10;Descrizione generata automaticamente">
            <a:extLst>
              <a:ext uri="{FF2B5EF4-FFF2-40B4-BE49-F238E27FC236}">
                <a16:creationId xmlns:a16="http://schemas.microsoft.com/office/drawing/2014/main" id="{CF1BF37D-93BB-9553-BB5E-CAFFD1266D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6327" y="2978520"/>
            <a:ext cx="658997" cy="223162"/>
          </a:xfrm>
          <a:prstGeom prst="rect">
            <a:avLst/>
          </a:prstGeom>
          <a:solidFill>
            <a:schemeClr val="bg1"/>
          </a:solidFill>
        </p:spPr>
      </p:pic>
      <p:pic>
        <p:nvPicPr>
          <p:cNvPr id="48" name="Immagine 47" descr="Immagine che contiene logo, Elementi grafici, Carattere, simbolo&#10;&#10;Descrizione generata automaticamente">
            <a:extLst>
              <a:ext uri="{FF2B5EF4-FFF2-40B4-BE49-F238E27FC236}">
                <a16:creationId xmlns:a16="http://schemas.microsoft.com/office/drawing/2014/main" id="{D0D61A56-2F13-52AC-6146-EEAF68843B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47267" y="2978520"/>
            <a:ext cx="658997" cy="223162"/>
          </a:xfrm>
          <a:prstGeom prst="rect">
            <a:avLst/>
          </a:prstGeom>
          <a:solidFill>
            <a:schemeClr val="bg1"/>
          </a:solidFill>
        </p:spPr>
      </p:pic>
      <p:pic>
        <p:nvPicPr>
          <p:cNvPr id="69" name="Image 2">
            <a:extLst>
              <a:ext uri="{FF2B5EF4-FFF2-40B4-BE49-F238E27FC236}">
                <a16:creationId xmlns:a16="http://schemas.microsoft.com/office/drawing/2014/main" id="{F9C98FAE-0DBF-C941-4CF5-DECC730D79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2118" y="6106916"/>
            <a:ext cx="230858" cy="223162"/>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8F89E40E-A991-7D8B-1C27-E690C7EBE2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414" y="6417163"/>
            <a:ext cx="658997" cy="223162"/>
          </a:xfrm>
          <a:prstGeom prst="rect">
            <a:avLst/>
          </a:prstGeom>
          <a:solidFill>
            <a:schemeClr val="bg1"/>
          </a:solidFill>
        </p:spPr>
      </p:pic>
      <p:pic>
        <p:nvPicPr>
          <p:cNvPr id="71" name="Image 2">
            <a:extLst>
              <a:ext uri="{FF2B5EF4-FFF2-40B4-BE49-F238E27FC236}">
                <a16:creationId xmlns:a16="http://schemas.microsoft.com/office/drawing/2014/main" id="{1821054F-55FA-9A2C-812D-394A8D8813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16315" y="6106916"/>
            <a:ext cx="230858" cy="223162"/>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B0E3D98E-265E-D18A-1CC7-103DABBCC7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37396" y="6406277"/>
            <a:ext cx="658997" cy="223162"/>
          </a:xfrm>
          <a:prstGeom prst="rect">
            <a:avLst/>
          </a:prstGeom>
          <a:solidFill>
            <a:schemeClr val="bg1"/>
          </a:solidFill>
        </p:spPr>
      </p:pic>
      <p:pic>
        <p:nvPicPr>
          <p:cNvPr id="73" name="Image 2">
            <a:extLst>
              <a:ext uri="{FF2B5EF4-FFF2-40B4-BE49-F238E27FC236}">
                <a16:creationId xmlns:a16="http://schemas.microsoft.com/office/drawing/2014/main" id="{ED0E9326-74E3-8CB7-31C9-23792BCAC1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9803" y="6106916"/>
            <a:ext cx="230858" cy="223162"/>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B76A393D-7D31-0E4E-ED00-8BC8108CA8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0884" y="6406277"/>
            <a:ext cx="658997" cy="223162"/>
          </a:xfrm>
          <a:prstGeom prst="rect">
            <a:avLst/>
          </a:prstGeom>
          <a:solidFill>
            <a:schemeClr val="bg1"/>
          </a:solidFill>
        </p:spPr>
      </p:pic>
      <p:pic>
        <p:nvPicPr>
          <p:cNvPr id="75" name="Image 2">
            <a:extLst>
              <a:ext uri="{FF2B5EF4-FFF2-40B4-BE49-F238E27FC236}">
                <a16:creationId xmlns:a16="http://schemas.microsoft.com/office/drawing/2014/main" id="{10B8BA1D-CA46-F56C-A786-3C8A82D2A0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20743" y="6106916"/>
            <a:ext cx="230858" cy="223162"/>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7F0EE066-E04D-7996-E15A-28A371B1AC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41824" y="6406277"/>
            <a:ext cx="658997" cy="223162"/>
          </a:xfrm>
          <a:prstGeom prst="rect">
            <a:avLst/>
          </a:prstGeom>
          <a:solidFill>
            <a:schemeClr val="bg1"/>
          </a:solidFill>
        </p:spPr>
      </p:pic>
      <p:sp>
        <p:nvSpPr>
          <p:cNvPr id="77" name="CasellaDiTesto 76">
            <a:extLst>
              <a:ext uri="{FF2B5EF4-FFF2-40B4-BE49-F238E27FC236}">
                <a16:creationId xmlns:a16="http://schemas.microsoft.com/office/drawing/2014/main" id="{44B630B3-16C4-EE00-094E-258569A75874}"/>
              </a:ext>
            </a:extLst>
          </p:cNvPr>
          <p:cNvSpPr txBox="1"/>
          <p:nvPr/>
        </p:nvSpPr>
        <p:spPr>
          <a:xfrm>
            <a:off x="1160685" y="6040078"/>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8" name="CasellaDiTesto 77">
            <a:extLst>
              <a:ext uri="{FF2B5EF4-FFF2-40B4-BE49-F238E27FC236}">
                <a16:creationId xmlns:a16="http://schemas.microsoft.com/office/drawing/2014/main" id="{8C5769FE-B5C4-C082-E01C-E9202E6CAC37}"/>
              </a:ext>
            </a:extLst>
          </p:cNvPr>
          <p:cNvSpPr txBox="1"/>
          <p:nvPr/>
        </p:nvSpPr>
        <p:spPr>
          <a:xfrm>
            <a:off x="3777718" y="6050517"/>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79" name="CasellaDiTesto 78">
            <a:extLst>
              <a:ext uri="{FF2B5EF4-FFF2-40B4-BE49-F238E27FC236}">
                <a16:creationId xmlns:a16="http://schemas.microsoft.com/office/drawing/2014/main" id="{D9DC5D2B-BF5E-8D5A-FF51-65D59F696BB9}"/>
              </a:ext>
            </a:extLst>
          </p:cNvPr>
          <p:cNvSpPr txBox="1"/>
          <p:nvPr/>
        </p:nvSpPr>
        <p:spPr>
          <a:xfrm>
            <a:off x="6334560" y="6064374"/>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
        <p:nvSpPr>
          <p:cNvPr id="80" name="CasellaDiTesto 79">
            <a:extLst>
              <a:ext uri="{FF2B5EF4-FFF2-40B4-BE49-F238E27FC236}">
                <a16:creationId xmlns:a16="http://schemas.microsoft.com/office/drawing/2014/main" id="{4937CF04-BBCE-F095-538B-09DF16BA36BE}"/>
              </a:ext>
            </a:extLst>
          </p:cNvPr>
          <p:cNvSpPr txBox="1"/>
          <p:nvPr/>
        </p:nvSpPr>
        <p:spPr>
          <a:xfrm>
            <a:off x="8880593" y="6060956"/>
            <a:ext cx="1503682" cy="369332"/>
          </a:xfrm>
          <a:prstGeom prst="rect">
            <a:avLst/>
          </a:prstGeom>
          <a:noFill/>
        </p:spPr>
        <p:txBody>
          <a:bodyPr wrap="square">
            <a:spAutoFit/>
          </a:bodyPr>
          <a:lstStyle/>
          <a:p>
            <a:r>
              <a:rPr lang="en-US" sz="900" i="1" dirty="0">
                <a:solidFill>
                  <a:schemeClr val="accent1"/>
                </a:solidFill>
              </a:rPr>
              <a:t>Q1: surface, Q2: friendly, Q3: Engaging, Q4: deep</a:t>
            </a:r>
            <a:endParaRPr lang="en-US" sz="900" dirty="0"/>
          </a:p>
        </p:txBody>
      </p:sp>
    </p:spTree>
    <p:extLst>
      <p:ext uri="{BB962C8B-B14F-4D97-AF65-F5344CB8AC3E}">
        <p14:creationId xmlns:p14="http://schemas.microsoft.com/office/powerpoint/2010/main" val="1620630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7BE67-DE65-42B4-5C8B-0454C354E3C6}"/>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A7C0B2AA-B788-35A4-AA0B-057772FAA408}"/>
              </a:ext>
            </a:extLst>
          </p:cNvPr>
          <p:cNvSpPr/>
          <p:nvPr/>
        </p:nvSpPr>
        <p:spPr>
          <a:xfrm>
            <a:off x="0" y="0"/>
            <a:ext cx="12292815" cy="6847531"/>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1FBDEAD2-D2C9-A357-D05A-71D4DCD5C0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3060C0E0-E184-EA2B-25B7-8909AD6499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3BB9B492-1545-C9F1-2516-D63C515F7C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FB7DFCAD-2F77-DD41-5D14-CC1BDDF2F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EAF6A6CA-FDB3-D91D-18C2-E864B67FD7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2ABC534E-8202-FF1C-8A60-68330E2CB3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6B215EF1-119F-4376-B7AD-67DDF265A8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31C71F0A-98AC-CC08-C15E-CE18A54AF6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9072F9CE-9A66-9A7A-C03B-D766112D23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9A431271-071D-6DB9-B118-35A56F87E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89FCA4B5-BEBF-CE8D-3722-A45A2E7BF2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DA297C0C-05FE-544B-002E-5FBE56B59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AD6D83C6-1EBC-DB2D-BADC-ABFB84880F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479DF09A-B3E0-4EF7-58F8-872119BCBE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34CF6843-C3B0-A2A1-4E1B-E98805EE70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D1415D43-223C-58B7-DCB6-D09C296AE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FE951A48-C174-509E-E1BC-01590278EB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21753D5E-CBEC-E92A-796C-82EAA4774E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CFC11AC3-7095-01E4-E819-E49E2BE107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0C362097-B76D-5758-4395-A040E5EE93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B79612DD-2067-A07A-4699-A753D630EC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3C44A2F8-D546-0C14-2BA1-11353B1E65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CBD11614-E212-82B4-E4CC-E3B1164A29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A13A759C-1185-1CDC-943A-89C5FD8942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2946AB8F-F6B1-12FE-16F0-62DDD178B7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D0E9ACB5-DB0F-6993-1590-DE28E4CF6F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644DDF0A-4AC4-EBB3-97B6-1988985CB7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C65853E0-BD7A-9B86-B337-2AC442B053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1306433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us-titre 4">
            <a:extLst>
              <a:ext uri="{FF2B5EF4-FFF2-40B4-BE49-F238E27FC236}">
                <a16:creationId xmlns:a16="http://schemas.microsoft.com/office/drawing/2014/main" id="{5294D6FA-F01F-4E63-9639-F28BFB1877BB}"/>
              </a:ext>
            </a:extLst>
          </p:cNvPr>
          <p:cNvSpPr>
            <a:spLocks noGrp="1"/>
          </p:cNvSpPr>
          <p:nvPr>
            <p:ph type="subTitle" idx="1"/>
          </p:nvPr>
        </p:nvSpPr>
        <p:spPr>
          <a:xfrm>
            <a:off x="4439633" y="4518923"/>
            <a:ext cx="3312734" cy="1141851"/>
          </a:xfrm>
          <a:noFill/>
        </p:spPr>
        <p:txBody>
          <a:bodyPr>
            <a:normAutofit/>
          </a:bodyPr>
          <a:lstStyle/>
          <a:p>
            <a:endParaRPr lang="fr-FR" sz="2000">
              <a:solidFill>
                <a:srgbClr val="080808"/>
              </a:solidFill>
            </a:endParaRPr>
          </a:p>
        </p:txBody>
      </p:sp>
      <p:sp>
        <p:nvSpPr>
          <p:cNvPr id="4" name="Titre 3">
            <a:extLst>
              <a:ext uri="{FF2B5EF4-FFF2-40B4-BE49-F238E27FC236}">
                <a16:creationId xmlns:a16="http://schemas.microsoft.com/office/drawing/2014/main" id="{B168BA7F-CC1D-46EE-B996-E0E4970BD36C}"/>
              </a:ext>
            </a:extLst>
          </p:cNvPr>
          <p:cNvSpPr>
            <a:spLocks noGrp="1"/>
          </p:cNvSpPr>
          <p:nvPr>
            <p:ph type="ctrTitle"/>
          </p:nvPr>
        </p:nvSpPr>
        <p:spPr>
          <a:xfrm>
            <a:off x="3204642" y="2353641"/>
            <a:ext cx="5782716" cy="2150719"/>
          </a:xfrm>
          <a:noFill/>
        </p:spPr>
        <p:txBody>
          <a:bodyPr anchor="ctr">
            <a:normAutofit/>
          </a:bodyPr>
          <a:lstStyle/>
          <a:p>
            <a:r>
              <a:rPr lang="fr-FR" sz="3600" dirty="0">
                <a:solidFill>
                  <a:srgbClr val="080808"/>
                </a:solidFill>
              </a:rPr>
              <a:t>Stock</a:t>
            </a:r>
          </a:p>
        </p:txBody>
      </p:sp>
    </p:spTree>
    <p:extLst>
      <p:ext uri="{BB962C8B-B14F-4D97-AF65-F5344CB8AC3E}">
        <p14:creationId xmlns:p14="http://schemas.microsoft.com/office/powerpoint/2010/main" val="2425102000"/>
      </p:ext>
    </p:extLst>
  </p:cSld>
  <p:clrMapOvr>
    <a:masterClrMapping/>
  </p:clrMapOvr>
</p:sld>
</file>

<file path=ppt/theme/theme1.xml><?xml version="1.0" encoding="utf-8"?>
<a:theme xmlns:a="http://schemas.openxmlformats.org/drawingml/2006/main" name="Dividend">
  <a:themeElements>
    <a:clrScheme name="Komyu">
      <a:dk1>
        <a:sysClr val="windowText" lastClr="000000"/>
      </a:dk1>
      <a:lt1>
        <a:sysClr val="window" lastClr="FFFFFF"/>
      </a:lt1>
      <a:dk2>
        <a:srgbClr val="3D3D3D"/>
      </a:dk2>
      <a:lt2>
        <a:srgbClr val="EBEBEB"/>
      </a:lt2>
      <a:accent1>
        <a:srgbClr val="605469"/>
      </a:accent1>
      <a:accent2>
        <a:srgbClr val="34657F"/>
      </a:accent2>
      <a:accent3>
        <a:srgbClr val="932E4C"/>
      </a:accent3>
      <a:accent4>
        <a:srgbClr val="605469"/>
      </a:accent4>
      <a:accent5>
        <a:srgbClr val="68B497"/>
      </a:accent5>
      <a:accent6>
        <a:srgbClr val="3D3D3D"/>
      </a:accent6>
      <a:hlink>
        <a:srgbClr val="828282"/>
      </a:hlink>
      <a:folHlink>
        <a:srgbClr val="A5A5A5"/>
      </a:folHlink>
    </a:clrScheme>
    <a:fontScheme name="Personnalisé 1">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20" ma:contentTypeDescription="Crée un document." ma:contentTypeScope="" ma:versionID="ab5f056c1685c19dcddb0d1ebb0a02fa">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ce125f74d79e439008123c9d5b80009b"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2:MediaLengthInSeconds" minOccurs="0"/>
                <xsd:element ref="ns2:MediaServiceObjectDetectorVersions" minOccurs="0"/>
                <xsd:element ref="ns2:Descrip" minOccurs="0"/>
                <xsd:element ref="ns2:TestDescription" minOccurs="0"/>
                <xsd:element ref="ns2:Statu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Descrip" ma:index="22" nillable="true" ma:displayName="Descrip" ma:format="Dropdown" ma:internalName="Descrip">
      <xsd:simpleType>
        <xsd:restriction base="dms:Note">
          <xsd:maxLength value="255"/>
        </xsd:restriction>
      </xsd:simpleType>
    </xsd:element>
    <xsd:element name="TestDescription" ma:index="23" nillable="true" ma:displayName="Folder Description" ma:format="Dropdown" ma:internalName="TestDescription">
      <xsd:simpleType>
        <xsd:restriction base="dms:Note">
          <xsd:maxLength value="255"/>
        </xsd:restriction>
      </xsd:simpleType>
    </xsd:element>
    <xsd:element name="Status" ma:index="24" nillable="true" ma:displayName="Status" ma:default="Draft - Brouillon" ma:description="Draft : not usable&#10;Frozen - Usable : Do not modify, make a copy&#10;Evolving - Usable : Modify if you need" ma:format="Dropdown" ma:internalName="Status">
      <xsd:simpleType>
        <xsd:restriction base="dms:Choice">
          <xsd:enumeration value="Draft - Brouillon"/>
          <xsd:enumeration value="Evolving - Usable"/>
          <xsd:enumeration value="Frozen - Usable"/>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Descrip xmlns="ae28f11b-d4f1-47fe-837d-5da7d4fdfa8d" xsi:nil="true"/>
    <TestDescription xmlns="ae28f11b-d4f1-47fe-837d-5da7d4fdfa8d" xsi:nil="true"/>
    <Status xmlns="ae28f11b-d4f1-47fe-837d-5da7d4fdfa8d">Evolving - Usable</Statu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E2CE3B0-23CA-42AD-82F4-A03F62ADBC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28f11b-d4f1-47fe-837d-5da7d4fdfa8d"/>
    <ds:schemaRef ds:uri="2e054d75-df43-4e50-a610-0e7b0816d1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DB52BD1-81A4-493E-ABAF-6FD007D4613E}">
  <ds:schemaRefs>
    <ds:schemaRef ds:uri="http://purl.org/dc/dcmitype/"/>
    <ds:schemaRef ds:uri="http://purl.org/dc/terms/"/>
    <ds:schemaRef ds:uri="http://schemas.microsoft.com/office/infopath/2007/PartnerControls"/>
    <ds:schemaRef ds:uri="ae28f11b-d4f1-47fe-837d-5da7d4fdfa8d"/>
    <ds:schemaRef ds:uri="http://schemas.openxmlformats.org/package/2006/metadata/core-properties"/>
    <ds:schemaRef ds:uri="http://schemas.microsoft.com/office/2006/documentManagement/types"/>
    <ds:schemaRef ds:uri="http://purl.org/dc/elements/1.1/"/>
    <ds:schemaRef ds:uri="2e054d75-df43-4e50-a610-0e7b0816d11a"/>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0BFE52AF-AA2B-4D87-9A65-1FFB30C732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21707</TotalTime>
  <Words>3077</Words>
  <Application>Microsoft Office PowerPoint</Application>
  <PresentationFormat>Widescreen</PresentationFormat>
  <Paragraphs>376</Paragraphs>
  <Slides>22</Slides>
  <Notes>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22</vt:i4>
      </vt:variant>
    </vt:vector>
  </HeadingPairs>
  <TitlesOfParts>
    <vt:vector size="28" baseType="lpstr">
      <vt:lpstr>Arial</vt:lpstr>
      <vt:lpstr>Avenir Next LT Pro</vt:lpstr>
      <vt:lpstr>Avenir Next LT Pro Light</vt:lpstr>
      <vt:lpstr>Calibri</vt:lpstr>
      <vt:lpstr>Wingdings 2</vt:lpstr>
      <vt:lpstr>Dividend</vt:lpstr>
      <vt:lpstr>Presentazione standard di PowerPoint</vt:lpstr>
      <vt:lpstr>Pitch</vt:lpstr>
      <vt:lpstr>Presentazione standard di PowerPoint</vt:lpstr>
      <vt:lpstr>History of changes and licenses</vt:lpstr>
      <vt:lpstr>Specific Debriefing Questions</vt:lpstr>
      <vt:lpstr>CarDS</vt:lpstr>
      <vt:lpstr>Presentazione standard di PowerPoint</vt:lpstr>
      <vt:lpstr>Presentazione standard di PowerPoint</vt:lpstr>
      <vt:lpstr>Theme: Business</vt:lpstr>
      <vt:lpstr>Presentazione standard di PowerPoint</vt:lpstr>
      <vt:lpstr>Presentazione standard di PowerPoint</vt:lpstr>
      <vt:lpstr>Presentazione standard di PowerPoint</vt:lpstr>
      <vt:lpstr>Presentazione standard di PowerPoint</vt:lpstr>
      <vt:lpstr>Theme: Personal</vt:lpstr>
      <vt:lpstr>Presentazione standard di PowerPoint</vt:lpstr>
      <vt:lpstr>Presentazione standard di PowerPoint</vt:lpstr>
      <vt:lpstr>Presentazione standard di PowerPoint</vt:lpstr>
      <vt:lpstr>Presentazione standard di PowerPoint</vt:lpstr>
      <vt:lpstr>Theme: Event</vt:lpstr>
      <vt:lpstr>Presentazione standard di PowerPoint</vt:lpstr>
      <vt:lpstr>Presentazione standard di PowerPoint</vt:lpstr>
      <vt:lpstr>Stock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alexandre.quach@komyu.fr</dc:creator>
  <cp:lastModifiedBy>Alexandre Quach</cp:lastModifiedBy>
  <cp:revision>28</cp:revision>
  <cp:lastPrinted>2022-09-13T07:49:45Z</cp:lastPrinted>
  <dcterms:created xsi:type="dcterms:W3CDTF">2019-11-02T18:33:24Z</dcterms:created>
  <dcterms:modified xsi:type="dcterms:W3CDTF">2025-06-03T11:37:01Z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