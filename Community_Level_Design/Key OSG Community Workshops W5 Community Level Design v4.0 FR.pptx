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67"/>
  </p:notesMasterIdLst>
  <p:sldIdLst>
    <p:sldId id="657" r:id="rId2"/>
    <p:sldId id="603" r:id="rId3"/>
    <p:sldId id="371" r:id="rId4"/>
    <p:sldId id="789" r:id="rId5"/>
    <p:sldId id="788" r:id="rId6"/>
    <p:sldId id="786" r:id="rId7"/>
    <p:sldId id="785" r:id="rId8"/>
    <p:sldId id="787" r:id="rId9"/>
    <p:sldId id="791" r:id="rId10"/>
    <p:sldId id="790" r:id="rId11"/>
    <p:sldId id="659" r:id="rId12"/>
    <p:sldId id="658" r:id="rId13"/>
    <p:sldId id="793" r:id="rId14"/>
    <p:sldId id="660" r:id="rId15"/>
    <p:sldId id="667" r:id="rId16"/>
    <p:sldId id="668" r:id="rId17"/>
    <p:sldId id="673" r:id="rId18"/>
    <p:sldId id="758" r:id="rId19"/>
    <p:sldId id="792" r:id="rId20"/>
    <p:sldId id="799" r:id="rId21"/>
    <p:sldId id="662" r:id="rId22"/>
    <p:sldId id="671" r:id="rId23"/>
    <p:sldId id="720" r:id="rId24"/>
    <p:sldId id="719" r:id="rId25"/>
    <p:sldId id="718" r:id="rId26"/>
    <p:sldId id="784" r:id="rId27"/>
    <p:sldId id="811" r:id="rId28"/>
    <p:sldId id="368" r:id="rId29"/>
    <p:sldId id="794" r:id="rId30"/>
    <p:sldId id="798" r:id="rId31"/>
    <p:sldId id="796" r:id="rId32"/>
    <p:sldId id="797" r:id="rId33"/>
    <p:sldId id="800" r:id="rId34"/>
    <p:sldId id="399" r:id="rId35"/>
    <p:sldId id="801" r:id="rId36"/>
    <p:sldId id="802" r:id="rId37"/>
    <p:sldId id="803" r:id="rId38"/>
    <p:sldId id="804" r:id="rId39"/>
    <p:sldId id="805" r:id="rId40"/>
    <p:sldId id="806" r:id="rId41"/>
    <p:sldId id="807" r:id="rId42"/>
    <p:sldId id="808" r:id="rId43"/>
    <p:sldId id="809" r:id="rId44"/>
    <p:sldId id="810" r:id="rId45"/>
    <p:sldId id="819" r:id="rId46"/>
    <p:sldId id="820" r:id="rId47"/>
    <p:sldId id="821" r:id="rId48"/>
    <p:sldId id="822" r:id="rId49"/>
    <p:sldId id="823" r:id="rId50"/>
    <p:sldId id="827" r:id="rId51"/>
    <p:sldId id="824" r:id="rId52"/>
    <p:sldId id="828" r:id="rId53"/>
    <p:sldId id="829" r:id="rId54"/>
    <p:sldId id="830" r:id="rId55"/>
    <p:sldId id="833" r:id="rId56"/>
    <p:sldId id="834" r:id="rId57"/>
    <p:sldId id="831" r:id="rId58"/>
    <p:sldId id="835" r:id="rId59"/>
    <p:sldId id="832" r:id="rId60"/>
    <p:sldId id="836" r:id="rId61"/>
    <p:sldId id="815" r:id="rId62"/>
    <p:sldId id="817" r:id="rId63"/>
    <p:sldId id="816" r:id="rId64"/>
    <p:sldId id="812" r:id="rId65"/>
    <p:sldId id="814" r:id="rId6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5F58D398-2480-4102-AB89-E2A27CF93983}">
          <p14:sldIdLst>
            <p14:sldId id="657"/>
            <p14:sldId id="603"/>
            <p14:sldId id="371"/>
            <p14:sldId id="789"/>
            <p14:sldId id="788"/>
            <p14:sldId id="786"/>
            <p14:sldId id="785"/>
            <p14:sldId id="787"/>
            <p14:sldId id="791"/>
            <p14:sldId id="790"/>
            <p14:sldId id="659"/>
            <p14:sldId id="658"/>
            <p14:sldId id="793"/>
            <p14:sldId id="660"/>
            <p14:sldId id="667"/>
            <p14:sldId id="668"/>
            <p14:sldId id="673"/>
            <p14:sldId id="758"/>
            <p14:sldId id="792"/>
            <p14:sldId id="799"/>
            <p14:sldId id="662"/>
            <p14:sldId id="671"/>
            <p14:sldId id="720"/>
            <p14:sldId id="719"/>
            <p14:sldId id="718"/>
            <p14:sldId id="784"/>
            <p14:sldId id="811"/>
            <p14:sldId id="368"/>
            <p14:sldId id="794"/>
            <p14:sldId id="798"/>
            <p14:sldId id="796"/>
            <p14:sldId id="797"/>
            <p14:sldId id="800"/>
          </p14:sldIdLst>
        </p14:section>
        <p14:section name="Défis" id="{D02CB5C6-157D-4A9E-B386-9E81A483AD70}">
          <p14:sldIdLst>
            <p14:sldId id="399"/>
            <p14:sldId id="801"/>
            <p14:sldId id="802"/>
            <p14:sldId id="803"/>
            <p14:sldId id="804"/>
            <p14:sldId id="805"/>
            <p14:sldId id="806"/>
            <p14:sldId id="807"/>
            <p14:sldId id="808"/>
            <p14:sldId id="809"/>
            <p14:sldId id="810"/>
          </p14:sldIdLst>
        </p14:section>
        <p14:section name="Récompenses" id="{3E310407-AA89-4CD4-82AD-6D6A5D25768A}">
          <p14:sldIdLst>
            <p14:sldId id="819"/>
            <p14:sldId id="820"/>
            <p14:sldId id="821"/>
            <p14:sldId id="822"/>
            <p14:sldId id="823"/>
            <p14:sldId id="827"/>
            <p14:sldId id="824"/>
            <p14:sldId id="828"/>
            <p14:sldId id="829"/>
            <p14:sldId id="830"/>
            <p14:sldId id="833"/>
            <p14:sldId id="834"/>
            <p14:sldId id="831"/>
            <p14:sldId id="835"/>
            <p14:sldId id="832"/>
            <p14:sldId id="836"/>
          </p14:sldIdLst>
        </p14:section>
        <p14:section name="Catégories Défis" id="{9E0754C2-8EAC-4EB9-A394-E082DFDD037B}">
          <p14:sldIdLst>
            <p14:sldId id="815"/>
          </p14:sldIdLst>
        </p14:section>
        <p14:section name="Catégories récompenses" id="{4FB37605-7424-4A0D-87D7-32803B562EA3}">
          <p14:sldIdLst>
            <p14:sldId id="817"/>
            <p14:sldId id="816"/>
          </p14:sldIdLst>
        </p14:section>
        <p14:section name="Templates" id="{34B54365-68C1-4A34-9662-7EC17CB4AE46}">
          <p14:sldIdLst>
            <p14:sldId id="812"/>
            <p14:sldId id="81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EC7B2B"/>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A66A26-4A90-4FCD-A0F9-EDB871C0445D}" v="4" dt="2022-09-25T09:23:58.7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477" autoAdjust="0"/>
  </p:normalViewPr>
  <p:slideViewPr>
    <p:cSldViewPr snapToGrid="0">
      <p:cViewPr varScale="1">
        <p:scale>
          <a:sx n="108" d="100"/>
          <a:sy n="108" d="100"/>
        </p:scale>
        <p:origin x="876"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BEBBDC65-997F-406A-9413-2D3761F16BE3}"/>
    <pc:docChg chg="undo custSel addSld modSld modSection">
      <pc:chgData name="Alexandre Quach" userId="7bb690c8a6e028e4" providerId="LiveId" clId="{BEBBDC65-997F-406A-9413-2D3761F16BE3}" dt="2022-05-27T15:56:26.878" v="952" actId="1035"/>
      <pc:docMkLst>
        <pc:docMk/>
      </pc:docMkLst>
      <pc:sldChg chg="addSp modSp mod">
        <pc:chgData name="Alexandre Quach" userId="7bb690c8a6e028e4" providerId="LiveId" clId="{BEBBDC65-997F-406A-9413-2D3761F16BE3}" dt="2022-05-27T15:56:26.878" v="952" actId="1035"/>
        <pc:sldMkLst>
          <pc:docMk/>
          <pc:sldMk cId="3369368865" sldId="662"/>
        </pc:sldMkLst>
        <pc:spChg chg="mod">
          <ac:chgData name="Alexandre Quach" userId="7bb690c8a6e028e4" providerId="LiveId" clId="{BEBBDC65-997F-406A-9413-2D3761F16BE3}" dt="2022-05-27T15:16:34.037" v="135" actId="1037"/>
          <ac:spMkLst>
            <pc:docMk/>
            <pc:sldMk cId="3369368865" sldId="662"/>
            <ac:spMk id="3" creationId="{568B5E8A-8E2F-448A-AB62-816F4E4F56A5}"/>
          </ac:spMkLst>
        </pc:spChg>
        <pc:spChg chg="mod">
          <ac:chgData name="Alexandre Quach" userId="7bb690c8a6e028e4" providerId="LiveId" clId="{BEBBDC65-997F-406A-9413-2D3761F16BE3}" dt="2022-05-27T15:17:12.145" v="251" actId="1037"/>
          <ac:spMkLst>
            <pc:docMk/>
            <pc:sldMk cId="3369368865" sldId="662"/>
            <ac:spMk id="6" creationId="{CD8F236F-3546-40C8-81E7-A87FC47C41BB}"/>
          </ac:spMkLst>
        </pc:spChg>
        <pc:spChg chg="mod">
          <ac:chgData name="Alexandre Quach" userId="7bb690c8a6e028e4" providerId="LiveId" clId="{BEBBDC65-997F-406A-9413-2D3761F16BE3}" dt="2022-05-27T15:16:47.357" v="184" actId="1037"/>
          <ac:spMkLst>
            <pc:docMk/>
            <pc:sldMk cId="3369368865" sldId="662"/>
            <ac:spMk id="10" creationId="{D10797BA-1958-42CD-A065-2B9E910DC08D}"/>
          </ac:spMkLst>
        </pc:spChg>
        <pc:spChg chg="mod">
          <ac:chgData name="Alexandre Quach" userId="7bb690c8a6e028e4" providerId="LiveId" clId="{BEBBDC65-997F-406A-9413-2D3761F16BE3}" dt="2022-05-27T15:16:43.221" v="162" actId="1037"/>
          <ac:spMkLst>
            <pc:docMk/>
            <pc:sldMk cId="3369368865" sldId="662"/>
            <ac:spMk id="11" creationId="{5EEA3761-0E12-4976-88EE-BB120C5E9646}"/>
          </ac:spMkLst>
        </pc:spChg>
        <pc:spChg chg="mod">
          <ac:chgData name="Alexandre Quach" userId="7bb690c8a6e028e4" providerId="LiveId" clId="{BEBBDC65-997F-406A-9413-2D3761F16BE3}" dt="2022-05-27T15:17:44.787" v="324" actId="1035"/>
          <ac:spMkLst>
            <pc:docMk/>
            <pc:sldMk cId="3369368865" sldId="662"/>
            <ac:spMk id="13" creationId="{9B2838C3-2E4C-4F0E-94F6-22EE4F6A0231}"/>
          </ac:spMkLst>
        </pc:spChg>
        <pc:spChg chg="mod">
          <ac:chgData name="Alexandre Quach" userId="7bb690c8a6e028e4" providerId="LiveId" clId="{BEBBDC65-997F-406A-9413-2D3761F16BE3}" dt="2022-05-27T15:17:44.787" v="324" actId="1035"/>
          <ac:spMkLst>
            <pc:docMk/>
            <pc:sldMk cId="3369368865" sldId="662"/>
            <ac:spMk id="14" creationId="{3826FD08-150C-40B6-93BA-CAECEACC5BC7}"/>
          </ac:spMkLst>
        </pc:spChg>
        <pc:spChg chg="mod">
          <ac:chgData name="Alexandre Quach" userId="7bb690c8a6e028e4" providerId="LiveId" clId="{BEBBDC65-997F-406A-9413-2D3761F16BE3}" dt="2022-05-27T15:17:44.787" v="324" actId="1035"/>
          <ac:spMkLst>
            <pc:docMk/>
            <pc:sldMk cId="3369368865" sldId="662"/>
            <ac:spMk id="15" creationId="{12682C43-70D2-4C73-88FB-D51AF93CF94C}"/>
          </ac:spMkLst>
        </pc:spChg>
        <pc:spChg chg="mod">
          <ac:chgData name="Alexandre Quach" userId="7bb690c8a6e028e4" providerId="LiveId" clId="{BEBBDC65-997F-406A-9413-2D3761F16BE3}" dt="2022-05-27T15:17:44.787" v="324" actId="1035"/>
          <ac:spMkLst>
            <pc:docMk/>
            <pc:sldMk cId="3369368865" sldId="662"/>
            <ac:spMk id="16" creationId="{522F56E3-3FFA-415E-A091-CAAFAF4882E4}"/>
          </ac:spMkLst>
        </pc:spChg>
        <pc:spChg chg="mod">
          <ac:chgData name="Alexandre Quach" userId="7bb690c8a6e028e4" providerId="LiveId" clId="{BEBBDC65-997F-406A-9413-2D3761F16BE3}" dt="2022-05-27T15:17:44.787" v="324" actId="1035"/>
          <ac:spMkLst>
            <pc:docMk/>
            <pc:sldMk cId="3369368865" sldId="662"/>
            <ac:spMk id="17" creationId="{7227FD7D-0756-4788-9C68-1E1B20BE5171}"/>
          </ac:spMkLst>
        </pc:spChg>
        <pc:spChg chg="mod">
          <ac:chgData name="Alexandre Quach" userId="7bb690c8a6e028e4" providerId="LiveId" clId="{BEBBDC65-997F-406A-9413-2D3761F16BE3}" dt="2022-05-27T15:17:44.787" v="324" actId="1035"/>
          <ac:spMkLst>
            <pc:docMk/>
            <pc:sldMk cId="3369368865" sldId="662"/>
            <ac:spMk id="18" creationId="{4AAAD4B3-7BF1-412A-9325-0F434FCAE43A}"/>
          </ac:spMkLst>
        </pc:spChg>
        <pc:spChg chg="mod">
          <ac:chgData name="Alexandre Quach" userId="7bb690c8a6e028e4" providerId="LiveId" clId="{BEBBDC65-997F-406A-9413-2D3761F16BE3}" dt="2022-05-27T15:17:44.787" v="324" actId="1035"/>
          <ac:spMkLst>
            <pc:docMk/>
            <pc:sldMk cId="3369368865" sldId="662"/>
            <ac:spMk id="19" creationId="{4BBEF4B8-A823-4CC5-BDAA-43641F28B2AA}"/>
          </ac:spMkLst>
        </pc:spChg>
        <pc:spChg chg="mod">
          <ac:chgData name="Alexandre Quach" userId="7bb690c8a6e028e4" providerId="LiveId" clId="{BEBBDC65-997F-406A-9413-2D3761F16BE3}" dt="2022-05-27T15:17:44.787" v="324" actId="1035"/>
          <ac:spMkLst>
            <pc:docMk/>
            <pc:sldMk cId="3369368865" sldId="662"/>
            <ac:spMk id="20" creationId="{8A272FF8-E44B-4AC5-AF5D-9815408CD870}"/>
          </ac:spMkLst>
        </pc:spChg>
        <pc:spChg chg="mod">
          <ac:chgData name="Alexandre Quach" userId="7bb690c8a6e028e4" providerId="LiveId" clId="{BEBBDC65-997F-406A-9413-2D3761F16BE3}" dt="2022-05-27T15:21:51.130" v="399" actId="20577"/>
          <ac:spMkLst>
            <pc:docMk/>
            <pc:sldMk cId="3369368865" sldId="662"/>
            <ac:spMk id="21" creationId="{9A49587F-B4F6-4463-9205-8166DAA33D89}"/>
          </ac:spMkLst>
        </pc:spChg>
        <pc:spChg chg="mod">
          <ac:chgData name="Alexandre Quach" userId="7bb690c8a6e028e4" providerId="LiveId" clId="{BEBBDC65-997F-406A-9413-2D3761F16BE3}" dt="2022-05-27T15:17:44.787" v="324" actId="1035"/>
          <ac:spMkLst>
            <pc:docMk/>
            <pc:sldMk cId="3369368865" sldId="662"/>
            <ac:spMk id="22" creationId="{31DD4CF5-99A5-4607-B620-81C6F5CB449C}"/>
          </ac:spMkLst>
        </pc:spChg>
        <pc:spChg chg="mod">
          <ac:chgData name="Alexandre Quach" userId="7bb690c8a6e028e4" providerId="LiveId" clId="{BEBBDC65-997F-406A-9413-2D3761F16BE3}" dt="2022-05-27T15:17:44.787" v="324" actId="1035"/>
          <ac:spMkLst>
            <pc:docMk/>
            <pc:sldMk cId="3369368865" sldId="662"/>
            <ac:spMk id="23" creationId="{D913465C-5BF2-4E27-BF12-20AA15102B1C}"/>
          </ac:spMkLst>
        </pc:spChg>
        <pc:spChg chg="mod">
          <ac:chgData name="Alexandre Quach" userId="7bb690c8a6e028e4" providerId="LiveId" clId="{BEBBDC65-997F-406A-9413-2D3761F16BE3}" dt="2022-05-27T15:17:44.787" v="324" actId="1035"/>
          <ac:spMkLst>
            <pc:docMk/>
            <pc:sldMk cId="3369368865" sldId="662"/>
            <ac:spMk id="24" creationId="{8D3E4F01-4576-4C0A-9340-6AEC7A8DD5F1}"/>
          </ac:spMkLst>
        </pc:spChg>
        <pc:spChg chg="mod">
          <ac:chgData name="Alexandre Quach" userId="7bb690c8a6e028e4" providerId="LiveId" clId="{BEBBDC65-997F-406A-9413-2D3761F16BE3}" dt="2022-05-27T15:20:50.368" v="327" actId="1076"/>
          <ac:spMkLst>
            <pc:docMk/>
            <pc:sldMk cId="3369368865" sldId="662"/>
            <ac:spMk id="25" creationId="{D03E92EF-5098-4C77-9BC4-7D701FB5B803}"/>
          </ac:spMkLst>
        </pc:spChg>
        <pc:spChg chg="mod">
          <ac:chgData name="Alexandre Quach" userId="7bb690c8a6e028e4" providerId="LiveId" clId="{BEBBDC65-997F-406A-9413-2D3761F16BE3}" dt="2022-05-27T15:17:44.787" v="324" actId="1035"/>
          <ac:spMkLst>
            <pc:docMk/>
            <pc:sldMk cId="3369368865" sldId="662"/>
            <ac:spMk id="26" creationId="{C319EA3E-69BF-4E27-B3F8-951B40712D1D}"/>
          </ac:spMkLst>
        </pc:spChg>
        <pc:spChg chg="mod">
          <ac:chgData name="Alexandre Quach" userId="7bb690c8a6e028e4" providerId="LiveId" clId="{BEBBDC65-997F-406A-9413-2D3761F16BE3}" dt="2022-05-27T15:17:44.787" v="324" actId="1035"/>
          <ac:spMkLst>
            <pc:docMk/>
            <pc:sldMk cId="3369368865" sldId="662"/>
            <ac:spMk id="28" creationId="{69D6F557-7868-4B10-B45D-F3749CDFA938}"/>
          </ac:spMkLst>
        </pc:spChg>
        <pc:spChg chg="mod">
          <ac:chgData name="Alexandre Quach" userId="7bb690c8a6e028e4" providerId="LiveId" clId="{BEBBDC65-997F-406A-9413-2D3761F16BE3}" dt="2022-05-27T15:17:44.787" v="324" actId="1035"/>
          <ac:spMkLst>
            <pc:docMk/>
            <pc:sldMk cId="3369368865" sldId="662"/>
            <ac:spMk id="29" creationId="{FF1E601F-E7BC-4171-A00C-60990417D91C}"/>
          </ac:spMkLst>
        </pc:spChg>
        <pc:spChg chg="mod">
          <ac:chgData name="Alexandre Quach" userId="7bb690c8a6e028e4" providerId="LiveId" clId="{BEBBDC65-997F-406A-9413-2D3761F16BE3}" dt="2022-05-27T15:17:44.787" v="324" actId="1035"/>
          <ac:spMkLst>
            <pc:docMk/>
            <pc:sldMk cId="3369368865" sldId="662"/>
            <ac:spMk id="30" creationId="{C10734B7-4DB8-455C-9D41-BAEB7B76EF7C}"/>
          </ac:spMkLst>
        </pc:spChg>
        <pc:spChg chg="mod">
          <ac:chgData name="Alexandre Quach" userId="7bb690c8a6e028e4" providerId="LiveId" clId="{BEBBDC65-997F-406A-9413-2D3761F16BE3}" dt="2022-05-27T15:17:44.787" v="324" actId="1035"/>
          <ac:spMkLst>
            <pc:docMk/>
            <pc:sldMk cId="3369368865" sldId="662"/>
            <ac:spMk id="31" creationId="{C4306298-8F56-4898-8CF3-3A64E6D4AC87}"/>
          </ac:spMkLst>
        </pc:spChg>
        <pc:spChg chg="mod">
          <ac:chgData name="Alexandre Quach" userId="7bb690c8a6e028e4" providerId="LiveId" clId="{BEBBDC65-997F-406A-9413-2D3761F16BE3}" dt="2022-05-27T15:17:44.787" v="324" actId="1035"/>
          <ac:spMkLst>
            <pc:docMk/>
            <pc:sldMk cId="3369368865" sldId="662"/>
            <ac:spMk id="33" creationId="{626ED528-30FF-41E9-872E-C2E3F937B59E}"/>
          </ac:spMkLst>
        </pc:spChg>
        <pc:spChg chg="mod">
          <ac:chgData name="Alexandre Quach" userId="7bb690c8a6e028e4" providerId="LiveId" clId="{BEBBDC65-997F-406A-9413-2D3761F16BE3}" dt="2022-05-27T15:17:44.787" v="324" actId="1035"/>
          <ac:spMkLst>
            <pc:docMk/>
            <pc:sldMk cId="3369368865" sldId="662"/>
            <ac:spMk id="34" creationId="{5DD29DCD-2696-4132-B12A-FE7058B74965}"/>
          </ac:spMkLst>
        </pc:spChg>
        <pc:spChg chg="mod">
          <ac:chgData name="Alexandre Quach" userId="7bb690c8a6e028e4" providerId="LiveId" clId="{BEBBDC65-997F-406A-9413-2D3761F16BE3}" dt="2022-05-27T15:17:44.787" v="324" actId="1035"/>
          <ac:spMkLst>
            <pc:docMk/>
            <pc:sldMk cId="3369368865" sldId="662"/>
            <ac:spMk id="35" creationId="{20D963E5-CCEE-4CA4-B25A-2979C75011D0}"/>
          </ac:spMkLst>
        </pc:spChg>
        <pc:spChg chg="mod">
          <ac:chgData name="Alexandre Quach" userId="7bb690c8a6e028e4" providerId="LiveId" clId="{BEBBDC65-997F-406A-9413-2D3761F16BE3}" dt="2022-05-27T15:17:44.787" v="324" actId="1035"/>
          <ac:spMkLst>
            <pc:docMk/>
            <pc:sldMk cId="3369368865" sldId="662"/>
            <ac:spMk id="36" creationId="{01168905-0C73-471C-A69D-6F4AC12E48DD}"/>
          </ac:spMkLst>
        </pc:spChg>
        <pc:spChg chg="mod">
          <ac:chgData name="Alexandre Quach" userId="7bb690c8a6e028e4" providerId="LiveId" clId="{BEBBDC65-997F-406A-9413-2D3761F16BE3}" dt="2022-05-27T15:17:44.787" v="324" actId="1035"/>
          <ac:spMkLst>
            <pc:docMk/>
            <pc:sldMk cId="3369368865" sldId="662"/>
            <ac:spMk id="37" creationId="{9EC724DB-8F58-4F21-925C-C65493AE0A82}"/>
          </ac:spMkLst>
        </pc:spChg>
        <pc:spChg chg="mod">
          <ac:chgData name="Alexandre Quach" userId="7bb690c8a6e028e4" providerId="LiveId" clId="{BEBBDC65-997F-406A-9413-2D3761F16BE3}" dt="2022-05-27T15:17:44.787" v="324" actId="1035"/>
          <ac:spMkLst>
            <pc:docMk/>
            <pc:sldMk cId="3369368865" sldId="662"/>
            <ac:spMk id="40" creationId="{78BC21C6-9B91-4BCB-B894-B8F2A2B371D6}"/>
          </ac:spMkLst>
        </pc:spChg>
        <pc:spChg chg="mod">
          <ac:chgData name="Alexandre Quach" userId="7bb690c8a6e028e4" providerId="LiveId" clId="{BEBBDC65-997F-406A-9413-2D3761F16BE3}" dt="2022-05-27T15:17:44.787" v="324" actId="1035"/>
          <ac:spMkLst>
            <pc:docMk/>
            <pc:sldMk cId="3369368865" sldId="662"/>
            <ac:spMk id="41" creationId="{1805A496-EF80-46BF-8248-413365334BB9}"/>
          </ac:spMkLst>
        </pc:spChg>
        <pc:spChg chg="mod">
          <ac:chgData name="Alexandre Quach" userId="7bb690c8a6e028e4" providerId="LiveId" clId="{BEBBDC65-997F-406A-9413-2D3761F16BE3}" dt="2022-05-27T15:17:44.787" v="324" actId="1035"/>
          <ac:spMkLst>
            <pc:docMk/>
            <pc:sldMk cId="3369368865" sldId="662"/>
            <ac:spMk id="42" creationId="{6A751157-B0B1-4D11-922B-0CD6E301A770}"/>
          </ac:spMkLst>
        </pc:spChg>
        <pc:spChg chg="mod">
          <ac:chgData name="Alexandre Quach" userId="7bb690c8a6e028e4" providerId="LiveId" clId="{BEBBDC65-997F-406A-9413-2D3761F16BE3}" dt="2022-05-27T15:17:44.787" v="324" actId="1035"/>
          <ac:spMkLst>
            <pc:docMk/>
            <pc:sldMk cId="3369368865" sldId="662"/>
            <ac:spMk id="43" creationId="{0F1A6448-8F4B-49F3-B0C6-B8C599E93728}"/>
          </ac:spMkLst>
        </pc:spChg>
        <pc:spChg chg="mod">
          <ac:chgData name="Alexandre Quach" userId="7bb690c8a6e028e4" providerId="LiveId" clId="{BEBBDC65-997F-406A-9413-2D3761F16BE3}" dt="2022-05-27T15:17:44.787" v="324" actId="1035"/>
          <ac:spMkLst>
            <pc:docMk/>
            <pc:sldMk cId="3369368865" sldId="662"/>
            <ac:spMk id="44" creationId="{6E006EB5-0229-47D7-8EF9-DEDDA92C502C}"/>
          </ac:spMkLst>
        </pc:spChg>
        <pc:spChg chg="mod">
          <ac:chgData name="Alexandre Quach" userId="7bb690c8a6e028e4" providerId="LiveId" clId="{BEBBDC65-997F-406A-9413-2D3761F16BE3}" dt="2022-05-27T15:17:44.787" v="324" actId="1035"/>
          <ac:spMkLst>
            <pc:docMk/>
            <pc:sldMk cId="3369368865" sldId="662"/>
            <ac:spMk id="45" creationId="{8E60D9D2-507C-4251-9A85-B9F584C5D0E0}"/>
          </ac:spMkLst>
        </pc:spChg>
        <pc:spChg chg="mod">
          <ac:chgData name="Alexandre Quach" userId="7bb690c8a6e028e4" providerId="LiveId" clId="{BEBBDC65-997F-406A-9413-2D3761F16BE3}" dt="2022-05-27T15:17:44.787" v="324" actId="1035"/>
          <ac:spMkLst>
            <pc:docMk/>
            <pc:sldMk cId="3369368865" sldId="662"/>
            <ac:spMk id="46" creationId="{A44C96C6-9834-4470-835B-B3D3A1127F36}"/>
          </ac:spMkLst>
        </pc:spChg>
        <pc:spChg chg="mod">
          <ac:chgData name="Alexandre Quach" userId="7bb690c8a6e028e4" providerId="LiveId" clId="{BEBBDC65-997F-406A-9413-2D3761F16BE3}" dt="2022-05-27T15:17:44.787" v="324" actId="1035"/>
          <ac:spMkLst>
            <pc:docMk/>
            <pc:sldMk cId="3369368865" sldId="662"/>
            <ac:spMk id="47" creationId="{83BE859A-71D8-433A-A817-DBFF1937268A}"/>
          </ac:spMkLst>
        </pc:spChg>
        <pc:spChg chg="mod">
          <ac:chgData name="Alexandre Quach" userId="7bb690c8a6e028e4" providerId="LiveId" clId="{BEBBDC65-997F-406A-9413-2D3761F16BE3}" dt="2022-05-27T15:17:44.787" v="324" actId="1035"/>
          <ac:spMkLst>
            <pc:docMk/>
            <pc:sldMk cId="3369368865" sldId="662"/>
            <ac:spMk id="48" creationId="{4F7AD0B3-1A30-4E30-98E7-864D00C9A323}"/>
          </ac:spMkLst>
        </pc:spChg>
        <pc:spChg chg="mod">
          <ac:chgData name="Alexandre Quach" userId="7bb690c8a6e028e4" providerId="LiveId" clId="{BEBBDC65-997F-406A-9413-2D3761F16BE3}" dt="2022-05-27T15:17:44.787" v="324" actId="1035"/>
          <ac:spMkLst>
            <pc:docMk/>
            <pc:sldMk cId="3369368865" sldId="662"/>
            <ac:spMk id="49" creationId="{E16DC30F-5B81-43F1-811C-58F1AF8C298C}"/>
          </ac:spMkLst>
        </pc:spChg>
        <pc:spChg chg="mod">
          <ac:chgData name="Alexandre Quach" userId="7bb690c8a6e028e4" providerId="LiveId" clId="{BEBBDC65-997F-406A-9413-2D3761F16BE3}" dt="2022-05-27T15:17:44.787" v="324" actId="1035"/>
          <ac:spMkLst>
            <pc:docMk/>
            <pc:sldMk cId="3369368865" sldId="662"/>
            <ac:spMk id="50" creationId="{1D953045-435D-4FDF-89D9-0C7178030AF0}"/>
          </ac:spMkLst>
        </pc:spChg>
        <pc:spChg chg="mod">
          <ac:chgData name="Alexandre Quach" userId="7bb690c8a6e028e4" providerId="LiveId" clId="{BEBBDC65-997F-406A-9413-2D3761F16BE3}" dt="2022-05-27T15:17:44.787" v="324" actId="1035"/>
          <ac:spMkLst>
            <pc:docMk/>
            <pc:sldMk cId="3369368865" sldId="662"/>
            <ac:spMk id="51" creationId="{F46AD084-6E92-403C-88E5-46EBA5CABCC2}"/>
          </ac:spMkLst>
        </pc:spChg>
        <pc:spChg chg="mod">
          <ac:chgData name="Alexandre Quach" userId="7bb690c8a6e028e4" providerId="LiveId" clId="{BEBBDC65-997F-406A-9413-2D3761F16BE3}" dt="2022-05-27T15:17:44.787" v="324" actId="1035"/>
          <ac:spMkLst>
            <pc:docMk/>
            <pc:sldMk cId="3369368865" sldId="662"/>
            <ac:spMk id="53" creationId="{ECB91003-DE5A-4592-8E74-C0D8226AB432}"/>
          </ac:spMkLst>
        </pc:spChg>
        <pc:spChg chg="mod">
          <ac:chgData name="Alexandre Quach" userId="7bb690c8a6e028e4" providerId="LiveId" clId="{BEBBDC65-997F-406A-9413-2D3761F16BE3}" dt="2022-05-27T15:17:44.787" v="324" actId="1035"/>
          <ac:spMkLst>
            <pc:docMk/>
            <pc:sldMk cId="3369368865" sldId="662"/>
            <ac:spMk id="54" creationId="{022E6571-9BCF-4ED7-8355-0B49EEF39D64}"/>
          </ac:spMkLst>
        </pc:spChg>
        <pc:spChg chg="mod">
          <ac:chgData name="Alexandre Quach" userId="7bb690c8a6e028e4" providerId="LiveId" clId="{BEBBDC65-997F-406A-9413-2D3761F16BE3}" dt="2022-05-27T15:17:44.787" v="324" actId="1035"/>
          <ac:spMkLst>
            <pc:docMk/>
            <pc:sldMk cId="3369368865" sldId="662"/>
            <ac:spMk id="55" creationId="{822A90DA-A471-4C9C-A0D5-FA03DCC7F2D5}"/>
          </ac:spMkLst>
        </pc:spChg>
        <pc:spChg chg="mod">
          <ac:chgData name="Alexandre Quach" userId="7bb690c8a6e028e4" providerId="LiveId" clId="{BEBBDC65-997F-406A-9413-2D3761F16BE3}" dt="2022-05-27T15:17:44.787" v="324" actId="1035"/>
          <ac:spMkLst>
            <pc:docMk/>
            <pc:sldMk cId="3369368865" sldId="662"/>
            <ac:spMk id="56" creationId="{8638238B-C0A3-42B6-9BCC-F9E6CE240DA7}"/>
          </ac:spMkLst>
        </pc:spChg>
        <pc:spChg chg="mod">
          <ac:chgData name="Alexandre Quach" userId="7bb690c8a6e028e4" providerId="LiveId" clId="{BEBBDC65-997F-406A-9413-2D3761F16BE3}" dt="2022-05-27T15:17:44.787" v="324" actId="1035"/>
          <ac:spMkLst>
            <pc:docMk/>
            <pc:sldMk cId="3369368865" sldId="662"/>
            <ac:spMk id="57" creationId="{C297AA46-31D0-401D-ADDF-99E031AE8A5D}"/>
          </ac:spMkLst>
        </pc:spChg>
        <pc:spChg chg="mod">
          <ac:chgData name="Alexandre Quach" userId="7bb690c8a6e028e4" providerId="LiveId" clId="{BEBBDC65-997F-406A-9413-2D3761F16BE3}" dt="2022-05-27T15:17:44.787" v="324" actId="1035"/>
          <ac:spMkLst>
            <pc:docMk/>
            <pc:sldMk cId="3369368865" sldId="662"/>
            <ac:spMk id="59" creationId="{05878D9B-EB44-48D2-B136-808FC001B7F0}"/>
          </ac:spMkLst>
        </pc:spChg>
        <pc:spChg chg="mod">
          <ac:chgData name="Alexandre Quach" userId="7bb690c8a6e028e4" providerId="LiveId" clId="{BEBBDC65-997F-406A-9413-2D3761F16BE3}" dt="2022-05-27T15:17:44.787" v="324" actId="1035"/>
          <ac:spMkLst>
            <pc:docMk/>
            <pc:sldMk cId="3369368865" sldId="662"/>
            <ac:spMk id="60" creationId="{6FE4543E-1EE3-4FB4-BD60-D32803C45A7C}"/>
          </ac:spMkLst>
        </pc:spChg>
        <pc:spChg chg="mod">
          <ac:chgData name="Alexandre Quach" userId="7bb690c8a6e028e4" providerId="LiveId" clId="{BEBBDC65-997F-406A-9413-2D3761F16BE3}" dt="2022-05-27T15:17:44.787" v="324" actId="1035"/>
          <ac:spMkLst>
            <pc:docMk/>
            <pc:sldMk cId="3369368865" sldId="662"/>
            <ac:spMk id="61" creationId="{8A12F2BE-A9FB-475B-B9E5-F7AB956D5FAA}"/>
          </ac:spMkLst>
        </pc:spChg>
        <pc:spChg chg="add mod">
          <ac:chgData name="Alexandre Quach" userId="7bb690c8a6e028e4" providerId="LiveId" clId="{BEBBDC65-997F-406A-9413-2D3761F16BE3}" dt="2022-05-27T15:45:47.660" v="800"/>
          <ac:spMkLst>
            <pc:docMk/>
            <pc:sldMk cId="3369368865" sldId="662"/>
            <ac:spMk id="62" creationId="{172D9C3C-5EC8-BE49-CCEF-49D0CA51111A}"/>
          </ac:spMkLst>
        </pc:spChg>
        <pc:spChg chg="add mod">
          <ac:chgData name="Alexandre Quach" userId="7bb690c8a6e028e4" providerId="LiveId" clId="{BEBBDC65-997F-406A-9413-2D3761F16BE3}" dt="2022-05-27T15:56:13.580" v="926" actId="27636"/>
          <ac:spMkLst>
            <pc:docMk/>
            <pc:sldMk cId="3369368865" sldId="662"/>
            <ac:spMk id="63" creationId="{42572F37-4813-F084-DEFC-1539F2DEA715}"/>
          </ac:spMkLst>
        </pc:spChg>
        <pc:spChg chg="add mod">
          <ac:chgData name="Alexandre Quach" userId="7bb690c8a6e028e4" providerId="LiveId" clId="{BEBBDC65-997F-406A-9413-2D3761F16BE3}" dt="2022-05-27T15:56:21.117" v="940" actId="27636"/>
          <ac:spMkLst>
            <pc:docMk/>
            <pc:sldMk cId="3369368865" sldId="662"/>
            <ac:spMk id="64" creationId="{004D2384-B92A-C42B-35EE-9940734AAD0A}"/>
          </ac:spMkLst>
        </pc:spChg>
        <pc:spChg chg="add mod">
          <ac:chgData name="Alexandre Quach" userId="7bb690c8a6e028e4" providerId="LiveId" clId="{BEBBDC65-997F-406A-9413-2D3761F16BE3}" dt="2022-05-27T15:56:26.878" v="952" actId="1035"/>
          <ac:spMkLst>
            <pc:docMk/>
            <pc:sldMk cId="3369368865" sldId="662"/>
            <ac:spMk id="65" creationId="{3B318D42-46FE-C613-9FE4-B35F62EC0049}"/>
          </ac:spMkLst>
        </pc:spChg>
        <pc:spChg chg="add mod">
          <ac:chgData name="Alexandre Quach" userId="7bb690c8a6e028e4" providerId="LiveId" clId="{BEBBDC65-997F-406A-9413-2D3761F16BE3}" dt="2022-05-27T15:56:26.878" v="952" actId="1035"/>
          <ac:spMkLst>
            <pc:docMk/>
            <pc:sldMk cId="3369368865" sldId="662"/>
            <ac:spMk id="66" creationId="{C9FC6305-38CC-5473-56C1-3481E03C7B28}"/>
          </ac:spMkLst>
        </pc:spChg>
      </pc:sldChg>
      <pc:sldChg chg="modSp mod">
        <pc:chgData name="Alexandre Quach" userId="7bb690c8a6e028e4" providerId="LiveId" clId="{BEBBDC65-997F-406A-9413-2D3761F16BE3}" dt="2022-05-27T15:15:37.740" v="118" actId="313"/>
        <pc:sldMkLst>
          <pc:docMk/>
          <pc:sldMk cId="1775347342" sldId="797"/>
        </pc:sldMkLst>
        <pc:graphicFrameChg chg="modGraphic">
          <ac:chgData name="Alexandre Quach" userId="7bb690c8a6e028e4" providerId="LiveId" clId="{BEBBDC65-997F-406A-9413-2D3761F16BE3}" dt="2022-05-27T15:15:37.740" v="118" actId="313"/>
          <ac:graphicFrameMkLst>
            <pc:docMk/>
            <pc:sldMk cId="1775347342" sldId="797"/>
            <ac:graphicFrameMk id="47" creationId="{E532220D-FB7A-4D58-94AD-62D5519F5AAE}"/>
          </ac:graphicFrameMkLst>
        </pc:graphicFrameChg>
      </pc:sldChg>
      <pc:sldChg chg="addSp delSp modSp mod">
        <pc:chgData name="Alexandre Quach" userId="7bb690c8a6e028e4" providerId="LiveId" clId="{BEBBDC65-997F-406A-9413-2D3761F16BE3}" dt="2022-05-27T15:34:51.015" v="760" actId="1076"/>
        <pc:sldMkLst>
          <pc:docMk/>
          <pc:sldMk cId="200024619" sldId="816"/>
        </pc:sldMkLst>
        <pc:picChg chg="add del mod">
          <ac:chgData name="Alexandre Quach" userId="7bb690c8a6e028e4" providerId="LiveId" clId="{BEBBDC65-997F-406A-9413-2D3761F16BE3}" dt="2022-05-27T15:34:10.647" v="753" actId="478"/>
          <ac:picMkLst>
            <pc:docMk/>
            <pc:sldMk cId="200024619" sldId="816"/>
            <ac:picMk id="4" creationId="{CAC00F53-BB89-D98D-2D31-F0BF7FDFC499}"/>
          </ac:picMkLst>
        </pc:picChg>
        <pc:picChg chg="add mod">
          <ac:chgData name="Alexandre Quach" userId="7bb690c8a6e028e4" providerId="LiveId" clId="{BEBBDC65-997F-406A-9413-2D3761F16BE3}" dt="2022-05-27T15:34:51.015" v="760" actId="1076"/>
          <ac:picMkLst>
            <pc:docMk/>
            <pc:sldMk cId="200024619" sldId="816"/>
            <ac:picMk id="8" creationId="{2E16E305-07E1-D1E0-BE23-DDF98797FFCA}"/>
          </ac:picMkLst>
        </pc:picChg>
      </pc:sldChg>
      <pc:sldChg chg="addSp delSp modSp add mod">
        <pc:chgData name="Alexandre Quach" userId="7bb690c8a6e028e4" providerId="LiveId" clId="{BEBBDC65-997F-406A-9413-2D3761F16BE3}" dt="2022-05-27T15:54:35.994" v="908" actId="207"/>
        <pc:sldMkLst>
          <pc:docMk/>
          <pc:sldMk cId="4294814884" sldId="836"/>
        </pc:sldMkLst>
        <pc:spChg chg="mod">
          <ac:chgData name="Alexandre Quach" userId="7bb690c8a6e028e4" providerId="LiveId" clId="{BEBBDC65-997F-406A-9413-2D3761F16BE3}" dt="2022-05-27T15:49:34.330" v="832" actId="1076"/>
          <ac:spMkLst>
            <pc:docMk/>
            <pc:sldMk cId="4294814884" sldId="836"/>
            <ac:spMk id="15" creationId="{7315050A-5722-43A8-BBE6-E139AA74B725}"/>
          </ac:spMkLst>
        </pc:spChg>
        <pc:spChg chg="add mod">
          <ac:chgData name="Alexandre Quach" userId="7bb690c8a6e028e4" providerId="LiveId" clId="{BEBBDC65-997F-406A-9413-2D3761F16BE3}" dt="2022-05-27T15:51:09.087" v="858" actId="2085"/>
          <ac:spMkLst>
            <pc:docMk/>
            <pc:sldMk cId="4294814884" sldId="836"/>
            <ac:spMk id="18" creationId="{EEB20830-DC07-18AB-2ED8-923052586C32}"/>
          </ac:spMkLst>
        </pc:spChg>
        <pc:spChg chg="add mod">
          <ac:chgData name="Alexandre Quach" userId="7bb690c8a6e028e4" providerId="LiveId" clId="{BEBBDC65-997F-406A-9413-2D3761F16BE3}" dt="2022-05-27T15:51:14.455" v="859" actId="571"/>
          <ac:spMkLst>
            <pc:docMk/>
            <pc:sldMk cId="4294814884" sldId="836"/>
            <ac:spMk id="37" creationId="{E4808038-89EE-7D59-E712-7C264C438815}"/>
          </ac:spMkLst>
        </pc:spChg>
        <pc:spChg chg="add mod">
          <ac:chgData name="Alexandre Quach" userId="7bb690c8a6e028e4" providerId="LiveId" clId="{BEBBDC65-997F-406A-9413-2D3761F16BE3}" dt="2022-05-27T15:51:50.158" v="867" actId="1076"/>
          <ac:spMkLst>
            <pc:docMk/>
            <pc:sldMk cId="4294814884" sldId="836"/>
            <ac:spMk id="39" creationId="{907E74D1-5035-7424-F927-3C4DCEFB8334}"/>
          </ac:spMkLst>
        </pc:spChg>
        <pc:spChg chg="add mod">
          <ac:chgData name="Alexandre Quach" userId="7bb690c8a6e028e4" providerId="LiveId" clId="{BEBBDC65-997F-406A-9413-2D3761F16BE3}" dt="2022-05-27T15:51:44.998" v="866" actId="1076"/>
          <ac:spMkLst>
            <pc:docMk/>
            <pc:sldMk cId="4294814884" sldId="836"/>
            <ac:spMk id="40" creationId="{09CDE12E-18E4-90DD-1641-38BA9562D083}"/>
          </ac:spMkLst>
        </pc:spChg>
        <pc:grpChg chg="add mod">
          <ac:chgData name="Alexandre Quach" userId="7bb690c8a6e028e4" providerId="LiveId" clId="{BEBBDC65-997F-406A-9413-2D3761F16BE3}" dt="2022-05-27T15:51:34.953" v="864" actId="552"/>
          <ac:grpSpMkLst>
            <pc:docMk/>
            <pc:sldMk cId="4294814884" sldId="836"/>
            <ac:grpSpMk id="30" creationId="{9F932F05-AD59-0015-C673-5056A165A094}"/>
          </ac:grpSpMkLst>
        </pc:grpChg>
        <pc:grpChg chg="add mod">
          <ac:chgData name="Alexandre Quach" userId="7bb690c8a6e028e4" providerId="LiveId" clId="{BEBBDC65-997F-406A-9413-2D3761F16BE3}" dt="2022-05-27T15:51:34.953" v="864" actId="552"/>
          <ac:grpSpMkLst>
            <pc:docMk/>
            <pc:sldMk cId="4294814884" sldId="836"/>
            <ac:grpSpMk id="41" creationId="{D4DE3FB3-6217-89FE-8530-04A469F6E846}"/>
          </ac:grpSpMkLst>
        </pc:grpChg>
        <pc:grpChg chg="add del mod">
          <ac:chgData name="Alexandre Quach" userId="7bb690c8a6e028e4" providerId="LiveId" clId="{BEBBDC65-997F-406A-9413-2D3761F16BE3}" dt="2022-05-27T15:51:30.900" v="863" actId="478"/>
          <ac:grpSpMkLst>
            <pc:docMk/>
            <pc:sldMk cId="4294814884" sldId="836"/>
            <ac:grpSpMk id="44" creationId="{8E4F9878-60DF-0659-E89D-393F4552D966}"/>
          </ac:grpSpMkLst>
        </pc:grpChg>
        <pc:grpChg chg="add mod">
          <ac:chgData name="Alexandre Quach" userId="7bb690c8a6e028e4" providerId="LiveId" clId="{BEBBDC65-997F-406A-9413-2D3761F16BE3}" dt="2022-05-27T15:51:50.158" v="867" actId="1076"/>
          <ac:grpSpMkLst>
            <pc:docMk/>
            <pc:sldMk cId="4294814884" sldId="836"/>
            <ac:grpSpMk id="47" creationId="{98A6881E-83DA-A67E-4D8E-103925839176}"/>
          </ac:grpSpMkLst>
        </pc:grpChg>
        <pc:grpChg chg="add mod">
          <ac:chgData name="Alexandre Quach" userId="7bb690c8a6e028e4" providerId="LiveId" clId="{BEBBDC65-997F-406A-9413-2D3761F16BE3}" dt="2022-05-27T15:51:44.998" v="866" actId="1076"/>
          <ac:grpSpMkLst>
            <pc:docMk/>
            <pc:sldMk cId="4294814884" sldId="836"/>
            <ac:grpSpMk id="50" creationId="{2A08D975-018E-6F43-F128-478F517B9B09}"/>
          </ac:grpSpMkLst>
        </pc:grpChg>
        <pc:picChg chg="del">
          <ac:chgData name="Alexandre Quach" userId="7bb690c8a6e028e4" providerId="LiveId" clId="{BEBBDC65-997F-406A-9413-2D3761F16BE3}" dt="2022-05-27T15:43:55.191" v="762" actId="478"/>
          <ac:picMkLst>
            <pc:docMk/>
            <pc:sldMk cId="4294814884" sldId="836"/>
            <ac:picMk id="3" creationId="{90454ABE-43C2-4D30-8D85-EE9C930B52E1}"/>
          </ac:picMkLst>
        </pc:picChg>
        <pc:picChg chg="add mod">
          <ac:chgData name="Alexandre Quach" userId="7bb690c8a6e028e4" providerId="LiveId" clId="{BEBBDC65-997F-406A-9413-2D3761F16BE3}" dt="2022-05-27T15:51:05.946" v="857" actId="207"/>
          <ac:picMkLst>
            <pc:docMk/>
            <pc:sldMk cId="4294814884" sldId="836"/>
            <ac:picMk id="4" creationId="{7F279B40-6A32-A438-D11A-DE7EB370CC76}"/>
          </ac:picMkLst>
        </pc:picChg>
        <pc:picChg chg="del">
          <ac:chgData name="Alexandre Quach" userId="7bb690c8a6e028e4" providerId="LiveId" clId="{BEBBDC65-997F-406A-9413-2D3761F16BE3}" dt="2022-05-27T15:43:55.191" v="762" actId="478"/>
          <ac:picMkLst>
            <pc:docMk/>
            <pc:sldMk cId="4294814884" sldId="836"/>
            <ac:picMk id="5" creationId="{07F342EA-F8C6-486D-8B69-AFDDF160B4C7}"/>
          </ac:picMkLst>
        </pc:picChg>
        <pc:picChg chg="add mod">
          <ac:chgData name="Alexandre Quach" userId="7bb690c8a6e028e4" providerId="LiveId" clId="{BEBBDC65-997F-406A-9413-2D3761F16BE3}" dt="2022-05-27T15:51:05.946" v="857" actId="207"/>
          <ac:picMkLst>
            <pc:docMk/>
            <pc:sldMk cId="4294814884" sldId="836"/>
            <ac:picMk id="7" creationId="{C962EC4C-F816-80F4-B09E-FE7915E03907}"/>
          </ac:picMkLst>
        </pc:picChg>
        <pc:picChg chg="del">
          <ac:chgData name="Alexandre Quach" userId="7bb690c8a6e028e4" providerId="LiveId" clId="{BEBBDC65-997F-406A-9413-2D3761F16BE3}" dt="2022-05-27T15:43:55.191" v="762" actId="478"/>
          <ac:picMkLst>
            <pc:docMk/>
            <pc:sldMk cId="4294814884" sldId="836"/>
            <ac:picMk id="9" creationId="{9B2C0959-F47B-4010-AC46-0C07903D0A66}"/>
          </ac:picMkLst>
        </pc:picChg>
        <pc:picChg chg="del">
          <ac:chgData name="Alexandre Quach" userId="7bb690c8a6e028e4" providerId="LiveId" clId="{BEBBDC65-997F-406A-9413-2D3761F16BE3}" dt="2022-05-27T15:43:55.191" v="762" actId="478"/>
          <ac:picMkLst>
            <pc:docMk/>
            <pc:sldMk cId="4294814884" sldId="836"/>
            <ac:picMk id="10" creationId="{DCC46035-2991-49D0-871D-F88D7A73FC1F}"/>
          </ac:picMkLst>
        </pc:picChg>
        <pc:picChg chg="del">
          <ac:chgData name="Alexandre Quach" userId="7bb690c8a6e028e4" providerId="LiveId" clId="{BEBBDC65-997F-406A-9413-2D3761F16BE3}" dt="2022-05-27T15:43:57.405" v="763" actId="478"/>
          <ac:picMkLst>
            <pc:docMk/>
            <pc:sldMk cId="4294814884" sldId="836"/>
            <ac:picMk id="11" creationId="{314CCC67-E579-412F-BF92-4989821EE841}"/>
          </ac:picMkLst>
        </pc:picChg>
        <pc:picChg chg="del">
          <ac:chgData name="Alexandre Quach" userId="7bb690c8a6e028e4" providerId="LiveId" clId="{BEBBDC65-997F-406A-9413-2D3761F16BE3}" dt="2022-05-27T15:43:57.405" v="763" actId="478"/>
          <ac:picMkLst>
            <pc:docMk/>
            <pc:sldMk cId="4294814884" sldId="836"/>
            <ac:picMk id="12" creationId="{5CB67D97-6271-4172-938D-01C7F3FF5E57}"/>
          </ac:picMkLst>
        </pc:picChg>
        <pc:picChg chg="del">
          <ac:chgData name="Alexandre Quach" userId="7bb690c8a6e028e4" providerId="LiveId" clId="{BEBBDC65-997F-406A-9413-2D3761F16BE3}" dt="2022-05-27T15:43:55.191" v="762" actId="478"/>
          <ac:picMkLst>
            <pc:docMk/>
            <pc:sldMk cId="4294814884" sldId="836"/>
            <ac:picMk id="13" creationId="{B5B8F12A-2FD4-4542-BE9A-5A8B2DF46CE5}"/>
          </ac:picMkLst>
        </pc:picChg>
        <pc:picChg chg="add mod">
          <ac:chgData name="Alexandre Quach" userId="7bb690c8a6e028e4" providerId="LiveId" clId="{BEBBDC65-997F-406A-9413-2D3761F16BE3}" dt="2022-05-27T15:51:05.946" v="857" actId="207"/>
          <ac:picMkLst>
            <pc:docMk/>
            <pc:sldMk cId="4294814884" sldId="836"/>
            <ac:picMk id="14" creationId="{6FABFFC7-9BA0-7FE7-7C81-239981CEE86C}"/>
          </ac:picMkLst>
        </pc:picChg>
        <pc:picChg chg="add mod">
          <ac:chgData name="Alexandre Quach" userId="7bb690c8a6e028e4" providerId="LiveId" clId="{BEBBDC65-997F-406A-9413-2D3761F16BE3}" dt="2022-05-27T15:51:05.946" v="857" actId="207"/>
          <ac:picMkLst>
            <pc:docMk/>
            <pc:sldMk cId="4294814884" sldId="836"/>
            <ac:picMk id="17" creationId="{134525DE-A92D-87FE-6CF4-A7F07DFAABD7}"/>
          </ac:picMkLst>
        </pc:picChg>
        <pc:picChg chg="del">
          <ac:chgData name="Alexandre Quach" userId="7bb690c8a6e028e4" providerId="LiveId" clId="{BEBBDC65-997F-406A-9413-2D3761F16BE3}" dt="2022-05-27T15:43:55.191" v="762" actId="478"/>
          <ac:picMkLst>
            <pc:docMk/>
            <pc:sldMk cId="4294814884" sldId="836"/>
            <ac:picMk id="20" creationId="{119BEB31-335F-4AEC-8399-C63DCC03604B}"/>
          </ac:picMkLst>
        </pc:picChg>
        <pc:picChg chg="del">
          <ac:chgData name="Alexandre Quach" userId="7bb690c8a6e028e4" providerId="LiveId" clId="{BEBBDC65-997F-406A-9413-2D3761F16BE3}" dt="2022-05-27T15:43:55.191" v="762" actId="478"/>
          <ac:picMkLst>
            <pc:docMk/>
            <pc:sldMk cId="4294814884" sldId="836"/>
            <ac:picMk id="21" creationId="{C965249D-64F6-4BD7-8163-160EB30F4522}"/>
          </ac:picMkLst>
        </pc:picChg>
        <pc:picChg chg="add mod">
          <ac:chgData name="Alexandre Quach" userId="7bb690c8a6e028e4" providerId="LiveId" clId="{BEBBDC65-997F-406A-9413-2D3761F16BE3}" dt="2022-05-27T15:44:06.045" v="767" actId="1076"/>
          <ac:picMkLst>
            <pc:docMk/>
            <pc:sldMk cId="4294814884" sldId="836"/>
            <ac:picMk id="22" creationId="{8F7F16CE-5FA9-849C-4FD6-377B8DB74C81}"/>
          </ac:picMkLst>
        </pc:picChg>
        <pc:picChg chg="del">
          <ac:chgData name="Alexandre Quach" userId="7bb690c8a6e028e4" providerId="LiveId" clId="{BEBBDC65-997F-406A-9413-2D3761F16BE3}" dt="2022-05-27T15:43:55.191" v="762" actId="478"/>
          <ac:picMkLst>
            <pc:docMk/>
            <pc:sldMk cId="4294814884" sldId="836"/>
            <ac:picMk id="23" creationId="{826B072F-0776-4B59-92A5-0B939A9A058C}"/>
          </ac:picMkLst>
        </pc:picChg>
        <pc:picChg chg="add mod">
          <ac:chgData name="Alexandre Quach" userId="7bb690c8a6e028e4" providerId="LiveId" clId="{BEBBDC65-997F-406A-9413-2D3761F16BE3}" dt="2022-05-27T15:44:08.424" v="768" actId="571"/>
          <ac:picMkLst>
            <pc:docMk/>
            <pc:sldMk cId="4294814884" sldId="836"/>
            <ac:picMk id="24" creationId="{9B18FAD4-C113-9A64-865D-F3C635C70F40}"/>
          </ac:picMkLst>
        </pc:picChg>
        <pc:picChg chg="add mod">
          <ac:chgData name="Alexandre Quach" userId="7bb690c8a6e028e4" providerId="LiveId" clId="{BEBBDC65-997F-406A-9413-2D3761F16BE3}" dt="2022-05-27T15:44:11.502" v="769" actId="571"/>
          <ac:picMkLst>
            <pc:docMk/>
            <pc:sldMk cId="4294814884" sldId="836"/>
            <ac:picMk id="25" creationId="{6711337B-B5C2-F9BE-070E-BDE8310EB6FA}"/>
          </ac:picMkLst>
        </pc:picChg>
        <pc:picChg chg="add mod">
          <ac:chgData name="Alexandre Quach" userId="7bb690c8a6e028e4" providerId="LiveId" clId="{BEBBDC65-997F-406A-9413-2D3761F16BE3}" dt="2022-05-27T15:44:15.016" v="770" actId="571"/>
          <ac:picMkLst>
            <pc:docMk/>
            <pc:sldMk cId="4294814884" sldId="836"/>
            <ac:picMk id="26" creationId="{D029ADAF-574F-7A16-85B3-8EB7BB6E190D}"/>
          </ac:picMkLst>
        </pc:picChg>
        <pc:picChg chg="del">
          <ac:chgData name="Alexandre Quach" userId="7bb690c8a6e028e4" providerId="LiveId" clId="{BEBBDC65-997F-406A-9413-2D3761F16BE3}" dt="2022-05-27T15:43:57.405" v="763" actId="478"/>
          <ac:picMkLst>
            <pc:docMk/>
            <pc:sldMk cId="4294814884" sldId="836"/>
            <ac:picMk id="27" creationId="{2229F25C-EB15-4750-B746-8BD771B3D146}"/>
          </ac:picMkLst>
        </pc:picChg>
        <pc:picChg chg="add mod modCrop">
          <ac:chgData name="Alexandre Quach" userId="7bb690c8a6e028e4" providerId="LiveId" clId="{BEBBDC65-997F-406A-9413-2D3761F16BE3}" dt="2022-05-27T15:51:05.946" v="857" actId="207"/>
          <ac:picMkLst>
            <pc:docMk/>
            <pc:sldMk cId="4294814884" sldId="836"/>
            <ac:picMk id="28" creationId="{467BA39A-9FAB-B450-0D21-A0A87E927F6B}"/>
          </ac:picMkLst>
        </pc:picChg>
        <pc:picChg chg="del">
          <ac:chgData name="Alexandre Quach" userId="7bb690c8a6e028e4" providerId="LiveId" clId="{BEBBDC65-997F-406A-9413-2D3761F16BE3}" dt="2022-05-27T15:43:57.405" v="763" actId="478"/>
          <ac:picMkLst>
            <pc:docMk/>
            <pc:sldMk cId="4294814884" sldId="836"/>
            <ac:picMk id="29" creationId="{9F1010DC-829A-4B18-8170-6DFFAD7039ED}"/>
          </ac:picMkLst>
        </pc:picChg>
        <pc:picChg chg="del">
          <ac:chgData name="Alexandre Quach" userId="7bb690c8a6e028e4" providerId="LiveId" clId="{BEBBDC65-997F-406A-9413-2D3761F16BE3}" dt="2022-05-27T15:43:57.405" v="763" actId="478"/>
          <ac:picMkLst>
            <pc:docMk/>
            <pc:sldMk cId="4294814884" sldId="836"/>
            <ac:picMk id="31" creationId="{B5CDFB75-2571-4FFE-B19D-AA43E1426A2D}"/>
          </ac:picMkLst>
        </pc:picChg>
        <pc:picChg chg="del">
          <ac:chgData name="Alexandre Quach" userId="7bb690c8a6e028e4" providerId="LiveId" clId="{BEBBDC65-997F-406A-9413-2D3761F16BE3}" dt="2022-05-27T15:43:57.405" v="763" actId="478"/>
          <ac:picMkLst>
            <pc:docMk/>
            <pc:sldMk cId="4294814884" sldId="836"/>
            <ac:picMk id="33" creationId="{36F9C5DA-887F-4783-80EF-3DA7266636B3}"/>
          </ac:picMkLst>
        </pc:picChg>
        <pc:picChg chg="add mod">
          <ac:chgData name="Alexandre Quach" userId="7bb690c8a6e028e4" providerId="LiveId" clId="{BEBBDC65-997F-406A-9413-2D3761F16BE3}" dt="2022-05-27T15:52:17.335" v="872" actId="207"/>
          <ac:picMkLst>
            <pc:docMk/>
            <pc:sldMk cId="4294814884" sldId="836"/>
            <ac:picMk id="35" creationId="{EF251B69-A5E9-EDA5-0E10-F9982ED4BBB1}"/>
          </ac:picMkLst>
        </pc:picChg>
        <pc:picChg chg="del">
          <ac:chgData name="Alexandre Quach" userId="7bb690c8a6e028e4" providerId="LiveId" clId="{BEBBDC65-997F-406A-9413-2D3761F16BE3}" dt="2022-05-27T15:43:57.405" v="763" actId="478"/>
          <ac:picMkLst>
            <pc:docMk/>
            <pc:sldMk cId="4294814884" sldId="836"/>
            <ac:picMk id="36" creationId="{BABE4DBC-6A32-49DE-A20A-0A37F23E0B90}"/>
          </ac:picMkLst>
        </pc:picChg>
        <pc:picChg chg="mod">
          <ac:chgData name="Alexandre Quach" userId="7bb690c8a6e028e4" providerId="LiveId" clId="{BEBBDC65-997F-406A-9413-2D3761F16BE3}" dt="2022-05-27T15:51:25.801" v="861" actId="571"/>
          <ac:picMkLst>
            <pc:docMk/>
            <pc:sldMk cId="4294814884" sldId="836"/>
            <ac:picMk id="42" creationId="{58DD3747-0ED4-81C7-A33F-E9BDB3DACA19}"/>
          </ac:picMkLst>
        </pc:picChg>
        <pc:picChg chg="mod">
          <ac:chgData name="Alexandre Quach" userId="7bb690c8a6e028e4" providerId="LiveId" clId="{BEBBDC65-997F-406A-9413-2D3761F16BE3}" dt="2022-05-27T15:51:25.801" v="861" actId="571"/>
          <ac:picMkLst>
            <pc:docMk/>
            <pc:sldMk cId="4294814884" sldId="836"/>
            <ac:picMk id="43" creationId="{181302B6-3663-A780-8116-E485AF6A2827}"/>
          </ac:picMkLst>
        </pc:picChg>
        <pc:picChg chg="mod">
          <ac:chgData name="Alexandre Quach" userId="7bb690c8a6e028e4" providerId="LiveId" clId="{BEBBDC65-997F-406A-9413-2D3761F16BE3}" dt="2022-05-27T15:51:29.823" v="862" actId="571"/>
          <ac:picMkLst>
            <pc:docMk/>
            <pc:sldMk cId="4294814884" sldId="836"/>
            <ac:picMk id="45" creationId="{711A60F1-1CE2-DC89-BC9E-4BEAACAFAE11}"/>
          </ac:picMkLst>
        </pc:picChg>
        <pc:picChg chg="mod">
          <ac:chgData name="Alexandre Quach" userId="7bb690c8a6e028e4" providerId="LiveId" clId="{BEBBDC65-997F-406A-9413-2D3761F16BE3}" dt="2022-05-27T15:51:29.823" v="862" actId="571"/>
          <ac:picMkLst>
            <pc:docMk/>
            <pc:sldMk cId="4294814884" sldId="836"/>
            <ac:picMk id="46" creationId="{EEFFB20A-A826-0573-EB22-B40A58C02F7A}"/>
          </ac:picMkLst>
        </pc:picChg>
        <pc:picChg chg="mod">
          <ac:chgData name="Alexandre Quach" userId="7bb690c8a6e028e4" providerId="LiveId" clId="{BEBBDC65-997F-406A-9413-2D3761F16BE3}" dt="2022-05-27T15:51:40.152" v="865" actId="571"/>
          <ac:picMkLst>
            <pc:docMk/>
            <pc:sldMk cId="4294814884" sldId="836"/>
            <ac:picMk id="48" creationId="{D076BCAC-1AAE-5CD2-A5A1-ABFC6223AAAE}"/>
          </ac:picMkLst>
        </pc:picChg>
        <pc:picChg chg="mod">
          <ac:chgData name="Alexandre Quach" userId="7bb690c8a6e028e4" providerId="LiveId" clId="{BEBBDC65-997F-406A-9413-2D3761F16BE3}" dt="2022-05-27T15:51:40.152" v="865" actId="571"/>
          <ac:picMkLst>
            <pc:docMk/>
            <pc:sldMk cId="4294814884" sldId="836"/>
            <ac:picMk id="49" creationId="{35B313C7-DAA1-6074-F592-E8B9527BC5F3}"/>
          </ac:picMkLst>
        </pc:picChg>
        <pc:picChg chg="mod">
          <ac:chgData name="Alexandre Quach" userId="7bb690c8a6e028e4" providerId="LiveId" clId="{BEBBDC65-997F-406A-9413-2D3761F16BE3}" dt="2022-05-27T15:51:40.152" v="865" actId="571"/>
          <ac:picMkLst>
            <pc:docMk/>
            <pc:sldMk cId="4294814884" sldId="836"/>
            <ac:picMk id="51" creationId="{F0A60050-0C4D-1B64-7914-2FEC7521A942}"/>
          </ac:picMkLst>
        </pc:picChg>
        <pc:picChg chg="mod">
          <ac:chgData name="Alexandre Quach" userId="7bb690c8a6e028e4" providerId="LiveId" clId="{BEBBDC65-997F-406A-9413-2D3761F16BE3}" dt="2022-05-27T15:51:40.152" v="865" actId="571"/>
          <ac:picMkLst>
            <pc:docMk/>
            <pc:sldMk cId="4294814884" sldId="836"/>
            <ac:picMk id="52" creationId="{CD5A0A1C-F120-2554-F5F5-C38926D70EC6}"/>
          </ac:picMkLst>
        </pc:picChg>
        <pc:picChg chg="add del mod">
          <ac:chgData name="Alexandre Quach" userId="7bb690c8a6e028e4" providerId="LiveId" clId="{BEBBDC65-997F-406A-9413-2D3761F16BE3}" dt="2022-05-27T15:52:48.225" v="888" actId="478"/>
          <ac:picMkLst>
            <pc:docMk/>
            <pc:sldMk cId="4294814884" sldId="836"/>
            <ac:picMk id="54" creationId="{A9A2069A-2149-B841-C8E7-E9EB90B54D5A}"/>
          </ac:picMkLst>
        </pc:picChg>
        <pc:picChg chg="add del mod">
          <ac:chgData name="Alexandre Quach" userId="7bb690c8a6e028e4" providerId="LiveId" clId="{BEBBDC65-997F-406A-9413-2D3761F16BE3}" dt="2022-05-27T15:52:47.398" v="886" actId="478"/>
          <ac:picMkLst>
            <pc:docMk/>
            <pc:sldMk cId="4294814884" sldId="836"/>
            <ac:picMk id="56" creationId="{83A391BA-748F-0604-CDA2-088BD9DC9C6B}"/>
          </ac:picMkLst>
        </pc:picChg>
        <pc:picChg chg="add del mod">
          <ac:chgData name="Alexandre Quach" userId="7bb690c8a6e028e4" providerId="LiveId" clId="{BEBBDC65-997F-406A-9413-2D3761F16BE3}" dt="2022-05-27T15:52:47.918" v="887" actId="478"/>
          <ac:picMkLst>
            <pc:docMk/>
            <pc:sldMk cId="4294814884" sldId="836"/>
            <ac:picMk id="57" creationId="{B3C894D8-9500-5818-6614-500DBED9B7D5}"/>
          </ac:picMkLst>
        </pc:picChg>
        <pc:picChg chg="add del mod">
          <ac:chgData name="Alexandre Quach" userId="7bb690c8a6e028e4" providerId="LiveId" clId="{BEBBDC65-997F-406A-9413-2D3761F16BE3}" dt="2022-05-27T15:52:47.087" v="885" actId="478"/>
          <ac:picMkLst>
            <pc:docMk/>
            <pc:sldMk cId="4294814884" sldId="836"/>
            <ac:picMk id="58" creationId="{57CACB11-7BEB-B69B-4A94-AD8FAD7D833E}"/>
          </ac:picMkLst>
        </pc:picChg>
        <pc:picChg chg="add mod">
          <ac:chgData name="Alexandre Quach" userId="7bb690c8a6e028e4" providerId="LiveId" clId="{BEBBDC65-997F-406A-9413-2D3761F16BE3}" dt="2022-05-27T15:53:19.658" v="894" actId="207"/>
          <ac:picMkLst>
            <pc:docMk/>
            <pc:sldMk cId="4294814884" sldId="836"/>
            <ac:picMk id="59" creationId="{8512BDA2-3131-7719-BD8C-80A8A45A02EB}"/>
          </ac:picMkLst>
        </pc:picChg>
        <pc:picChg chg="add mod">
          <ac:chgData name="Alexandre Quach" userId="7bb690c8a6e028e4" providerId="LiveId" clId="{BEBBDC65-997F-406A-9413-2D3761F16BE3}" dt="2022-05-27T15:53:19.658" v="894" actId="207"/>
          <ac:picMkLst>
            <pc:docMk/>
            <pc:sldMk cId="4294814884" sldId="836"/>
            <ac:picMk id="61" creationId="{ED911572-1CCE-5462-3295-715D06EA3981}"/>
          </ac:picMkLst>
        </pc:picChg>
        <pc:picChg chg="add mod">
          <ac:chgData name="Alexandre Quach" userId="7bb690c8a6e028e4" providerId="LiveId" clId="{BEBBDC65-997F-406A-9413-2D3761F16BE3}" dt="2022-05-27T15:53:19.658" v="894" actId="207"/>
          <ac:picMkLst>
            <pc:docMk/>
            <pc:sldMk cId="4294814884" sldId="836"/>
            <ac:picMk id="63" creationId="{B6FF5E4D-71E7-4444-EF99-ED001887BD12}"/>
          </ac:picMkLst>
        </pc:picChg>
        <pc:picChg chg="add mod">
          <ac:chgData name="Alexandre Quach" userId="7bb690c8a6e028e4" providerId="LiveId" clId="{BEBBDC65-997F-406A-9413-2D3761F16BE3}" dt="2022-05-27T15:54:35.994" v="908" actId="207"/>
          <ac:picMkLst>
            <pc:docMk/>
            <pc:sldMk cId="4294814884" sldId="836"/>
            <ac:picMk id="65" creationId="{0B126107-0E9F-8381-4BCC-9755E42F1453}"/>
          </ac:picMkLst>
        </pc:picChg>
        <pc:picChg chg="add mod">
          <ac:chgData name="Alexandre Quach" userId="7bb690c8a6e028e4" providerId="LiveId" clId="{BEBBDC65-997F-406A-9413-2D3761F16BE3}" dt="2022-05-27T15:54:35.994" v="908" actId="207"/>
          <ac:picMkLst>
            <pc:docMk/>
            <pc:sldMk cId="4294814884" sldId="836"/>
            <ac:picMk id="67" creationId="{C28A9577-9FAE-D3B2-528B-E3EB96DA4084}"/>
          </ac:picMkLst>
        </pc:picChg>
        <pc:picChg chg="add mod">
          <ac:chgData name="Alexandre Quach" userId="7bb690c8a6e028e4" providerId="LiveId" clId="{BEBBDC65-997F-406A-9413-2D3761F16BE3}" dt="2022-05-27T15:54:35.994" v="908" actId="207"/>
          <ac:picMkLst>
            <pc:docMk/>
            <pc:sldMk cId="4294814884" sldId="836"/>
            <ac:picMk id="69" creationId="{E8BED015-403F-5E61-97B8-8E47A22928AE}"/>
          </ac:picMkLst>
        </pc:picChg>
      </pc:sldChg>
    </pc:docChg>
  </pc:docChgLst>
  <pc:docChgLst>
    <pc:chgData name="Alexandre Quach" userId="7bb690c8a6e028e4" providerId="LiveId" clId="{BEA66A26-4A90-4FCD-A0F9-EDB871C0445D}"/>
    <pc:docChg chg="custSel addSld modSld modMainMaster">
      <pc:chgData name="Alexandre Quach" userId="7bb690c8a6e028e4" providerId="LiveId" clId="{BEA66A26-4A90-4FCD-A0F9-EDB871C0445D}" dt="2022-09-25T09:23:58.797" v="7" actId="571"/>
      <pc:docMkLst>
        <pc:docMk/>
      </pc:docMkLst>
      <pc:sldChg chg="modSp add mod">
        <pc:chgData name="Alexandre Quach" userId="7bb690c8a6e028e4" providerId="LiveId" clId="{BEA66A26-4A90-4FCD-A0F9-EDB871C0445D}" dt="2022-09-25T09:23:30.250" v="2" actId="27636"/>
        <pc:sldMkLst>
          <pc:docMk/>
          <pc:sldMk cId="2719290333" sldId="603"/>
        </pc:sldMkLst>
        <pc:spChg chg="mod">
          <ac:chgData name="Alexandre Quach" userId="7bb690c8a6e028e4" providerId="LiveId" clId="{BEA66A26-4A90-4FCD-A0F9-EDB871C0445D}" dt="2022-09-25T09:23:30.246" v="1" actId="27636"/>
          <ac:spMkLst>
            <pc:docMk/>
            <pc:sldMk cId="2719290333" sldId="603"/>
            <ac:spMk id="2" creationId="{606A794F-5F08-337C-50F0-FFEFF1446E0F}"/>
          </ac:spMkLst>
        </pc:spChg>
        <pc:spChg chg="mod">
          <ac:chgData name="Alexandre Quach" userId="7bb690c8a6e028e4" providerId="LiveId" clId="{BEA66A26-4A90-4FCD-A0F9-EDB871C0445D}" dt="2022-09-25T09:23:30.250" v="2" actId="27636"/>
          <ac:spMkLst>
            <pc:docMk/>
            <pc:sldMk cId="2719290333" sldId="603"/>
            <ac:spMk id="3" creationId="{CB182D3C-1E44-118D-E03C-489E469BD4D1}"/>
          </ac:spMkLst>
        </pc:spChg>
      </pc:sldChg>
      <pc:sldMasterChg chg="addSp modSp mod">
        <pc:chgData name="Alexandre Quach" userId="7bb690c8a6e028e4" providerId="LiveId" clId="{BEA66A26-4A90-4FCD-A0F9-EDB871C0445D}" dt="2022-09-25T09:23:58.797" v="7" actId="571"/>
        <pc:sldMasterMkLst>
          <pc:docMk/>
          <pc:sldMasterMk cId="1904633910" sldId="2147483719"/>
        </pc:sldMasterMkLst>
        <pc:picChg chg="add mod">
          <ac:chgData name="Alexandre Quach" userId="7bb690c8a6e028e4" providerId="LiveId" clId="{BEA66A26-4A90-4FCD-A0F9-EDB871C0445D}" dt="2022-09-25T09:23:51.688" v="5" actId="14100"/>
          <ac:picMkLst>
            <pc:docMk/>
            <pc:sldMasterMk cId="1904633910" sldId="2147483719"/>
            <ac:picMk id="7" creationId="{CCF99E58-81A9-E9F7-4E97-C4CFBD7F4B33}"/>
          </ac:picMkLst>
        </pc:picChg>
        <pc:picChg chg="add mod">
          <ac:chgData name="Alexandre Quach" userId="7bb690c8a6e028e4" providerId="LiveId" clId="{BEA66A26-4A90-4FCD-A0F9-EDB871C0445D}" dt="2022-09-25T09:23:54.037" v="6" actId="571"/>
          <ac:picMkLst>
            <pc:docMk/>
            <pc:sldMasterMk cId="1904633910" sldId="2147483719"/>
            <ac:picMk id="8" creationId="{BBA5C064-1F35-6CFD-AFD9-F10C8FC28A8D}"/>
          </ac:picMkLst>
        </pc:picChg>
        <pc:picChg chg="add mod">
          <ac:chgData name="Alexandre Quach" userId="7bb690c8a6e028e4" providerId="LiveId" clId="{BEA66A26-4A90-4FCD-A0F9-EDB871C0445D}" dt="2022-09-25T09:23:58.797" v="7" actId="571"/>
          <ac:picMkLst>
            <pc:docMk/>
            <pc:sldMasterMk cId="1904633910" sldId="2147483719"/>
            <ac:picMk id="9" creationId="{B5205D19-E7C9-29E0-3745-49E7542DE11E}"/>
          </ac:picMkLst>
        </pc:picChg>
        <pc:picChg chg="add mod">
          <ac:chgData name="Alexandre Quach" userId="7bb690c8a6e028e4" providerId="LiveId" clId="{BEA66A26-4A90-4FCD-A0F9-EDB871C0445D}" dt="2022-09-25T09:23:58.797" v="7" actId="571"/>
          <ac:picMkLst>
            <pc:docMk/>
            <pc:sldMasterMk cId="1904633910" sldId="2147483719"/>
            <ac:picMk id="10" creationId="{4C930E0D-1938-26D8-92D2-598557C7E8A5}"/>
          </ac:picMkLst>
        </pc:pic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25/09/2022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a:t>
            </a:fld>
            <a:endParaRPr lang="fr-FR"/>
          </a:p>
        </p:txBody>
      </p:sp>
    </p:spTree>
    <p:extLst>
      <p:ext uri="{BB962C8B-B14F-4D97-AF65-F5344CB8AC3E}">
        <p14:creationId xmlns:p14="http://schemas.microsoft.com/office/powerpoint/2010/main" val="1077595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a:t>
            </a:fld>
            <a:endParaRPr lang="fr-FR"/>
          </a:p>
        </p:txBody>
      </p:sp>
    </p:spTree>
    <p:extLst>
      <p:ext uri="{BB962C8B-B14F-4D97-AF65-F5344CB8AC3E}">
        <p14:creationId xmlns:p14="http://schemas.microsoft.com/office/powerpoint/2010/main" val="519999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64643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93983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pic>
        <p:nvPicPr>
          <p:cNvPr id="7" name="Image 6">
            <a:extLst>
              <a:ext uri="{FF2B5EF4-FFF2-40B4-BE49-F238E27FC236}">
                <a16:creationId xmlns:a16="http://schemas.microsoft.com/office/drawing/2014/main" id="{CCF99E58-81A9-E9F7-4E97-C4CFBD7F4B33}"/>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521440" y="7866"/>
            <a:ext cx="659863" cy="297791"/>
          </a:xfrm>
          <a:prstGeom prst="rect">
            <a:avLst/>
          </a:prstGeom>
        </p:spPr>
      </p:pic>
      <p:pic>
        <p:nvPicPr>
          <p:cNvPr id="8" name="Image 7">
            <a:extLst>
              <a:ext uri="{FF2B5EF4-FFF2-40B4-BE49-F238E27FC236}">
                <a16:creationId xmlns:a16="http://schemas.microsoft.com/office/drawing/2014/main" id="{BBA5C064-1F35-6CFD-AFD9-F10C8FC28A8D}"/>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0697" y="0"/>
            <a:ext cx="659863" cy="297791"/>
          </a:xfrm>
          <a:prstGeom prst="rect">
            <a:avLst/>
          </a:prstGeom>
        </p:spPr>
      </p:pic>
      <p:pic>
        <p:nvPicPr>
          <p:cNvPr id="9" name="Image 8">
            <a:extLst>
              <a:ext uri="{FF2B5EF4-FFF2-40B4-BE49-F238E27FC236}">
                <a16:creationId xmlns:a16="http://schemas.microsoft.com/office/drawing/2014/main" id="{B5205D19-E7C9-29E0-3745-49E7542DE11E}"/>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510743" y="6551162"/>
            <a:ext cx="659863" cy="297791"/>
          </a:xfrm>
          <a:prstGeom prst="rect">
            <a:avLst/>
          </a:prstGeom>
        </p:spPr>
      </p:pic>
      <p:pic>
        <p:nvPicPr>
          <p:cNvPr id="10" name="Image 9">
            <a:extLst>
              <a:ext uri="{FF2B5EF4-FFF2-40B4-BE49-F238E27FC236}">
                <a16:creationId xmlns:a16="http://schemas.microsoft.com/office/drawing/2014/main" id="{4C930E0D-1938-26D8-92D2-598557C7E8A5}"/>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0" y="6543296"/>
            <a:ext cx="659863" cy="297791"/>
          </a:xfrm>
          <a:prstGeom prst="rect">
            <a:avLst/>
          </a:prstGeom>
        </p:spPr>
      </p:pic>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openxmlformats.org/officeDocument/2006/relationships/image" Target="../media/image18.sv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19" Type="http://schemas.openxmlformats.org/officeDocument/2006/relationships/image" Target="../media/image19.pn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 Id="rId22"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7" Type="http://schemas.openxmlformats.org/officeDocument/2006/relationships/image" Target="../media/image28.svg"/><Relationship Id="rId12" Type="http://schemas.openxmlformats.org/officeDocument/2006/relationships/image" Target="../media/image33.svg"/><Relationship Id="rId17" Type="http://schemas.openxmlformats.org/officeDocument/2006/relationships/image" Target="../media/image38.svg"/><Relationship Id="rId2" Type="http://schemas.openxmlformats.org/officeDocument/2006/relationships/image" Target="../media/image23.png"/><Relationship Id="rId16" Type="http://schemas.openxmlformats.org/officeDocument/2006/relationships/image" Target="../media/image37.png"/><Relationship Id="rId1" Type="http://schemas.openxmlformats.org/officeDocument/2006/relationships/slideLayout" Target="../slideLayouts/slideLayout14.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svg"/><Relationship Id="rId15" Type="http://schemas.openxmlformats.org/officeDocument/2006/relationships/image" Target="../media/image36.svg"/><Relationship Id="rId10" Type="http://schemas.openxmlformats.org/officeDocument/2006/relationships/image" Target="../media/image31.png"/><Relationship Id="rId19" Type="http://schemas.openxmlformats.org/officeDocument/2006/relationships/image" Target="../media/image40.sv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s>
</file>

<file path=ppt/slides/_rels/slide4.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hyperlink" Target="https://fr.wikipedia.org/wiki/Scouts_de_France" TargetMode="External"/><Relationship Id="rId1" Type="http://schemas.openxmlformats.org/officeDocument/2006/relationships/slideLayout" Target="../slideLayouts/slideLayout2.xml"/><Relationship Id="rId5" Type="http://schemas.openxmlformats.org/officeDocument/2006/relationships/image" Target="../media/image43.jpg"/><Relationship Id="rId4" Type="http://schemas.openxmlformats.org/officeDocument/2006/relationships/image" Target="../media/image42.jpg"/></Relationships>
</file>

<file path=ppt/slides/_rels/slide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image" Target="../media/image64.svg"/><Relationship Id="rId26" Type="http://schemas.openxmlformats.org/officeDocument/2006/relationships/image" Target="../media/image72.svg"/><Relationship Id="rId3" Type="http://schemas.openxmlformats.org/officeDocument/2006/relationships/image" Target="../media/image50.svg"/><Relationship Id="rId21" Type="http://schemas.openxmlformats.org/officeDocument/2006/relationships/image" Target="../media/image67.svg"/><Relationship Id="rId34" Type="http://schemas.openxmlformats.org/officeDocument/2006/relationships/image" Target="../media/image80.svg"/><Relationship Id="rId7" Type="http://schemas.openxmlformats.org/officeDocument/2006/relationships/image" Target="../media/image54.png"/><Relationship Id="rId12" Type="http://schemas.openxmlformats.org/officeDocument/2006/relationships/image" Target="../media/image59.svg"/><Relationship Id="rId17" Type="http://schemas.openxmlformats.org/officeDocument/2006/relationships/image" Target="../media/image63.png"/><Relationship Id="rId25" Type="http://schemas.openxmlformats.org/officeDocument/2006/relationships/image" Target="../media/image71.png"/><Relationship Id="rId33" Type="http://schemas.openxmlformats.org/officeDocument/2006/relationships/image" Target="../media/image79.png"/><Relationship Id="rId2" Type="http://schemas.openxmlformats.org/officeDocument/2006/relationships/image" Target="../media/image49.png"/><Relationship Id="rId16" Type="http://schemas.microsoft.com/office/2007/relationships/hdphoto" Target="../media/hdphoto1.wdp"/><Relationship Id="rId20" Type="http://schemas.openxmlformats.org/officeDocument/2006/relationships/image" Target="../media/image66.svg"/><Relationship Id="rId29"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70.svg"/><Relationship Id="rId32" Type="http://schemas.openxmlformats.org/officeDocument/2006/relationships/image" Target="../media/image78.svg"/><Relationship Id="rId5" Type="http://schemas.openxmlformats.org/officeDocument/2006/relationships/image" Target="../media/image52.svg"/><Relationship Id="rId15" Type="http://schemas.openxmlformats.org/officeDocument/2006/relationships/image" Target="../media/image62.png"/><Relationship Id="rId23" Type="http://schemas.openxmlformats.org/officeDocument/2006/relationships/image" Target="../media/image69.png"/><Relationship Id="rId28" Type="http://schemas.openxmlformats.org/officeDocument/2006/relationships/image" Target="../media/image74.svg"/><Relationship Id="rId10" Type="http://schemas.openxmlformats.org/officeDocument/2006/relationships/image" Target="../media/image57.svg"/><Relationship Id="rId19" Type="http://schemas.openxmlformats.org/officeDocument/2006/relationships/image" Target="../media/image65.png"/><Relationship Id="rId31" Type="http://schemas.openxmlformats.org/officeDocument/2006/relationships/image" Target="../media/image7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svg"/><Relationship Id="rId22" Type="http://schemas.openxmlformats.org/officeDocument/2006/relationships/image" Target="../media/image68.svg"/><Relationship Id="rId27" Type="http://schemas.openxmlformats.org/officeDocument/2006/relationships/image" Target="../media/image73.png"/><Relationship Id="rId30" Type="http://schemas.openxmlformats.org/officeDocument/2006/relationships/image" Target="../media/image76.svg"/><Relationship Id="rId35" Type="http://schemas.openxmlformats.org/officeDocument/2006/relationships/image" Target="../media/image2.png"/><Relationship Id="rId8" Type="http://schemas.openxmlformats.org/officeDocument/2006/relationships/image" Target="../media/image55.svg"/></Relationships>
</file>

<file path=ppt/slides/_rels/slide8.xml.rels><?xml version="1.0" encoding="UTF-8" standalone="yes"?>
<Relationships xmlns="http://schemas.openxmlformats.org/package/2006/relationships"><Relationship Id="rId8" Type="http://schemas.openxmlformats.org/officeDocument/2006/relationships/hyperlink" Target="https://yukijudo.com.au/more-about-judo/" TargetMode="External"/><Relationship Id="rId13" Type="http://schemas.openxmlformats.org/officeDocument/2006/relationships/image" Target="../media/image86.jpg"/><Relationship Id="rId3" Type="http://schemas.openxmlformats.org/officeDocument/2006/relationships/image" Target="../media/image81.jpg"/><Relationship Id="rId7" Type="http://schemas.openxmlformats.org/officeDocument/2006/relationships/image" Target="../media/image83.jpg"/><Relationship Id="rId12" Type="http://schemas.openxmlformats.org/officeDocument/2006/relationships/hyperlink" Target="http://www.flickr.com/photos/34186459@N00/565051733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gustigifremitja.wordpress.com/2016/05/26/practiquem-judo/" TargetMode="External"/><Relationship Id="rId11" Type="http://schemas.openxmlformats.org/officeDocument/2006/relationships/image" Target="../media/image85.jpg"/><Relationship Id="rId5" Type="http://schemas.openxmlformats.org/officeDocument/2006/relationships/image" Target="../media/image82.jpg"/><Relationship Id="rId10" Type="http://schemas.openxmlformats.org/officeDocument/2006/relationships/hyperlink" Target="https://www.freestock.com/free-photos/confident-business-man-smiling-isolated-white-144893776" TargetMode="External"/><Relationship Id="rId4" Type="http://schemas.openxmlformats.org/officeDocument/2006/relationships/hyperlink" Target="https://www.flickr.com/photos/koreanet/7696371616/" TargetMode="External"/><Relationship Id="rId9" Type="http://schemas.openxmlformats.org/officeDocument/2006/relationships/image" Target="../media/image84.jpg"/><Relationship Id="rId14" Type="http://schemas.openxmlformats.org/officeDocument/2006/relationships/hyperlink" Target="https://www.flickr.com/photos/budosport/49681987703/in/set-7215771356341760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8.svg"/><Relationship Id="rId7" Type="http://schemas.openxmlformats.org/officeDocument/2006/relationships/image" Target="../media/image92.sv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svg"/><Relationship Id="rId4" Type="http://schemas.openxmlformats.org/officeDocument/2006/relationships/image" Target="../media/image89.png"/></Relationships>
</file>

<file path=ppt/slides/_rels/slide13.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0.sv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svg"/><Relationship Id="rId18" Type="http://schemas.openxmlformats.org/officeDocument/2006/relationships/image" Target="../media/image101.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99.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98.svg"/><Relationship Id="rId5" Type="http://schemas.openxmlformats.org/officeDocument/2006/relationships/image" Target="../media/image6.svg"/><Relationship Id="rId15" Type="http://schemas.openxmlformats.org/officeDocument/2006/relationships/image" Target="../media/image10.svg"/><Relationship Id="rId10" Type="http://schemas.openxmlformats.org/officeDocument/2006/relationships/image" Target="../media/image97.png"/><Relationship Id="rId19" Type="http://schemas.openxmlformats.org/officeDocument/2006/relationships/image" Target="../media/image102.svg"/><Relationship Id="rId4" Type="http://schemas.openxmlformats.org/officeDocument/2006/relationships/image" Target="../media/image5.png"/><Relationship Id="rId9" Type="http://schemas.openxmlformats.org/officeDocument/2006/relationships/image" Target="../media/image96.svg"/><Relationship Id="rId1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3" Type="http://schemas.openxmlformats.org/officeDocument/2006/relationships/image" Target="../media/image8.svg"/><Relationship Id="rId18" Type="http://schemas.openxmlformats.org/officeDocument/2006/relationships/image" Target="../media/image11.png"/><Relationship Id="rId26" Type="http://schemas.openxmlformats.org/officeDocument/2006/relationships/image" Target="../media/image113.png"/><Relationship Id="rId3" Type="http://schemas.openxmlformats.org/officeDocument/2006/relationships/image" Target="../media/image100.svg"/><Relationship Id="rId21" Type="http://schemas.openxmlformats.org/officeDocument/2006/relationships/image" Target="../media/image108.svg"/><Relationship Id="rId7" Type="http://schemas.openxmlformats.org/officeDocument/2006/relationships/image" Target="../media/image18.svg"/><Relationship Id="rId12" Type="http://schemas.openxmlformats.org/officeDocument/2006/relationships/image" Target="../media/image7.png"/><Relationship Id="rId17" Type="http://schemas.openxmlformats.org/officeDocument/2006/relationships/image" Target="../media/image106.svg"/><Relationship Id="rId25" Type="http://schemas.openxmlformats.org/officeDocument/2006/relationships/image" Target="../media/image112.svg"/><Relationship Id="rId33" Type="http://schemas.openxmlformats.org/officeDocument/2006/relationships/image" Target="../media/image6.svg"/><Relationship Id="rId2" Type="http://schemas.openxmlformats.org/officeDocument/2006/relationships/image" Target="../media/image99.png"/><Relationship Id="rId16" Type="http://schemas.openxmlformats.org/officeDocument/2006/relationships/image" Target="../media/image105.png"/><Relationship Id="rId20" Type="http://schemas.openxmlformats.org/officeDocument/2006/relationships/image" Target="../media/image107.png"/><Relationship Id="rId29" Type="http://schemas.openxmlformats.org/officeDocument/2006/relationships/image" Target="../media/image116.sv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96.svg"/><Relationship Id="rId24" Type="http://schemas.openxmlformats.org/officeDocument/2006/relationships/image" Target="../media/image111.png"/><Relationship Id="rId32" Type="http://schemas.openxmlformats.org/officeDocument/2006/relationships/image" Target="../media/image5.png"/><Relationship Id="rId5" Type="http://schemas.openxmlformats.org/officeDocument/2006/relationships/image" Target="../media/image10.svg"/><Relationship Id="rId15" Type="http://schemas.openxmlformats.org/officeDocument/2006/relationships/image" Target="../media/image104.svg"/><Relationship Id="rId23" Type="http://schemas.openxmlformats.org/officeDocument/2006/relationships/image" Target="../media/image110.svg"/><Relationship Id="rId28" Type="http://schemas.openxmlformats.org/officeDocument/2006/relationships/image" Target="../media/image115.png"/><Relationship Id="rId10" Type="http://schemas.openxmlformats.org/officeDocument/2006/relationships/image" Target="../media/image95.png"/><Relationship Id="rId19" Type="http://schemas.openxmlformats.org/officeDocument/2006/relationships/image" Target="../media/image12.svg"/><Relationship Id="rId31" Type="http://schemas.openxmlformats.org/officeDocument/2006/relationships/image" Target="../media/image20.svg"/><Relationship Id="rId4" Type="http://schemas.openxmlformats.org/officeDocument/2006/relationships/image" Target="../media/image9.png"/><Relationship Id="rId9" Type="http://schemas.openxmlformats.org/officeDocument/2006/relationships/image" Target="../media/image102.svg"/><Relationship Id="rId14" Type="http://schemas.openxmlformats.org/officeDocument/2006/relationships/image" Target="../media/image103.png"/><Relationship Id="rId22" Type="http://schemas.openxmlformats.org/officeDocument/2006/relationships/image" Target="../media/image109.png"/><Relationship Id="rId27" Type="http://schemas.openxmlformats.org/officeDocument/2006/relationships/image" Target="../media/image114.svg"/><Relationship Id="rId30" Type="http://schemas.openxmlformats.org/officeDocument/2006/relationships/image" Target="../media/image19.png"/><Relationship Id="rId8" Type="http://schemas.openxmlformats.org/officeDocument/2006/relationships/image" Target="../media/image101.png"/></Relationships>
</file>

<file path=ppt/slides/_rels/slide21.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4.svg"/><Relationship Id="rId18" Type="http://schemas.openxmlformats.org/officeDocument/2006/relationships/image" Target="../media/image19.png"/><Relationship Id="rId3" Type="http://schemas.openxmlformats.org/officeDocument/2006/relationships/image" Target="../media/image118.svg"/><Relationship Id="rId21" Type="http://schemas.openxmlformats.org/officeDocument/2006/relationships/image" Target="../media/image98.svg"/><Relationship Id="rId7" Type="http://schemas.openxmlformats.org/officeDocument/2006/relationships/image" Target="../media/image122.svg"/><Relationship Id="rId12" Type="http://schemas.openxmlformats.org/officeDocument/2006/relationships/image" Target="../media/image3.png"/><Relationship Id="rId17" Type="http://schemas.openxmlformats.org/officeDocument/2006/relationships/image" Target="../media/image6.svg"/><Relationship Id="rId2" Type="http://schemas.openxmlformats.org/officeDocument/2006/relationships/image" Target="../media/image117.png"/><Relationship Id="rId16" Type="http://schemas.openxmlformats.org/officeDocument/2006/relationships/image" Target="../media/image5.png"/><Relationship Id="rId20"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21.png"/><Relationship Id="rId11" Type="http://schemas.openxmlformats.org/officeDocument/2006/relationships/image" Target="../media/image8.svg"/><Relationship Id="rId5" Type="http://schemas.openxmlformats.org/officeDocument/2006/relationships/image" Target="../media/image120.svg"/><Relationship Id="rId15" Type="http://schemas.openxmlformats.org/officeDocument/2006/relationships/image" Target="../media/image96.svg"/><Relationship Id="rId10" Type="http://schemas.openxmlformats.org/officeDocument/2006/relationships/image" Target="../media/image7.png"/><Relationship Id="rId19" Type="http://schemas.openxmlformats.org/officeDocument/2006/relationships/image" Target="../media/image20.svg"/><Relationship Id="rId4" Type="http://schemas.openxmlformats.org/officeDocument/2006/relationships/image" Target="../media/image119.png"/><Relationship Id="rId9" Type="http://schemas.openxmlformats.org/officeDocument/2006/relationships/image" Target="../media/image22.svg"/><Relationship Id="rId14" Type="http://schemas.openxmlformats.org/officeDocument/2006/relationships/image" Target="../media/image95.png"/></Relationships>
</file>

<file path=ppt/slides/_rels/slide24.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2.svg"/><Relationship Id="rId18" Type="http://schemas.openxmlformats.org/officeDocument/2006/relationships/image" Target="../media/image133.png"/><Relationship Id="rId3" Type="http://schemas.openxmlformats.org/officeDocument/2006/relationships/image" Target="../media/image124.svg"/><Relationship Id="rId21" Type="http://schemas.openxmlformats.org/officeDocument/2006/relationships/image" Target="../media/image106.svg"/><Relationship Id="rId7" Type="http://schemas.openxmlformats.org/officeDocument/2006/relationships/image" Target="../media/image100.svg"/><Relationship Id="rId12" Type="http://schemas.openxmlformats.org/officeDocument/2006/relationships/image" Target="../media/image11.png"/><Relationship Id="rId17" Type="http://schemas.openxmlformats.org/officeDocument/2006/relationships/image" Target="../media/image132.svg"/><Relationship Id="rId2" Type="http://schemas.openxmlformats.org/officeDocument/2006/relationships/image" Target="../media/image123.png"/><Relationship Id="rId16" Type="http://schemas.openxmlformats.org/officeDocument/2006/relationships/image" Target="../media/image131.png"/><Relationship Id="rId20"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svg"/><Relationship Id="rId5" Type="http://schemas.openxmlformats.org/officeDocument/2006/relationships/image" Target="../media/image126.svg"/><Relationship Id="rId15" Type="http://schemas.openxmlformats.org/officeDocument/2006/relationships/image" Target="../media/image130.svg"/><Relationship Id="rId10" Type="http://schemas.openxmlformats.org/officeDocument/2006/relationships/image" Target="../media/image9.png"/><Relationship Id="rId19" Type="http://schemas.openxmlformats.org/officeDocument/2006/relationships/image" Target="../media/image134.svg"/><Relationship Id="rId4" Type="http://schemas.openxmlformats.org/officeDocument/2006/relationships/image" Target="../media/image125.png"/><Relationship Id="rId9" Type="http://schemas.openxmlformats.org/officeDocument/2006/relationships/image" Target="../media/image128.svg"/><Relationship Id="rId14" Type="http://schemas.openxmlformats.org/officeDocument/2006/relationships/image" Target="../media/image129.png"/></Relationships>
</file>

<file path=ppt/slides/_rels/slide25.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36.svg"/><Relationship Id="rId18" Type="http://schemas.openxmlformats.org/officeDocument/2006/relationships/image" Target="../media/image137.png"/><Relationship Id="rId3" Type="http://schemas.openxmlformats.org/officeDocument/2006/relationships/image" Target="../media/image114.svg"/><Relationship Id="rId21" Type="http://schemas.openxmlformats.org/officeDocument/2006/relationships/image" Target="../media/image140.svg"/><Relationship Id="rId7" Type="http://schemas.openxmlformats.org/officeDocument/2006/relationships/image" Target="../media/image18.svg"/><Relationship Id="rId12" Type="http://schemas.openxmlformats.org/officeDocument/2006/relationships/image" Target="../media/image135.png"/><Relationship Id="rId17" Type="http://schemas.openxmlformats.org/officeDocument/2006/relationships/image" Target="../media/image16.svg"/><Relationship Id="rId2" Type="http://schemas.openxmlformats.org/officeDocument/2006/relationships/image" Target="../media/image113.png"/><Relationship Id="rId16" Type="http://schemas.openxmlformats.org/officeDocument/2006/relationships/image" Target="../media/image15.png"/><Relationship Id="rId20"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16.svg"/><Relationship Id="rId5" Type="http://schemas.openxmlformats.org/officeDocument/2006/relationships/image" Target="../media/image14.svg"/><Relationship Id="rId15" Type="http://schemas.openxmlformats.org/officeDocument/2006/relationships/image" Target="../media/image104.svg"/><Relationship Id="rId10" Type="http://schemas.openxmlformats.org/officeDocument/2006/relationships/image" Target="../media/image115.png"/><Relationship Id="rId19" Type="http://schemas.openxmlformats.org/officeDocument/2006/relationships/image" Target="../media/image138.svg"/><Relationship Id="rId4" Type="http://schemas.openxmlformats.org/officeDocument/2006/relationships/image" Target="../media/image13.png"/><Relationship Id="rId9" Type="http://schemas.openxmlformats.org/officeDocument/2006/relationships/image" Target="../media/image102.svg"/><Relationship Id="rId14" Type="http://schemas.openxmlformats.org/officeDocument/2006/relationships/image" Target="../media/image10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74.svg"/><Relationship Id="rId7" Type="http://schemas.openxmlformats.org/officeDocument/2006/relationships/image" Target="../media/image76.svg"/><Relationship Id="rId12" Type="http://schemas.openxmlformats.org/officeDocument/2006/relationships/image" Target="../media/image80.svg"/><Relationship Id="rId2" Type="http://schemas.openxmlformats.org/officeDocument/2006/relationships/image" Target="../media/image73.png"/><Relationship Id="rId1" Type="http://schemas.openxmlformats.org/officeDocument/2006/relationships/slideLayout" Target="../slideLayouts/slideLayout15.xml"/><Relationship Id="rId6" Type="http://schemas.openxmlformats.org/officeDocument/2006/relationships/image" Target="../media/image75.png"/><Relationship Id="rId11" Type="http://schemas.openxmlformats.org/officeDocument/2006/relationships/image" Target="../media/image79.png"/><Relationship Id="rId5" Type="http://schemas.openxmlformats.org/officeDocument/2006/relationships/image" Target="../media/image61.svg"/><Relationship Id="rId10" Type="http://schemas.openxmlformats.org/officeDocument/2006/relationships/image" Target="../media/image78.svg"/><Relationship Id="rId4" Type="http://schemas.openxmlformats.org/officeDocument/2006/relationships/image" Target="../media/image60.png"/><Relationship Id="rId9" Type="http://schemas.openxmlformats.org/officeDocument/2006/relationships/image" Target="../media/image7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6.svg"/><Relationship Id="rId7" Type="http://schemas.openxmlformats.org/officeDocument/2006/relationships/image" Target="../media/image56.png"/><Relationship Id="rId2" Type="http://schemas.openxmlformats.org/officeDocument/2006/relationships/image" Target="../media/image65.png"/><Relationship Id="rId1" Type="http://schemas.openxmlformats.org/officeDocument/2006/relationships/slideLayout" Target="../slideLayouts/slideLayout15.xml"/><Relationship Id="rId6" Type="http://schemas.openxmlformats.org/officeDocument/2006/relationships/image" Target="../media/image53.png"/><Relationship Id="rId5" Type="http://schemas.openxmlformats.org/officeDocument/2006/relationships/image" Target="../media/image67.sv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15.xml"/><Relationship Id="rId6" Type="http://schemas.openxmlformats.org/officeDocument/2006/relationships/image" Target="../media/image53.png"/><Relationship Id="rId5" Type="http://schemas.openxmlformats.org/officeDocument/2006/relationships/image" Target="../media/image72.svg"/><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svg"/><Relationship Id="rId18" Type="http://schemas.openxmlformats.org/officeDocument/2006/relationships/image" Target="../media/image157.png"/><Relationship Id="rId26" Type="http://schemas.openxmlformats.org/officeDocument/2006/relationships/image" Target="../media/image165.png"/><Relationship Id="rId3" Type="http://schemas.openxmlformats.org/officeDocument/2006/relationships/image" Target="../media/image142.svg"/><Relationship Id="rId21" Type="http://schemas.openxmlformats.org/officeDocument/2006/relationships/image" Target="../media/image160.svg"/><Relationship Id="rId7" Type="http://schemas.openxmlformats.org/officeDocument/2006/relationships/image" Target="../media/image146.svg"/><Relationship Id="rId12" Type="http://schemas.openxmlformats.org/officeDocument/2006/relationships/image" Target="../media/image151.png"/><Relationship Id="rId17" Type="http://schemas.openxmlformats.org/officeDocument/2006/relationships/image" Target="../media/image156.svg"/><Relationship Id="rId25" Type="http://schemas.openxmlformats.org/officeDocument/2006/relationships/image" Target="../media/image164.svg"/><Relationship Id="rId2" Type="http://schemas.openxmlformats.org/officeDocument/2006/relationships/image" Target="../media/image141.png"/><Relationship Id="rId16" Type="http://schemas.openxmlformats.org/officeDocument/2006/relationships/image" Target="../media/image155.png"/><Relationship Id="rId20" Type="http://schemas.openxmlformats.org/officeDocument/2006/relationships/image" Target="../media/image159.png"/><Relationship Id="rId29" Type="http://schemas.openxmlformats.org/officeDocument/2006/relationships/image" Target="../media/image168.png"/><Relationship Id="rId1" Type="http://schemas.openxmlformats.org/officeDocument/2006/relationships/slideLayout" Target="../slideLayouts/slideLayout9.xml"/><Relationship Id="rId6" Type="http://schemas.openxmlformats.org/officeDocument/2006/relationships/image" Target="../media/image145.png"/><Relationship Id="rId11" Type="http://schemas.openxmlformats.org/officeDocument/2006/relationships/image" Target="../media/image150.svg"/><Relationship Id="rId24" Type="http://schemas.openxmlformats.org/officeDocument/2006/relationships/image" Target="../media/image163.png"/><Relationship Id="rId5" Type="http://schemas.openxmlformats.org/officeDocument/2006/relationships/image" Target="../media/image144.svg"/><Relationship Id="rId15" Type="http://schemas.openxmlformats.org/officeDocument/2006/relationships/image" Target="../media/image154.svg"/><Relationship Id="rId23" Type="http://schemas.openxmlformats.org/officeDocument/2006/relationships/image" Target="../media/image162.svg"/><Relationship Id="rId28" Type="http://schemas.openxmlformats.org/officeDocument/2006/relationships/image" Target="../media/image167.svg"/><Relationship Id="rId10" Type="http://schemas.openxmlformats.org/officeDocument/2006/relationships/image" Target="../media/image149.png"/><Relationship Id="rId19" Type="http://schemas.openxmlformats.org/officeDocument/2006/relationships/image" Target="../media/image158.svg"/><Relationship Id="rId4" Type="http://schemas.openxmlformats.org/officeDocument/2006/relationships/image" Target="../media/image143.png"/><Relationship Id="rId9" Type="http://schemas.openxmlformats.org/officeDocument/2006/relationships/image" Target="../media/image148.svg"/><Relationship Id="rId14" Type="http://schemas.openxmlformats.org/officeDocument/2006/relationships/image" Target="../media/image153.png"/><Relationship Id="rId22" Type="http://schemas.openxmlformats.org/officeDocument/2006/relationships/image" Target="../media/image161.png"/><Relationship Id="rId27" Type="http://schemas.openxmlformats.org/officeDocument/2006/relationships/image" Target="../media/image166.svg"/><Relationship Id="rId30" Type="http://schemas.openxmlformats.org/officeDocument/2006/relationships/image" Target="../media/image169.svg"/></Relationships>
</file>

<file path=ppt/slides/_rels/slide35.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77.svg"/><Relationship Id="rId3" Type="http://schemas.openxmlformats.org/officeDocument/2006/relationships/image" Target="../media/image152.svg"/><Relationship Id="rId7" Type="http://schemas.openxmlformats.org/officeDocument/2006/relationships/image" Target="../media/image173.svg"/><Relationship Id="rId12" Type="http://schemas.openxmlformats.org/officeDocument/2006/relationships/image" Target="../media/image176.png"/><Relationship Id="rId2" Type="http://schemas.openxmlformats.org/officeDocument/2006/relationships/image" Target="../media/image151.png"/><Relationship Id="rId1" Type="http://schemas.openxmlformats.org/officeDocument/2006/relationships/slideLayout" Target="../slideLayouts/slideLayout9.xml"/><Relationship Id="rId6" Type="http://schemas.openxmlformats.org/officeDocument/2006/relationships/image" Target="../media/image172.png"/><Relationship Id="rId11" Type="http://schemas.openxmlformats.org/officeDocument/2006/relationships/image" Target="../media/image175.svg"/><Relationship Id="rId5" Type="http://schemas.openxmlformats.org/officeDocument/2006/relationships/image" Target="../media/image171.svg"/><Relationship Id="rId10" Type="http://schemas.openxmlformats.org/officeDocument/2006/relationships/image" Target="../media/image174.png"/><Relationship Id="rId4" Type="http://schemas.openxmlformats.org/officeDocument/2006/relationships/image" Target="../media/image170.png"/><Relationship Id="rId9" Type="http://schemas.openxmlformats.org/officeDocument/2006/relationships/image" Target="../media/image158.svg"/></Relationships>
</file>

<file path=ppt/slides/_rels/slide36.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8.svg"/><Relationship Id="rId18" Type="http://schemas.openxmlformats.org/officeDocument/2006/relationships/image" Target="../media/image189.png"/><Relationship Id="rId3" Type="http://schemas.openxmlformats.org/officeDocument/2006/relationships/image" Target="../media/image179.svg"/><Relationship Id="rId7" Type="http://schemas.openxmlformats.org/officeDocument/2006/relationships/image" Target="../media/image180.svg"/><Relationship Id="rId12" Type="http://schemas.openxmlformats.org/officeDocument/2006/relationships/image" Target="../media/image7.png"/><Relationship Id="rId17" Type="http://schemas.openxmlformats.org/officeDocument/2006/relationships/image" Target="../media/image188.svg"/><Relationship Id="rId2" Type="http://schemas.openxmlformats.org/officeDocument/2006/relationships/image" Target="../media/image178.png"/><Relationship Id="rId16" Type="http://schemas.openxmlformats.org/officeDocument/2006/relationships/image" Target="../media/image187.png"/><Relationship Id="rId1" Type="http://schemas.openxmlformats.org/officeDocument/2006/relationships/slideLayout" Target="../slideLayouts/slideLayout9.xml"/><Relationship Id="rId6" Type="http://schemas.openxmlformats.org/officeDocument/2006/relationships/image" Target="../media/image71.png"/><Relationship Id="rId11" Type="http://schemas.openxmlformats.org/officeDocument/2006/relationships/image" Target="../media/image184.svg"/><Relationship Id="rId5" Type="http://schemas.openxmlformats.org/officeDocument/2006/relationships/image" Target="../media/image152.svg"/><Relationship Id="rId15" Type="http://schemas.openxmlformats.org/officeDocument/2006/relationships/image" Target="../media/image186.svg"/><Relationship Id="rId10" Type="http://schemas.openxmlformats.org/officeDocument/2006/relationships/image" Target="../media/image183.png"/><Relationship Id="rId19" Type="http://schemas.openxmlformats.org/officeDocument/2006/relationships/image" Target="../media/image190.svg"/><Relationship Id="rId4" Type="http://schemas.openxmlformats.org/officeDocument/2006/relationships/image" Target="../media/image151.png"/><Relationship Id="rId9" Type="http://schemas.openxmlformats.org/officeDocument/2006/relationships/image" Target="../media/image182.svg"/><Relationship Id="rId14" Type="http://schemas.openxmlformats.org/officeDocument/2006/relationships/image" Target="../media/image185.png"/></Relationships>
</file>

<file path=ppt/slides/_rels/slide37.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7.svg"/><Relationship Id="rId3" Type="http://schemas.openxmlformats.org/officeDocument/2006/relationships/image" Target="../media/image192.svg"/><Relationship Id="rId7" Type="http://schemas.openxmlformats.org/officeDocument/2006/relationships/image" Target="../media/image158.svg"/><Relationship Id="rId12" Type="http://schemas.openxmlformats.org/officeDocument/2006/relationships/image" Target="../media/image196.png"/><Relationship Id="rId2" Type="http://schemas.openxmlformats.org/officeDocument/2006/relationships/image" Target="../media/image191.png"/><Relationship Id="rId1" Type="http://schemas.openxmlformats.org/officeDocument/2006/relationships/slideLayout" Target="../slideLayouts/slideLayout9.xml"/><Relationship Id="rId6" Type="http://schemas.openxmlformats.org/officeDocument/2006/relationships/image" Target="../media/image157.png"/><Relationship Id="rId11" Type="http://schemas.openxmlformats.org/officeDocument/2006/relationships/image" Target="../media/image195.svg"/><Relationship Id="rId5" Type="http://schemas.openxmlformats.org/officeDocument/2006/relationships/image" Target="../media/image184.svg"/><Relationship Id="rId15" Type="http://schemas.openxmlformats.org/officeDocument/2006/relationships/image" Target="../media/image199.svg"/><Relationship Id="rId10" Type="http://schemas.openxmlformats.org/officeDocument/2006/relationships/image" Target="../media/image181.png"/><Relationship Id="rId4" Type="http://schemas.openxmlformats.org/officeDocument/2006/relationships/image" Target="../media/image183.png"/><Relationship Id="rId9" Type="http://schemas.openxmlformats.org/officeDocument/2006/relationships/image" Target="../media/image194.svg"/><Relationship Id="rId14" Type="http://schemas.openxmlformats.org/officeDocument/2006/relationships/image" Target="../media/image198.png"/></Relationships>
</file>

<file path=ppt/slides/_rels/slide38.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7.svg"/><Relationship Id="rId3" Type="http://schemas.openxmlformats.org/officeDocument/2006/relationships/image" Target="../media/image192.svg"/><Relationship Id="rId7" Type="http://schemas.openxmlformats.org/officeDocument/2006/relationships/image" Target="../media/image158.svg"/><Relationship Id="rId12" Type="http://schemas.openxmlformats.org/officeDocument/2006/relationships/image" Target="../media/image196.png"/><Relationship Id="rId2" Type="http://schemas.openxmlformats.org/officeDocument/2006/relationships/image" Target="../media/image191.png"/><Relationship Id="rId1" Type="http://schemas.openxmlformats.org/officeDocument/2006/relationships/slideLayout" Target="../slideLayouts/slideLayout9.xml"/><Relationship Id="rId6" Type="http://schemas.openxmlformats.org/officeDocument/2006/relationships/image" Target="../media/image157.png"/><Relationship Id="rId11" Type="http://schemas.openxmlformats.org/officeDocument/2006/relationships/image" Target="../media/image195.svg"/><Relationship Id="rId5" Type="http://schemas.openxmlformats.org/officeDocument/2006/relationships/image" Target="../media/image184.svg"/><Relationship Id="rId15" Type="http://schemas.openxmlformats.org/officeDocument/2006/relationships/image" Target="../media/image199.svg"/><Relationship Id="rId10" Type="http://schemas.openxmlformats.org/officeDocument/2006/relationships/image" Target="../media/image181.png"/><Relationship Id="rId4" Type="http://schemas.openxmlformats.org/officeDocument/2006/relationships/image" Target="../media/image183.png"/><Relationship Id="rId9" Type="http://schemas.openxmlformats.org/officeDocument/2006/relationships/image" Target="../media/image194.svg"/><Relationship Id="rId14" Type="http://schemas.openxmlformats.org/officeDocument/2006/relationships/image" Target="../media/image198.png"/></Relationships>
</file>

<file path=ppt/slides/_rels/slide39.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209.svg"/><Relationship Id="rId18" Type="http://schemas.openxmlformats.org/officeDocument/2006/relationships/image" Target="../media/image187.png"/><Relationship Id="rId3" Type="http://schemas.openxmlformats.org/officeDocument/2006/relationships/image" Target="../media/image201.svg"/><Relationship Id="rId21" Type="http://schemas.openxmlformats.org/officeDocument/2006/relationships/image" Target="../media/image215.svg"/><Relationship Id="rId7" Type="http://schemas.openxmlformats.org/officeDocument/2006/relationships/image" Target="../media/image205.svg"/><Relationship Id="rId12" Type="http://schemas.openxmlformats.org/officeDocument/2006/relationships/image" Target="../media/image208.png"/><Relationship Id="rId17" Type="http://schemas.openxmlformats.org/officeDocument/2006/relationships/image" Target="../media/image213.svg"/><Relationship Id="rId25" Type="http://schemas.openxmlformats.org/officeDocument/2006/relationships/image" Target="../media/image194.svg"/><Relationship Id="rId2" Type="http://schemas.openxmlformats.org/officeDocument/2006/relationships/image" Target="../media/image200.png"/><Relationship Id="rId16" Type="http://schemas.openxmlformats.org/officeDocument/2006/relationships/image" Target="../media/image212.png"/><Relationship Id="rId20" Type="http://schemas.openxmlformats.org/officeDocument/2006/relationships/image" Target="../media/image214.png"/><Relationship Id="rId1" Type="http://schemas.openxmlformats.org/officeDocument/2006/relationships/slideLayout" Target="../slideLayouts/slideLayout9.xml"/><Relationship Id="rId6" Type="http://schemas.openxmlformats.org/officeDocument/2006/relationships/image" Target="../media/image204.png"/><Relationship Id="rId11" Type="http://schemas.openxmlformats.org/officeDocument/2006/relationships/image" Target="../media/image207.svg"/><Relationship Id="rId24" Type="http://schemas.openxmlformats.org/officeDocument/2006/relationships/image" Target="../media/image193.png"/><Relationship Id="rId5" Type="http://schemas.openxmlformats.org/officeDocument/2006/relationships/image" Target="../media/image203.svg"/><Relationship Id="rId15" Type="http://schemas.openxmlformats.org/officeDocument/2006/relationships/image" Target="../media/image211.svg"/><Relationship Id="rId23" Type="http://schemas.openxmlformats.org/officeDocument/2006/relationships/image" Target="../media/image190.svg"/><Relationship Id="rId10" Type="http://schemas.openxmlformats.org/officeDocument/2006/relationships/image" Target="../media/image206.png"/><Relationship Id="rId19" Type="http://schemas.openxmlformats.org/officeDocument/2006/relationships/image" Target="../media/image188.svg"/><Relationship Id="rId4" Type="http://schemas.openxmlformats.org/officeDocument/2006/relationships/image" Target="../media/image202.png"/><Relationship Id="rId9" Type="http://schemas.openxmlformats.org/officeDocument/2006/relationships/image" Target="../media/image158.svg"/><Relationship Id="rId14" Type="http://schemas.openxmlformats.org/officeDocument/2006/relationships/image" Target="../media/image210.png"/><Relationship Id="rId22" Type="http://schemas.openxmlformats.org/officeDocument/2006/relationships/image" Target="../media/image189.png"/></Relationships>
</file>

<file path=ppt/slides/_rels/slide40.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07.svg"/><Relationship Id="rId18" Type="http://schemas.openxmlformats.org/officeDocument/2006/relationships/image" Target="../media/image226.png"/><Relationship Id="rId3" Type="http://schemas.openxmlformats.org/officeDocument/2006/relationships/image" Target="../media/image201.svg"/><Relationship Id="rId21" Type="http://schemas.openxmlformats.org/officeDocument/2006/relationships/image" Target="../media/image229.svg"/><Relationship Id="rId7" Type="http://schemas.openxmlformats.org/officeDocument/2006/relationships/image" Target="../media/image219.svg"/><Relationship Id="rId12" Type="http://schemas.openxmlformats.org/officeDocument/2006/relationships/image" Target="../media/image206.png"/><Relationship Id="rId17" Type="http://schemas.openxmlformats.org/officeDocument/2006/relationships/image" Target="../media/image225.svg"/><Relationship Id="rId2" Type="http://schemas.openxmlformats.org/officeDocument/2006/relationships/image" Target="../media/image200.png"/><Relationship Id="rId16" Type="http://schemas.openxmlformats.org/officeDocument/2006/relationships/image" Target="../media/image224.png"/><Relationship Id="rId20" Type="http://schemas.openxmlformats.org/officeDocument/2006/relationships/image" Target="../media/image228.png"/><Relationship Id="rId1" Type="http://schemas.openxmlformats.org/officeDocument/2006/relationships/slideLayout" Target="../slideLayouts/slideLayout9.xml"/><Relationship Id="rId6" Type="http://schemas.openxmlformats.org/officeDocument/2006/relationships/image" Target="../media/image218.png"/><Relationship Id="rId11" Type="http://schemas.openxmlformats.org/officeDocument/2006/relationships/image" Target="../media/image223.svg"/><Relationship Id="rId5" Type="http://schemas.openxmlformats.org/officeDocument/2006/relationships/image" Target="../media/image217.svg"/><Relationship Id="rId15" Type="http://schemas.openxmlformats.org/officeDocument/2006/relationships/image" Target="../media/image158.svg"/><Relationship Id="rId23" Type="http://schemas.openxmlformats.org/officeDocument/2006/relationships/image" Target="../media/image231.svg"/><Relationship Id="rId10" Type="http://schemas.openxmlformats.org/officeDocument/2006/relationships/image" Target="../media/image222.png"/><Relationship Id="rId19" Type="http://schemas.openxmlformats.org/officeDocument/2006/relationships/image" Target="../media/image227.svg"/><Relationship Id="rId4" Type="http://schemas.openxmlformats.org/officeDocument/2006/relationships/image" Target="../media/image216.png"/><Relationship Id="rId9" Type="http://schemas.openxmlformats.org/officeDocument/2006/relationships/image" Target="../media/image221.svg"/><Relationship Id="rId14" Type="http://schemas.openxmlformats.org/officeDocument/2006/relationships/image" Target="../media/image157.png"/><Relationship Id="rId22" Type="http://schemas.openxmlformats.org/officeDocument/2006/relationships/image" Target="../media/image230.png"/></Relationships>
</file>

<file path=ppt/slides/_rels/slide41.xml.rels><?xml version="1.0" encoding="UTF-8" standalone="yes"?>
<Relationships xmlns="http://schemas.openxmlformats.org/package/2006/relationships"><Relationship Id="rId8" Type="http://schemas.openxmlformats.org/officeDocument/2006/relationships/image" Target="../media/image236.png"/><Relationship Id="rId13" Type="http://schemas.openxmlformats.org/officeDocument/2006/relationships/image" Target="../media/image241.svg"/><Relationship Id="rId18" Type="http://schemas.openxmlformats.org/officeDocument/2006/relationships/image" Target="../media/image174.png"/><Relationship Id="rId3" Type="http://schemas.openxmlformats.org/officeDocument/2006/relationships/image" Target="../media/image229.svg"/><Relationship Id="rId7" Type="http://schemas.openxmlformats.org/officeDocument/2006/relationships/image" Target="../media/image235.svg"/><Relationship Id="rId12" Type="http://schemas.openxmlformats.org/officeDocument/2006/relationships/image" Target="../media/image240.png"/><Relationship Id="rId17" Type="http://schemas.openxmlformats.org/officeDocument/2006/relationships/image" Target="../media/image188.svg"/><Relationship Id="rId2" Type="http://schemas.openxmlformats.org/officeDocument/2006/relationships/image" Target="../media/image228.png"/><Relationship Id="rId16" Type="http://schemas.openxmlformats.org/officeDocument/2006/relationships/image" Target="../media/image187.png"/><Relationship Id="rId1" Type="http://schemas.openxmlformats.org/officeDocument/2006/relationships/slideLayout" Target="../slideLayouts/slideLayout9.xml"/><Relationship Id="rId6" Type="http://schemas.openxmlformats.org/officeDocument/2006/relationships/image" Target="../media/image234.png"/><Relationship Id="rId11" Type="http://schemas.openxmlformats.org/officeDocument/2006/relationships/image" Target="../media/image239.svg"/><Relationship Id="rId5" Type="http://schemas.openxmlformats.org/officeDocument/2006/relationships/image" Target="../media/image233.svg"/><Relationship Id="rId15" Type="http://schemas.openxmlformats.org/officeDocument/2006/relationships/image" Target="../media/image243.svg"/><Relationship Id="rId10" Type="http://schemas.openxmlformats.org/officeDocument/2006/relationships/image" Target="../media/image238.png"/><Relationship Id="rId19" Type="http://schemas.openxmlformats.org/officeDocument/2006/relationships/image" Target="../media/image175.svg"/><Relationship Id="rId4" Type="http://schemas.openxmlformats.org/officeDocument/2006/relationships/image" Target="../media/image232.png"/><Relationship Id="rId9" Type="http://schemas.openxmlformats.org/officeDocument/2006/relationships/image" Target="../media/image237.svg"/><Relationship Id="rId14" Type="http://schemas.openxmlformats.org/officeDocument/2006/relationships/image" Target="../media/image242.png"/></Relationships>
</file>

<file path=ppt/slides/_rels/slide42.xml.rels><?xml version="1.0" encoding="UTF-8" standalone="yes"?>
<Relationships xmlns="http://schemas.openxmlformats.org/package/2006/relationships"><Relationship Id="rId8" Type="http://schemas.openxmlformats.org/officeDocument/2006/relationships/image" Target="../media/image246.png"/><Relationship Id="rId13" Type="http://schemas.openxmlformats.org/officeDocument/2006/relationships/image" Target="../media/image251.svg"/><Relationship Id="rId18" Type="http://schemas.openxmlformats.org/officeDocument/2006/relationships/image" Target="../media/image256.png"/><Relationship Id="rId3" Type="http://schemas.openxmlformats.org/officeDocument/2006/relationships/image" Target="../media/image229.svg"/><Relationship Id="rId21" Type="http://schemas.openxmlformats.org/officeDocument/2006/relationships/image" Target="../media/image180.svg"/><Relationship Id="rId7" Type="http://schemas.openxmlformats.org/officeDocument/2006/relationships/image" Target="../media/image245.svg"/><Relationship Id="rId12" Type="http://schemas.openxmlformats.org/officeDocument/2006/relationships/image" Target="../media/image250.png"/><Relationship Id="rId17" Type="http://schemas.openxmlformats.org/officeDocument/2006/relationships/image" Target="../media/image255.svg"/><Relationship Id="rId25" Type="http://schemas.openxmlformats.org/officeDocument/2006/relationships/image" Target="../media/image259.svg"/><Relationship Id="rId2" Type="http://schemas.openxmlformats.org/officeDocument/2006/relationships/image" Target="../media/image228.png"/><Relationship Id="rId16" Type="http://schemas.openxmlformats.org/officeDocument/2006/relationships/image" Target="../media/image254.png"/><Relationship Id="rId20" Type="http://schemas.openxmlformats.org/officeDocument/2006/relationships/image" Target="../media/image71.png"/><Relationship Id="rId1" Type="http://schemas.openxmlformats.org/officeDocument/2006/relationships/slideLayout" Target="../slideLayouts/slideLayout9.xml"/><Relationship Id="rId6" Type="http://schemas.openxmlformats.org/officeDocument/2006/relationships/image" Target="../media/image244.png"/><Relationship Id="rId11" Type="http://schemas.openxmlformats.org/officeDocument/2006/relationships/image" Target="../media/image249.svg"/><Relationship Id="rId24" Type="http://schemas.openxmlformats.org/officeDocument/2006/relationships/image" Target="../media/image7.png"/><Relationship Id="rId5" Type="http://schemas.openxmlformats.org/officeDocument/2006/relationships/image" Target="../media/image213.svg"/><Relationship Id="rId15" Type="http://schemas.openxmlformats.org/officeDocument/2006/relationships/image" Target="../media/image253.svg"/><Relationship Id="rId23" Type="http://schemas.openxmlformats.org/officeDocument/2006/relationships/image" Target="../media/image258.svg"/><Relationship Id="rId10" Type="http://schemas.openxmlformats.org/officeDocument/2006/relationships/image" Target="../media/image248.png"/><Relationship Id="rId19" Type="http://schemas.openxmlformats.org/officeDocument/2006/relationships/image" Target="../media/image257.svg"/><Relationship Id="rId4" Type="http://schemas.openxmlformats.org/officeDocument/2006/relationships/image" Target="../media/image212.png"/><Relationship Id="rId9" Type="http://schemas.openxmlformats.org/officeDocument/2006/relationships/image" Target="../media/image247.svg"/><Relationship Id="rId14" Type="http://schemas.openxmlformats.org/officeDocument/2006/relationships/image" Target="../media/image252.png"/><Relationship Id="rId22" Type="http://schemas.openxmlformats.org/officeDocument/2006/relationships/image" Target="../media/image183.png"/></Relationships>
</file>

<file path=ppt/slides/_rels/slide43.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269.svg"/><Relationship Id="rId3" Type="http://schemas.openxmlformats.org/officeDocument/2006/relationships/image" Target="../media/image261.svg"/><Relationship Id="rId7" Type="http://schemas.openxmlformats.org/officeDocument/2006/relationships/image" Target="../media/image265.svg"/><Relationship Id="rId12" Type="http://schemas.openxmlformats.org/officeDocument/2006/relationships/image" Target="../media/image268.png"/><Relationship Id="rId2" Type="http://schemas.openxmlformats.org/officeDocument/2006/relationships/image" Target="../media/image260.png"/><Relationship Id="rId1" Type="http://schemas.openxmlformats.org/officeDocument/2006/relationships/slideLayout" Target="../slideLayouts/slideLayout9.xml"/><Relationship Id="rId6" Type="http://schemas.openxmlformats.org/officeDocument/2006/relationships/image" Target="../media/image264.png"/><Relationship Id="rId11" Type="http://schemas.openxmlformats.org/officeDocument/2006/relationships/image" Target="../media/image267.svg"/><Relationship Id="rId5" Type="http://schemas.openxmlformats.org/officeDocument/2006/relationships/image" Target="../media/image263.svg"/><Relationship Id="rId15" Type="http://schemas.openxmlformats.org/officeDocument/2006/relationships/image" Target="../media/image271.svg"/><Relationship Id="rId10" Type="http://schemas.openxmlformats.org/officeDocument/2006/relationships/image" Target="../media/image266.png"/><Relationship Id="rId4" Type="http://schemas.openxmlformats.org/officeDocument/2006/relationships/image" Target="../media/image262.png"/><Relationship Id="rId9" Type="http://schemas.openxmlformats.org/officeDocument/2006/relationships/image" Target="../media/image158.svg"/><Relationship Id="rId14" Type="http://schemas.openxmlformats.org/officeDocument/2006/relationships/image" Target="../media/image270.png"/></Relationships>
</file>

<file path=ppt/slides/_rels/slide44.xml.rels><?xml version="1.0" encoding="UTF-8" standalone="yes"?>
<Relationships xmlns="http://schemas.openxmlformats.org/package/2006/relationships"><Relationship Id="rId3" Type="http://schemas.openxmlformats.org/officeDocument/2006/relationships/image" Target="../media/image271.svg"/><Relationship Id="rId7" Type="http://schemas.openxmlformats.org/officeDocument/2006/relationships/image" Target="../media/image275.svg"/><Relationship Id="rId2" Type="http://schemas.openxmlformats.org/officeDocument/2006/relationships/image" Target="../media/image270.png"/><Relationship Id="rId1" Type="http://schemas.openxmlformats.org/officeDocument/2006/relationships/slideLayout" Target="../slideLayouts/slideLayout9.xml"/><Relationship Id="rId6" Type="http://schemas.openxmlformats.org/officeDocument/2006/relationships/image" Target="../media/image274.png"/><Relationship Id="rId5" Type="http://schemas.openxmlformats.org/officeDocument/2006/relationships/image" Target="../media/image273.svg"/><Relationship Id="rId4" Type="http://schemas.openxmlformats.org/officeDocument/2006/relationships/image" Target="../media/image272.png"/></Relationships>
</file>

<file path=ppt/slides/_rels/slide45.xml.rels><?xml version="1.0" encoding="UTF-8" standalone="yes"?>
<Relationships xmlns="http://schemas.openxmlformats.org/package/2006/relationships"><Relationship Id="rId8" Type="http://schemas.openxmlformats.org/officeDocument/2006/relationships/image" Target="../media/image282.png"/><Relationship Id="rId13" Type="http://schemas.openxmlformats.org/officeDocument/2006/relationships/image" Target="../media/image287.svg"/><Relationship Id="rId3" Type="http://schemas.openxmlformats.org/officeDocument/2006/relationships/image" Target="../media/image277.svg"/><Relationship Id="rId7" Type="http://schemas.openxmlformats.org/officeDocument/2006/relationships/image" Target="../media/image281.svg"/><Relationship Id="rId12" Type="http://schemas.openxmlformats.org/officeDocument/2006/relationships/image" Target="../media/image286.png"/><Relationship Id="rId17" Type="http://schemas.openxmlformats.org/officeDocument/2006/relationships/image" Target="../media/image291.svg"/><Relationship Id="rId2" Type="http://schemas.openxmlformats.org/officeDocument/2006/relationships/image" Target="../media/image276.png"/><Relationship Id="rId16" Type="http://schemas.openxmlformats.org/officeDocument/2006/relationships/image" Target="../media/image290.png"/><Relationship Id="rId1" Type="http://schemas.openxmlformats.org/officeDocument/2006/relationships/slideLayout" Target="../slideLayouts/slideLayout9.xml"/><Relationship Id="rId6" Type="http://schemas.openxmlformats.org/officeDocument/2006/relationships/image" Target="../media/image280.png"/><Relationship Id="rId11" Type="http://schemas.openxmlformats.org/officeDocument/2006/relationships/image" Target="../media/image285.svg"/><Relationship Id="rId5" Type="http://schemas.openxmlformats.org/officeDocument/2006/relationships/image" Target="../media/image279.svg"/><Relationship Id="rId15" Type="http://schemas.openxmlformats.org/officeDocument/2006/relationships/image" Target="../media/image289.svg"/><Relationship Id="rId10" Type="http://schemas.openxmlformats.org/officeDocument/2006/relationships/image" Target="../media/image284.png"/><Relationship Id="rId4" Type="http://schemas.openxmlformats.org/officeDocument/2006/relationships/image" Target="../media/image278.png"/><Relationship Id="rId9" Type="http://schemas.openxmlformats.org/officeDocument/2006/relationships/image" Target="../media/image283.svg"/><Relationship Id="rId14" Type="http://schemas.openxmlformats.org/officeDocument/2006/relationships/image" Target="../media/image288.png"/></Relationships>
</file>

<file path=ppt/slides/_rels/slide46.xml.rels><?xml version="1.0" encoding="UTF-8" standalone="yes"?>
<Relationships xmlns="http://schemas.openxmlformats.org/package/2006/relationships"><Relationship Id="rId8" Type="http://schemas.openxmlformats.org/officeDocument/2006/relationships/image" Target="../media/image296.png"/><Relationship Id="rId13" Type="http://schemas.openxmlformats.org/officeDocument/2006/relationships/image" Target="../media/image249.svg"/><Relationship Id="rId18" Type="http://schemas.openxmlformats.org/officeDocument/2006/relationships/image" Target="../media/image302.png"/><Relationship Id="rId3" Type="http://schemas.openxmlformats.org/officeDocument/2006/relationships/image" Target="../media/image281.svg"/><Relationship Id="rId21" Type="http://schemas.openxmlformats.org/officeDocument/2006/relationships/image" Target="../media/image305.svg"/><Relationship Id="rId7" Type="http://schemas.openxmlformats.org/officeDocument/2006/relationships/image" Target="../media/image295.svg"/><Relationship Id="rId12" Type="http://schemas.openxmlformats.org/officeDocument/2006/relationships/image" Target="../media/image248.png"/><Relationship Id="rId17" Type="http://schemas.openxmlformats.org/officeDocument/2006/relationships/image" Target="../media/image301.svg"/><Relationship Id="rId2" Type="http://schemas.openxmlformats.org/officeDocument/2006/relationships/image" Target="../media/image280.png"/><Relationship Id="rId16" Type="http://schemas.openxmlformats.org/officeDocument/2006/relationships/image" Target="../media/image300.png"/><Relationship Id="rId20" Type="http://schemas.openxmlformats.org/officeDocument/2006/relationships/image" Target="../media/image304.png"/><Relationship Id="rId1" Type="http://schemas.openxmlformats.org/officeDocument/2006/relationships/slideLayout" Target="../slideLayouts/slideLayout9.xml"/><Relationship Id="rId6" Type="http://schemas.openxmlformats.org/officeDocument/2006/relationships/image" Target="../media/image294.png"/><Relationship Id="rId11" Type="http://schemas.openxmlformats.org/officeDocument/2006/relationships/image" Target="../media/image299.svg"/><Relationship Id="rId5" Type="http://schemas.openxmlformats.org/officeDocument/2006/relationships/image" Target="../media/image293.svg"/><Relationship Id="rId15" Type="http://schemas.openxmlformats.org/officeDocument/2006/relationships/image" Target="../media/image251.svg"/><Relationship Id="rId23" Type="http://schemas.openxmlformats.org/officeDocument/2006/relationships/image" Target="../media/image307.svg"/><Relationship Id="rId10" Type="http://schemas.openxmlformats.org/officeDocument/2006/relationships/image" Target="../media/image298.png"/><Relationship Id="rId19" Type="http://schemas.openxmlformats.org/officeDocument/2006/relationships/image" Target="../media/image303.svg"/><Relationship Id="rId4" Type="http://schemas.openxmlformats.org/officeDocument/2006/relationships/image" Target="../media/image292.png"/><Relationship Id="rId9" Type="http://schemas.openxmlformats.org/officeDocument/2006/relationships/image" Target="../media/image297.svg"/><Relationship Id="rId14" Type="http://schemas.openxmlformats.org/officeDocument/2006/relationships/image" Target="../media/image250.png"/><Relationship Id="rId22" Type="http://schemas.openxmlformats.org/officeDocument/2006/relationships/image" Target="../media/image306.png"/></Relationships>
</file>

<file path=ppt/slides/_rels/slide47.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317.png"/><Relationship Id="rId3" Type="http://schemas.openxmlformats.org/officeDocument/2006/relationships/image" Target="../media/image309.svg"/><Relationship Id="rId7" Type="http://schemas.openxmlformats.org/officeDocument/2006/relationships/image" Target="../media/image313.svg"/><Relationship Id="rId12" Type="http://schemas.openxmlformats.org/officeDocument/2006/relationships/image" Target="../media/image316.svg"/><Relationship Id="rId2" Type="http://schemas.openxmlformats.org/officeDocument/2006/relationships/image" Target="../media/image308.png"/><Relationship Id="rId1" Type="http://schemas.openxmlformats.org/officeDocument/2006/relationships/slideLayout" Target="../slideLayouts/slideLayout9.xml"/><Relationship Id="rId6" Type="http://schemas.openxmlformats.org/officeDocument/2006/relationships/image" Target="../media/image312.png"/><Relationship Id="rId11" Type="http://schemas.openxmlformats.org/officeDocument/2006/relationships/image" Target="../media/image315.svg"/><Relationship Id="rId5" Type="http://schemas.openxmlformats.org/officeDocument/2006/relationships/image" Target="../media/image311.svg"/><Relationship Id="rId10" Type="http://schemas.openxmlformats.org/officeDocument/2006/relationships/image" Target="../media/image314.png"/><Relationship Id="rId4" Type="http://schemas.openxmlformats.org/officeDocument/2006/relationships/image" Target="../media/image310.png"/><Relationship Id="rId9" Type="http://schemas.openxmlformats.org/officeDocument/2006/relationships/image" Target="../media/image72.svg"/><Relationship Id="rId14" Type="http://schemas.openxmlformats.org/officeDocument/2006/relationships/image" Target="../media/image318.svg"/></Relationships>
</file>

<file path=ppt/slides/_rels/slide48.xml.rels><?xml version="1.0" encoding="UTF-8" standalone="yes"?>
<Relationships xmlns="http://schemas.openxmlformats.org/package/2006/relationships"><Relationship Id="rId8" Type="http://schemas.openxmlformats.org/officeDocument/2006/relationships/image" Target="../media/image321.png"/><Relationship Id="rId13" Type="http://schemas.openxmlformats.org/officeDocument/2006/relationships/image" Target="../media/image326.svg"/><Relationship Id="rId3" Type="http://schemas.openxmlformats.org/officeDocument/2006/relationships/image" Target="../media/image309.svg"/><Relationship Id="rId7" Type="http://schemas.openxmlformats.org/officeDocument/2006/relationships/image" Target="../media/image320.svg"/><Relationship Id="rId12" Type="http://schemas.openxmlformats.org/officeDocument/2006/relationships/image" Target="../media/image325.png"/><Relationship Id="rId17" Type="http://schemas.openxmlformats.org/officeDocument/2006/relationships/image" Target="../media/image330.svg"/><Relationship Id="rId2" Type="http://schemas.openxmlformats.org/officeDocument/2006/relationships/image" Target="../media/image308.png"/><Relationship Id="rId16" Type="http://schemas.openxmlformats.org/officeDocument/2006/relationships/image" Target="../media/image329.png"/><Relationship Id="rId1" Type="http://schemas.openxmlformats.org/officeDocument/2006/relationships/slideLayout" Target="../slideLayouts/slideLayout9.xml"/><Relationship Id="rId6" Type="http://schemas.openxmlformats.org/officeDocument/2006/relationships/image" Target="../media/image319.png"/><Relationship Id="rId11" Type="http://schemas.openxmlformats.org/officeDocument/2006/relationships/image" Target="../media/image324.svg"/><Relationship Id="rId5" Type="http://schemas.openxmlformats.org/officeDocument/2006/relationships/image" Target="../media/image190.svg"/><Relationship Id="rId15" Type="http://schemas.openxmlformats.org/officeDocument/2006/relationships/image" Target="../media/image328.svg"/><Relationship Id="rId10" Type="http://schemas.openxmlformats.org/officeDocument/2006/relationships/image" Target="../media/image323.png"/><Relationship Id="rId4" Type="http://schemas.openxmlformats.org/officeDocument/2006/relationships/image" Target="../media/image189.png"/><Relationship Id="rId9" Type="http://schemas.openxmlformats.org/officeDocument/2006/relationships/image" Target="../media/image322.svg"/><Relationship Id="rId14" Type="http://schemas.openxmlformats.org/officeDocument/2006/relationships/image" Target="../media/image327.png"/></Relationships>
</file>

<file path=ppt/slides/_rels/slide49.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339.svg"/><Relationship Id="rId3" Type="http://schemas.openxmlformats.org/officeDocument/2006/relationships/image" Target="../media/image332.svg"/><Relationship Id="rId7" Type="http://schemas.openxmlformats.org/officeDocument/2006/relationships/image" Target="../media/image335.svg"/><Relationship Id="rId12" Type="http://schemas.openxmlformats.org/officeDocument/2006/relationships/image" Target="../media/image338.png"/><Relationship Id="rId17" Type="http://schemas.openxmlformats.org/officeDocument/2006/relationships/image" Target="../media/image343.svg"/><Relationship Id="rId2" Type="http://schemas.openxmlformats.org/officeDocument/2006/relationships/image" Target="../media/image331.png"/><Relationship Id="rId16" Type="http://schemas.openxmlformats.org/officeDocument/2006/relationships/image" Target="../media/image342.png"/><Relationship Id="rId1" Type="http://schemas.openxmlformats.org/officeDocument/2006/relationships/slideLayout" Target="../slideLayouts/slideLayout9.xml"/><Relationship Id="rId6" Type="http://schemas.openxmlformats.org/officeDocument/2006/relationships/image" Target="../media/image294.png"/><Relationship Id="rId11" Type="http://schemas.openxmlformats.org/officeDocument/2006/relationships/image" Target="../media/image337.svg"/><Relationship Id="rId5" Type="http://schemas.openxmlformats.org/officeDocument/2006/relationships/image" Target="../media/image334.svg"/><Relationship Id="rId15" Type="http://schemas.openxmlformats.org/officeDocument/2006/relationships/image" Target="../media/image341.svg"/><Relationship Id="rId10" Type="http://schemas.openxmlformats.org/officeDocument/2006/relationships/image" Target="../media/image336.png"/><Relationship Id="rId4" Type="http://schemas.openxmlformats.org/officeDocument/2006/relationships/image" Target="../media/image333.png"/><Relationship Id="rId9" Type="http://schemas.openxmlformats.org/officeDocument/2006/relationships/image" Target="../media/image158.svg"/><Relationship Id="rId14" Type="http://schemas.openxmlformats.org/officeDocument/2006/relationships/image" Target="../media/image340.png"/></Relationships>
</file>

<file path=ppt/slides/_rels/slide50.xml.rels><?xml version="1.0" encoding="UTF-8" standalone="yes"?>
<Relationships xmlns="http://schemas.openxmlformats.org/package/2006/relationships"><Relationship Id="rId8" Type="http://schemas.openxmlformats.org/officeDocument/2006/relationships/image" Target="../media/image348.png"/><Relationship Id="rId13" Type="http://schemas.openxmlformats.org/officeDocument/2006/relationships/image" Target="../media/image353.svg"/><Relationship Id="rId3" Type="http://schemas.openxmlformats.org/officeDocument/2006/relationships/image" Target="../media/image332.svg"/><Relationship Id="rId7" Type="http://schemas.openxmlformats.org/officeDocument/2006/relationships/image" Target="../media/image347.svg"/><Relationship Id="rId12" Type="http://schemas.openxmlformats.org/officeDocument/2006/relationships/image" Target="../media/image352.png"/><Relationship Id="rId2" Type="http://schemas.openxmlformats.org/officeDocument/2006/relationships/image" Target="../media/image331.png"/><Relationship Id="rId1" Type="http://schemas.openxmlformats.org/officeDocument/2006/relationships/slideLayout" Target="../slideLayouts/slideLayout9.xml"/><Relationship Id="rId6" Type="http://schemas.openxmlformats.org/officeDocument/2006/relationships/image" Target="../media/image346.png"/><Relationship Id="rId11" Type="http://schemas.openxmlformats.org/officeDocument/2006/relationships/image" Target="../media/image351.svg"/><Relationship Id="rId5" Type="http://schemas.openxmlformats.org/officeDocument/2006/relationships/image" Target="../media/image345.svg"/><Relationship Id="rId10" Type="http://schemas.openxmlformats.org/officeDocument/2006/relationships/image" Target="../media/image350.png"/><Relationship Id="rId4" Type="http://schemas.openxmlformats.org/officeDocument/2006/relationships/image" Target="../media/image344.png"/><Relationship Id="rId9" Type="http://schemas.openxmlformats.org/officeDocument/2006/relationships/image" Target="../media/image349.svg"/></Relationships>
</file>

<file path=ppt/slides/_rels/slide51.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359.svg"/><Relationship Id="rId18" Type="http://schemas.openxmlformats.org/officeDocument/2006/relationships/image" Target="../media/image362.png"/><Relationship Id="rId3" Type="http://schemas.openxmlformats.org/officeDocument/2006/relationships/image" Target="../media/image355.svg"/><Relationship Id="rId21" Type="http://schemas.openxmlformats.org/officeDocument/2006/relationships/image" Target="../media/image365.svg"/><Relationship Id="rId7" Type="http://schemas.openxmlformats.org/officeDocument/2006/relationships/image" Target="../media/image357.svg"/><Relationship Id="rId12" Type="http://schemas.openxmlformats.org/officeDocument/2006/relationships/image" Target="../media/image358.png"/><Relationship Id="rId17" Type="http://schemas.openxmlformats.org/officeDocument/2006/relationships/image" Target="../media/image361.svg"/><Relationship Id="rId2" Type="http://schemas.openxmlformats.org/officeDocument/2006/relationships/image" Target="../media/image354.png"/><Relationship Id="rId16" Type="http://schemas.openxmlformats.org/officeDocument/2006/relationships/image" Target="../media/image360.png"/><Relationship Id="rId20" Type="http://schemas.openxmlformats.org/officeDocument/2006/relationships/image" Target="../media/image364.png"/><Relationship Id="rId1" Type="http://schemas.openxmlformats.org/officeDocument/2006/relationships/slideLayout" Target="../slideLayouts/slideLayout9.xml"/><Relationship Id="rId6" Type="http://schemas.openxmlformats.org/officeDocument/2006/relationships/image" Target="../media/image356.png"/><Relationship Id="rId11" Type="http://schemas.openxmlformats.org/officeDocument/2006/relationships/image" Target="../media/image318.svg"/><Relationship Id="rId5" Type="http://schemas.openxmlformats.org/officeDocument/2006/relationships/image" Target="../media/image279.svg"/><Relationship Id="rId15" Type="http://schemas.openxmlformats.org/officeDocument/2006/relationships/image" Target="../media/image313.svg"/><Relationship Id="rId10" Type="http://schemas.openxmlformats.org/officeDocument/2006/relationships/image" Target="../media/image317.png"/><Relationship Id="rId19" Type="http://schemas.openxmlformats.org/officeDocument/2006/relationships/image" Target="../media/image363.svg"/><Relationship Id="rId4" Type="http://schemas.openxmlformats.org/officeDocument/2006/relationships/image" Target="../media/image278.png"/><Relationship Id="rId9" Type="http://schemas.openxmlformats.org/officeDocument/2006/relationships/image" Target="../media/image158.svg"/><Relationship Id="rId14" Type="http://schemas.openxmlformats.org/officeDocument/2006/relationships/image" Target="../media/image312.png"/></Relationships>
</file>

<file path=ppt/slides/_rels/slide52.xml.rels><?xml version="1.0" encoding="UTF-8" standalone="yes"?>
<Relationships xmlns="http://schemas.openxmlformats.org/package/2006/relationships"><Relationship Id="rId8" Type="http://schemas.openxmlformats.org/officeDocument/2006/relationships/image" Target="../media/image368.jpg"/><Relationship Id="rId13" Type="http://schemas.openxmlformats.org/officeDocument/2006/relationships/image" Target="../media/image312.png"/><Relationship Id="rId18" Type="http://schemas.openxmlformats.org/officeDocument/2006/relationships/image" Target="../media/image374.svg"/><Relationship Id="rId3" Type="http://schemas.openxmlformats.org/officeDocument/2006/relationships/image" Target="../media/image357.svg"/><Relationship Id="rId21" Type="http://schemas.openxmlformats.org/officeDocument/2006/relationships/image" Target="../media/image176.png"/><Relationship Id="rId7" Type="http://schemas.openxmlformats.org/officeDocument/2006/relationships/image" Target="../media/image367.svg"/><Relationship Id="rId12" Type="http://schemas.openxmlformats.org/officeDocument/2006/relationships/image" Target="../media/image372.jpg"/><Relationship Id="rId17" Type="http://schemas.openxmlformats.org/officeDocument/2006/relationships/image" Target="../media/image373.png"/><Relationship Id="rId2" Type="http://schemas.openxmlformats.org/officeDocument/2006/relationships/image" Target="../media/image356.png"/><Relationship Id="rId16" Type="http://schemas.openxmlformats.org/officeDocument/2006/relationships/image" Target="../media/image158.svg"/><Relationship Id="rId20" Type="http://schemas.openxmlformats.org/officeDocument/2006/relationships/image" Target="../media/image175.svg"/><Relationship Id="rId1" Type="http://schemas.openxmlformats.org/officeDocument/2006/relationships/slideLayout" Target="../slideLayouts/slideLayout9.xml"/><Relationship Id="rId6" Type="http://schemas.openxmlformats.org/officeDocument/2006/relationships/image" Target="../media/image366.png"/><Relationship Id="rId11" Type="http://schemas.openxmlformats.org/officeDocument/2006/relationships/image" Target="../media/image371.jpg"/><Relationship Id="rId24" Type="http://schemas.openxmlformats.org/officeDocument/2006/relationships/image" Target="../media/image376.svg"/><Relationship Id="rId5" Type="http://schemas.openxmlformats.org/officeDocument/2006/relationships/image" Target="../media/image291.svg"/><Relationship Id="rId15" Type="http://schemas.openxmlformats.org/officeDocument/2006/relationships/image" Target="../media/image157.png"/><Relationship Id="rId23" Type="http://schemas.openxmlformats.org/officeDocument/2006/relationships/image" Target="../media/image375.png"/><Relationship Id="rId10" Type="http://schemas.openxmlformats.org/officeDocument/2006/relationships/image" Target="../media/image370.jpg"/><Relationship Id="rId19" Type="http://schemas.openxmlformats.org/officeDocument/2006/relationships/image" Target="../media/image174.png"/><Relationship Id="rId4" Type="http://schemas.openxmlformats.org/officeDocument/2006/relationships/image" Target="../media/image290.png"/><Relationship Id="rId9" Type="http://schemas.openxmlformats.org/officeDocument/2006/relationships/image" Target="../media/image369.jpg"/><Relationship Id="rId14" Type="http://schemas.openxmlformats.org/officeDocument/2006/relationships/image" Target="../media/image313.svg"/><Relationship Id="rId22" Type="http://schemas.openxmlformats.org/officeDocument/2006/relationships/image" Target="../media/image177.svg"/></Relationships>
</file>

<file path=ppt/slides/_rels/slide53.xml.rels><?xml version="1.0" encoding="UTF-8" standalone="yes"?>
<Relationships xmlns="http://schemas.openxmlformats.org/package/2006/relationships"><Relationship Id="rId3" Type="http://schemas.openxmlformats.org/officeDocument/2006/relationships/image" Target="../media/image376.svg"/><Relationship Id="rId7" Type="http://schemas.openxmlformats.org/officeDocument/2006/relationships/image" Target="../media/image158.svg"/><Relationship Id="rId2" Type="http://schemas.openxmlformats.org/officeDocument/2006/relationships/image" Target="../media/image375.png"/><Relationship Id="rId1" Type="http://schemas.openxmlformats.org/officeDocument/2006/relationships/slideLayout" Target="../slideLayouts/slideLayout9.xml"/><Relationship Id="rId6" Type="http://schemas.openxmlformats.org/officeDocument/2006/relationships/image" Target="../media/image157.png"/><Relationship Id="rId5" Type="http://schemas.openxmlformats.org/officeDocument/2006/relationships/image" Target="../media/image357.svg"/><Relationship Id="rId4" Type="http://schemas.openxmlformats.org/officeDocument/2006/relationships/image" Target="../media/image356.png"/></Relationships>
</file>

<file path=ppt/slides/_rels/slide54.xml.rels><?xml version="1.0" encoding="UTF-8" standalone="yes"?>
<Relationships xmlns="http://schemas.openxmlformats.org/package/2006/relationships"><Relationship Id="rId8" Type="http://schemas.openxmlformats.org/officeDocument/2006/relationships/image" Target="../media/image381.png"/><Relationship Id="rId13" Type="http://schemas.openxmlformats.org/officeDocument/2006/relationships/image" Target="../media/image386.svg"/><Relationship Id="rId18" Type="http://schemas.openxmlformats.org/officeDocument/2006/relationships/image" Target="../media/image391.png"/><Relationship Id="rId3" Type="http://schemas.openxmlformats.org/officeDocument/2006/relationships/image" Target="../media/image192.svg"/><Relationship Id="rId7" Type="http://schemas.openxmlformats.org/officeDocument/2006/relationships/image" Target="../media/image380.svg"/><Relationship Id="rId12" Type="http://schemas.openxmlformats.org/officeDocument/2006/relationships/image" Target="../media/image385.png"/><Relationship Id="rId17" Type="http://schemas.openxmlformats.org/officeDocument/2006/relationships/image" Target="../media/image390.svg"/><Relationship Id="rId2" Type="http://schemas.openxmlformats.org/officeDocument/2006/relationships/image" Target="../media/image191.png"/><Relationship Id="rId16" Type="http://schemas.openxmlformats.org/officeDocument/2006/relationships/image" Target="../media/image389.png"/><Relationship Id="rId1" Type="http://schemas.openxmlformats.org/officeDocument/2006/relationships/slideLayout" Target="../slideLayouts/slideLayout9.xml"/><Relationship Id="rId6" Type="http://schemas.openxmlformats.org/officeDocument/2006/relationships/image" Target="../media/image379.png"/><Relationship Id="rId11" Type="http://schemas.openxmlformats.org/officeDocument/2006/relationships/image" Target="../media/image384.svg"/><Relationship Id="rId5" Type="http://schemas.openxmlformats.org/officeDocument/2006/relationships/image" Target="../media/image378.svg"/><Relationship Id="rId15" Type="http://schemas.openxmlformats.org/officeDocument/2006/relationships/image" Target="../media/image388.svg"/><Relationship Id="rId10" Type="http://schemas.openxmlformats.org/officeDocument/2006/relationships/image" Target="../media/image383.png"/><Relationship Id="rId19" Type="http://schemas.openxmlformats.org/officeDocument/2006/relationships/image" Target="../media/image392.svg"/><Relationship Id="rId4" Type="http://schemas.openxmlformats.org/officeDocument/2006/relationships/image" Target="../media/image377.png"/><Relationship Id="rId9" Type="http://schemas.openxmlformats.org/officeDocument/2006/relationships/image" Target="../media/image382.svg"/><Relationship Id="rId14" Type="http://schemas.openxmlformats.org/officeDocument/2006/relationships/image" Target="../media/image387.png"/></Relationships>
</file>

<file path=ppt/slides/_rels/slide55.xml.rels><?xml version="1.0" encoding="UTF-8" standalone="yes"?>
<Relationships xmlns="http://schemas.openxmlformats.org/package/2006/relationships"><Relationship Id="rId8" Type="http://schemas.openxmlformats.org/officeDocument/2006/relationships/image" Target="../media/image395.png"/><Relationship Id="rId13" Type="http://schemas.openxmlformats.org/officeDocument/2006/relationships/image" Target="../media/image380.svg"/><Relationship Id="rId18" Type="http://schemas.openxmlformats.org/officeDocument/2006/relationships/image" Target="../media/image157.png"/><Relationship Id="rId26" Type="http://schemas.openxmlformats.org/officeDocument/2006/relationships/image" Target="../media/image149.png"/><Relationship Id="rId3" Type="http://schemas.openxmlformats.org/officeDocument/2006/relationships/image" Target="../media/image192.svg"/><Relationship Id="rId21" Type="http://schemas.openxmlformats.org/officeDocument/2006/relationships/image" Target="../media/image374.svg"/><Relationship Id="rId7" Type="http://schemas.openxmlformats.org/officeDocument/2006/relationships/image" Target="../media/image394.svg"/><Relationship Id="rId12" Type="http://schemas.openxmlformats.org/officeDocument/2006/relationships/image" Target="../media/image379.png"/><Relationship Id="rId17" Type="http://schemas.openxmlformats.org/officeDocument/2006/relationships/image" Target="../media/image313.svg"/><Relationship Id="rId25" Type="http://schemas.openxmlformats.org/officeDocument/2006/relationships/image" Target="../media/image177.svg"/><Relationship Id="rId2" Type="http://schemas.openxmlformats.org/officeDocument/2006/relationships/image" Target="../media/image191.png"/><Relationship Id="rId16" Type="http://schemas.openxmlformats.org/officeDocument/2006/relationships/image" Target="../media/image312.png"/><Relationship Id="rId20" Type="http://schemas.openxmlformats.org/officeDocument/2006/relationships/image" Target="../media/image373.png"/><Relationship Id="rId1" Type="http://schemas.openxmlformats.org/officeDocument/2006/relationships/slideLayout" Target="../slideLayouts/slideLayout9.xml"/><Relationship Id="rId6" Type="http://schemas.openxmlformats.org/officeDocument/2006/relationships/image" Target="../media/image393.png"/><Relationship Id="rId11" Type="http://schemas.openxmlformats.org/officeDocument/2006/relationships/image" Target="../media/image398.svg"/><Relationship Id="rId24" Type="http://schemas.openxmlformats.org/officeDocument/2006/relationships/image" Target="../media/image176.png"/><Relationship Id="rId5" Type="http://schemas.openxmlformats.org/officeDocument/2006/relationships/image" Target="../media/image388.svg"/><Relationship Id="rId15" Type="http://schemas.openxmlformats.org/officeDocument/2006/relationships/image" Target="../media/image400.svg"/><Relationship Id="rId23" Type="http://schemas.openxmlformats.org/officeDocument/2006/relationships/image" Target="../media/image175.svg"/><Relationship Id="rId10" Type="http://schemas.openxmlformats.org/officeDocument/2006/relationships/image" Target="../media/image397.png"/><Relationship Id="rId19" Type="http://schemas.openxmlformats.org/officeDocument/2006/relationships/image" Target="../media/image158.svg"/><Relationship Id="rId4" Type="http://schemas.openxmlformats.org/officeDocument/2006/relationships/image" Target="../media/image387.png"/><Relationship Id="rId9" Type="http://schemas.openxmlformats.org/officeDocument/2006/relationships/image" Target="../media/image396.svg"/><Relationship Id="rId14" Type="http://schemas.openxmlformats.org/officeDocument/2006/relationships/image" Target="../media/image399.png"/><Relationship Id="rId22" Type="http://schemas.openxmlformats.org/officeDocument/2006/relationships/image" Target="../media/image174.png"/><Relationship Id="rId27" Type="http://schemas.openxmlformats.org/officeDocument/2006/relationships/image" Target="../media/image150.svg"/></Relationships>
</file>

<file path=ppt/slides/_rels/slide56.xml.rels><?xml version="1.0" encoding="UTF-8" standalone="yes"?>
<Relationships xmlns="http://schemas.openxmlformats.org/package/2006/relationships"><Relationship Id="rId3" Type="http://schemas.openxmlformats.org/officeDocument/2006/relationships/image" Target="../media/image192.svg"/><Relationship Id="rId7" Type="http://schemas.openxmlformats.org/officeDocument/2006/relationships/image" Target="../media/image402.svg"/><Relationship Id="rId2" Type="http://schemas.openxmlformats.org/officeDocument/2006/relationships/image" Target="../media/image191.png"/><Relationship Id="rId1" Type="http://schemas.openxmlformats.org/officeDocument/2006/relationships/slideLayout" Target="../slideLayouts/slideLayout9.xml"/><Relationship Id="rId6" Type="http://schemas.openxmlformats.org/officeDocument/2006/relationships/image" Target="../media/image401.png"/><Relationship Id="rId5" Type="http://schemas.openxmlformats.org/officeDocument/2006/relationships/image" Target="../media/image388.svg"/><Relationship Id="rId4" Type="http://schemas.openxmlformats.org/officeDocument/2006/relationships/image" Target="../media/image387.png"/></Relationships>
</file>

<file path=ppt/slides/_rels/slide57.xml.rels><?xml version="1.0" encoding="UTF-8" standalone="yes"?>
<Relationships xmlns="http://schemas.openxmlformats.org/package/2006/relationships"><Relationship Id="rId8" Type="http://schemas.openxmlformats.org/officeDocument/2006/relationships/image" Target="../media/image356.png"/><Relationship Id="rId13" Type="http://schemas.openxmlformats.org/officeDocument/2006/relationships/image" Target="../media/image412.svg"/><Relationship Id="rId3" Type="http://schemas.openxmlformats.org/officeDocument/2006/relationships/image" Target="../media/image404.svg"/><Relationship Id="rId7" Type="http://schemas.openxmlformats.org/officeDocument/2006/relationships/image" Target="../media/image408.svg"/><Relationship Id="rId12" Type="http://schemas.openxmlformats.org/officeDocument/2006/relationships/image" Target="../media/image411.png"/><Relationship Id="rId17" Type="http://schemas.openxmlformats.org/officeDocument/2006/relationships/image" Target="../media/image416.svg"/><Relationship Id="rId2" Type="http://schemas.openxmlformats.org/officeDocument/2006/relationships/image" Target="../media/image403.png"/><Relationship Id="rId16" Type="http://schemas.openxmlformats.org/officeDocument/2006/relationships/image" Target="../media/image415.png"/><Relationship Id="rId1" Type="http://schemas.openxmlformats.org/officeDocument/2006/relationships/slideLayout" Target="../slideLayouts/slideLayout9.xml"/><Relationship Id="rId6" Type="http://schemas.openxmlformats.org/officeDocument/2006/relationships/image" Target="../media/image407.png"/><Relationship Id="rId11" Type="http://schemas.openxmlformats.org/officeDocument/2006/relationships/image" Target="../media/image410.svg"/><Relationship Id="rId5" Type="http://schemas.openxmlformats.org/officeDocument/2006/relationships/image" Target="../media/image406.svg"/><Relationship Id="rId15" Type="http://schemas.openxmlformats.org/officeDocument/2006/relationships/image" Target="../media/image414.svg"/><Relationship Id="rId10" Type="http://schemas.openxmlformats.org/officeDocument/2006/relationships/image" Target="../media/image409.png"/><Relationship Id="rId4" Type="http://schemas.openxmlformats.org/officeDocument/2006/relationships/image" Target="../media/image405.png"/><Relationship Id="rId9" Type="http://schemas.openxmlformats.org/officeDocument/2006/relationships/image" Target="../media/image357.svg"/><Relationship Id="rId14" Type="http://schemas.openxmlformats.org/officeDocument/2006/relationships/image" Target="../media/image413.png"/></Relationships>
</file>

<file path=ppt/slides/_rels/slide58.xml.rels><?xml version="1.0" encoding="UTF-8" standalone="yes"?>
<Relationships xmlns="http://schemas.openxmlformats.org/package/2006/relationships"><Relationship Id="rId8" Type="http://schemas.openxmlformats.org/officeDocument/2006/relationships/image" Target="../media/image421.png"/><Relationship Id="rId3" Type="http://schemas.openxmlformats.org/officeDocument/2006/relationships/image" Target="../media/image404.svg"/><Relationship Id="rId7" Type="http://schemas.openxmlformats.org/officeDocument/2006/relationships/image" Target="../media/image420.svg"/><Relationship Id="rId2" Type="http://schemas.openxmlformats.org/officeDocument/2006/relationships/image" Target="../media/image403.png"/><Relationship Id="rId1" Type="http://schemas.openxmlformats.org/officeDocument/2006/relationships/slideLayout" Target="../slideLayouts/slideLayout9.xml"/><Relationship Id="rId6" Type="http://schemas.openxmlformats.org/officeDocument/2006/relationships/image" Target="../media/image419.png"/><Relationship Id="rId11" Type="http://schemas.openxmlformats.org/officeDocument/2006/relationships/image" Target="../media/image424.svg"/><Relationship Id="rId5" Type="http://schemas.openxmlformats.org/officeDocument/2006/relationships/image" Target="../media/image418.svg"/><Relationship Id="rId10" Type="http://schemas.openxmlformats.org/officeDocument/2006/relationships/image" Target="../media/image423.png"/><Relationship Id="rId4" Type="http://schemas.openxmlformats.org/officeDocument/2006/relationships/image" Target="../media/image417.png"/><Relationship Id="rId9" Type="http://schemas.openxmlformats.org/officeDocument/2006/relationships/image" Target="../media/image422.svg"/></Relationships>
</file>

<file path=ppt/slides/_rels/slide59.xml.rels><?xml version="1.0" encoding="UTF-8" standalone="yes"?>
<Relationships xmlns="http://schemas.openxmlformats.org/package/2006/relationships"><Relationship Id="rId8" Type="http://schemas.openxmlformats.org/officeDocument/2006/relationships/image" Target="../media/image431.png"/><Relationship Id="rId13" Type="http://schemas.openxmlformats.org/officeDocument/2006/relationships/image" Target="../media/image436.svg"/><Relationship Id="rId18" Type="http://schemas.openxmlformats.org/officeDocument/2006/relationships/image" Target="../media/image439.png"/><Relationship Id="rId3" Type="http://schemas.openxmlformats.org/officeDocument/2006/relationships/image" Target="../media/image426.svg"/><Relationship Id="rId21" Type="http://schemas.openxmlformats.org/officeDocument/2006/relationships/image" Target="../media/image441.svg"/><Relationship Id="rId7" Type="http://schemas.openxmlformats.org/officeDocument/2006/relationships/image" Target="../media/image430.svg"/><Relationship Id="rId12" Type="http://schemas.openxmlformats.org/officeDocument/2006/relationships/image" Target="../media/image435.png"/><Relationship Id="rId17" Type="http://schemas.openxmlformats.org/officeDocument/2006/relationships/image" Target="../media/image438.svg"/><Relationship Id="rId25" Type="http://schemas.openxmlformats.org/officeDocument/2006/relationships/image" Target="../media/image443.svg"/><Relationship Id="rId2" Type="http://schemas.openxmlformats.org/officeDocument/2006/relationships/image" Target="../media/image425.png"/><Relationship Id="rId16" Type="http://schemas.openxmlformats.org/officeDocument/2006/relationships/image" Target="../media/image437.png"/><Relationship Id="rId20" Type="http://schemas.openxmlformats.org/officeDocument/2006/relationships/image" Target="../media/image292.png"/><Relationship Id="rId1" Type="http://schemas.openxmlformats.org/officeDocument/2006/relationships/slideLayout" Target="../slideLayouts/slideLayout9.xml"/><Relationship Id="rId6" Type="http://schemas.openxmlformats.org/officeDocument/2006/relationships/image" Target="../media/image429.png"/><Relationship Id="rId11" Type="http://schemas.openxmlformats.org/officeDocument/2006/relationships/image" Target="../media/image434.svg"/><Relationship Id="rId24" Type="http://schemas.openxmlformats.org/officeDocument/2006/relationships/image" Target="../media/image442.png"/><Relationship Id="rId5" Type="http://schemas.openxmlformats.org/officeDocument/2006/relationships/image" Target="../media/image428.svg"/><Relationship Id="rId15" Type="http://schemas.openxmlformats.org/officeDocument/2006/relationships/image" Target="../media/image70.svg"/><Relationship Id="rId23" Type="http://schemas.openxmlformats.org/officeDocument/2006/relationships/image" Target="../media/image257.svg"/><Relationship Id="rId10" Type="http://schemas.openxmlformats.org/officeDocument/2006/relationships/image" Target="../media/image433.png"/><Relationship Id="rId19" Type="http://schemas.openxmlformats.org/officeDocument/2006/relationships/image" Target="../media/image440.svg"/><Relationship Id="rId4" Type="http://schemas.openxmlformats.org/officeDocument/2006/relationships/image" Target="../media/image427.png"/><Relationship Id="rId9" Type="http://schemas.openxmlformats.org/officeDocument/2006/relationships/image" Target="../media/image432.svg"/><Relationship Id="rId14" Type="http://schemas.openxmlformats.org/officeDocument/2006/relationships/image" Target="../media/image69.png"/><Relationship Id="rId22" Type="http://schemas.openxmlformats.org/officeDocument/2006/relationships/image" Target="../media/image256.png"/></Relationships>
</file>

<file path=ppt/slides/_rels/slide60.xml.rels><?xml version="1.0" encoding="UTF-8" standalone="yes"?>
<Relationships xmlns="http://schemas.openxmlformats.org/package/2006/relationships"><Relationship Id="rId8" Type="http://schemas.openxmlformats.org/officeDocument/2006/relationships/image" Target="../media/image449.png"/><Relationship Id="rId13" Type="http://schemas.openxmlformats.org/officeDocument/2006/relationships/image" Target="../media/image454.svg"/><Relationship Id="rId18" Type="http://schemas.openxmlformats.org/officeDocument/2006/relationships/image" Target="../media/image459.png"/><Relationship Id="rId26" Type="http://schemas.openxmlformats.org/officeDocument/2006/relationships/image" Target="../media/image423.png"/><Relationship Id="rId3" Type="http://schemas.openxmlformats.org/officeDocument/2006/relationships/image" Target="../media/image445.svg"/><Relationship Id="rId21" Type="http://schemas.openxmlformats.org/officeDocument/2006/relationships/image" Target="../media/image462.svg"/><Relationship Id="rId7" Type="http://schemas.openxmlformats.org/officeDocument/2006/relationships/image" Target="../media/image448.svg"/><Relationship Id="rId12" Type="http://schemas.openxmlformats.org/officeDocument/2006/relationships/image" Target="../media/image453.png"/><Relationship Id="rId17" Type="http://schemas.openxmlformats.org/officeDocument/2006/relationships/image" Target="../media/image458.svg"/><Relationship Id="rId25" Type="http://schemas.openxmlformats.org/officeDocument/2006/relationships/image" Target="../media/image357.svg"/><Relationship Id="rId2" Type="http://schemas.openxmlformats.org/officeDocument/2006/relationships/image" Target="../media/image444.png"/><Relationship Id="rId16" Type="http://schemas.openxmlformats.org/officeDocument/2006/relationships/image" Target="../media/image457.png"/><Relationship Id="rId20" Type="http://schemas.openxmlformats.org/officeDocument/2006/relationships/image" Target="../media/image461.png"/><Relationship Id="rId1" Type="http://schemas.openxmlformats.org/officeDocument/2006/relationships/slideLayout" Target="../slideLayouts/slideLayout9.xml"/><Relationship Id="rId6" Type="http://schemas.openxmlformats.org/officeDocument/2006/relationships/image" Target="../media/image431.png"/><Relationship Id="rId11" Type="http://schemas.openxmlformats.org/officeDocument/2006/relationships/image" Target="../media/image452.svg"/><Relationship Id="rId24" Type="http://schemas.openxmlformats.org/officeDocument/2006/relationships/image" Target="../media/image356.png"/><Relationship Id="rId5" Type="http://schemas.openxmlformats.org/officeDocument/2006/relationships/image" Target="../media/image447.svg"/><Relationship Id="rId15" Type="http://schemas.openxmlformats.org/officeDocument/2006/relationships/image" Target="../media/image456.svg"/><Relationship Id="rId23" Type="http://schemas.openxmlformats.org/officeDocument/2006/relationships/image" Target="../media/image464.svg"/><Relationship Id="rId10" Type="http://schemas.openxmlformats.org/officeDocument/2006/relationships/image" Target="../media/image451.png"/><Relationship Id="rId19" Type="http://schemas.openxmlformats.org/officeDocument/2006/relationships/image" Target="../media/image460.svg"/><Relationship Id="rId4" Type="http://schemas.openxmlformats.org/officeDocument/2006/relationships/image" Target="../media/image446.png"/><Relationship Id="rId9" Type="http://schemas.openxmlformats.org/officeDocument/2006/relationships/image" Target="../media/image450.svg"/><Relationship Id="rId14" Type="http://schemas.openxmlformats.org/officeDocument/2006/relationships/image" Target="../media/image455.png"/><Relationship Id="rId22" Type="http://schemas.openxmlformats.org/officeDocument/2006/relationships/image" Target="../media/image463.png"/><Relationship Id="rId27" Type="http://schemas.openxmlformats.org/officeDocument/2006/relationships/image" Target="../media/image424.svg"/></Relationships>
</file>

<file path=ppt/slides/_rels/slide61.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29.svg"/><Relationship Id="rId3" Type="http://schemas.openxmlformats.org/officeDocument/2006/relationships/image" Target="../media/image152.svg"/><Relationship Id="rId7" Type="http://schemas.openxmlformats.org/officeDocument/2006/relationships/image" Target="../media/image271.svg"/><Relationship Id="rId12" Type="http://schemas.openxmlformats.org/officeDocument/2006/relationships/image" Target="../media/image228.png"/><Relationship Id="rId2" Type="http://schemas.openxmlformats.org/officeDocument/2006/relationships/image" Target="../media/image151.png"/><Relationship Id="rId1" Type="http://schemas.openxmlformats.org/officeDocument/2006/relationships/slideLayout" Target="../slideLayouts/slideLayout9.xml"/><Relationship Id="rId6" Type="http://schemas.openxmlformats.org/officeDocument/2006/relationships/image" Target="../media/image270.png"/><Relationship Id="rId11" Type="http://schemas.openxmlformats.org/officeDocument/2006/relationships/image" Target="../media/image192.svg"/><Relationship Id="rId5" Type="http://schemas.openxmlformats.org/officeDocument/2006/relationships/image" Target="../media/image263.svg"/><Relationship Id="rId10" Type="http://schemas.openxmlformats.org/officeDocument/2006/relationships/image" Target="../media/image191.png"/><Relationship Id="rId4" Type="http://schemas.openxmlformats.org/officeDocument/2006/relationships/image" Target="../media/image262.png"/><Relationship Id="rId9" Type="http://schemas.openxmlformats.org/officeDocument/2006/relationships/image" Target="../media/image201.svg"/></Relationships>
</file>

<file path=ppt/slides/_rels/slide62.xml.rels><?xml version="1.0" encoding="UTF-8" standalone="yes"?>
<Relationships xmlns="http://schemas.openxmlformats.org/package/2006/relationships"><Relationship Id="rId8" Type="http://schemas.openxmlformats.org/officeDocument/2006/relationships/image" Target="../media/image308.png"/><Relationship Id="rId13" Type="http://schemas.openxmlformats.org/officeDocument/2006/relationships/image" Target="../media/image192.svg"/><Relationship Id="rId3" Type="http://schemas.openxmlformats.org/officeDocument/2006/relationships/image" Target="../media/image281.svg"/><Relationship Id="rId7" Type="http://schemas.openxmlformats.org/officeDocument/2006/relationships/image" Target="../media/image355.svg"/><Relationship Id="rId12" Type="http://schemas.openxmlformats.org/officeDocument/2006/relationships/image" Target="../media/image191.png"/><Relationship Id="rId2" Type="http://schemas.openxmlformats.org/officeDocument/2006/relationships/image" Target="../media/image280.png"/><Relationship Id="rId1" Type="http://schemas.openxmlformats.org/officeDocument/2006/relationships/slideLayout" Target="../slideLayouts/slideLayout9.xml"/><Relationship Id="rId6" Type="http://schemas.openxmlformats.org/officeDocument/2006/relationships/image" Target="../media/image354.png"/><Relationship Id="rId11" Type="http://schemas.openxmlformats.org/officeDocument/2006/relationships/image" Target="../media/image376.svg"/><Relationship Id="rId5" Type="http://schemas.openxmlformats.org/officeDocument/2006/relationships/image" Target="../media/image332.svg"/><Relationship Id="rId10" Type="http://schemas.openxmlformats.org/officeDocument/2006/relationships/image" Target="../media/image375.png"/><Relationship Id="rId4" Type="http://schemas.openxmlformats.org/officeDocument/2006/relationships/image" Target="../media/image331.png"/><Relationship Id="rId9" Type="http://schemas.openxmlformats.org/officeDocument/2006/relationships/image" Target="../media/image309.svg"/></Relationships>
</file>

<file path=ppt/slides/_rels/slide63.xml.rels><?xml version="1.0" encoding="UTF-8" standalone="yes"?>
<Relationships xmlns="http://schemas.openxmlformats.org/package/2006/relationships"><Relationship Id="rId3" Type="http://schemas.openxmlformats.org/officeDocument/2006/relationships/image" Target="../media/image404.svg"/><Relationship Id="rId7" Type="http://schemas.openxmlformats.org/officeDocument/2006/relationships/image" Target="../media/image445.svg"/><Relationship Id="rId2" Type="http://schemas.openxmlformats.org/officeDocument/2006/relationships/image" Target="../media/image403.png"/><Relationship Id="rId1" Type="http://schemas.openxmlformats.org/officeDocument/2006/relationships/slideLayout" Target="../slideLayouts/slideLayout9.xml"/><Relationship Id="rId6" Type="http://schemas.openxmlformats.org/officeDocument/2006/relationships/image" Target="../media/image444.png"/><Relationship Id="rId5" Type="http://schemas.openxmlformats.org/officeDocument/2006/relationships/image" Target="../media/image426.svg"/><Relationship Id="rId4" Type="http://schemas.openxmlformats.org/officeDocument/2006/relationships/image" Target="../media/image4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a:xfrm>
            <a:off x="576072" y="1124711"/>
            <a:ext cx="6395605" cy="3268679"/>
          </a:xfrm>
        </p:spPr>
        <p:txBody>
          <a:bodyPr>
            <a:noAutofit/>
          </a:bodyPr>
          <a:lstStyle/>
          <a:p>
            <a:br>
              <a:rPr lang="fr-FR" sz="4800" i="1" dirty="0"/>
            </a:br>
            <a:r>
              <a:rPr lang="fr-FR" sz="4800" i="1" dirty="0"/>
              <a:t>Atelier de conception de </a:t>
            </a:r>
            <a:br>
              <a:rPr lang="fr-FR" sz="4800" i="1" dirty="0"/>
            </a:br>
            <a:r>
              <a:rPr lang="fr-FR" sz="4800" i="1" dirty="0">
                <a:solidFill>
                  <a:srgbClr val="3494BA"/>
                </a:solidFill>
              </a:rPr>
              <a:t>Progression</a:t>
            </a:r>
            <a:br>
              <a:rPr lang="fr-FR" sz="4800" i="1" dirty="0">
                <a:solidFill>
                  <a:srgbClr val="3494BA"/>
                </a:solidFill>
              </a:rPr>
            </a:br>
            <a:r>
              <a:rPr lang="fr-FR" sz="4800" i="1" dirty="0"/>
              <a:t>dans une</a:t>
            </a:r>
            <a:br>
              <a:rPr lang="fr-FR" sz="4800" i="1" dirty="0"/>
            </a:br>
            <a:r>
              <a:rPr lang="fr-FR" sz="4800" i="1" dirty="0">
                <a:solidFill>
                  <a:srgbClr val="EC7B2B"/>
                </a:solidFill>
              </a:rPr>
              <a:t>Communauté</a:t>
            </a:r>
            <a:endParaRPr lang="fr-FR" sz="4800" i="1" dirty="0"/>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a:xfrm>
            <a:off x="576072" y="4727448"/>
            <a:ext cx="11036808" cy="1774020"/>
          </a:xfrm>
        </p:spPr>
        <p:txBody>
          <a:bodyPr>
            <a:normAutofit/>
          </a:bodyPr>
          <a:lstStyle/>
          <a:p>
            <a:r>
              <a:rPr lang="fr-FR" sz="2000" dirty="0"/>
              <a:t>Gamifier la progression dans la communauté</a:t>
            </a:r>
          </a:p>
        </p:txBody>
      </p:sp>
      <p:pic>
        <p:nvPicPr>
          <p:cNvPr id="6" name="Image 5">
            <a:extLst>
              <a:ext uri="{FF2B5EF4-FFF2-40B4-BE49-F238E27FC236}">
                <a16:creationId xmlns:a16="http://schemas.microsoft.com/office/drawing/2014/main" id="{252D7BC0-0E22-4A91-8BA2-79B7C82E2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619" y="4631050"/>
            <a:ext cx="2284429" cy="2204475"/>
          </a:xfrm>
          <a:prstGeom prst="rect">
            <a:avLst/>
          </a:prstGeom>
        </p:spPr>
      </p:pic>
      <p:sp>
        <p:nvSpPr>
          <p:cNvPr id="8" name="Rectangle 7">
            <a:extLst>
              <a:ext uri="{FF2B5EF4-FFF2-40B4-BE49-F238E27FC236}">
                <a16:creationId xmlns:a16="http://schemas.microsoft.com/office/drawing/2014/main" id="{4D420A7A-BAAC-4C31-B21D-0048B2A0917D}"/>
              </a:ext>
            </a:extLst>
          </p:cNvPr>
          <p:cNvSpPr/>
          <p:nvPr/>
        </p:nvSpPr>
        <p:spPr>
          <a:xfrm>
            <a:off x="6964316"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9" name="Rectangle 8">
            <a:extLst>
              <a:ext uri="{FF2B5EF4-FFF2-40B4-BE49-F238E27FC236}">
                <a16:creationId xmlns:a16="http://schemas.microsoft.com/office/drawing/2014/main" id="{4266508C-7CE7-4514-B87D-A8E7E4435688}"/>
              </a:ext>
            </a:extLst>
          </p:cNvPr>
          <p:cNvSpPr/>
          <p:nvPr/>
        </p:nvSpPr>
        <p:spPr>
          <a:xfrm>
            <a:off x="7886255"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0" name="Rectangle 9">
            <a:extLst>
              <a:ext uri="{FF2B5EF4-FFF2-40B4-BE49-F238E27FC236}">
                <a16:creationId xmlns:a16="http://schemas.microsoft.com/office/drawing/2014/main" id="{1E3B5609-D2C8-4BA9-A5FD-228F60FBF48D}"/>
              </a:ext>
            </a:extLst>
          </p:cNvPr>
          <p:cNvSpPr/>
          <p:nvPr/>
        </p:nvSpPr>
        <p:spPr>
          <a:xfrm>
            <a:off x="8808194"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1D8FF093-D6BE-482C-93C6-6008E61CE337}"/>
              </a:ext>
            </a:extLst>
          </p:cNvPr>
          <p:cNvSpPr/>
          <p:nvPr/>
        </p:nvSpPr>
        <p:spPr>
          <a:xfrm>
            <a:off x="9816620"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2" name="Rectangle 11">
            <a:extLst>
              <a:ext uri="{FF2B5EF4-FFF2-40B4-BE49-F238E27FC236}">
                <a16:creationId xmlns:a16="http://schemas.microsoft.com/office/drawing/2014/main" id="{F054F8D8-BD87-4DCE-82C6-F56EC1BDDAC1}"/>
              </a:ext>
            </a:extLst>
          </p:cNvPr>
          <p:cNvSpPr/>
          <p:nvPr/>
        </p:nvSpPr>
        <p:spPr>
          <a:xfrm>
            <a:off x="10790272"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3" name="Rectangle 12">
            <a:extLst>
              <a:ext uri="{FF2B5EF4-FFF2-40B4-BE49-F238E27FC236}">
                <a16:creationId xmlns:a16="http://schemas.microsoft.com/office/drawing/2014/main" id="{2F0D9AE2-1AF1-49BE-A01F-50E4E614C18E}"/>
              </a:ext>
            </a:extLst>
          </p:cNvPr>
          <p:cNvSpPr/>
          <p:nvPr/>
        </p:nvSpPr>
        <p:spPr>
          <a:xfrm>
            <a:off x="9816620" y="349867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4" name="Rectangle 13">
            <a:extLst>
              <a:ext uri="{FF2B5EF4-FFF2-40B4-BE49-F238E27FC236}">
                <a16:creationId xmlns:a16="http://schemas.microsoft.com/office/drawing/2014/main" id="{144CF1F7-5A97-4892-B807-39CF99518E81}"/>
              </a:ext>
            </a:extLst>
          </p:cNvPr>
          <p:cNvSpPr/>
          <p:nvPr/>
        </p:nvSpPr>
        <p:spPr>
          <a:xfrm>
            <a:off x="10814908" y="350189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5" name="Rectangle 14">
            <a:extLst>
              <a:ext uri="{FF2B5EF4-FFF2-40B4-BE49-F238E27FC236}">
                <a16:creationId xmlns:a16="http://schemas.microsoft.com/office/drawing/2014/main" id="{6EE7B150-60A0-491A-848F-B71FEC887FD5}"/>
              </a:ext>
            </a:extLst>
          </p:cNvPr>
          <p:cNvSpPr/>
          <p:nvPr/>
        </p:nvSpPr>
        <p:spPr>
          <a:xfrm>
            <a:off x="10814908" y="118952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18" name="Connecteur droit avec flèche 17">
            <a:extLst>
              <a:ext uri="{FF2B5EF4-FFF2-40B4-BE49-F238E27FC236}">
                <a16:creationId xmlns:a16="http://schemas.microsoft.com/office/drawing/2014/main" id="{44D3F57B-A56D-495C-B764-F2239D9F06B8}"/>
              </a:ext>
            </a:extLst>
          </p:cNvPr>
          <p:cNvCxnSpPr>
            <a:cxnSpLocks/>
            <a:stCxn id="8" idx="3"/>
            <a:endCxn id="9" idx="1"/>
          </p:cNvCxnSpPr>
          <p:nvPr/>
        </p:nvCxnSpPr>
        <p:spPr>
          <a:xfrm>
            <a:off x="7642126"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67C869B4-5080-41A6-8A54-27D45E71AE40}"/>
              </a:ext>
            </a:extLst>
          </p:cNvPr>
          <p:cNvCxnSpPr>
            <a:cxnSpLocks/>
            <a:stCxn id="8" idx="3"/>
            <a:endCxn id="41" idx="1"/>
          </p:cNvCxnSpPr>
          <p:nvPr/>
        </p:nvCxnSpPr>
        <p:spPr>
          <a:xfrm flipV="1">
            <a:off x="7642126" y="1790007"/>
            <a:ext cx="252143" cy="1083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43FFA11C-AF97-493E-BC4E-3551A3C6DF46}"/>
              </a:ext>
            </a:extLst>
          </p:cNvPr>
          <p:cNvCxnSpPr>
            <a:cxnSpLocks/>
            <a:stCxn id="9" idx="3"/>
            <a:endCxn id="10" idx="1"/>
          </p:cNvCxnSpPr>
          <p:nvPr/>
        </p:nvCxnSpPr>
        <p:spPr>
          <a:xfrm>
            <a:off x="8564065"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4E59D1F1-1B22-46AA-A95E-D629A5ECB8C8}"/>
              </a:ext>
            </a:extLst>
          </p:cNvPr>
          <p:cNvCxnSpPr>
            <a:cxnSpLocks/>
            <a:stCxn id="10" idx="3"/>
            <a:endCxn id="11" idx="1"/>
          </p:cNvCxnSpPr>
          <p:nvPr/>
        </p:nvCxnSpPr>
        <p:spPr>
          <a:xfrm flipV="1">
            <a:off x="9486004" y="2581894"/>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37B7C557-1360-4737-A8C8-116260F5F79E}"/>
              </a:ext>
            </a:extLst>
          </p:cNvPr>
          <p:cNvCxnSpPr>
            <a:cxnSpLocks/>
            <a:stCxn id="10" idx="3"/>
            <a:endCxn id="13" idx="1"/>
          </p:cNvCxnSpPr>
          <p:nvPr/>
        </p:nvCxnSpPr>
        <p:spPr>
          <a:xfrm>
            <a:off x="9486004" y="2873664"/>
            <a:ext cx="330616" cy="843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7FA56B7F-79B3-4B4C-A0AF-3C87F56F9B97}"/>
              </a:ext>
            </a:extLst>
          </p:cNvPr>
          <p:cNvCxnSpPr>
            <a:cxnSpLocks/>
            <a:stCxn id="13" idx="3"/>
            <a:endCxn id="14" idx="1"/>
          </p:cNvCxnSpPr>
          <p:nvPr/>
        </p:nvCxnSpPr>
        <p:spPr>
          <a:xfrm>
            <a:off x="10494430" y="3716668"/>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7FD884E-4B93-4750-8AEF-0FE33D9CA52D}"/>
              </a:ext>
            </a:extLst>
          </p:cNvPr>
          <p:cNvCxnSpPr>
            <a:cxnSpLocks/>
            <a:stCxn id="11" idx="3"/>
            <a:endCxn id="12" idx="1"/>
          </p:cNvCxnSpPr>
          <p:nvPr/>
        </p:nvCxnSpPr>
        <p:spPr>
          <a:xfrm>
            <a:off x="10494430" y="2581894"/>
            <a:ext cx="295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4DFC2C41-FC15-4FD5-BBE1-A416536B03B2}"/>
              </a:ext>
            </a:extLst>
          </p:cNvPr>
          <p:cNvCxnSpPr>
            <a:cxnSpLocks/>
            <a:stCxn id="11" idx="3"/>
            <a:endCxn id="15" idx="1"/>
          </p:cNvCxnSpPr>
          <p:nvPr/>
        </p:nvCxnSpPr>
        <p:spPr>
          <a:xfrm flipV="1">
            <a:off x="10494430" y="1407522"/>
            <a:ext cx="320478" cy="1174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FAFFE4F4-8545-4687-A674-25D7983A03B7}"/>
              </a:ext>
            </a:extLst>
          </p:cNvPr>
          <p:cNvGrpSpPr/>
          <p:nvPr/>
        </p:nvGrpSpPr>
        <p:grpSpPr>
          <a:xfrm>
            <a:off x="6918587" y="2128227"/>
            <a:ext cx="620923" cy="573891"/>
            <a:chOff x="6349347" y="1954752"/>
            <a:chExt cx="914400" cy="845138"/>
          </a:xfrm>
        </p:grpSpPr>
        <p:pic>
          <p:nvPicPr>
            <p:cNvPr id="26" name="Graphique 25" descr="Profil femelle contour">
              <a:extLst>
                <a:ext uri="{FF2B5EF4-FFF2-40B4-BE49-F238E27FC236}">
                  <a16:creationId xmlns:a16="http://schemas.microsoft.com/office/drawing/2014/main" id="{41367B3A-E934-4F7A-95EA-D45CAE86617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7574"/>
            <a:stretch/>
          </p:blipFill>
          <p:spPr>
            <a:xfrm>
              <a:off x="6349347" y="1954752"/>
              <a:ext cx="914400" cy="845138"/>
            </a:xfrm>
            <a:prstGeom prst="rect">
              <a:avLst/>
            </a:prstGeom>
          </p:spPr>
        </p:pic>
        <p:pic>
          <p:nvPicPr>
            <p:cNvPr id="27" name="Graphique 26" descr="Signe pouce en haut avec un remplissage uni">
              <a:extLst>
                <a:ext uri="{FF2B5EF4-FFF2-40B4-BE49-F238E27FC236}">
                  <a16:creationId xmlns:a16="http://schemas.microsoft.com/office/drawing/2014/main" id="{B10B55D6-5FFF-4C0C-A780-BF92FA36DC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31752" y="2343373"/>
              <a:ext cx="456517" cy="456517"/>
            </a:xfrm>
            <a:prstGeom prst="rect">
              <a:avLst/>
            </a:prstGeom>
          </p:spPr>
        </p:pic>
      </p:grpSp>
      <p:grpSp>
        <p:nvGrpSpPr>
          <p:cNvPr id="28" name="Groupe 27">
            <a:extLst>
              <a:ext uri="{FF2B5EF4-FFF2-40B4-BE49-F238E27FC236}">
                <a16:creationId xmlns:a16="http://schemas.microsoft.com/office/drawing/2014/main" id="{D7DE3541-37A2-4EAF-94F3-C4EE2AC51969}"/>
              </a:ext>
            </a:extLst>
          </p:cNvPr>
          <p:cNvGrpSpPr/>
          <p:nvPr/>
        </p:nvGrpSpPr>
        <p:grpSpPr>
          <a:xfrm>
            <a:off x="7972742" y="2029838"/>
            <a:ext cx="572054" cy="704873"/>
            <a:chOff x="2647288" y="1873578"/>
            <a:chExt cx="914400" cy="1126704"/>
          </a:xfrm>
        </p:grpSpPr>
        <p:pic>
          <p:nvPicPr>
            <p:cNvPr id="29" name="Graphique 28" descr="Toque d'étudiant avec un remplissage uni">
              <a:extLst>
                <a:ext uri="{FF2B5EF4-FFF2-40B4-BE49-F238E27FC236}">
                  <a16:creationId xmlns:a16="http://schemas.microsoft.com/office/drawing/2014/main" id="{8D907456-B4EE-4E11-A199-94B7A7FBB0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2238" y="1873578"/>
              <a:ext cx="619105" cy="619105"/>
            </a:xfrm>
            <a:prstGeom prst="rect">
              <a:avLst/>
            </a:prstGeom>
          </p:spPr>
        </p:pic>
        <p:pic>
          <p:nvPicPr>
            <p:cNvPr id="30" name="Graphique 29" descr="Profil femelle contour">
              <a:extLst>
                <a:ext uri="{FF2B5EF4-FFF2-40B4-BE49-F238E27FC236}">
                  <a16:creationId xmlns:a16="http://schemas.microsoft.com/office/drawing/2014/main" id="{4A3C2BE0-1104-4EBE-A619-B9247BA03A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6627"/>
            <a:stretch/>
          </p:blipFill>
          <p:spPr>
            <a:xfrm>
              <a:off x="2647288" y="2237923"/>
              <a:ext cx="914400" cy="762359"/>
            </a:xfrm>
            <a:prstGeom prst="rect">
              <a:avLst/>
            </a:prstGeom>
          </p:spPr>
        </p:pic>
      </p:grpSp>
      <p:pic>
        <p:nvPicPr>
          <p:cNvPr id="37" name="Graphique 36" descr="Femme pilote avec un remplissage uni">
            <a:extLst>
              <a:ext uri="{FF2B5EF4-FFF2-40B4-BE49-F238E27FC236}">
                <a16:creationId xmlns:a16="http://schemas.microsoft.com/office/drawing/2014/main" id="{125F26C0-33E7-4EB9-826B-03BD6148BF1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62299" y="2933056"/>
            <a:ext cx="640076" cy="640076"/>
          </a:xfrm>
          <a:prstGeom prst="rect">
            <a:avLst/>
          </a:prstGeom>
        </p:spPr>
      </p:pic>
      <p:pic>
        <p:nvPicPr>
          <p:cNvPr id="38" name="Graphique 37" descr="Employé de bureau avec un remplissage uni">
            <a:extLst>
              <a:ext uri="{FF2B5EF4-FFF2-40B4-BE49-F238E27FC236}">
                <a16:creationId xmlns:a16="http://schemas.microsoft.com/office/drawing/2014/main" id="{41ED7F80-D174-46DB-AC75-68FCC565073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19487" y="2902237"/>
            <a:ext cx="672076" cy="672076"/>
          </a:xfrm>
          <a:prstGeom prst="rect">
            <a:avLst/>
          </a:prstGeom>
        </p:spPr>
      </p:pic>
      <p:pic>
        <p:nvPicPr>
          <p:cNvPr id="39" name="Graphique 38" descr="Femme électricienne avec un remplissage uni">
            <a:extLst>
              <a:ext uri="{FF2B5EF4-FFF2-40B4-BE49-F238E27FC236}">
                <a16:creationId xmlns:a16="http://schemas.microsoft.com/office/drawing/2014/main" id="{246BF2F9-0B1F-4B3B-9A77-A1D5D52F5DC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834921" y="1783153"/>
            <a:ext cx="641209" cy="641209"/>
          </a:xfrm>
          <a:prstGeom prst="rect">
            <a:avLst/>
          </a:prstGeom>
        </p:spPr>
      </p:pic>
      <p:pic>
        <p:nvPicPr>
          <p:cNvPr id="40" name="Graphique 39" descr="Femme professeur avec un remplissage uni">
            <a:extLst>
              <a:ext uri="{FF2B5EF4-FFF2-40B4-BE49-F238E27FC236}">
                <a16:creationId xmlns:a16="http://schemas.microsoft.com/office/drawing/2014/main" id="{99628E7D-1802-4BF6-81B2-E460440C7F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98121" y="2010577"/>
            <a:ext cx="697033" cy="697033"/>
          </a:xfrm>
          <a:prstGeom prst="rect">
            <a:avLst/>
          </a:prstGeom>
        </p:spPr>
      </p:pic>
      <p:sp>
        <p:nvSpPr>
          <p:cNvPr id="41" name="Rectangle 40">
            <a:extLst>
              <a:ext uri="{FF2B5EF4-FFF2-40B4-BE49-F238E27FC236}">
                <a16:creationId xmlns:a16="http://schemas.microsoft.com/office/drawing/2014/main" id="{6D81BC49-2046-45CE-AD2C-A26FF6EA383F}"/>
              </a:ext>
            </a:extLst>
          </p:cNvPr>
          <p:cNvSpPr/>
          <p:nvPr/>
        </p:nvSpPr>
        <p:spPr>
          <a:xfrm>
            <a:off x="7894269" y="15720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43" name="Graphique 42" descr="Femme capitaine avec un remplissage uni">
            <a:extLst>
              <a:ext uri="{FF2B5EF4-FFF2-40B4-BE49-F238E27FC236}">
                <a16:creationId xmlns:a16="http://schemas.microsoft.com/office/drawing/2014/main" id="{A3052D1E-8732-44C7-BECF-609A9B6941B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5247" y="567752"/>
            <a:ext cx="685221" cy="685221"/>
          </a:xfrm>
          <a:prstGeom prst="rect">
            <a:avLst/>
          </a:prstGeom>
        </p:spPr>
      </p:pic>
      <p:pic>
        <p:nvPicPr>
          <p:cNvPr id="48" name="Graphique 47" descr="Centre d’appels avec un remplissage uni">
            <a:extLst>
              <a:ext uri="{FF2B5EF4-FFF2-40B4-BE49-F238E27FC236}">
                <a16:creationId xmlns:a16="http://schemas.microsoft.com/office/drawing/2014/main" id="{7C01717F-F6E5-401E-97B6-209AD09BF96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56978" y="1790007"/>
            <a:ext cx="625165" cy="625165"/>
          </a:xfrm>
          <a:prstGeom prst="rect">
            <a:avLst/>
          </a:prstGeom>
        </p:spPr>
      </p:pic>
      <p:pic>
        <p:nvPicPr>
          <p:cNvPr id="49" name="Graphique 48" descr="Homme détective avec un remplissage uni">
            <a:extLst>
              <a:ext uri="{FF2B5EF4-FFF2-40B4-BE49-F238E27FC236}">
                <a16:creationId xmlns:a16="http://schemas.microsoft.com/office/drawing/2014/main" id="{CC48EDC0-9D61-46B3-9070-DA4BF017FC4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913947" y="987065"/>
            <a:ext cx="638453" cy="638453"/>
          </a:xfrm>
          <a:prstGeom prst="rect">
            <a:avLst/>
          </a:prstGeom>
        </p:spPr>
      </p:pic>
    </p:spTree>
    <p:extLst>
      <p:ext uri="{BB962C8B-B14F-4D97-AF65-F5344CB8AC3E}">
        <p14:creationId xmlns:p14="http://schemas.microsoft.com/office/powerpoint/2010/main" val="3748362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fr-FR" dirty="0"/>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fr-FR" dirty="0"/>
              <a:t>#OpenSeriousCommunity est un ensemble de ressources dédiées à aider à animer, faire vivre, développer des communautés. </a:t>
            </a:r>
          </a:p>
          <a:p>
            <a:pPr marL="0" indent="0">
              <a:buNone/>
            </a:pPr>
            <a:r>
              <a:rPr lang="fr-FR" dirty="0"/>
              <a:t>Les communautés concernées par #OpenSeriousCommunity peuvent être tout autant du domaine de l’entreprise, que de celles des associations, des institutions ou privées. </a:t>
            </a:r>
          </a:p>
          <a:p>
            <a:pPr marL="0" indent="0">
              <a:buNone/>
            </a:pPr>
            <a:r>
              <a:rPr lang="fr-FR" dirty="0"/>
              <a:t>Les contenus #OpenSeriousCommunity suivent les attributs des contenus #OSG, c’est-à-dire qu’ils sont open source, et structurés pour favoriser un maximum l’appropriation du contenu à des fins de retransmission.</a:t>
            </a:r>
          </a:p>
          <a:p>
            <a:pPr marL="0" indent="0">
              <a:buNone/>
            </a:pPr>
            <a:r>
              <a:rPr lang="fr-FR" dirty="0"/>
              <a:t>Pour en savoir plus, rendez-vous sur </a:t>
            </a:r>
            <a:r>
              <a:rPr lang="fr-FR" dirty="0">
                <a:hlinkClick r:id="rId2"/>
              </a:rPr>
              <a:t>https://www.openseriousgames.org/OpenSeriousCommunity</a:t>
            </a:r>
            <a:endParaRPr lang="fr-FR" dirty="0"/>
          </a:p>
          <a:p>
            <a:pPr marL="0" indent="0">
              <a:buNone/>
            </a:pPr>
            <a:endParaRPr lang="fr-FR" dirty="0"/>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EFD9CBDF-DBEF-42C5-986F-C0C02F219E2F}"/>
              </a:ext>
            </a:extLst>
          </p:cNvPr>
          <p:cNvSpPr/>
          <p:nvPr/>
        </p:nvSpPr>
        <p:spPr>
          <a:xfrm>
            <a:off x="2694553" y="2835387"/>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F7D95483-FEB7-47E6-BF91-6878E282808D}"/>
              </a:ext>
            </a:extLst>
          </p:cNvPr>
          <p:cNvSpPr/>
          <p:nvPr/>
        </p:nvSpPr>
        <p:spPr>
          <a:xfrm>
            <a:off x="2694553" y="1943100"/>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5" name="Image 54">
            <a:extLst>
              <a:ext uri="{FF2B5EF4-FFF2-40B4-BE49-F238E27FC236}">
                <a16:creationId xmlns:a16="http://schemas.microsoft.com/office/drawing/2014/main" id="{FA2C0475-D58F-420B-9A5F-4EFC9175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4554" y="2882268"/>
            <a:ext cx="1096141" cy="718617"/>
          </a:xfrm>
          <a:prstGeom prst="rect">
            <a:avLst/>
          </a:prstGeom>
        </p:spPr>
      </p:pic>
      <p:pic>
        <p:nvPicPr>
          <p:cNvPr id="53" name="Espace réservé pour une image  52">
            <a:extLst>
              <a:ext uri="{FF2B5EF4-FFF2-40B4-BE49-F238E27FC236}">
                <a16:creationId xmlns:a16="http://schemas.microsoft.com/office/drawing/2014/main" id="{AC8A68AD-5A0B-4D6F-B113-AE9DC2B20CC5}"/>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59" r="-1819"/>
          <a:stretch/>
        </p:blipFill>
        <p:spPr>
          <a:xfrm>
            <a:off x="2762028" y="2000269"/>
            <a:ext cx="961191" cy="694576"/>
          </a:xfr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45178"/>
            <a:ext cx="10515600" cy="1325563"/>
          </a:xfrm>
        </p:spPr>
        <p:txBody>
          <a:bodyPr>
            <a:normAutofit fontScale="90000"/>
          </a:bodyPr>
          <a:lstStyle/>
          <a:p>
            <a:r>
              <a:rPr lang="fr-FR" dirty="0"/>
              <a:t>L'atelier de conception de progression dans la communauté en bref</a:t>
            </a:r>
          </a:p>
        </p:txBody>
      </p:sp>
      <p:pic>
        <p:nvPicPr>
          <p:cNvPr id="14" name="Espace réservé pour une image  13" descr="Femme pointant vers le haut">
            <a:extLst>
              <a:ext uri="{FF2B5EF4-FFF2-40B4-BE49-F238E27FC236}">
                <a16:creationId xmlns:a16="http://schemas.microsoft.com/office/drawing/2014/main" id="{389EFF9E-2313-45EB-BFDA-81225DD34438}"/>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1589104" y="3975732"/>
            <a:ext cx="1628398" cy="1396705"/>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948678"/>
          </a:xfrm>
        </p:spPr>
        <p:txBody>
          <a:bodyPr/>
          <a:lstStyle/>
          <a:p>
            <a:r>
              <a:rPr lang="fr-FR" sz="1200" dirty="0"/>
              <a:t>1. Inspiration : Les participants parlent des communautés qu'ils connaissent et dans lesquelles il y a des niveaux.</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67464" y="5461000"/>
            <a:ext cx="3402012" cy="948678"/>
          </a:xfrm>
        </p:spPr>
        <p:txBody>
          <a:bodyPr/>
          <a:lstStyle/>
          <a:p>
            <a:r>
              <a:rPr lang="fr-FR" sz="1200" dirty="0"/>
              <a:t>2. Ensemble, les participants définissent les niveaux de la communauté, en partant du niveau le plus élevé et des niveaux intermédiaires nécessaires pour y parvenir.</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8095967" y="5473623"/>
            <a:ext cx="3402012" cy="948678"/>
          </a:xfrm>
        </p:spPr>
        <p:txBody>
          <a:bodyPr/>
          <a:lstStyle/>
          <a:p>
            <a:r>
              <a:rPr lang="fr-FR" sz="1200" dirty="0"/>
              <a:t>3. Les participants peuvent ajouter des récompenses communautaires personnalisées lorsque les membres atteignent des niveaux donnés. </a:t>
            </a:r>
          </a:p>
        </p:txBody>
      </p:sp>
      <p:pic>
        <p:nvPicPr>
          <p:cNvPr id="22" name="Espace réservé pour une image  21" descr="Femme aux long cheveux">
            <a:extLst>
              <a:ext uri="{FF2B5EF4-FFF2-40B4-BE49-F238E27FC236}">
                <a16:creationId xmlns:a16="http://schemas.microsoft.com/office/drawing/2014/main" id="{D37A8ACD-ADD0-4E15-8695-7042A7B1D12F}"/>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1728426" y="3331226"/>
            <a:ext cx="892299" cy="940884"/>
          </a:xfrm>
        </p:spPr>
      </p:pic>
      <p:pic>
        <p:nvPicPr>
          <p:cNvPr id="23" name="Graphique 22" descr="Un visage souriant">
            <a:extLst>
              <a:ext uri="{FF2B5EF4-FFF2-40B4-BE49-F238E27FC236}">
                <a16:creationId xmlns:a16="http://schemas.microsoft.com/office/drawing/2014/main" id="{AA7D1F9C-C639-4AE4-BA2E-8ECC59547EC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5646" y="3569455"/>
            <a:ext cx="343169" cy="353893"/>
          </a:xfrm>
          <a:prstGeom prst="rect">
            <a:avLst/>
          </a:prstGeom>
        </p:spPr>
      </p:pic>
      <p:pic>
        <p:nvPicPr>
          <p:cNvPr id="25" name="Image 24">
            <a:extLst>
              <a:ext uri="{FF2B5EF4-FFF2-40B4-BE49-F238E27FC236}">
                <a16:creationId xmlns:a16="http://schemas.microsoft.com/office/drawing/2014/main" id="{8D4EE911-ED16-4F5E-94AF-5F7FF2E1B5B0}"/>
              </a:ext>
            </a:extLst>
          </p:cNvPr>
          <p:cNvPicPr>
            <a:picLocks noChangeAspect="1"/>
          </p:cNvPicPr>
          <p:nvPr/>
        </p:nvPicPr>
        <p:blipFill rotWithShape="1">
          <a:blip r:embed="rId10">
            <a:extLst>
              <a:ext uri="{28A0092B-C50C-407E-A947-70E740481C1C}">
                <a14:useLocalDpi xmlns:a14="http://schemas.microsoft.com/office/drawing/2010/main" val="0"/>
              </a:ext>
            </a:extLst>
          </a:blip>
          <a:srcRect l="6181"/>
          <a:stretch/>
        </p:blipFill>
        <p:spPr>
          <a:xfrm>
            <a:off x="5389722" y="1921751"/>
            <a:ext cx="2324870" cy="1913796"/>
          </a:xfrm>
          <a:prstGeom prst="rect">
            <a:avLst/>
          </a:prstGeom>
        </p:spPr>
      </p:pic>
      <p:pic>
        <p:nvPicPr>
          <p:cNvPr id="29" name="Graphique 28" descr="Homme avec bras prothétique">
            <a:extLst>
              <a:ext uri="{FF2B5EF4-FFF2-40B4-BE49-F238E27FC236}">
                <a16:creationId xmlns:a16="http://schemas.microsoft.com/office/drawing/2014/main" id="{38409F71-CB52-44C7-89CD-6F5F2425FBE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6657260" y="3639111"/>
            <a:ext cx="1124869" cy="1601607"/>
          </a:xfrm>
          <a:prstGeom prst="rect">
            <a:avLst/>
          </a:prstGeom>
        </p:spPr>
      </p:pic>
      <p:pic>
        <p:nvPicPr>
          <p:cNvPr id="31" name="Image 30">
            <a:extLst>
              <a:ext uri="{FF2B5EF4-FFF2-40B4-BE49-F238E27FC236}">
                <a16:creationId xmlns:a16="http://schemas.microsoft.com/office/drawing/2014/main" id="{DD72579A-17CA-4E4E-ACE0-7099447E4DC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998520" y="1919907"/>
            <a:ext cx="2181459" cy="1579576"/>
          </a:xfrm>
          <a:prstGeom prst="rect">
            <a:avLst/>
          </a:prstGeom>
        </p:spPr>
      </p:pic>
      <p:pic>
        <p:nvPicPr>
          <p:cNvPr id="32" name="Espace réservé pour une image  13" descr="Femme pointant vers le haut">
            <a:extLst>
              <a:ext uri="{FF2B5EF4-FFF2-40B4-BE49-F238E27FC236}">
                <a16:creationId xmlns:a16="http://schemas.microsoft.com/office/drawing/2014/main" id="{7BCA84BB-3DBE-4FCA-88DE-CF46D6F074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r="25501" b="55556"/>
          <a:stretch/>
        </p:blipFill>
        <p:spPr>
          <a:xfrm>
            <a:off x="4496113" y="4197896"/>
            <a:ext cx="1073826" cy="1022817"/>
          </a:xfrm>
          <a:prstGeom prst="rect">
            <a:avLst/>
          </a:prstGeom>
        </p:spPr>
      </p:pic>
      <p:pic>
        <p:nvPicPr>
          <p:cNvPr id="33" name="Espace réservé pour une image  21" descr="Femme aux long cheveux">
            <a:extLst>
              <a:ext uri="{FF2B5EF4-FFF2-40B4-BE49-F238E27FC236}">
                <a16:creationId xmlns:a16="http://schemas.microsoft.com/office/drawing/2014/main" id="{F25A6779-99E7-4A60-A884-17AD8DF9ACB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4586877" y="3569455"/>
            <a:ext cx="892299" cy="940884"/>
          </a:xfrm>
          <a:prstGeom prst="rect">
            <a:avLst/>
          </a:prstGeom>
        </p:spPr>
      </p:pic>
      <p:pic>
        <p:nvPicPr>
          <p:cNvPr id="34" name="Graphique 33" descr="Un visage souriant">
            <a:extLst>
              <a:ext uri="{FF2B5EF4-FFF2-40B4-BE49-F238E27FC236}">
                <a16:creationId xmlns:a16="http://schemas.microsoft.com/office/drawing/2014/main" id="{47B8103C-7361-4ED0-9F3B-2EDBB52AE3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4097" y="3807684"/>
            <a:ext cx="343169" cy="353893"/>
          </a:xfrm>
          <a:prstGeom prst="rect">
            <a:avLst/>
          </a:prstGeom>
        </p:spPr>
      </p:pic>
      <p:pic>
        <p:nvPicPr>
          <p:cNvPr id="35" name="Graphique 34" descr="Homme en tenue professionnelle">
            <a:extLst>
              <a:ext uri="{FF2B5EF4-FFF2-40B4-BE49-F238E27FC236}">
                <a16:creationId xmlns:a16="http://schemas.microsoft.com/office/drawing/2014/main" id="{040A77A1-B00A-4FC2-A3A7-C185BDFB1A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028252" y="3688163"/>
            <a:ext cx="1233647" cy="1665873"/>
          </a:xfrm>
          <a:prstGeom prst="rect">
            <a:avLst/>
          </a:prstGeom>
        </p:spPr>
      </p:pic>
      <p:pic>
        <p:nvPicPr>
          <p:cNvPr id="37" name="Espace réservé pour une image  13" descr="Femme pointant vers le haut">
            <a:extLst>
              <a:ext uri="{FF2B5EF4-FFF2-40B4-BE49-F238E27FC236}">
                <a16:creationId xmlns:a16="http://schemas.microsoft.com/office/drawing/2014/main" id="{23DB9C6C-8BE8-4FB9-939E-5B4499DD98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8244138" y="4023722"/>
            <a:ext cx="1356551" cy="1163537"/>
          </a:xfrm>
          <a:prstGeom prst="rect">
            <a:avLst/>
          </a:prstGeom>
        </p:spPr>
      </p:pic>
      <p:pic>
        <p:nvPicPr>
          <p:cNvPr id="38" name="Espace réservé pour une image  21" descr="Femme aux long cheveux">
            <a:extLst>
              <a:ext uri="{FF2B5EF4-FFF2-40B4-BE49-F238E27FC236}">
                <a16:creationId xmlns:a16="http://schemas.microsoft.com/office/drawing/2014/main" id="{0C065279-ABA4-4F52-99AA-A97E6A6C6F5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8289412" y="3386310"/>
            <a:ext cx="892299" cy="940884"/>
          </a:xfrm>
          <a:prstGeom prst="rect">
            <a:avLst/>
          </a:prstGeom>
        </p:spPr>
      </p:pic>
      <p:pic>
        <p:nvPicPr>
          <p:cNvPr id="41" name="Graphique 40" descr="Visage souriant avec yeux en forme de cœur">
            <a:extLst>
              <a:ext uri="{FF2B5EF4-FFF2-40B4-BE49-F238E27FC236}">
                <a16:creationId xmlns:a16="http://schemas.microsoft.com/office/drawing/2014/main" id="{485A3D21-552D-47A1-8471-E07AFAFDB91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69462" y="3644912"/>
            <a:ext cx="333375" cy="352425"/>
          </a:xfrm>
          <a:prstGeom prst="rect">
            <a:avLst/>
          </a:prstGeom>
        </p:spPr>
      </p:pic>
      <p:pic>
        <p:nvPicPr>
          <p:cNvPr id="42" name="Graphique 41" descr="Homme avec bras prothétique">
            <a:extLst>
              <a:ext uri="{FF2B5EF4-FFF2-40B4-BE49-F238E27FC236}">
                <a16:creationId xmlns:a16="http://schemas.microsoft.com/office/drawing/2014/main" id="{F3525182-2C76-4326-A88B-07CB084C42D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9735764" y="3386310"/>
            <a:ext cx="1316244" cy="1874090"/>
          </a:xfrm>
          <a:prstGeom prst="rect">
            <a:avLst/>
          </a:prstGeom>
        </p:spPr>
      </p:pic>
      <p:pic>
        <p:nvPicPr>
          <p:cNvPr id="43" name="Graphique 42" descr="Homme en tenue professionnelle">
            <a:extLst>
              <a:ext uri="{FF2B5EF4-FFF2-40B4-BE49-F238E27FC236}">
                <a16:creationId xmlns:a16="http://schemas.microsoft.com/office/drawing/2014/main" id="{B362E14B-5B72-4090-96CF-03C5AD5A413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053086" y="3519401"/>
            <a:ext cx="1428597" cy="1872139"/>
          </a:xfrm>
          <a:prstGeom prst="rect">
            <a:avLst/>
          </a:prstGeom>
        </p:spPr>
      </p:pic>
      <p:sp>
        <p:nvSpPr>
          <p:cNvPr id="44" name="Rectangle 43">
            <a:extLst>
              <a:ext uri="{FF2B5EF4-FFF2-40B4-BE49-F238E27FC236}">
                <a16:creationId xmlns:a16="http://schemas.microsoft.com/office/drawing/2014/main" id="{C9710B1A-8779-4FF7-B619-B76ACFE7CC0F}"/>
              </a:ext>
            </a:extLst>
          </p:cNvPr>
          <p:cNvSpPr/>
          <p:nvPr/>
        </p:nvSpPr>
        <p:spPr>
          <a:xfrm>
            <a:off x="10644188" y="3781324"/>
            <a:ext cx="283368"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49BAD968-2E59-48D3-BDE8-33A973668ECE}"/>
              </a:ext>
            </a:extLst>
          </p:cNvPr>
          <p:cNvSpPr/>
          <p:nvPr/>
        </p:nvSpPr>
        <p:spPr>
          <a:xfrm>
            <a:off x="10100824" y="3746401"/>
            <a:ext cx="311281"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7" name="Graphique 46" descr="Un visage souriant">
            <a:extLst>
              <a:ext uri="{FF2B5EF4-FFF2-40B4-BE49-F238E27FC236}">
                <a16:creationId xmlns:a16="http://schemas.microsoft.com/office/drawing/2014/main" id="{0264E010-98E1-4F57-B345-0A0759E7235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10089250" y="3706564"/>
            <a:ext cx="389310" cy="425701"/>
          </a:xfrm>
          <a:prstGeom prst="rect">
            <a:avLst/>
          </a:prstGeom>
        </p:spPr>
      </p:pic>
      <p:pic>
        <p:nvPicPr>
          <p:cNvPr id="49" name="Graphique 48" descr="Visage avec des sourcils épais">
            <a:extLst>
              <a:ext uri="{FF2B5EF4-FFF2-40B4-BE49-F238E27FC236}">
                <a16:creationId xmlns:a16="http://schemas.microsoft.com/office/drawing/2014/main" id="{8E77E007-94AA-4875-B339-6140705885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588511" y="3756674"/>
            <a:ext cx="435546" cy="410514"/>
          </a:xfrm>
          <a:prstGeom prst="rect">
            <a:avLst/>
          </a:prstGeom>
        </p:spPr>
      </p:pic>
    </p:spTree>
    <p:extLst>
      <p:ext uri="{BB962C8B-B14F-4D97-AF65-F5344CB8AC3E}">
        <p14:creationId xmlns:p14="http://schemas.microsoft.com/office/powerpoint/2010/main" val="2067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Autofit/>
          </a:bodyPr>
          <a:lstStyle/>
          <a:p>
            <a:r>
              <a:rPr lang="en-US" sz="5400" dirty="0"/>
              <a:t>Inspiration : </a:t>
            </a:r>
            <a:br>
              <a:rPr lang="en-US" sz="5400" dirty="0"/>
            </a:br>
            <a:r>
              <a:rPr lang="en-US" sz="5400" dirty="0" err="1"/>
              <a:t>Communautés</a:t>
            </a:r>
            <a:r>
              <a:rPr lang="en-US" sz="5400" dirty="0"/>
              <a:t> à </a:t>
            </a:r>
            <a:r>
              <a:rPr lang="en-US" sz="5400" dirty="0" err="1"/>
              <a:t>niveaux</a:t>
            </a:r>
            <a:br>
              <a:rPr lang="en-US" sz="5400" dirty="0"/>
            </a:br>
            <a:r>
              <a:rPr lang="en-US" sz="5400" dirty="0"/>
              <a:t> Avec progression</a:t>
            </a:r>
          </a:p>
        </p:txBody>
      </p:sp>
      <p:grpSp>
        <p:nvGrpSpPr>
          <p:cNvPr id="14" name="Groupe 13">
            <a:extLst>
              <a:ext uri="{FF2B5EF4-FFF2-40B4-BE49-F238E27FC236}">
                <a16:creationId xmlns:a16="http://schemas.microsoft.com/office/drawing/2014/main" id="{0CE537BB-6A76-4B1F-BE70-5F9C9AAAE72A}"/>
              </a:ext>
            </a:extLst>
          </p:cNvPr>
          <p:cNvGrpSpPr/>
          <p:nvPr/>
        </p:nvGrpSpPr>
        <p:grpSpPr>
          <a:xfrm flipH="1">
            <a:off x="7643674" y="2300604"/>
            <a:ext cx="3338005" cy="3994152"/>
            <a:chOff x="1589104" y="3331226"/>
            <a:chExt cx="1628398" cy="2041211"/>
          </a:xfrm>
        </p:grpSpPr>
        <p:pic>
          <p:nvPicPr>
            <p:cNvPr id="11" name="Espace réservé pour une image  13" descr="Femme pointant vers le haut">
              <a:extLst>
                <a:ext uri="{FF2B5EF4-FFF2-40B4-BE49-F238E27FC236}">
                  <a16:creationId xmlns:a16="http://schemas.microsoft.com/office/drawing/2014/main" id="{BAFE3CB0-7856-45CA-85DF-BED3C722AA7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086" b="46715"/>
            <a:stretch/>
          </p:blipFill>
          <p:spPr>
            <a:xfrm>
              <a:off x="1589104" y="3975732"/>
              <a:ext cx="1628398" cy="1396705"/>
            </a:xfrm>
            <a:prstGeom prst="rect">
              <a:avLst/>
            </a:prstGeom>
          </p:spPr>
        </p:pic>
        <p:pic>
          <p:nvPicPr>
            <p:cNvPr id="12" name="Espace réservé pour une image  21" descr="Femme aux long cheveux">
              <a:extLst>
                <a:ext uri="{FF2B5EF4-FFF2-40B4-BE49-F238E27FC236}">
                  <a16:creationId xmlns:a16="http://schemas.microsoft.com/office/drawing/2014/main" id="{AF155801-8C81-4E6D-8695-DE18D372766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925" b="2196"/>
            <a:stretch/>
          </p:blipFill>
          <p:spPr>
            <a:xfrm>
              <a:off x="1728426" y="3331226"/>
              <a:ext cx="892299" cy="940884"/>
            </a:xfrm>
            <a:prstGeom prst="rect">
              <a:avLst/>
            </a:prstGeom>
          </p:spPr>
        </p:pic>
        <p:pic>
          <p:nvPicPr>
            <p:cNvPr id="13" name="Graphique 12" descr="Un visage souriant">
              <a:extLst>
                <a:ext uri="{FF2B5EF4-FFF2-40B4-BE49-F238E27FC236}">
                  <a16:creationId xmlns:a16="http://schemas.microsoft.com/office/drawing/2014/main" id="{FEC780BC-2F7B-4684-8F69-1E833D7A53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5646" y="3569455"/>
              <a:ext cx="343169" cy="353893"/>
            </a:xfrm>
            <a:prstGeom prst="rect">
              <a:avLst/>
            </a:prstGeom>
          </p:spPr>
        </p:pic>
      </p:grpSp>
    </p:spTree>
    <p:extLst>
      <p:ext uri="{BB962C8B-B14F-4D97-AF65-F5344CB8AC3E}">
        <p14:creationId xmlns:p14="http://schemas.microsoft.com/office/powerpoint/2010/main" val="1386476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l'inspiration</a:t>
            </a:r>
            <a:br>
              <a:rPr lang="fr-FR" sz="2800" dirty="0"/>
            </a:br>
            <a:r>
              <a:rPr lang="fr-FR" sz="2800" dirty="0"/>
              <a:t>Exemple :  Les niveaux dans un groupe scout</a:t>
            </a:r>
          </a:p>
        </p:txBody>
      </p:sp>
      <p:sp>
        <p:nvSpPr>
          <p:cNvPr id="53" name="Rectangle 52">
            <a:extLst>
              <a:ext uri="{FF2B5EF4-FFF2-40B4-BE49-F238E27FC236}">
                <a16:creationId xmlns:a16="http://schemas.microsoft.com/office/drawing/2014/main" id="{30162CA9-17A6-42A3-B3D2-D8A6CAABEEAE}"/>
              </a:ext>
            </a:extLst>
          </p:cNvPr>
          <p:cNvSpPr/>
          <p:nvPr/>
        </p:nvSpPr>
        <p:spPr>
          <a:xfrm>
            <a:off x="937655" y="4627890"/>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Louveteaux</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377804" y="4627890"/>
            <a:ext cx="786268"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3164072" y="429432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Scouts</a:t>
            </a:r>
          </a:p>
        </p:txBody>
      </p:sp>
      <p:sp>
        <p:nvSpPr>
          <p:cNvPr id="64" name="Rectangle 63">
            <a:extLst>
              <a:ext uri="{FF2B5EF4-FFF2-40B4-BE49-F238E27FC236}">
                <a16:creationId xmlns:a16="http://schemas.microsoft.com/office/drawing/2014/main" id="{B701C8A9-FFD5-418A-9CC8-EADB5F09C920}"/>
              </a:ext>
            </a:extLst>
          </p:cNvPr>
          <p:cNvSpPr/>
          <p:nvPr/>
        </p:nvSpPr>
        <p:spPr>
          <a:xfrm>
            <a:off x="5256890" y="377407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Pionniers</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604221" y="4107639"/>
            <a:ext cx="652669" cy="520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EC2BD2A9-58D1-4FAB-9EA2-936B4ED2C1E1}"/>
              </a:ext>
            </a:extLst>
          </p:cNvPr>
          <p:cNvSpPr txBox="1"/>
          <p:nvPr/>
        </p:nvSpPr>
        <p:spPr>
          <a:xfrm>
            <a:off x="428347" y="6309360"/>
            <a:ext cx="6094520" cy="369332"/>
          </a:xfrm>
          <a:prstGeom prst="rect">
            <a:avLst/>
          </a:prstGeom>
          <a:noFill/>
        </p:spPr>
        <p:txBody>
          <a:bodyPr wrap="square">
            <a:spAutoFit/>
          </a:bodyPr>
          <a:lstStyle/>
          <a:p>
            <a:r>
              <a:rPr lang="fr-FR">
                <a:hlinkClick r:id="rId2"/>
              </a:rPr>
              <a:t>https://fr.wikipedia.org/wiki/Scouts_de_France</a:t>
            </a:r>
            <a:endParaRPr lang="fr-FR"/>
          </a:p>
        </p:txBody>
      </p:sp>
      <p:pic>
        <p:nvPicPr>
          <p:cNvPr id="14" name="Image 13" descr="Une image contenant habits, personne, portant, complet&#10;&#10;Description générée automatiquement">
            <a:extLst>
              <a:ext uri="{FF2B5EF4-FFF2-40B4-BE49-F238E27FC236}">
                <a16:creationId xmlns:a16="http://schemas.microsoft.com/office/drawing/2014/main" id="{666C2F0E-F87B-4752-9551-DDCEB2CCF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9603" y="3409685"/>
            <a:ext cx="398533" cy="1211097"/>
          </a:xfrm>
          <a:prstGeom prst="rect">
            <a:avLst/>
          </a:prstGeom>
        </p:spPr>
      </p:pic>
      <p:pic>
        <p:nvPicPr>
          <p:cNvPr id="18" name="Image 17" descr="Une image contenant personne, extérieur&#10;&#10;Description générée automatiquement">
            <a:extLst>
              <a:ext uri="{FF2B5EF4-FFF2-40B4-BE49-F238E27FC236}">
                <a16:creationId xmlns:a16="http://schemas.microsoft.com/office/drawing/2014/main" id="{FDAE47D1-13E1-4804-BDA6-9CA2EE9F15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8392" y="2886663"/>
            <a:ext cx="840169" cy="1340798"/>
          </a:xfrm>
          <a:prstGeom prst="rect">
            <a:avLst/>
          </a:prstGeom>
        </p:spPr>
      </p:pic>
      <p:pic>
        <p:nvPicPr>
          <p:cNvPr id="20" name="Image 19" descr="Une image contenant personne, arbre, uniforme militaire, extérieur&#10;&#10;Description générée automatiquement">
            <a:extLst>
              <a:ext uri="{FF2B5EF4-FFF2-40B4-BE49-F238E27FC236}">
                <a16:creationId xmlns:a16="http://schemas.microsoft.com/office/drawing/2014/main" id="{412228A8-04B6-42E7-816D-D40574A42B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1895" y="2685946"/>
            <a:ext cx="1510137" cy="1075275"/>
          </a:xfrm>
          <a:prstGeom prst="rect">
            <a:avLst/>
          </a:prstGeom>
        </p:spPr>
      </p:pic>
    </p:spTree>
    <p:extLst>
      <p:ext uri="{BB962C8B-B14F-4D97-AF65-F5344CB8AC3E}">
        <p14:creationId xmlns:p14="http://schemas.microsoft.com/office/powerpoint/2010/main" val="2836885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l'inspiration</a:t>
            </a:r>
            <a:br>
              <a:rPr lang="fr-FR" sz="2800" dirty="0"/>
            </a:br>
            <a:r>
              <a:rPr lang="fr-FR" sz="2800" dirty="0"/>
              <a:t>Exemple :  Niveaux dans une société de conseil</a:t>
            </a:r>
          </a:p>
        </p:txBody>
      </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Analystes</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Consultants</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Consultants Seniors</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Managers</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Associés</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Image 2" descr="Un homme d'affaires qui hausse les épaules">
            <a:extLst>
              <a:ext uri="{FF2B5EF4-FFF2-40B4-BE49-F238E27FC236}">
                <a16:creationId xmlns:a16="http://schemas.microsoft.com/office/drawing/2014/main" id="{289D7C55-9F41-4433-8522-69633C855D48}"/>
              </a:ext>
            </a:extLst>
          </p:cNvPr>
          <p:cNvPicPr>
            <a:picLocks noChangeAspect="1"/>
          </p:cNvPicPr>
          <p:nvPr/>
        </p:nvPicPr>
        <p:blipFill rotWithShape="1">
          <a:blip r:embed="rId2">
            <a:extLst>
              <a:ext uri="{28A0092B-C50C-407E-A947-70E740481C1C}">
                <a14:useLocalDpi xmlns:a14="http://schemas.microsoft.com/office/drawing/2010/main" val="0"/>
              </a:ext>
            </a:extLst>
          </a:blip>
          <a:srcRect b="54430"/>
          <a:stretch/>
        </p:blipFill>
        <p:spPr>
          <a:xfrm>
            <a:off x="2866560" y="4232152"/>
            <a:ext cx="1166323" cy="1189401"/>
          </a:xfrm>
          <a:prstGeom prst="rect">
            <a:avLst/>
          </a:prstGeom>
        </p:spPr>
      </p:pic>
      <p:pic>
        <p:nvPicPr>
          <p:cNvPr id="5" name="Image 4" descr="Une femme d'affaires montre du doigt">
            <a:extLst>
              <a:ext uri="{FF2B5EF4-FFF2-40B4-BE49-F238E27FC236}">
                <a16:creationId xmlns:a16="http://schemas.microsoft.com/office/drawing/2014/main" id="{DB899053-55A3-4F3A-AB8E-FA63395380C4}"/>
              </a:ext>
            </a:extLst>
          </p:cNvPr>
          <p:cNvPicPr>
            <a:picLocks noChangeAspect="1"/>
          </p:cNvPicPr>
          <p:nvPr/>
        </p:nvPicPr>
        <p:blipFill rotWithShape="1">
          <a:blip r:embed="rId3">
            <a:extLst>
              <a:ext uri="{28A0092B-C50C-407E-A947-70E740481C1C}">
                <a14:useLocalDpi xmlns:a14="http://schemas.microsoft.com/office/drawing/2010/main" val="0"/>
              </a:ext>
            </a:extLst>
          </a:blip>
          <a:srcRect b="60617"/>
          <a:stretch/>
        </p:blipFill>
        <p:spPr>
          <a:xfrm>
            <a:off x="4846947" y="3785554"/>
            <a:ext cx="1249053" cy="1138740"/>
          </a:xfrm>
          <a:prstGeom prst="rect">
            <a:avLst/>
          </a:prstGeom>
        </p:spPr>
      </p:pic>
      <p:pic>
        <p:nvPicPr>
          <p:cNvPr id="7" name="Image 6" descr="Un homme d'affaires qui réfléchit">
            <a:extLst>
              <a:ext uri="{FF2B5EF4-FFF2-40B4-BE49-F238E27FC236}">
                <a16:creationId xmlns:a16="http://schemas.microsoft.com/office/drawing/2014/main" id="{DAF4F8D2-07D5-4D93-812B-F93E731CF06B}"/>
              </a:ext>
            </a:extLst>
          </p:cNvPr>
          <p:cNvPicPr>
            <a:picLocks noChangeAspect="1"/>
          </p:cNvPicPr>
          <p:nvPr/>
        </p:nvPicPr>
        <p:blipFill rotWithShape="1">
          <a:blip r:embed="rId4">
            <a:extLst>
              <a:ext uri="{28A0092B-C50C-407E-A947-70E740481C1C}">
                <a14:useLocalDpi xmlns:a14="http://schemas.microsoft.com/office/drawing/2010/main" val="0"/>
              </a:ext>
            </a:extLst>
          </a:blip>
          <a:srcRect b="51391"/>
          <a:stretch/>
        </p:blipFill>
        <p:spPr>
          <a:xfrm>
            <a:off x="6675873" y="3122259"/>
            <a:ext cx="948931" cy="1377278"/>
          </a:xfrm>
          <a:prstGeom prst="rect">
            <a:avLst/>
          </a:prstGeom>
        </p:spPr>
      </p:pic>
      <p:pic>
        <p:nvPicPr>
          <p:cNvPr id="10" name="Image 9" descr="Une jeune femme d'affaires applaudissant à deux mains">
            <a:extLst>
              <a:ext uri="{FF2B5EF4-FFF2-40B4-BE49-F238E27FC236}">
                <a16:creationId xmlns:a16="http://schemas.microsoft.com/office/drawing/2014/main" id="{58B991D1-105F-42B8-A735-2B9E62A75A71}"/>
              </a:ext>
            </a:extLst>
          </p:cNvPr>
          <p:cNvPicPr>
            <a:picLocks noChangeAspect="1"/>
          </p:cNvPicPr>
          <p:nvPr/>
        </p:nvPicPr>
        <p:blipFill rotWithShape="1">
          <a:blip r:embed="rId5">
            <a:extLst>
              <a:ext uri="{28A0092B-C50C-407E-A947-70E740481C1C}">
                <a14:useLocalDpi xmlns:a14="http://schemas.microsoft.com/office/drawing/2010/main" val="0"/>
              </a:ext>
            </a:extLst>
          </a:blip>
          <a:srcRect b="54334"/>
          <a:stretch/>
        </p:blipFill>
        <p:spPr>
          <a:xfrm>
            <a:off x="731340" y="4653530"/>
            <a:ext cx="1072040" cy="1144906"/>
          </a:xfrm>
          <a:prstGeom prst="rect">
            <a:avLst/>
          </a:prstGeom>
        </p:spPr>
      </p:pic>
      <p:pic>
        <p:nvPicPr>
          <p:cNvPr id="58" name="Image 57" descr="Vieille femme mains sur les hanches">
            <a:extLst>
              <a:ext uri="{FF2B5EF4-FFF2-40B4-BE49-F238E27FC236}">
                <a16:creationId xmlns:a16="http://schemas.microsoft.com/office/drawing/2014/main" id="{61CB40B3-89CE-4589-8C71-77D69D32DA17}"/>
              </a:ext>
            </a:extLst>
          </p:cNvPr>
          <p:cNvPicPr>
            <a:picLocks noChangeAspect="1"/>
          </p:cNvPicPr>
          <p:nvPr/>
        </p:nvPicPr>
        <p:blipFill rotWithShape="1">
          <a:blip r:embed="rId6">
            <a:extLst>
              <a:ext uri="{28A0092B-C50C-407E-A947-70E740481C1C}">
                <a14:useLocalDpi xmlns:a14="http://schemas.microsoft.com/office/drawing/2010/main" val="0"/>
              </a:ext>
            </a:extLst>
          </a:blip>
          <a:srcRect b="52396"/>
          <a:stretch/>
        </p:blipFill>
        <p:spPr>
          <a:xfrm>
            <a:off x="8305859" y="2698595"/>
            <a:ext cx="1338966" cy="1316193"/>
          </a:xfrm>
          <a:prstGeom prst="rect">
            <a:avLst/>
          </a:prstGeom>
        </p:spPr>
      </p:pic>
    </p:spTree>
    <p:extLst>
      <p:ext uri="{BB962C8B-B14F-4D97-AF65-F5344CB8AC3E}">
        <p14:creationId xmlns:p14="http://schemas.microsoft.com/office/powerpoint/2010/main" val="4210234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a:t>Exemples pour l'inspiration</a:t>
            </a:r>
            <a:br>
              <a:rPr lang="fr-FR" sz="2800"/>
            </a:br>
            <a:r>
              <a:rPr lang="fr-FR" sz="2800"/>
              <a:t>Exemple :  Les niveaux du mouvement #OpenSeriousGame</a:t>
            </a:r>
          </a:p>
        </p:txBody>
      </p:sp>
      <p:grpSp>
        <p:nvGrpSpPr>
          <p:cNvPr id="11" name="Groupe 10">
            <a:extLst>
              <a:ext uri="{FF2B5EF4-FFF2-40B4-BE49-F238E27FC236}">
                <a16:creationId xmlns:a16="http://schemas.microsoft.com/office/drawing/2014/main" id="{1960A81A-56BD-4883-8812-F69AACF69DB5}"/>
              </a:ext>
            </a:extLst>
          </p:cNvPr>
          <p:cNvGrpSpPr/>
          <p:nvPr/>
        </p:nvGrpSpPr>
        <p:grpSpPr>
          <a:xfrm>
            <a:off x="2856644" y="4415373"/>
            <a:ext cx="1149591" cy="1016630"/>
            <a:chOff x="3239584" y="4265153"/>
            <a:chExt cx="944022" cy="834837"/>
          </a:xfrm>
        </p:grpSpPr>
        <p:grpSp>
          <p:nvGrpSpPr>
            <p:cNvPr id="12" name="Groupe 11">
              <a:extLst>
                <a:ext uri="{FF2B5EF4-FFF2-40B4-BE49-F238E27FC236}">
                  <a16:creationId xmlns:a16="http://schemas.microsoft.com/office/drawing/2014/main" id="{ED3C0035-10B2-4E84-9886-F16BA864D632}"/>
                </a:ext>
              </a:extLst>
            </p:cNvPr>
            <p:cNvGrpSpPr/>
            <p:nvPr/>
          </p:nvGrpSpPr>
          <p:grpSpPr>
            <a:xfrm>
              <a:off x="3239584" y="4265153"/>
              <a:ext cx="944022" cy="834837"/>
              <a:chOff x="3239584" y="4265153"/>
              <a:chExt cx="944022" cy="834837"/>
            </a:xfrm>
          </p:grpSpPr>
          <p:pic>
            <p:nvPicPr>
              <p:cNvPr id="14" name="Graphique 13" descr="Personne confuse avec un remplissage uni">
                <a:extLst>
                  <a:ext uri="{FF2B5EF4-FFF2-40B4-BE49-F238E27FC236}">
                    <a16:creationId xmlns:a16="http://schemas.microsoft.com/office/drawing/2014/main" id="{6118DCB7-ECD8-46BE-9C8F-37C2F89369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5" name="Graphique 14" descr="Calendrier journalier avec un remplissage uni">
                <a:extLst>
                  <a:ext uri="{FF2B5EF4-FFF2-40B4-BE49-F238E27FC236}">
                    <a16:creationId xmlns:a16="http://schemas.microsoft.com/office/drawing/2014/main" id="{97D58F8B-6530-43D6-9C4A-AA3816E89C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3" name="Image 12">
              <a:extLst>
                <a:ext uri="{FF2B5EF4-FFF2-40B4-BE49-F238E27FC236}">
                  <a16:creationId xmlns:a16="http://schemas.microsoft.com/office/drawing/2014/main" id="{A2019409-CBE3-47BB-8285-B1815E665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16" name="Graphique 15" descr="Homme avec un remplissage uni">
            <a:extLst>
              <a:ext uri="{FF2B5EF4-FFF2-40B4-BE49-F238E27FC236}">
                <a16:creationId xmlns:a16="http://schemas.microsoft.com/office/drawing/2014/main" id="{97D20496-8265-433E-825D-D1AF9DF05E89}"/>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759" b="1"/>
          <a:stretch/>
        </p:blipFill>
        <p:spPr>
          <a:xfrm>
            <a:off x="835143" y="4945559"/>
            <a:ext cx="848356" cy="841919"/>
          </a:xfrm>
          <a:prstGeom prst="rect">
            <a:avLst/>
          </a:prstGeom>
        </p:spPr>
      </p:pic>
      <p:grpSp>
        <p:nvGrpSpPr>
          <p:cNvPr id="17" name="Groupe 16">
            <a:extLst>
              <a:ext uri="{FF2B5EF4-FFF2-40B4-BE49-F238E27FC236}">
                <a16:creationId xmlns:a16="http://schemas.microsoft.com/office/drawing/2014/main" id="{AB73ECA1-1B0C-44C1-AD78-BC7EFBAC88CF}"/>
              </a:ext>
            </a:extLst>
          </p:cNvPr>
          <p:cNvGrpSpPr/>
          <p:nvPr/>
        </p:nvGrpSpPr>
        <p:grpSpPr>
          <a:xfrm>
            <a:off x="6524133" y="3455301"/>
            <a:ext cx="997813" cy="1075614"/>
            <a:chOff x="6060465" y="3463636"/>
            <a:chExt cx="819385" cy="883274"/>
          </a:xfrm>
          <a:solidFill>
            <a:srgbClr val="ED7D31"/>
          </a:solidFill>
        </p:grpSpPr>
        <p:pic>
          <p:nvPicPr>
            <p:cNvPr id="18" name="Graphique 17" descr="Presse-papiers mixte avec un remplissage uni">
              <a:extLst>
                <a:ext uri="{FF2B5EF4-FFF2-40B4-BE49-F238E27FC236}">
                  <a16:creationId xmlns:a16="http://schemas.microsoft.com/office/drawing/2014/main" id="{9A95A4BD-387E-4DDA-9CD2-C174F96653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20207580">
              <a:off x="6060465" y="3580343"/>
              <a:ext cx="314429" cy="314429"/>
            </a:xfrm>
            <a:prstGeom prst="rect">
              <a:avLst/>
            </a:prstGeom>
          </p:spPr>
        </p:pic>
        <p:grpSp>
          <p:nvGrpSpPr>
            <p:cNvPr id="19" name="Groupe 18">
              <a:extLst>
                <a:ext uri="{FF2B5EF4-FFF2-40B4-BE49-F238E27FC236}">
                  <a16:creationId xmlns:a16="http://schemas.microsoft.com/office/drawing/2014/main" id="{96999607-0873-49C8-A5C1-4C83F038392B}"/>
                </a:ext>
              </a:extLst>
            </p:cNvPr>
            <p:cNvGrpSpPr/>
            <p:nvPr/>
          </p:nvGrpSpPr>
          <p:grpSpPr>
            <a:xfrm>
              <a:off x="6132133" y="3463636"/>
              <a:ext cx="612923" cy="883274"/>
              <a:chOff x="6132133" y="3463636"/>
              <a:chExt cx="612923" cy="883274"/>
            </a:xfrm>
            <a:grpFill/>
          </p:grpSpPr>
          <p:pic>
            <p:nvPicPr>
              <p:cNvPr id="22" name="Graphique 21" descr="Centre d’appels avec un remplissage uni">
                <a:extLst>
                  <a:ext uri="{FF2B5EF4-FFF2-40B4-BE49-F238E27FC236}">
                    <a16:creationId xmlns:a16="http://schemas.microsoft.com/office/drawing/2014/main" id="{AD2ECE5E-FF56-4977-AF77-1207FEC3B38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b="44092"/>
              <a:stretch/>
            </p:blipFill>
            <p:spPr>
              <a:xfrm>
                <a:off x="6322855" y="3463636"/>
                <a:ext cx="422201" cy="236042"/>
              </a:xfrm>
              <a:prstGeom prst="rect">
                <a:avLst/>
              </a:prstGeom>
            </p:spPr>
          </p:pic>
          <p:grpSp>
            <p:nvGrpSpPr>
              <p:cNvPr id="23" name="Groupe 22">
                <a:extLst>
                  <a:ext uri="{FF2B5EF4-FFF2-40B4-BE49-F238E27FC236}">
                    <a16:creationId xmlns:a16="http://schemas.microsoft.com/office/drawing/2014/main" id="{D2348440-559C-473A-9AAC-8E42CA044C46}"/>
                  </a:ext>
                </a:extLst>
              </p:cNvPr>
              <p:cNvGrpSpPr/>
              <p:nvPr/>
            </p:nvGrpSpPr>
            <p:grpSpPr>
              <a:xfrm flipH="1">
                <a:off x="6132133" y="3682042"/>
                <a:ext cx="611857" cy="664868"/>
                <a:chOff x="5018285" y="4055721"/>
                <a:chExt cx="696982" cy="731970"/>
              </a:xfrm>
              <a:grpFill/>
            </p:grpSpPr>
            <p:pic>
              <p:nvPicPr>
                <p:cNvPr id="24" name="Graphique 23" descr="Personne confuse avec un remplissage uni">
                  <a:extLst>
                    <a:ext uri="{FF2B5EF4-FFF2-40B4-BE49-F238E27FC236}">
                      <a16:creationId xmlns:a16="http://schemas.microsoft.com/office/drawing/2014/main" id="{A422A957-F985-4D1A-B5E1-76B1E668BE8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t="19951" r="-1"/>
                <a:stretch/>
              </p:blipFill>
              <p:spPr>
                <a:xfrm>
                  <a:off x="5079207" y="4055721"/>
                  <a:ext cx="636060" cy="731970"/>
                </a:xfrm>
                <a:prstGeom prst="rect">
                  <a:avLst/>
                </a:prstGeom>
              </p:spPr>
            </p:pic>
            <p:sp>
              <p:nvSpPr>
                <p:cNvPr id="25" name="Rectangle : coins arrondis 24">
                  <a:extLst>
                    <a:ext uri="{FF2B5EF4-FFF2-40B4-BE49-F238E27FC236}">
                      <a16:creationId xmlns:a16="http://schemas.microsoft.com/office/drawing/2014/main" id="{43E60B3C-53D9-42DD-83DE-DFDFDCD758C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0" name="Image 19">
              <a:extLst>
                <a:ext uri="{FF2B5EF4-FFF2-40B4-BE49-F238E27FC236}">
                  <a16:creationId xmlns:a16="http://schemas.microsoft.com/office/drawing/2014/main" id="{673A65A7-5483-483C-8825-BE7C2EC9006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1" name="Graphique 20" descr="Chronomètre avec un remplissage uni">
              <a:extLst>
                <a:ext uri="{FF2B5EF4-FFF2-40B4-BE49-F238E27FC236}">
                  <a16:creationId xmlns:a16="http://schemas.microsoft.com/office/drawing/2014/main" id="{4B275718-F79D-4810-A734-3A821611B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4271" y="3602551"/>
              <a:ext cx="165579" cy="165579"/>
            </a:xfrm>
            <a:prstGeom prst="rect">
              <a:avLst/>
            </a:prstGeom>
          </p:spPr>
        </p:pic>
      </p:grpSp>
      <p:grpSp>
        <p:nvGrpSpPr>
          <p:cNvPr id="26" name="Groupe 25">
            <a:extLst>
              <a:ext uri="{FF2B5EF4-FFF2-40B4-BE49-F238E27FC236}">
                <a16:creationId xmlns:a16="http://schemas.microsoft.com/office/drawing/2014/main" id="{A41E0644-E204-46A7-B851-FD93AAEAB050}"/>
              </a:ext>
            </a:extLst>
          </p:cNvPr>
          <p:cNvGrpSpPr/>
          <p:nvPr/>
        </p:nvGrpSpPr>
        <p:grpSpPr>
          <a:xfrm>
            <a:off x="8203583" y="2742997"/>
            <a:ext cx="1195890" cy="1294984"/>
            <a:chOff x="7560150" y="2879049"/>
            <a:chExt cx="982042" cy="1063416"/>
          </a:xfrm>
          <a:solidFill>
            <a:srgbClr val="ED7D31"/>
          </a:solidFill>
        </p:grpSpPr>
        <p:grpSp>
          <p:nvGrpSpPr>
            <p:cNvPr id="27" name="Groupe 26">
              <a:extLst>
                <a:ext uri="{FF2B5EF4-FFF2-40B4-BE49-F238E27FC236}">
                  <a16:creationId xmlns:a16="http://schemas.microsoft.com/office/drawing/2014/main" id="{7A5FA992-61FA-4EB8-8E5A-60FA4C3E417C}"/>
                </a:ext>
              </a:extLst>
            </p:cNvPr>
            <p:cNvGrpSpPr/>
            <p:nvPr/>
          </p:nvGrpSpPr>
          <p:grpSpPr>
            <a:xfrm>
              <a:off x="7798849" y="2879049"/>
              <a:ext cx="743343" cy="1063416"/>
              <a:chOff x="6391015" y="3260296"/>
              <a:chExt cx="743343" cy="1063416"/>
            </a:xfrm>
            <a:grpFill/>
          </p:grpSpPr>
          <p:grpSp>
            <p:nvGrpSpPr>
              <p:cNvPr id="29" name="Groupe 28">
                <a:extLst>
                  <a:ext uri="{FF2B5EF4-FFF2-40B4-BE49-F238E27FC236}">
                    <a16:creationId xmlns:a16="http://schemas.microsoft.com/office/drawing/2014/main" id="{D9608E7F-6387-4E2B-B231-B05F0A649BA1}"/>
                  </a:ext>
                </a:extLst>
              </p:cNvPr>
              <p:cNvGrpSpPr/>
              <p:nvPr/>
            </p:nvGrpSpPr>
            <p:grpSpPr>
              <a:xfrm>
                <a:off x="6391015" y="3260296"/>
                <a:ext cx="743343" cy="1063416"/>
                <a:chOff x="6298348" y="3168316"/>
                <a:chExt cx="867130" cy="1240504"/>
              </a:xfrm>
              <a:grpFill/>
            </p:grpSpPr>
            <p:pic>
              <p:nvPicPr>
                <p:cNvPr id="31" name="Graphique 30" descr="Enseignant avec un remplissage uni">
                  <a:extLst>
                    <a:ext uri="{FF2B5EF4-FFF2-40B4-BE49-F238E27FC236}">
                      <a16:creationId xmlns:a16="http://schemas.microsoft.com/office/drawing/2014/main" id="{983741C6-D844-416F-9536-9CECCBEE61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98348" y="3168316"/>
                  <a:ext cx="867130" cy="867130"/>
                </a:xfrm>
                <a:prstGeom prst="rect">
                  <a:avLst/>
                </a:prstGeom>
              </p:spPr>
            </p:pic>
            <p:pic>
              <p:nvPicPr>
                <p:cNvPr id="32" name="Graphique 31" descr="Personne confuse avec un remplissage uni">
                  <a:extLst>
                    <a:ext uri="{FF2B5EF4-FFF2-40B4-BE49-F238E27FC236}">
                      <a16:creationId xmlns:a16="http://schemas.microsoft.com/office/drawing/2014/main" id="{7982730C-F1B9-4F9C-B903-7DD69545D127}"/>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4664" t="32545" r="38513" b="-1"/>
                <a:stretch/>
              </p:blipFill>
              <p:spPr>
                <a:xfrm>
                  <a:off x="6367463" y="3792004"/>
                  <a:ext cx="245268" cy="616816"/>
                </a:xfrm>
                <a:prstGeom prst="rect">
                  <a:avLst/>
                </a:prstGeom>
              </p:spPr>
            </p:pic>
            <p:sp>
              <p:nvSpPr>
                <p:cNvPr id="33" name="Rectangle : coins arrondis 32">
                  <a:extLst>
                    <a:ext uri="{FF2B5EF4-FFF2-40B4-BE49-F238E27FC236}">
                      <a16:creationId xmlns:a16="http://schemas.microsoft.com/office/drawing/2014/main" id="{CC5E77EF-7073-4231-8F38-E83A037AB67D}"/>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0" name="Image 29">
                <a:extLst>
                  <a:ext uri="{FF2B5EF4-FFF2-40B4-BE49-F238E27FC236}">
                    <a16:creationId xmlns:a16="http://schemas.microsoft.com/office/drawing/2014/main" id="{625C8D1D-7088-4D92-B5CE-E6D7487DF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8" name="Graphique 27" descr="Presse-papiers mixte avec un remplissage uni">
              <a:extLst>
                <a:ext uri="{FF2B5EF4-FFF2-40B4-BE49-F238E27FC236}">
                  <a16:creationId xmlns:a16="http://schemas.microsoft.com/office/drawing/2014/main" id="{20B43277-F357-4A85-AC02-61A00E924D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207580">
              <a:off x="7560150" y="3329802"/>
              <a:ext cx="314429" cy="314429"/>
            </a:xfrm>
            <a:prstGeom prst="rect">
              <a:avLst/>
            </a:prstGeom>
          </p:spPr>
        </p:pic>
      </p:grpSp>
      <p:grpSp>
        <p:nvGrpSpPr>
          <p:cNvPr id="34" name="Groupe 33">
            <a:extLst>
              <a:ext uri="{FF2B5EF4-FFF2-40B4-BE49-F238E27FC236}">
                <a16:creationId xmlns:a16="http://schemas.microsoft.com/office/drawing/2014/main" id="{5375A724-2943-4AE9-8FD8-EE8B00333266}"/>
              </a:ext>
            </a:extLst>
          </p:cNvPr>
          <p:cNvGrpSpPr/>
          <p:nvPr/>
        </p:nvGrpSpPr>
        <p:grpSpPr>
          <a:xfrm>
            <a:off x="9872868" y="2170083"/>
            <a:ext cx="1480932" cy="1428520"/>
            <a:chOff x="8930936" y="2408583"/>
            <a:chExt cx="1216113" cy="1173074"/>
          </a:xfrm>
          <a:solidFill>
            <a:schemeClr val="accent1"/>
          </a:solidFill>
        </p:grpSpPr>
        <p:grpSp>
          <p:nvGrpSpPr>
            <p:cNvPr id="35" name="Groupe 34">
              <a:extLst>
                <a:ext uri="{FF2B5EF4-FFF2-40B4-BE49-F238E27FC236}">
                  <a16:creationId xmlns:a16="http://schemas.microsoft.com/office/drawing/2014/main" id="{6FF51573-B2C0-467A-A1B6-E20BD07E3652}"/>
                </a:ext>
              </a:extLst>
            </p:cNvPr>
            <p:cNvGrpSpPr/>
            <p:nvPr/>
          </p:nvGrpSpPr>
          <p:grpSpPr>
            <a:xfrm>
              <a:off x="8930936" y="2408583"/>
              <a:ext cx="1216113" cy="1173074"/>
              <a:chOff x="8930936" y="2401291"/>
              <a:chExt cx="1216113" cy="1173074"/>
            </a:xfrm>
            <a:grpFill/>
          </p:grpSpPr>
          <p:pic>
            <p:nvPicPr>
              <p:cNvPr id="39" name="Graphique 38" descr="Plan avec un remplissage uni">
                <a:extLst>
                  <a:ext uri="{FF2B5EF4-FFF2-40B4-BE49-F238E27FC236}">
                    <a16:creationId xmlns:a16="http://schemas.microsoft.com/office/drawing/2014/main" id="{24218FEB-EAE4-4384-899D-D98E3E82A6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930936" y="2401291"/>
                <a:ext cx="590762" cy="590762"/>
              </a:xfrm>
              <a:prstGeom prst="rect">
                <a:avLst/>
              </a:prstGeom>
            </p:spPr>
          </p:pic>
          <p:grpSp>
            <p:nvGrpSpPr>
              <p:cNvPr id="40" name="Groupe 39">
                <a:extLst>
                  <a:ext uri="{FF2B5EF4-FFF2-40B4-BE49-F238E27FC236}">
                    <a16:creationId xmlns:a16="http://schemas.microsoft.com/office/drawing/2014/main" id="{D14FF074-6A95-4588-A077-440211B59E2D}"/>
                  </a:ext>
                </a:extLst>
              </p:cNvPr>
              <p:cNvGrpSpPr/>
              <p:nvPr/>
            </p:nvGrpSpPr>
            <p:grpSpPr>
              <a:xfrm>
                <a:off x="9450069" y="2659965"/>
                <a:ext cx="696980" cy="914400"/>
                <a:chOff x="5018285" y="3873291"/>
                <a:chExt cx="696980" cy="914400"/>
              </a:xfrm>
              <a:grpFill/>
            </p:grpSpPr>
            <p:pic>
              <p:nvPicPr>
                <p:cNvPr id="41" name="Graphique 40" descr="Personne confuse avec un remplissage uni">
                  <a:extLst>
                    <a:ext uri="{FF2B5EF4-FFF2-40B4-BE49-F238E27FC236}">
                      <a16:creationId xmlns:a16="http://schemas.microsoft.com/office/drawing/2014/main" id="{50F5E6AE-289D-4FEA-838A-239A0717348E}"/>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30440" r="-1"/>
                <a:stretch/>
              </p:blipFill>
              <p:spPr>
                <a:xfrm>
                  <a:off x="5079206" y="3873291"/>
                  <a:ext cx="636059" cy="914400"/>
                </a:xfrm>
                <a:prstGeom prst="rect">
                  <a:avLst/>
                </a:prstGeom>
              </p:spPr>
            </p:pic>
            <p:sp>
              <p:nvSpPr>
                <p:cNvPr id="42" name="Rectangle : coins arrondis 41">
                  <a:extLst>
                    <a:ext uri="{FF2B5EF4-FFF2-40B4-BE49-F238E27FC236}">
                      <a16:creationId xmlns:a16="http://schemas.microsoft.com/office/drawing/2014/main" id="{235E755E-78D6-4E42-933D-1EDB65A159C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6" name="Groupe 35">
              <a:extLst>
                <a:ext uri="{FF2B5EF4-FFF2-40B4-BE49-F238E27FC236}">
                  <a16:creationId xmlns:a16="http://schemas.microsoft.com/office/drawing/2014/main" id="{96EC6AA5-DCF4-4A54-8127-262E8BE478EC}"/>
                </a:ext>
              </a:extLst>
            </p:cNvPr>
            <p:cNvGrpSpPr/>
            <p:nvPr/>
          </p:nvGrpSpPr>
          <p:grpSpPr>
            <a:xfrm>
              <a:off x="9237852" y="2714693"/>
              <a:ext cx="199881" cy="170748"/>
              <a:chOff x="8303417" y="2625343"/>
              <a:chExt cx="199881" cy="170748"/>
            </a:xfrm>
            <a:grpFill/>
          </p:grpSpPr>
          <p:sp>
            <p:nvSpPr>
              <p:cNvPr id="37" name="Rectangle 36">
                <a:extLst>
                  <a:ext uri="{FF2B5EF4-FFF2-40B4-BE49-F238E27FC236}">
                    <a16:creationId xmlns:a16="http://schemas.microsoft.com/office/drawing/2014/main" id="{7DAA5C0B-E3D3-4EA0-9272-041D26F6E9EC}"/>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8FA99E97-16DC-4EB5-8370-EAD0935289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3" name="Groupe 42">
            <a:extLst>
              <a:ext uri="{FF2B5EF4-FFF2-40B4-BE49-F238E27FC236}">
                <a16:creationId xmlns:a16="http://schemas.microsoft.com/office/drawing/2014/main" id="{AB1B5877-7436-4592-A214-B7BA6906BDF1}"/>
              </a:ext>
            </a:extLst>
          </p:cNvPr>
          <p:cNvGrpSpPr/>
          <p:nvPr/>
        </p:nvGrpSpPr>
        <p:grpSpPr>
          <a:xfrm>
            <a:off x="4798012" y="3819116"/>
            <a:ext cx="1191184" cy="1126443"/>
            <a:chOff x="4763560" y="3762738"/>
            <a:chExt cx="978178" cy="925014"/>
          </a:xfrm>
        </p:grpSpPr>
        <p:grpSp>
          <p:nvGrpSpPr>
            <p:cNvPr id="44" name="Groupe 43">
              <a:extLst>
                <a:ext uri="{FF2B5EF4-FFF2-40B4-BE49-F238E27FC236}">
                  <a16:creationId xmlns:a16="http://schemas.microsoft.com/office/drawing/2014/main" id="{04A49E7E-9D5A-4BBE-A047-FF3BE9F61924}"/>
                </a:ext>
              </a:extLst>
            </p:cNvPr>
            <p:cNvGrpSpPr/>
            <p:nvPr/>
          </p:nvGrpSpPr>
          <p:grpSpPr>
            <a:xfrm flipH="1">
              <a:off x="4766064" y="3762738"/>
              <a:ext cx="975674" cy="925014"/>
              <a:chOff x="4716415" y="3792004"/>
              <a:chExt cx="1009529" cy="925014"/>
            </a:xfrm>
          </p:grpSpPr>
          <p:pic>
            <p:nvPicPr>
              <p:cNvPr id="47" name="Graphique 46" descr="Mégaphone1 avec un remplissage uni">
                <a:extLst>
                  <a:ext uri="{FF2B5EF4-FFF2-40B4-BE49-F238E27FC236}">
                    <a16:creationId xmlns:a16="http://schemas.microsoft.com/office/drawing/2014/main" id="{EE96A2D5-F384-4385-BAA1-BFEB8536320B}"/>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flipH="1">
                <a:off x="4716415" y="3792004"/>
                <a:ext cx="384826" cy="398002"/>
              </a:xfrm>
              <a:prstGeom prst="rect">
                <a:avLst/>
              </a:prstGeom>
            </p:spPr>
          </p:pic>
          <p:grpSp>
            <p:nvGrpSpPr>
              <p:cNvPr id="48" name="Groupe 47">
                <a:extLst>
                  <a:ext uri="{FF2B5EF4-FFF2-40B4-BE49-F238E27FC236}">
                    <a16:creationId xmlns:a16="http://schemas.microsoft.com/office/drawing/2014/main" id="{B70929E3-6FC7-4764-868E-CDA3387F215B}"/>
                  </a:ext>
                </a:extLst>
              </p:cNvPr>
              <p:cNvGrpSpPr/>
              <p:nvPr/>
            </p:nvGrpSpPr>
            <p:grpSpPr>
              <a:xfrm>
                <a:off x="5048496" y="3886444"/>
                <a:ext cx="633086" cy="830574"/>
                <a:chOff x="5018285" y="3873291"/>
                <a:chExt cx="696980" cy="914400"/>
              </a:xfrm>
            </p:grpSpPr>
            <p:pic>
              <p:nvPicPr>
                <p:cNvPr id="51" name="Graphique 50" descr="Personne confuse avec un remplissage uni">
                  <a:extLst>
                    <a:ext uri="{FF2B5EF4-FFF2-40B4-BE49-F238E27FC236}">
                      <a16:creationId xmlns:a16="http://schemas.microsoft.com/office/drawing/2014/main" id="{FEE3781D-5D2C-4D76-8280-7ADC9248B6E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52" name="Rectangle : coins arrondis 51">
                  <a:extLst>
                    <a:ext uri="{FF2B5EF4-FFF2-40B4-BE49-F238E27FC236}">
                      <a16:creationId xmlns:a16="http://schemas.microsoft.com/office/drawing/2014/main" id="{70C5D44F-B39F-4159-8F4B-8D796DDF63F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9" name="Graphique 48" descr="Balance de la justice avec un remplissage uni">
                <a:extLst>
                  <a:ext uri="{FF2B5EF4-FFF2-40B4-BE49-F238E27FC236}">
                    <a16:creationId xmlns:a16="http://schemas.microsoft.com/office/drawing/2014/main" id="{95777C0A-86C6-4C5B-9197-324BE055D2B4}"/>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374349" y="3867945"/>
                <a:ext cx="351595" cy="351595"/>
              </a:xfrm>
              <a:prstGeom prst="rect">
                <a:avLst/>
              </a:prstGeom>
            </p:spPr>
          </p:pic>
          <p:pic>
            <p:nvPicPr>
              <p:cNvPr id="50" name="Image 49">
                <a:extLst>
                  <a:ext uri="{FF2B5EF4-FFF2-40B4-BE49-F238E27FC236}">
                    <a16:creationId xmlns:a16="http://schemas.microsoft.com/office/drawing/2014/main" id="{8B5726AA-E977-4CF0-A5D4-215139BF97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45" name="Graphique 44" descr="Balance de la justice avec un remplissage uni">
              <a:extLst>
                <a:ext uri="{FF2B5EF4-FFF2-40B4-BE49-F238E27FC236}">
                  <a16:creationId xmlns:a16="http://schemas.microsoft.com/office/drawing/2014/main" id="{BDABEACD-018B-4B02-A892-C70BFAECD42B}"/>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7711" t="16230" r="55712" b="32471"/>
            <a:stretch/>
          </p:blipFill>
          <p:spPr>
            <a:xfrm flipH="1">
              <a:off x="4955380" y="3895743"/>
              <a:ext cx="124289" cy="180364"/>
            </a:xfrm>
            <a:prstGeom prst="rect">
              <a:avLst/>
            </a:prstGeom>
          </p:spPr>
        </p:pic>
        <p:pic>
          <p:nvPicPr>
            <p:cNvPr id="46" name="Graphique 45" descr="Balance de la justice avec un remplissage uni">
              <a:extLst>
                <a:ext uri="{FF2B5EF4-FFF2-40B4-BE49-F238E27FC236}">
                  <a16:creationId xmlns:a16="http://schemas.microsoft.com/office/drawing/2014/main" id="{C1AFD80E-BE71-42A4-B22D-1404A0F7B3F1}"/>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58383" t="16186" b="30375"/>
            <a:stretch/>
          </p:blipFill>
          <p:spPr>
            <a:xfrm flipH="1">
              <a:off x="4763560" y="3895742"/>
              <a:ext cx="141416" cy="187889"/>
            </a:xfrm>
            <a:prstGeom prst="rect">
              <a:avLst/>
            </a:prstGeom>
          </p:spPr>
        </p:pic>
      </p:gr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Curieux</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Joueur</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Eclaireur</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Co-Animateur</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Animateur</a:t>
            </a:r>
          </a:p>
        </p:txBody>
      </p:sp>
      <p:sp>
        <p:nvSpPr>
          <p:cNvPr id="67" name="Rectangle 66">
            <a:extLst>
              <a:ext uri="{FF2B5EF4-FFF2-40B4-BE49-F238E27FC236}">
                <a16:creationId xmlns:a16="http://schemas.microsoft.com/office/drawing/2014/main" id="{10B7CC8A-B65D-4C4C-8026-80209AA50621}"/>
              </a:ext>
            </a:extLst>
          </p:cNvPr>
          <p:cNvSpPr/>
          <p:nvPr/>
        </p:nvSpPr>
        <p:spPr>
          <a:xfrm>
            <a:off x="10266404" y="3537471"/>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Créateur</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D3AF9E07-4B20-41DA-84B5-2713B8703F5A}"/>
              </a:ext>
            </a:extLst>
          </p:cNvPr>
          <p:cNvCxnSpPr>
            <a:cxnSpLocks/>
            <a:stCxn id="66" idx="3"/>
            <a:endCxn id="67" idx="1"/>
          </p:cNvCxnSpPr>
          <p:nvPr/>
        </p:nvCxnSpPr>
        <p:spPr>
          <a:xfrm flipV="1">
            <a:off x="9695417" y="3871037"/>
            <a:ext cx="570987" cy="47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2" name="Image 81">
            <a:extLst>
              <a:ext uri="{FF2B5EF4-FFF2-40B4-BE49-F238E27FC236}">
                <a16:creationId xmlns:a16="http://schemas.microsoft.com/office/drawing/2014/main" id="{D3DB6F0C-8CF6-463E-B1A8-3D8003714ECA}"/>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10032208" y="4833103"/>
            <a:ext cx="1868617" cy="1803216"/>
          </a:xfrm>
          <a:prstGeom prst="rect">
            <a:avLst/>
          </a:prstGeom>
        </p:spPr>
      </p:pic>
    </p:spTree>
    <p:extLst>
      <p:ext uri="{BB962C8B-B14F-4D97-AF65-F5344CB8AC3E}">
        <p14:creationId xmlns:p14="http://schemas.microsoft.com/office/powerpoint/2010/main" val="3452107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inspiration</a:t>
            </a:r>
            <a:br>
              <a:rPr lang="fr-FR" sz="2800" dirty="0"/>
            </a:br>
            <a:r>
              <a:rPr lang="fr-FR" sz="2800" dirty="0"/>
              <a:t>Exemple :  Niveaux dans un club de sport</a:t>
            </a:r>
          </a:p>
        </p:txBody>
      </p:sp>
      <p:sp>
        <p:nvSpPr>
          <p:cNvPr id="53" name="Rectangle 52">
            <a:extLst>
              <a:ext uri="{FF2B5EF4-FFF2-40B4-BE49-F238E27FC236}">
                <a16:creationId xmlns:a16="http://schemas.microsoft.com/office/drawing/2014/main" id="{30162CA9-17A6-42A3-B3D2-D8A6CAABEEAE}"/>
              </a:ext>
            </a:extLst>
          </p:cNvPr>
          <p:cNvSpPr/>
          <p:nvPr/>
        </p:nvSpPr>
        <p:spPr>
          <a:xfrm>
            <a:off x="1286501" y="436117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Elève</a:t>
            </a:r>
          </a:p>
          <a:p>
            <a:pPr algn="ctr"/>
            <a:r>
              <a:rPr lang="fr-FR" sz="1200" dirty="0">
                <a:solidFill>
                  <a:schemeClr val="bg1"/>
                </a:solidFill>
              </a:rPr>
              <a:t>(et ceintures)</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726650" y="3994769"/>
            <a:ext cx="2621193" cy="699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5347843" y="366120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Instructeur du club</a:t>
            </a:r>
          </a:p>
        </p:txBody>
      </p:sp>
      <p:sp>
        <p:nvSpPr>
          <p:cNvPr id="64" name="Rectangle 63">
            <a:extLst>
              <a:ext uri="{FF2B5EF4-FFF2-40B4-BE49-F238E27FC236}">
                <a16:creationId xmlns:a16="http://schemas.microsoft.com/office/drawing/2014/main" id="{B701C8A9-FFD5-418A-9CC8-EADB5F09C920}"/>
              </a:ext>
            </a:extLst>
          </p:cNvPr>
          <p:cNvSpPr/>
          <p:nvPr/>
        </p:nvSpPr>
        <p:spPr>
          <a:xfrm>
            <a:off x="7647766" y="305138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Président du club</a:t>
            </a:r>
          </a:p>
        </p:txBody>
      </p:sp>
      <p:sp>
        <p:nvSpPr>
          <p:cNvPr id="65" name="Rectangle 64">
            <a:extLst>
              <a:ext uri="{FF2B5EF4-FFF2-40B4-BE49-F238E27FC236}">
                <a16:creationId xmlns:a16="http://schemas.microsoft.com/office/drawing/2014/main" id="{40E6030B-C395-46FB-950D-4CDC5FDC187E}"/>
              </a:ext>
            </a:extLst>
          </p:cNvPr>
          <p:cNvSpPr/>
          <p:nvPr/>
        </p:nvSpPr>
        <p:spPr>
          <a:xfrm>
            <a:off x="3629494" y="571942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1200" dirty="0">
                <a:solidFill>
                  <a:schemeClr val="bg1"/>
                </a:solidFill>
              </a:rPr>
              <a:t>Pratiquant professionnel représentant du club</a:t>
            </a:r>
          </a:p>
        </p:txBody>
      </p:sp>
      <p:sp>
        <p:nvSpPr>
          <p:cNvPr id="66" name="Rectangle 65">
            <a:extLst>
              <a:ext uri="{FF2B5EF4-FFF2-40B4-BE49-F238E27FC236}">
                <a16:creationId xmlns:a16="http://schemas.microsoft.com/office/drawing/2014/main" id="{9504F8A5-9803-468F-9C14-30990FA5F8E7}"/>
              </a:ext>
            </a:extLst>
          </p:cNvPr>
          <p:cNvSpPr/>
          <p:nvPr/>
        </p:nvSpPr>
        <p:spPr>
          <a:xfrm>
            <a:off x="7681792" y="605299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Pratiquant professionnel haut niveau </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6787992" y="3384953"/>
            <a:ext cx="859774" cy="609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53" idx="3"/>
            <a:endCxn id="65" idx="1"/>
          </p:cNvCxnSpPr>
          <p:nvPr/>
        </p:nvCxnSpPr>
        <p:spPr>
          <a:xfrm>
            <a:off x="2726650" y="4694738"/>
            <a:ext cx="902844" cy="1358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322D917B-7CC7-4C9E-B7C5-F8CC087DB2A7}"/>
              </a:ext>
            </a:extLst>
          </p:cNvPr>
          <p:cNvCxnSpPr>
            <a:cxnSpLocks/>
            <a:stCxn id="65" idx="3"/>
            <a:endCxn id="66" idx="1"/>
          </p:cNvCxnSpPr>
          <p:nvPr/>
        </p:nvCxnSpPr>
        <p:spPr>
          <a:xfrm>
            <a:off x="5069643" y="6052994"/>
            <a:ext cx="2612149"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Image 28" descr="Une image contenant personne, garçon&#10;&#10;Description générée automatiquement">
            <a:extLst>
              <a:ext uri="{FF2B5EF4-FFF2-40B4-BE49-F238E27FC236}">
                <a16:creationId xmlns:a16="http://schemas.microsoft.com/office/drawing/2014/main" id="{FE36F435-D037-46F9-BD4C-1E3DB307769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681792" y="5111017"/>
            <a:ext cx="1372098" cy="941977"/>
          </a:xfrm>
          <a:prstGeom prst="rect">
            <a:avLst/>
          </a:prstGeom>
        </p:spPr>
      </p:pic>
      <p:pic>
        <p:nvPicPr>
          <p:cNvPr id="32" name="Image 31" descr="Une image contenant personne, plancher, intérieur, jouant&#10;&#10;Description générée automatiquement">
            <a:extLst>
              <a:ext uri="{FF2B5EF4-FFF2-40B4-BE49-F238E27FC236}">
                <a16:creationId xmlns:a16="http://schemas.microsoft.com/office/drawing/2014/main" id="{FE488B9C-3CF3-41B4-842C-DB3343A739B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24828" r="17834" b="26493"/>
          <a:stretch/>
        </p:blipFill>
        <p:spPr>
          <a:xfrm flipH="1">
            <a:off x="5347843" y="2231904"/>
            <a:ext cx="1440147" cy="1366995"/>
          </a:xfrm>
          <a:prstGeom prst="rect">
            <a:avLst/>
          </a:prstGeom>
        </p:spPr>
      </p:pic>
      <p:pic>
        <p:nvPicPr>
          <p:cNvPr id="35" name="Image 34" descr="Une image contenant personne, judo, sport, joueur&#10;&#10;Description générée automatiquement">
            <a:extLst>
              <a:ext uri="{FF2B5EF4-FFF2-40B4-BE49-F238E27FC236}">
                <a16:creationId xmlns:a16="http://schemas.microsoft.com/office/drawing/2014/main" id="{81450ABA-B4D1-4D2E-B16E-C53263B0D1D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581166" y="3189947"/>
            <a:ext cx="763656" cy="1135524"/>
          </a:xfrm>
          <a:prstGeom prst="rect">
            <a:avLst/>
          </a:prstGeom>
        </p:spPr>
      </p:pic>
      <p:pic>
        <p:nvPicPr>
          <p:cNvPr id="38" name="Image 37" descr="Une image contenant personne, homme, complet, habits&#10;&#10;Description générée automatiquement">
            <a:extLst>
              <a:ext uri="{FF2B5EF4-FFF2-40B4-BE49-F238E27FC236}">
                <a16:creationId xmlns:a16="http://schemas.microsoft.com/office/drawing/2014/main" id="{3133A7CC-F418-43AB-ADB2-941C830EF7B9}"/>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10095" t="1765" r="11200" b="52687"/>
          <a:stretch/>
        </p:blipFill>
        <p:spPr>
          <a:xfrm>
            <a:off x="7860992" y="2151522"/>
            <a:ext cx="1013696" cy="853883"/>
          </a:xfrm>
          <a:prstGeom prst="rect">
            <a:avLst/>
          </a:prstGeom>
        </p:spPr>
      </p:pic>
      <p:pic>
        <p:nvPicPr>
          <p:cNvPr id="40" name="Image 39" descr="Une image contenant personne, intérieur, petit, fauteuil&#10;&#10;Description générée automatiquement">
            <a:extLst>
              <a:ext uri="{FF2B5EF4-FFF2-40B4-BE49-F238E27FC236}">
                <a16:creationId xmlns:a16="http://schemas.microsoft.com/office/drawing/2014/main" id="{AB7A5B85-277E-49DE-A5B3-DAAE031B90E3}"/>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072043" y="2281206"/>
            <a:ext cx="912041" cy="1366994"/>
          </a:xfrm>
          <a:prstGeom prst="rect">
            <a:avLst/>
          </a:prstGeom>
        </p:spPr>
      </p:pic>
      <p:sp>
        <p:nvSpPr>
          <p:cNvPr id="52" name="Rectangle 51">
            <a:extLst>
              <a:ext uri="{FF2B5EF4-FFF2-40B4-BE49-F238E27FC236}">
                <a16:creationId xmlns:a16="http://schemas.microsoft.com/office/drawing/2014/main" id="{07ECF82E-AE2A-4FE1-B84A-2B671707D351}"/>
              </a:ext>
            </a:extLst>
          </p:cNvPr>
          <p:cNvSpPr/>
          <p:nvPr/>
        </p:nvSpPr>
        <p:spPr>
          <a:xfrm>
            <a:off x="9791013" y="368770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Vétéran du club</a:t>
            </a:r>
          </a:p>
        </p:txBody>
      </p:sp>
      <p:cxnSp>
        <p:nvCxnSpPr>
          <p:cNvPr id="54" name="Connecteur droit avec flèche 53">
            <a:extLst>
              <a:ext uri="{FF2B5EF4-FFF2-40B4-BE49-F238E27FC236}">
                <a16:creationId xmlns:a16="http://schemas.microsoft.com/office/drawing/2014/main" id="{42A25357-6D0C-4AAD-B805-4D87779364B8}"/>
              </a:ext>
            </a:extLst>
          </p:cNvPr>
          <p:cNvCxnSpPr>
            <a:cxnSpLocks/>
            <a:stCxn id="65" idx="3"/>
            <a:endCxn id="52" idx="1"/>
          </p:cNvCxnSpPr>
          <p:nvPr/>
        </p:nvCxnSpPr>
        <p:spPr>
          <a:xfrm flipV="1">
            <a:off x="5069643" y="4021268"/>
            <a:ext cx="4721370" cy="2031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23F3E461-35C9-45D2-9A1E-6ABDD36ED76D}"/>
              </a:ext>
            </a:extLst>
          </p:cNvPr>
          <p:cNvCxnSpPr>
            <a:cxnSpLocks/>
            <a:stCxn id="66" idx="3"/>
            <a:endCxn id="52" idx="1"/>
          </p:cNvCxnSpPr>
          <p:nvPr/>
        </p:nvCxnSpPr>
        <p:spPr>
          <a:xfrm flipV="1">
            <a:off x="9121941" y="4021268"/>
            <a:ext cx="669072" cy="2365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Image 55" descr="Une image contenant personne, homme, joueur, sport&#10;&#10;Description générée automatiquement">
            <a:extLst>
              <a:ext uri="{FF2B5EF4-FFF2-40B4-BE49-F238E27FC236}">
                <a16:creationId xmlns:a16="http://schemas.microsoft.com/office/drawing/2014/main" id="{4391A14E-1FD9-45B5-9E4C-85A5ED03B2D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3634772" y="4736732"/>
            <a:ext cx="1400846" cy="934364"/>
          </a:xfrm>
          <a:prstGeom prst="rect">
            <a:avLst/>
          </a:prstGeom>
        </p:spPr>
      </p:pic>
      <p:cxnSp>
        <p:nvCxnSpPr>
          <p:cNvPr id="83" name="Connecteur droit avec flèche 82">
            <a:extLst>
              <a:ext uri="{FF2B5EF4-FFF2-40B4-BE49-F238E27FC236}">
                <a16:creationId xmlns:a16="http://schemas.microsoft.com/office/drawing/2014/main" id="{CA835455-2A67-4618-824C-B3297DDE25D7}"/>
              </a:ext>
            </a:extLst>
          </p:cNvPr>
          <p:cNvCxnSpPr>
            <a:cxnSpLocks/>
            <a:stCxn id="65" idx="3"/>
            <a:endCxn id="60" idx="1"/>
          </p:cNvCxnSpPr>
          <p:nvPr/>
        </p:nvCxnSpPr>
        <p:spPr>
          <a:xfrm flipV="1">
            <a:off x="5069643" y="3994769"/>
            <a:ext cx="278200" cy="2058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91">
            <a:extLst>
              <a:ext uri="{FF2B5EF4-FFF2-40B4-BE49-F238E27FC236}">
                <a16:creationId xmlns:a16="http://schemas.microsoft.com/office/drawing/2014/main" id="{4AAE1964-EB3A-46B2-91B0-8B67179F54F6}"/>
              </a:ext>
            </a:extLst>
          </p:cNvPr>
          <p:cNvCxnSpPr>
            <a:cxnSpLocks/>
            <a:stCxn id="64" idx="3"/>
            <a:endCxn id="52" idx="1"/>
          </p:cNvCxnSpPr>
          <p:nvPr/>
        </p:nvCxnSpPr>
        <p:spPr>
          <a:xfrm>
            <a:off x="9087915" y="3384953"/>
            <a:ext cx="703098" cy="63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eur droit avec flèche 94">
            <a:extLst>
              <a:ext uri="{FF2B5EF4-FFF2-40B4-BE49-F238E27FC236}">
                <a16:creationId xmlns:a16="http://schemas.microsoft.com/office/drawing/2014/main" id="{ACE77280-6AC4-4560-8EA7-606B5E48425D}"/>
              </a:ext>
            </a:extLst>
          </p:cNvPr>
          <p:cNvCxnSpPr>
            <a:cxnSpLocks/>
            <a:stCxn id="60" idx="3"/>
            <a:endCxn id="52" idx="1"/>
          </p:cNvCxnSpPr>
          <p:nvPr/>
        </p:nvCxnSpPr>
        <p:spPr>
          <a:xfrm>
            <a:off x="6787992" y="3994769"/>
            <a:ext cx="3003021" cy="26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171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D9A89F-8D19-4815-9EE7-47DDC6659979}"/>
              </a:ext>
            </a:extLst>
          </p:cNvPr>
          <p:cNvSpPr>
            <a:spLocks noGrp="1"/>
          </p:cNvSpPr>
          <p:nvPr>
            <p:ph type="title"/>
          </p:nvPr>
        </p:nvSpPr>
        <p:spPr/>
        <p:txBody>
          <a:bodyPr/>
          <a:lstStyle/>
          <a:p>
            <a:r>
              <a:rPr lang="fr-FR" dirty="0"/>
              <a:t>A vous de jouer</a:t>
            </a:r>
          </a:p>
        </p:txBody>
      </p:sp>
      <p:sp>
        <p:nvSpPr>
          <p:cNvPr id="3" name="Espace réservé du contenu 2">
            <a:extLst>
              <a:ext uri="{FF2B5EF4-FFF2-40B4-BE49-F238E27FC236}">
                <a16:creationId xmlns:a16="http://schemas.microsoft.com/office/drawing/2014/main" id="{5C2D62DA-DC8F-4DBF-9516-8E0320EB08B1}"/>
              </a:ext>
            </a:extLst>
          </p:cNvPr>
          <p:cNvSpPr>
            <a:spLocks noGrp="1"/>
          </p:cNvSpPr>
          <p:nvPr>
            <p:ph idx="1"/>
          </p:nvPr>
        </p:nvSpPr>
        <p:spPr>
          <a:xfrm>
            <a:off x="1115568" y="2615184"/>
            <a:ext cx="4424098" cy="3694176"/>
          </a:xfrm>
          <a:solidFill>
            <a:schemeClr val="accent2"/>
          </a:solidFill>
        </p:spPr>
        <p:txBody>
          <a:bodyPr>
            <a:normAutofit/>
          </a:bodyPr>
          <a:lstStyle/>
          <a:p>
            <a:pPr marL="0" indent="0" algn="ctr">
              <a:buNone/>
            </a:pPr>
            <a:r>
              <a:rPr lang="fr-FR" sz="1400" b="1" dirty="0"/>
              <a:t>Autres communautés</a:t>
            </a:r>
          </a:p>
          <a:p>
            <a:r>
              <a:rPr lang="fr-FR" sz="1400" dirty="0"/>
              <a:t>Quelles autres communautés à niveaux connaissez-vous ?</a:t>
            </a:r>
          </a:p>
          <a:p>
            <a:r>
              <a:rPr lang="fr-FR" sz="1400" dirty="0"/>
              <a:t>Quels sont les avantages du système de niveaux dans ces Communautés ? </a:t>
            </a:r>
          </a:p>
          <a:p>
            <a:r>
              <a:rPr lang="fr-FR" sz="1400" dirty="0"/>
              <a:t>Dans ces communautés, comment les membres peuvent-ils passer d'un niveau à l'autre ?</a:t>
            </a:r>
          </a:p>
          <a:p>
            <a:r>
              <a:rPr lang="fr-FR" sz="1400" dirty="0"/>
              <a:t>Quels sont les récompenses et les défis pour atteindre ces niveaux ? </a:t>
            </a:r>
          </a:p>
          <a:p>
            <a:r>
              <a:rPr lang="fr-FR" sz="1400" dirty="0"/>
              <a:t>Comment reconnaître qu'un membre appartient à un niveau spécifique ?</a:t>
            </a:r>
          </a:p>
        </p:txBody>
      </p:sp>
      <p:sp>
        <p:nvSpPr>
          <p:cNvPr id="9" name="Espace réservé du contenu 2">
            <a:extLst>
              <a:ext uri="{FF2B5EF4-FFF2-40B4-BE49-F238E27FC236}">
                <a16:creationId xmlns:a16="http://schemas.microsoft.com/office/drawing/2014/main" id="{F3C28E3A-9F7E-44D7-A4C3-2D075D3CD059}"/>
              </a:ext>
            </a:extLst>
          </p:cNvPr>
          <p:cNvSpPr txBox="1">
            <a:spLocks/>
          </p:cNvSpPr>
          <p:nvPr/>
        </p:nvSpPr>
        <p:spPr>
          <a:xfrm>
            <a:off x="6199632" y="2615184"/>
            <a:ext cx="4424098" cy="3694176"/>
          </a:xfrm>
          <a:prstGeom prst="rect">
            <a:avLst/>
          </a:prstGeom>
          <a:solidFill>
            <a:srgbClr val="3494BA"/>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solidFill>
                  <a:schemeClr val="bg1"/>
                </a:solidFill>
              </a:rPr>
              <a:t>Le potentiel de votre communauté</a:t>
            </a:r>
          </a:p>
          <a:p>
            <a:r>
              <a:rPr lang="fr-FR" sz="1400" dirty="0">
                <a:solidFill>
                  <a:schemeClr val="bg1"/>
                </a:solidFill>
              </a:rPr>
              <a:t>Quels pourraient être les avantages d'un système de niveaux pour votre communauté ? </a:t>
            </a:r>
          </a:p>
          <a:p>
            <a:r>
              <a:rPr lang="fr-FR" sz="1400" dirty="0">
                <a:solidFill>
                  <a:schemeClr val="bg1"/>
                </a:solidFill>
              </a:rPr>
              <a:t>Sans détails sur les niveaux, quels membres imaginez-vous actuellement dans les niveaux les plus avancés ? Dans les niveaux moyens ? Dans les niveaux les moins avancés ? </a:t>
            </a:r>
          </a:p>
          <a:p>
            <a:r>
              <a:rPr lang="fr-FR" sz="1400" dirty="0">
                <a:solidFill>
                  <a:schemeClr val="bg1"/>
                </a:solidFill>
              </a:rPr>
              <a:t>Que pourraient signifier les niveaux pour votre Communauté ? (en d'autres termes : quelles seraient les principales différences entre un niveau très élevé dans votre Communauté et un niveau très bas). </a:t>
            </a:r>
          </a:p>
          <a:p>
            <a:r>
              <a:rPr lang="fr-FR" sz="1400" dirty="0">
                <a:solidFill>
                  <a:schemeClr val="bg1"/>
                </a:solidFill>
              </a:rPr>
              <a:t>Quelles récompenses et quels défis pourraient être intéressants pour votre Communauté ?</a:t>
            </a:r>
          </a:p>
        </p:txBody>
      </p:sp>
    </p:spTree>
    <p:extLst>
      <p:ext uri="{BB962C8B-B14F-4D97-AF65-F5344CB8AC3E}">
        <p14:creationId xmlns:p14="http://schemas.microsoft.com/office/powerpoint/2010/main" val="1984474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a:xfrm>
            <a:off x="576072" y="1124712"/>
            <a:ext cx="6659229" cy="3172968"/>
          </a:xfrm>
        </p:spPr>
        <p:txBody>
          <a:bodyPr>
            <a:normAutofit fontScale="90000"/>
          </a:bodyPr>
          <a:lstStyle/>
          <a:p>
            <a:r>
              <a:rPr lang="fr-FR" sz="8000" i="1" dirty="0"/>
              <a:t>Atelier de conception de </a:t>
            </a:r>
            <a:br>
              <a:rPr lang="fr-FR" sz="8000" i="1" dirty="0"/>
            </a:br>
            <a:r>
              <a:rPr lang="fr-FR" sz="8000" i="1" dirty="0">
                <a:solidFill>
                  <a:srgbClr val="3494BA"/>
                </a:solidFill>
              </a:rPr>
              <a:t>Niveaux</a:t>
            </a:r>
            <a:endParaRPr lang="en-US" dirty="0"/>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55337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a:xfrm>
            <a:off x="1115568" y="548640"/>
            <a:ext cx="8188230" cy="1179576"/>
          </a:xfrm>
        </p:spPr>
        <p:txBody>
          <a:bodyPr>
            <a:normAutofit fontScale="90000"/>
          </a:bodyPr>
          <a:lstStyle/>
          <a:p>
            <a:r>
              <a:rPr lang="fr-FR" dirty="0"/>
              <a:t>L'atelier de conception de progression dans la communauté étapes par étapes</a:t>
            </a:r>
            <a:endParaRPr lang="en-US" dirty="0"/>
          </a:p>
        </p:txBody>
      </p:sp>
      <p:graphicFrame>
        <p:nvGraphicFramePr>
          <p:cNvPr id="3" name="Tableau 4">
            <a:extLst>
              <a:ext uri="{FF2B5EF4-FFF2-40B4-BE49-F238E27FC236}">
                <a16:creationId xmlns:a16="http://schemas.microsoft.com/office/drawing/2014/main" id="{DD1C82ED-290A-4282-91BA-89B659C01E2B}"/>
              </a:ext>
            </a:extLst>
          </p:cNvPr>
          <p:cNvGraphicFramePr>
            <a:graphicFrameLocks noGrp="1"/>
          </p:cNvGraphicFramePr>
          <p:nvPr>
            <p:extLst>
              <p:ext uri="{D42A27DB-BD31-4B8C-83A1-F6EECF244321}">
                <p14:modId xmlns:p14="http://schemas.microsoft.com/office/powerpoint/2010/main" val="1272146020"/>
              </p:ext>
            </p:extLst>
          </p:nvPr>
        </p:nvGraphicFramePr>
        <p:xfrm>
          <a:off x="145280" y="1813144"/>
          <a:ext cx="11582527" cy="4922520"/>
        </p:xfrm>
        <a:graphic>
          <a:graphicData uri="http://schemas.openxmlformats.org/drawingml/2006/table">
            <a:tbl>
              <a:tblPr firstRow="1" firstCol="1" bandRow="1">
                <a:tableStyleId>{5C22544A-7EE6-4342-B048-85BDC9FD1C3A}</a:tableStyleId>
              </a:tblPr>
              <a:tblGrid>
                <a:gridCol w="1215298">
                  <a:extLst>
                    <a:ext uri="{9D8B030D-6E8A-4147-A177-3AD203B41FA5}">
                      <a16:colId xmlns:a16="http://schemas.microsoft.com/office/drawing/2014/main" val="3637095222"/>
                    </a:ext>
                  </a:extLst>
                </a:gridCol>
                <a:gridCol w="1879659">
                  <a:extLst>
                    <a:ext uri="{9D8B030D-6E8A-4147-A177-3AD203B41FA5}">
                      <a16:colId xmlns:a16="http://schemas.microsoft.com/office/drawing/2014/main" val="1997714430"/>
                    </a:ext>
                  </a:extLst>
                </a:gridCol>
                <a:gridCol w="1732011">
                  <a:extLst>
                    <a:ext uri="{9D8B030D-6E8A-4147-A177-3AD203B41FA5}">
                      <a16:colId xmlns:a16="http://schemas.microsoft.com/office/drawing/2014/main" val="3341757670"/>
                    </a:ext>
                  </a:extLst>
                </a:gridCol>
                <a:gridCol w="1928592">
                  <a:extLst>
                    <a:ext uri="{9D8B030D-6E8A-4147-A177-3AD203B41FA5}">
                      <a16:colId xmlns:a16="http://schemas.microsoft.com/office/drawing/2014/main" val="3035350526"/>
                    </a:ext>
                  </a:extLst>
                </a:gridCol>
                <a:gridCol w="1608989">
                  <a:extLst>
                    <a:ext uri="{9D8B030D-6E8A-4147-A177-3AD203B41FA5}">
                      <a16:colId xmlns:a16="http://schemas.microsoft.com/office/drawing/2014/main" val="1419982903"/>
                    </a:ext>
                  </a:extLst>
                </a:gridCol>
                <a:gridCol w="1608989">
                  <a:extLst>
                    <a:ext uri="{9D8B030D-6E8A-4147-A177-3AD203B41FA5}">
                      <a16:colId xmlns:a16="http://schemas.microsoft.com/office/drawing/2014/main" val="2747996475"/>
                    </a:ext>
                  </a:extLst>
                </a:gridCol>
                <a:gridCol w="1608989">
                  <a:extLst>
                    <a:ext uri="{9D8B030D-6E8A-4147-A177-3AD203B41FA5}">
                      <a16:colId xmlns:a16="http://schemas.microsoft.com/office/drawing/2014/main" val="2174399618"/>
                    </a:ext>
                  </a:extLst>
                </a:gridCol>
              </a:tblGrid>
              <a:tr h="594340">
                <a:tc>
                  <a:txBody>
                    <a:bodyPr/>
                    <a:lstStyle/>
                    <a:p>
                      <a:endParaRPr lang="fr-FR" noProof="0"/>
                    </a:p>
                  </a:txBody>
                  <a:tcPr/>
                </a:tc>
                <a:tc>
                  <a:txBody>
                    <a:bodyPr/>
                    <a:lstStyle/>
                    <a:p>
                      <a:pPr algn="ctr"/>
                      <a:r>
                        <a:rPr lang="fr-FR" sz="1400" noProof="0" dirty="0"/>
                        <a:t>1</a:t>
                      </a:r>
                    </a:p>
                    <a:p>
                      <a:pPr algn="ctr"/>
                      <a:r>
                        <a:rPr lang="fr-FR" sz="1400" noProof="0" dirty="0"/>
                        <a:t>Introduction</a:t>
                      </a:r>
                    </a:p>
                  </a:txBody>
                  <a:tcPr/>
                </a:tc>
                <a:tc>
                  <a:txBody>
                    <a:bodyPr/>
                    <a:lstStyle/>
                    <a:p>
                      <a:pPr algn="ctr"/>
                      <a:r>
                        <a:rPr lang="fr-FR" sz="1400" noProof="0" dirty="0"/>
                        <a:t>2</a:t>
                      </a:r>
                    </a:p>
                    <a:p>
                      <a:pPr algn="ctr"/>
                      <a:r>
                        <a:rPr lang="fr-FR" sz="1400" noProof="0" dirty="0"/>
                        <a:t>Exemple de résultat
</a:t>
                      </a:r>
                    </a:p>
                  </a:txBody>
                  <a:tcPr/>
                </a:tc>
                <a:tc>
                  <a:txBody>
                    <a:bodyPr/>
                    <a:lstStyle/>
                    <a:p>
                      <a:pPr algn="ctr"/>
                      <a:r>
                        <a:rPr lang="fr-FR" sz="1400" noProof="0" dirty="0"/>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noProof="0" dirty="0"/>
                        <a:t>Définir les activités 🟦 et les niveaux🟪
</a:t>
                      </a:r>
                    </a:p>
                  </a:txBody>
                  <a:tcPr/>
                </a:tc>
                <a:tc>
                  <a:txBody>
                    <a:bodyPr/>
                    <a:lstStyle/>
                    <a:p>
                      <a:pPr algn="ctr"/>
                      <a:r>
                        <a:rPr lang="fr-FR" sz="1400" noProof="0" dirty="0"/>
                        <a:t>4</a:t>
                      </a:r>
                    </a:p>
                    <a:p>
                      <a:pPr algn="ctr"/>
                      <a:r>
                        <a:rPr lang="fr-FR" sz="1400" noProof="0" dirty="0"/>
                        <a:t>Définir les récompenses et les🟩 défis🟨
</a:t>
                      </a:r>
                    </a:p>
                  </a:txBody>
                  <a:tcPr/>
                </a:tc>
                <a:tc>
                  <a:txBody>
                    <a:bodyPr/>
                    <a:lstStyle/>
                    <a:p>
                      <a:pPr algn="ctr"/>
                      <a:r>
                        <a:rPr lang="fr-FR" sz="1400" noProof="0" dirty="0"/>
                        <a:t>5</a:t>
                      </a:r>
                    </a:p>
                    <a:p>
                      <a:pPr algn="ctr"/>
                      <a:r>
                        <a:rPr lang="fr-FR" sz="1400" noProof="0" dirty="0"/>
                        <a:t>Revue globale d’un parcours de membre
</a:t>
                      </a:r>
                    </a:p>
                  </a:txBody>
                  <a:tcPr/>
                </a:tc>
                <a:tc>
                  <a:txBody>
                    <a:bodyPr/>
                    <a:lstStyle/>
                    <a:p>
                      <a:pPr algn="ctr"/>
                      <a:r>
                        <a:rPr lang="fr-FR" sz="1400" noProof="0" dirty="0"/>
                        <a:t>6</a:t>
                      </a:r>
                    </a:p>
                    <a:p>
                      <a:pPr algn="ctr"/>
                      <a:r>
                        <a:rPr lang="fr-FR" sz="1400" noProof="0" dirty="0"/>
                        <a:t>Partager et réfléchir à la suite
</a:t>
                      </a:r>
                    </a:p>
                  </a:txBody>
                  <a:tcPr/>
                </a:tc>
                <a:extLst>
                  <a:ext uri="{0D108BD9-81ED-4DB2-BD59-A6C34878D82A}">
                    <a16:rowId xmlns:a16="http://schemas.microsoft.com/office/drawing/2014/main" val="1802663392"/>
                  </a:ext>
                </a:extLst>
              </a:tr>
              <a:tr h="498335">
                <a:tc>
                  <a:txBody>
                    <a:bodyPr/>
                    <a:lstStyle/>
                    <a:p>
                      <a:r>
                        <a:rPr lang="fr-FR" sz="1400" noProof="0"/>
                        <a:t>Durée suggérée</a:t>
                      </a:r>
                    </a:p>
                  </a:txBody>
                  <a:tcPr/>
                </a:tc>
                <a:tc>
                  <a:txBody>
                    <a:bodyPr/>
                    <a:lstStyle/>
                    <a:p>
                      <a:r>
                        <a:rPr lang="fr-FR" sz="1200" noProof="0" dirty="0"/>
                        <a:t>5 minutes</a:t>
                      </a:r>
                    </a:p>
                  </a:txBody>
                  <a:tcPr/>
                </a:tc>
                <a:tc>
                  <a:txBody>
                    <a:bodyPr/>
                    <a:lstStyle/>
                    <a:p>
                      <a:r>
                        <a:rPr lang="fr-FR" sz="1200" noProof="0"/>
                        <a:t>20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t>25 minutes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t>+ 10 minutes de pause</a:t>
                      </a:r>
                    </a:p>
                  </a:txBody>
                  <a:tcPr/>
                </a:tc>
                <a:tc>
                  <a:txBody>
                    <a:bodyPr/>
                    <a:lstStyle/>
                    <a:p>
                      <a:r>
                        <a:rPr lang="fr-FR" sz="1200" noProof="0"/>
                        <a:t>40 minutes</a:t>
                      </a:r>
                    </a:p>
                  </a:txBody>
                  <a:tcPr/>
                </a:tc>
                <a:tc>
                  <a:txBody>
                    <a:bodyPr/>
                    <a:lstStyle/>
                    <a:p>
                      <a:r>
                        <a:rPr lang="fr-FR" sz="1200" noProof="0"/>
                        <a:t>10 minutes</a:t>
                      </a:r>
                    </a:p>
                  </a:txBody>
                  <a:tcPr/>
                </a:tc>
                <a:tc>
                  <a:txBody>
                    <a:bodyPr/>
                    <a:lstStyle/>
                    <a:p>
                      <a:r>
                        <a:rPr lang="fr-FR" sz="1200" noProof="0"/>
                        <a:t>10 minutes</a:t>
                      </a:r>
                    </a:p>
                  </a:txBody>
                  <a:tcPr/>
                </a:tc>
                <a:extLst>
                  <a:ext uri="{0D108BD9-81ED-4DB2-BD59-A6C34878D82A}">
                    <a16:rowId xmlns:a16="http://schemas.microsoft.com/office/drawing/2014/main" val="3050051482"/>
                  </a:ext>
                </a:extLst>
              </a:tr>
              <a:tr h="2016509">
                <a:tc>
                  <a:txBody>
                    <a:bodyPr/>
                    <a:lstStyle/>
                    <a:p>
                      <a:r>
                        <a:rPr lang="fr-FR" sz="1400" noProof="0" dirty="0"/>
                        <a:t>Action</a:t>
                      </a:r>
                    </a:p>
                    <a:p>
                      <a:endParaRPr lang="fr-FR" sz="1400" noProof="0" dirty="0"/>
                    </a:p>
                    <a:p>
                      <a:endParaRPr lang="fr-FR" sz="1400" noProof="0" dirty="0"/>
                    </a:p>
                  </a:txBody>
                  <a:tcPr/>
                </a:tc>
                <a:tc>
                  <a:txBody>
                    <a:bodyPr/>
                    <a:lstStyle/>
                    <a:p>
                      <a:pPr marL="0" indent="0">
                        <a:buFont typeface="+mj-lt"/>
                        <a:buNone/>
                      </a:pPr>
                      <a:r>
                        <a:rPr lang="fr-FR" sz="900" noProof="0" dirty="0"/>
                        <a:t>Expliquer le but de l’atelier : </a:t>
                      </a:r>
                    </a:p>
                    <a:p>
                      <a:pPr marL="228600" indent="-228600">
                        <a:buFont typeface="+mj-lt"/>
                        <a:buAutoNum type="arabicPeriod"/>
                      </a:pPr>
                      <a:r>
                        <a:rPr lang="fr-FR" sz="900" noProof="0" dirty="0"/>
                        <a:t>Promouvoir l’engagement dans la communauté
Établir une expérience étape par étape pour les membres 
Offrir une progression dans la communauté</a:t>
                      </a:r>
                    </a:p>
                    <a:p>
                      <a:pPr marL="228600" indent="-228600">
                        <a:buFont typeface="+mj-lt"/>
                        <a:buAutoNum type="arabicPeriod"/>
                      </a:pPr>
                      <a:endParaRPr lang="fr-FR" sz="900" noProof="0" dirty="0"/>
                    </a:p>
                    <a:p>
                      <a:pPr marL="0" indent="0">
                        <a:buFont typeface="+mj-lt"/>
                        <a:buNone/>
                      </a:pPr>
                      <a:r>
                        <a:rPr lang="fr-FR" sz="900" noProof="0" dirty="0"/>
                        <a:t>Partager sur l’état d’esprit :</a:t>
                      </a:r>
                    </a:p>
                    <a:p>
                      <a:pPr marL="228600" indent="-228600">
                        <a:buFont typeface="+mj-lt"/>
                        <a:buAutoNum type="arabicPeriod"/>
                      </a:pPr>
                      <a:r>
                        <a:rPr lang="fr-FR" sz="900" noProof="0" dirty="0"/>
                        <a:t>Une progression juste plutôt qu’une progression fausse
Accepter que tous les membres ne sont pas égaux en contribution (ne culpabilisant personne), et 
N’oubliez pas de baser les récompenses et les défis sur votre propre connaissance des motivations et des compétences des membres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fr-FR" sz="900" noProof="0" dirty="0"/>
                        <a:t>Montrez des exemples de résultats à inspirer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900" noProof="0" dirty="0"/>
                        <a:t>Idées de niveaux
Idées de récompenses
Idées de défis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
Présélectionnez des récompenses et des défis qui pourraient être intéressants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
</a:t>
                      </a:r>
                    </a:p>
                  </a:txBody>
                  <a:tcPr/>
                </a:tc>
                <a:tc>
                  <a:txBody>
                    <a:bodyPr/>
                    <a:lstStyle/>
                    <a:p>
                      <a:pPr marL="0" indent="0">
                        <a:buFont typeface="+mj-lt"/>
                        <a:buNone/>
                      </a:pPr>
                      <a:r>
                        <a:rPr lang="fr-FR" sz="900" noProof="0" dirty="0"/>
                        <a:t>Le niveau le plus avancé représente ce qu’a fait un membre lorsqu’il a progressé à travers tous les niveaux de la communauté. Par conséquent, il doit représenter un idéal.
</a:t>
                      </a:r>
                    </a:p>
                    <a:p>
                      <a:pPr marL="228600" indent="-228600">
                        <a:buFont typeface="+mj-lt"/>
                        <a:buAutoNum type="arabicPeriod"/>
                      </a:pPr>
                      <a:r>
                        <a:rPr lang="fr-FR" sz="900" noProof="0" dirty="0"/>
                        <a:t>Définir les activités 🟦 du niveau🟪 le plus avancé
Nommez le niveau 🟪 le plus avancé</a:t>
                      </a:r>
                    </a:p>
                    <a:p>
                      <a:pPr marL="228600" indent="-228600">
                        <a:buFont typeface="+mj-lt"/>
                        <a:buAutoNum type="arabicPeriod"/>
                      </a:pPr>
                      <a:endParaRPr lang="fr-FR" sz="900" noProof="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900" noProof="0" dirty="0"/>
                        <a:t>Définir le deuxième niveau🟪🟦 le plus avancé 
Continuez jusqu’aux niveaux d’entrée
Dans le cas de plusieurs branches, terminez un chemin complet de l’idéal au débutant avant d’en commencer un autre.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Pour chaque niveau 🟪, choisissez ou définissez les défis🟨qu’il est nécessaire d’effectuer pour atteindre le niveau🟪 suivant. 
Commencez par les débutants.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Once </a:t>
                      </a:r>
                      <a:r>
                        <a:rPr lang="fr-FR" sz="900" noProof="0" dirty="0" err="1"/>
                        <a:t>you</a:t>
                      </a:r>
                      <a:r>
                        <a:rPr lang="fr-FR" sz="900" noProof="0" dirty="0"/>
                        <a:t> </a:t>
                      </a:r>
                      <a:r>
                        <a:rPr lang="fr-FR" sz="900" noProof="0" dirty="0" err="1"/>
                        <a:t>finished</a:t>
                      </a:r>
                      <a:r>
                        <a:rPr lang="fr-FR" sz="900" noProof="0" dirty="0"/>
                        <a:t> a first round of challenges, start </a:t>
                      </a:r>
                      <a:r>
                        <a:rPr lang="fr-FR" sz="900" noProof="0" dirty="0" err="1"/>
                        <a:t>from</a:t>
                      </a:r>
                      <a:r>
                        <a:rPr lang="fr-FR" sz="900" noProof="0" dirty="0"/>
                        <a:t> the top </a:t>
                      </a:r>
                      <a:r>
                        <a:rPr lang="fr-FR" sz="900" noProof="0" dirty="0" err="1"/>
                        <a:t>level</a:t>
                      </a:r>
                      <a:r>
                        <a:rPr lang="fr-FR" sz="900" noProof="0" dirty="0"/>
                        <a:t> 🟪 and </a:t>
                      </a:r>
                      <a:r>
                        <a:rPr lang="fr-FR" sz="900" noProof="0" dirty="0" err="1"/>
                        <a:t>define</a:t>
                      </a:r>
                      <a:r>
                        <a:rPr lang="fr-FR" sz="900" noProof="0" dirty="0"/>
                        <a:t> the </a:t>
                      </a:r>
                      <a:r>
                        <a:rPr lang="fr-FR" sz="900" noProof="0" dirty="0" err="1"/>
                        <a:t>rewards</a:t>
                      </a:r>
                      <a:r>
                        <a:rPr lang="fr-FR" sz="900" noProof="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Au cours de cet exercice, n’hésitez pas à ajuster les activités 🟦 et les noms🟪 de niveau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Il est normal de faire des allers-retours et d'itérer. </a:t>
                      </a:r>
                    </a:p>
                  </a:txBody>
                  <a:tcPr/>
                </a:tc>
                <a:tc>
                  <a:txBody>
                    <a:bodyPr/>
                    <a:lstStyle/>
                    <a:p>
                      <a:r>
                        <a:rPr lang="fr-FR" sz="900" noProof="0" dirty="0"/>
                        <a:t>Racontez l’histoire d’un débutant🟪 dans la Communauté jusqu’à l’arrivée au niveau final🟪.
</a:t>
                      </a:r>
                    </a:p>
                    <a:p>
                      <a:r>
                        <a:rPr lang="fr-FR" sz="900" noProof="0" dirty="0"/>
                        <a:t>En cas d’incohérences ou d’améliorations possibles, ajustez vos 🟪🟦🟩🟨 
</a:t>
                      </a:r>
                    </a:p>
                    <a:p>
                      <a:r>
                        <a:rPr lang="fr-FR" sz="900" noProof="0" dirty="0"/>
                        <a:t>Il est recommandé d’effectuer à nouveau cette revue globale quelques jours après l’atelier.
</a:t>
                      </a:r>
                    </a:p>
                    <a:p>
                      <a:endParaRPr lang="fr-FR" sz="900" noProof="0" dirty="0"/>
                    </a:p>
                  </a:txBody>
                  <a:tcPr/>
                </a:tc>
                <a:tc>
                  <a:txBody>
                    <a:bodyPr/>
                    <a:lstStyle/>
                    <a:p>
                      <a:r>
                        <a:rPr lang="fr-FR" sz="900" noProof="0" dirty="0"/>
                        <a:t>Discuter de la mise en œuvre : 
</a:t>
                      </a:r>
                    </a:p>
                    <a:p>
                      <a:pPr marL="171450" indent="-171450">
                        <a:buFontTx/>
                        <a:buChar char="-"/>
                      </a:pPr>
                      <a:r>
                        <a:rPr lang="fr-FR" sz="900" noProof="0" dirty="0"/>
                        <a:t>Où le chemin sera-t-il publié ?
Qui devrait le revoir avant de le publier ?
Qu’est-ce qui est caché (récompenses surprises par exemple), qu’est-ce qui est montré ?
</a:t>
                      </a:r>
                    </a:p>
                    <a:p>
                      <a:pPr marL="0" indent="0">
                        <a:buFontTx/>
                        <a:buNone/>
                      </a:pPr>
                      <a:r>
                        <a:rPr lang="fr-FR" sz="900" noProof="0" dirty="0"/>
                        <a:t>Organiser une session FAQ sur les niveaux communautaires
</a:t>
                      </a:r>
                    </a:p>
                    <a:p>
                      <a:pPr marL="0" indent="0">
                        <a:buFontTx/>
                        <a:buNone/>
                      </a:pPr>
                      <a:r>
                        <a:rPr lang="fr-FR" sz="900" noProof="0" dirty="0"/>
                        <a:t>Consultez la diapositive « Utilisation des résultats de l’atelier »
</a:t>
                      </a:r>
                    </a:p>
                  </a:txBody>
                  <a:tcPr/>
                </a:tc>
                <a:extLst>
                  <a:ext uri="{0D108BD9-81ED-4DB2-BD59-A6C34878D82A}">
                    <a16:rowId xmlns:a16="http://schemas.microsoft.com/office/drawing/2014/main" val="987626046"/>
                  </a:ext>
                </a:extLst>
              </a:tr>
            </a:tbl>
          </a:graphicData>
        </a:graphic>
      </p:graphicFrame>
    </p:spTree>
    <p:extLst>
      <p:ext uri="{BB962C8B-B14F-4D97-AF65-F5344CB8AC3E}">
        <p14:creationId xmlns:p14="http://schemas.microsoft.com/office/powerpoint/2010/main" val="1714775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6779530" cy="1179576"/>
          </a:xfrm>
        </p:spPr>
        <p:txBody>
          <a:bodyPr>
            <a:normAutofit fontScale="90000"/>
          </a:bodyPr>
          <a:lstStyle/>
          <a:p>
            <a:r>
              <a:rPr lang="fr-FR" dirty="0"/>
              <a:t>L'atelier de conception de progression dans la communauté par étapes : Exemple de résultats</a:t>
            </a:r>
          </a:p>
        </p:txBody>
      </p:sp>
      <p:pic>
        <p:nvPicPr>
          <p:cNvPr id="3" name="Graphique 2" descr="Presse-papiers partiellement vérifié contour">
            <a:extLst>
              <a:ext uri="{FF2B5EF4-FFF2-40B4-BE49-F238E27FC236}">
                <a16:creationId xmlns:a16="http://schemas.microsoft.com/office/drawing/2014/main" id="{189026FC-D4A0-49BA-8810-F22002CBB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59563" y="1278345"/>
            <a:ext cx="480487" cy="480487"/>
          </a:xfrm>
          <a:prstGeom prst="rect">
            <a:avLst/>
          </a:prstGeom>
        </p:spPr>
      </p:pic>
      <p:pic>
        <p:nvPicPr>
          <p:cNvPr id="4" name="Graphique 3" descr="Obstacle avec un remplissage uni">
            <a:extLst>
              <a:ext uri="{FF2B5EF4-FFF2-40B4-BE49-F238E27FC236}">
                <a16:creationId xmlns:a16="http://schemas.microsoft.com/office/drawing/2014/main" id="{EC472D04-051B-4C4F-874C-7C90A0C785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64591" y="1315748"/>
            <a:ext cx="457200" cy="457200"/>
          </a:xfrm>
          <a:prstGeom prst="rect">
            <a:avLst/>
          </a:prstGeom>
        </p:spPr>
      </p:pic>
      <p:pic>
        <p:nvPicPr>
          <p:cNvPr id="5" name="Graphique 4" descr="Médaille avec un remplissage uni">
            <a:extLst>
              <a:ext uri="{FF2B5EF4-FFF2-40B4-BE49-F238E27FC236}">
                <a16:creationId xmlns:a16="http://schemas.microsoft.com/office/drawing/2014/main" id="{A5C77568-37EF-4AF5-950C-6A818B4B5A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36450" y="1267648"/>
            <a:ext cx="492643" cy="492643"/>
          </a:xfrm>
          <a:prstGeom prst="rect">
            <a:avLst/>
          </a:prstGeom>
        </p:spPr>
      </p:pic>
      <p:sp>
        <p:nvSpPr>
          <p:cNvPr id="10" name="ZoneTexte 9">
            <a:extLst>
              <a:ext uri="{FF2B5EF4-FFF2-40B4-BE49-F238E27FC236}">
                <a16:creationId xmlns:a16="http://schemas.microsoft.com/office/drawing/2014/main" id="{5EB91366-10C7-4E44-BCC0-8FB1A2C2CDE0}"/>
              </a:ext>
            </a:extLst>
          </p:cNvPr>
          <p:cNvSpPr txBox="1"/>
          <p:nvPr/>
        </p:nvSpPr>
        <p:spPr>
          <a:xfrm>
            <a:off x="10349572" y="242584"/>
            <a:ext cx="1473926" cy="1169551"/>
          </a:xfrm>
          <a:prstGeom prst="rect">
            <a:avLst/>
          </a:prstGeom>
          <a:noFill/>
        </p:spPr>
        <p:txBody>
          <a:bodyPr wrap="square" rtlCol="0">
            <a:spAutoFit/>
          </a:bodyPr>
          <a:lstStyle/>
          <a:p>
            <a:pPr algn="ctr"/>
            <a:r>
              <a:rPr lang="fr-FR" sz="1000" b="1"/>
              <a:t>🎖️Récompenses communautaires
</a:t>
            </a:r>
            <a:r>
              <a:rPr lang="fr-FR" sz="1000"/>
              <a:t>Quelles récompenses les membres obtiennent-ils pour avoir gravi un niveau</a:t>
            </a:r>
            <a:r>
              <a:rPr lang="fr-FR" sz="1000" b="1"/>
              <a:t>
</a:t>
            </a:r>
            <a:endParaRPr lang="fr-FR" sz="1000"/>
          </a:p>
        </p:txBody>
      </p:sp>
      <p:sp>
        <p:nvSpPr>
          <p:cNvPr id="12" name="ZoneTexte 11">
            <a:extLst>
              <a:ext uri="{FF2B5EF4-FFF2-40B4-BE49-F238E27FC236}">
                <a16:creationId xmlns:a16="http://schemas.microsoft.com/office/drawing/2014/main" id="{842B3600-9905-49C0-9279-E7C307A68501}"/>
              </a:ext>
            </a:extLst>
          </p:cNvPr>
          <p:cNvSpPr txBox="1"/>
          <p:nvPr/>
        </p:nvSpPr>
        <p:spPr>
          <a:xfrm>
            <a:off x="9221090" y="230248"/>
            <a:ext cx="1108897" cy="1169551"/>
          </a:xfrm>
          <a:prstGeom prst="rect">
            <a:avLst/>
          </a:prstGeom>
          <a:noFill/>
        </p:spPr>
        <p:txBody>
          <a:bodyPr wrap="square" rtlCol="0">
            <a:spAutoFit/>
          </a:bodyPr>
          <a:lstStyle/>
          <a:p>
            <a:pPr algn="ctr"/>
            <a:r>
              <a:rPr lang="fr-FR" sz="1000" b="1"/>
              <a:t>🎖️Les défis de la croissance
</a:t>
            </a:r>
            <a:r>
              <a:rPr lang="fr-FR" sz="1000"/>
              <a:t>Ce qui est nécessaire pour accéder au niveau suivant</a:t>
            </a:r>
            <a:r>
              <a:rPr lang="fr-FR" sz="1000" b="1"/>
              <a:t>
</a:t>
            </a:r>
            <a:endParaRPr lang="fr-FR" sz="1000"/>
          </a:p>
        </p:txBody>
      </p:sp>
      <p:sp>
        <p:nvSpPr>
          <p:cNvPr id="13" name="ZoneTexte 12">
            <a:extLst>
              <a:ext uri="{FF2B5EF4-FFF2-40B4-BE49-F238E27FC236}">
                <a16:creationId xmlns:a16="http://schemas.microsoft.com/office/drawing/2014/main" id="{E30CA19A-D72E-4944-A809-E6846990265C}"/>
              </a:ext>
            </a:extLst>
          </p:cNvPr>
          <p:cNvSpPr txBox="1"/>
          <p:nvPr/>
        </p:nvSpPr>
        <p:spPr>
          <a:xfrm>
            <a:off x="8273146" y="230248"/>
            <a:ext cx="979006" cy="1015663"/>
          </a:xfrm>
          <a:prstGeom prst="rect">
            <a:avLst/>
          </a:prstGeom>
          <a:noFill/>
        </p:spPr>
        <p:txBody>
          <a:bodyPr wrap="square" rtlCol="0">
            <a:spAutoFit/>
          </a:bodyPr>
          <a:lstStyle/>
          <a:p>
            <a:pPr algn="ctr"/>
            <a:r>
              <a:rPr lang="fr-FR" sz="1000" b="1"/>
              <a:t>✅Activités de base
</a:t>
            </a:r>
            <a:r>
              <a:rPr lang="fr-FR" sz="1000"/>
              <a:t>Quelle est l’expérience à ce niveau</a:t>
            </a:r>
            <a:r>
              <a:rPr lang="fr-FR" sz="1000" b="1"/>
              <a:t>
</a:t>
            </a:r>
            <a:endParaRPr lang="fr-FR" sz="1000"/>
          </a:p>
        </p:txBody>
      </p: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sp>
        <p:nvSpPr>
          <p:cNvPr id="17" name="Rectangle 16">
            <a:extLst>
              <a:ext uri="{FF2B5EF4-FFF2-40B4-BE49-F238E27FC236}">
                <a16:creationId xmlns:a16="http://schemas.microsoft.com/office/drawing/2014/main" id="{EAF1AAB0-0CBC-4500-967C-93787298A904}"/>
              </a:ext>
            </a:extLst>
          </p:cNvPr>
          <p:cNvSpPr/>
          <p:nvPr/>
        </p:nvSpPr>
        <p:spPr>
          <a:xfrm>
            <a:off x="93978" y="2240096"/>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a:solidFill>
                  <a:schemeClr val="bg1"/>
                </a:solidFill>
              </a:rPr>
              <a:t>Niveau 1
Spectateurs</a:t>
            </a:r>
          </a:p>
        </p:txBody>
      </p:sp>
      <p:sp>
        <p:nvSpPr>
          <p:cNvPr id="18" name="Rectangle 17">
            <a:extLst>
              <a:ext uri="{FF2B5EF4-FFF2-40B4-BE49-F238E27FC236}">
                <a16:creationId xmlns:a16="http://schemas.microsoft.com/office/drawing/2014/main" id="{1E585A7D-8703-4885-821D-5D5874F8B843}"/>
              </a:ext>
            </a:extLst>
          </p:cNvPr>
          <p:cNvSpPr/>
          <p:nvPr/>
        </p:nvSpPr>
        <p:spPr>
          <a:xfrm>
            <a:off x="1952838" y="2230859"/>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a:solidFill>
                  <a:schemeClr val="bg1"/>
                </a:solidFill>
              </a:rPr>
              <a:t>Niveau 2
Adhérents</a:t>
            </a:r>
          </a:p>
        </p:txBody>
      </p:sp>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sp>
        <p:nvSpPr>
          <p:cNvPr id="26" name="Rectangle 25">
            <a:extLst>
              <a:ext uri="{FF2B5EF4-FFF2-40B4-BE49-F238E27FC236}">
                <a16:creationId xmlns:a16="http://schemas.microsoft.com/office/drawing/2014/main" id="{D636592A-832F-4E9A-B623-CBE6171DF5D6}"/>
              </a:ext>
            </a:extLst>
          </p:cNvPr>
          <p:cNvSpPr/>
          <p:nvPr/>
        </p:nvSpPr>
        <p:spPr>
          <a:xfrm>
            <a:off x="4389305" y="2250926"/>
            <a:ext cx="1134587"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3
Bleu</a:t>
            </a:r>
          </a:p>
        </p:txBody>
      </p:sp>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sp>
        <p:nvSpPr>
          <p:cNvPr id="30" name="Rectangle 29">
            <a:extLst>
              <a:ext uri="{FF2B5EF4-FFF2-40B4-BE49-F238E27FC236}">
                <a16:creationId xmlns:a16="http://schemas.microsoft.com/office/drawing/2014/main" id="{050AA63D-BD67-4EFF-AC43-03E1DE8CB081}"/>
              </a:ext>
            </a:extLst>
          </p:cNvPr>
          <p:cNvSpPr/>
          <p:nvPr/>
        </p:nvSpPr>
        <p:spPr>
          <a:xfrm>
            <a:off x="6470278" y="2250758"/>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4
Contributeurs</a:t>
            </a:r>
          </a:p>
        </p:txBody>
      </p:sp>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sp>
        <p:nvSpPr>
          <p:cNvPr id="34" name="Rectangle 33">
            <a:extLst>
              <a:ext uri="{FF2B5EF4-FFF2-40B4-BE49-F238E27FC236}">
                <a16:creationId xmlns:a16="http://schemas.microsoft.com/office/drawing/2014/main" id="{F7B77492-6EA4-483E-9E69-5650AC970731}"/>
              </a:ext>
            </a:extLst>
          </p:cNvPr>
          <p:cNvSpPr/>
          <p:nvPr/>
        </p:nvSpPr>
        <p:spPr>
          <a:xfrm>
            <a:off x="8660215"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5
Ambassadeurs</a:t>
            </a:r>
          </a:p>
        </p:txBody>
      </p:sp>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68369"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6
Tout-en-un</a:t>
            </a: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41" name="Rectangle 40">
            <a:extLst>
              <a:ext uri="{FF2B5EF4-FFF2-40B4-BE49-F238E27FC236}">
                <a16:creationId xmlns:a16="http://schemas.microsoft.com/office/drawing/2014/main" id="{70492461-6E58-421A-97E1-8490AD2C5C67}"/>
              </a:ext>
            </a:extLst>
          </p:cNvPr>
          <p:cNvSpPr/>
          <p:nvPr/>
        </p:nvSpPr>
        <p:spPr>
          <a:xfrm>
            <a:off x="5633453"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Contribuez à 1 organisation d’événement majeur</a:t>
            </a:r>
          </a:p>
        </p:txBody>
      </p:sp>
      <p:sp>
        <p:nvSpPr>
          <p:cNvPr id="42" name="Rectangle 41">
            <a:extLst>
              <a:ext uri="{FF2B5EF4-FFF2-40B4-BE49-F238E27FC236}">
                <a16:creationId xmlns:a16="http://schemas.microsoft.com/office/drawing/2014/main" id="{4B4FCF12-52EA-49A1-9309-C1D66E98BB7C}"/>
              </a:ext>
            </a:extLst>
          </p:cNvPr>
          <p:cNvSpPr/>
          <p:nvPr/>
        </p:nvSpPr>
        <p:spPr>
          <a:xfrm>
            <a:off x="1089300" y="350771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800" dirty="0">
                <a:solidFill>
                  <a:schemeClr val="tx1"/>
                </a:solidFill>
              </a:rPr>
              <a:t>Assistez à 3 événements d’affilée
</a:t>
            </a:r>
          </a:p>
        </p:txBody>
      </p:sp>
      <p:sp>
        <p:nvSpPr>
          <p:cNvPr id="43" name="Rectangle 42">
            <a:extLst>
              <a:ext uri="{FF2B5EF4-FFF2-40B4-BE49-F238E27FC236}">
                <a16:creationId xmlns:a16="http://schemas.microsoft.com/office/drawing/2014/main" id="{335213F6-A809-4D8E-9C03-1FA4A7AC262E}"/>
              </a:ext>
            </a:extLst>
          </p:cNvPr>
          <p:cNvSpPr/>
          <p:nvPr/>
        </p:nvSpPr>
        <p:spPr>
          <a:xfrm>
            <a:off x="1095696" y="4153930"/>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Abonnez-vous à la newsletter
</a:t>
            </a:r>
          </a:p>
        </p:txBody>
      </p:sp>
      <p:sp>
        <p:nvSpPr>
          <p:cNvPr id="44" name="Rectangle 43">
            <a:extLst>
              <a:ext uri="{FF2B5EF4-FFF2-40B4-BE49-F238E27FC236}">
                <a16:creationId xmlns:a16="http://schemas.microsoft.com/office/drawing/2014/main" id="{09843526-CC0B-4EBC-B1DC-30F5687359CB}"/>
              </a:ext>
            </a:extLst>
          </p:cNvPr>
          <p:cNvSpPr/>
          <p:nvPr/>
        </p:nvSpPr>
        <p:spPr>
          <a:xfrm>
            <a:off x="3393591"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Amenez 3 personnes à 2 événements (total 6)
</a:t>
            </a:r>
          </a:p>
        </p:txBody>
      </p:sp>
      <p:sp>
        <p:nvSpPr>
          <p:cNvPr id="45" name="Rectangle 44">
            <a:extLst>
              <a:ext uri="{FF2B5EF4-FFF2-40B4-BE49-F238E27FC236}">
                <a16:creationId xmlns:a16="http://schemas.microsoft.com/office/drawing/2014/main" id="{7E25C068-1AC3-4B6E-8B4B-7B4E6662DFCD}"/>
              </a:ext>
            </a:extLst>
          </p:cNvPr>
          <p:cNvSpPr/>
          <p:nvPr/>
        </p:nvSpPr>
        <p:spPr>
          <a:xfrm>
            <a:off x="1839177" y="3499448"/>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900" dirty="0">
                <a:solidFill>
                  <a:schemeClr val="tx1"/>
                </a:solidFill>
              </a:rPr>
              <a:t>📛 BADGE communautaire</a:t>
            </a:r>
          </a:p>
        </p:txBody>
      </p:sp>
      <p:sp>
        <p:nvSpPr>
          <p:cNvPr id="46" name="Rectangle 45">
            <a:extLst>
              <a:ext uri="{FF2B5EF4-FFF2-40B4-BE49-F238E27FC236}">
                <a16:creationId xmlns:a16="http://schemas.microsoft.com/office/drawing/2014/main" id="{69D25101-71EF-43DE-B342-233B21124BC1}"/>
              </a:ext>
            </a:extLst>
          </p:cNvPr>
          <p:cNvSpPr/>
          <p:nvPr/>
        </p:nvSpPr>
        <p:spPr>
          <a:xfrm>
            <a:off x="2650227" y="349491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Assister à des événements majeurs
</a:t>
            </a:r>
          </a:p>
        </p:txBody>
      </p:sp>
      <p:sp>
        <p:nvSpPr>
          <p:cNvPr id="47" name="Rectangle 46">
            <a:extLst>
              <a:ext uri="{FF2B5EF4-FFF2-40B4-BE49-F238E27FC236}">
                <a16:creationId xmlns:a16="http://schemas.microsoft.com/office/drawing/2014/main" id="{1DAAFDAC-A7AD-45E7-8BBB-17DF6F3ECD56}"/>
              </a:ext>
            </a:extLst>
          </p:cNvPr>
          <p:cNvSpPr/>
          <p:nvPr/>
        </p:nvSpPr>
        <p:spPr>
          <a:xfrm>
            <a:off x="4211176" y="3501747"/>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dirty="0">
                <a:solidFill>
                  <a:schemeClr val="tx1"/>
                </a:solidFill>
              </a:rPr>
              <a:t>🍛 Invitation au dîner trimestriel
</a:t>
            </a:r>
          </a:p>
        </p:txBody>
      </p:sp>
      <p:sp>
        <p:nvSpPr>
          <p:cNvPr id="48" name="Rectangle 47">
            <a:extLst>
              <a:ext uri="{FF2B5EF4-FFF2-40B4-BE49-F238E27FC236}">
                <a16:creationId xmlns:a16="http://schemas.microsoft.com/office/drawing/2014/main" id="{C4791A12-621A-4FB1-9D01-4E681E29FF9A}"/>
              </a:ext>
            </a:extLst>
          </p:cNvPr>
          <p:cNvSpPr/>
          <p:nvPr/>
        </p:nvSpPr>
        <p:spPr>
          <a:xfrm>
            <a:off x="4921212"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Partager du contenu</a:t>
            </a:r>
          </a:p>
        </p:txBody>
      </p:sp>
      <p:sp>
        <p:nvSpPr>
          <p:cNvPr id="49" name="Rectangle 48">
            <a:extLst>
              <a:ext uri="{FF2B5EF4-FFF2-40B4-BE49-F238E27FC236}">
                <a16:creationId xmlns:a16="http://schemas.microsoft.com/office/drawing/2014/main" id="{CAA0B993-7593-428E-9AB3-8CF64E2E5229}"/>
              </a:ext>
            </a:extLst>
          </p:cNvPr>
          <p:cNvSpPr/>
          <p:nvPr/>
        </p:nvSpPr>
        <p:spPr>
          <a:xfrm>
            <a:off x="7818730" y="3501747"/>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fr-FR" sz="900" dirty="0">
                <a:solidFill>
                  <a:schemeClr val="tx1"/>
                </a:solidFill>
              </a:rPr>
              <a:t>Mettez en place un nouvel outil pour la Communauté
</a:t>
            </a:r>
          </a:p>
        </p:txBody>
      </p:sp>
      <p:sp>
        <p:nvSpPr>
          <p:cNvPr id="50" name="Rectangle 49">
            <a:extLst>
              <a:ext uri="{FF2B5EF4-FFF2-40B4-BE49-F238E27FC236}">
                <a16:creationId xmlns:a16="http://schemas.microsoft.com/office/drawing/2014/main" id="{54AACDB3-1C32-47C7-937A-B8E96F3D3FB5}"/>
              </a:ext>
            </a:extLst>
          </p:cNvPr>
          <p:cNvSpPr/>
          <p:nvPr/>
        </p:nvSpPr>
        <p:spPr>
          <a:xfrm>
            <a:off x="6379560" y="3494491"/>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 
Accès à des événements spéciaux
</a:t>
            </a:r>
            <a:endParaRPr lang="fr-FR" sz="800" dirty="0">
              <a:solidFill>
                <a:schemeClr val="tx1"/>
              </a:solidFill>
            </a:endParaRPr>
          </a:p>
        </p:txBody>
      </p:sp>
      <p:sp>
        <p:nvSpPr>
          <p:cNvPr id="51" name="Rectangle 50">
            <a:extLst>
              <a:ext uri="{FF2B5EF4-FFF2-40B4-BE49-F238E27FC236}">
                <a16:creationId xmlns:a16="http://schemas.microsoft.com/office/drawing/2014/main" id="{0CB7C17F-EBA7-49E7-81C2-57D4DF55A20C}"/>
              </a:ext>
            </a:extLst>
          </p:cNvPr>
          <p:cNvSpPr/>
          <p:nvPr/>
        </p:nvSpPr>
        <p:spPr>
          <a:xfrm>
            <a:off x="7083389"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800">
                <a:solidFill>
                  <a:schemeClr val="tx1"/>
                </a:solidFill>
              </a:rPr>
              <a:t>Assister à des événements majeurs et mineurs
</a:t>
            </a:r>
          </a:p>
        </p:txBody>
      </p:sp>
      <p:sp>
        <p:nvSpPr>
          <p:cNvPr id="52" name="Rectangle 51">
            <a:extLst>
              <a:ext uri="{FF2B5EF4-FFF2-40B4-BE49-F238E27FC236}">
                <a16:creationId xmlns:a16="http://schemas.microsoft.com/office/drawing/2014/main" id="{38F5800F-854A-4AB9-A7CC-BD7BEE2E5A15}"/>
              </a:ext>
            </a:extLst>
          </p:cNvPr>
          <p:cNvSpPr/>
          <p:nvPr/>
        </p:nvSpPr>
        <p:spPr>
          <a:xfrm>
            <a:off x="10030311" y="350174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Aidez 2 membres lors de leur départ de la communauté</a:t>
            </a:r>
          </a:p>
        </p:txBody>
      </p:sp>
      <p:sp>
        <p:nvSpPr>
          <p:cNvPr id="53" name="Rectangle 52">
            <a:extLst>
              <a:ext uri="{FF2B5EF4-FFF2-40B4-BE49-F238E27FC236}">
                <a16:creationId xmlns:a16="http://schemas.microsoft.com/office/drawing/2014/main" id="{12A44FEC-0B77-4884-8928-E5B06C5CE09E}"/>
              </a:ext>
            </a:extLst>
          </p:cNvPr>
          <p:cNvSpPr/>
          <p:nvPr/>
        </p:nvSpPr>
        <p:spPr>
          <a:xfrm>
            <a:off x="8551649" y="3499448"/>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Livre sur l’activité communautaire
</a:t>
            </a:r>
          </a:p>
        </p:txBody>
      </p:sp>
      <p:sp>
        <p:nvSpPr>
          <p:cNvPr id="54" name="Rectangle 53">
            <a:extLst>
              <a:ext uri="{FF2B5EF4-FFF2-40B4-BE49-F238E27FC236}">
                <a16:creationId xmlns:a16="http://schemas.microsoft.com/office/drawing/2014/main" id="{49F94054-A645-43B7-B58F-5BCE450E8A64}"/>
              </a:ext>
            </a:extLst>
          </p:cNvPr>
          <p:cNvSpPr/>
          <p:nvPr/>
        </p:nvSpPr>
        <p:spPr>
          <a:xfrm>
            <a:off x="9290980"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a:solidFill>
                  <a:schemeClr val="tx1"/>
                </a:solidFill>
              </a:rPr>
              <a:t>Diriger les activités communautaires
</a:t>
            </a:r>
          </a:p>
        </p:txBody>
      </p:sp>
      <p:sp>
        <p:nvSpPr>
          <p:cNvPr id="56" name="Rectangle 55">
            <a:extLst>
              <a:ext uri="{FF2B5EF4-FFF2-40B4-BE49-F238E27FC236}">
                <a16:creationId xmlns:a16="http://schemas.microsoft.com/office/drawing/2014/main" id="{CCF63BFE-06A7-4BE3-8227-F02A583683CA}"/>
              </a:ext>
            </a:extLst>
          </p:cNvPr>
          <p:cNvSpPr/>
          <p:nvPr/>
        </p:nvSpPr>
        <p:spPr>
          <a:xfrm>
            <a:off x="10794414" y="3523663"/>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900" dirty="0">
                <a:solidFill>
                  <a:schemeClr val="tx1"/>
                </a:solidFill>
              </a:rPr>
              <a:t>💰 Incitation financière</a:t>
            </a:r>
          </a:p>
        </p:txBody>
      </p:sp>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800" dirty="0">
                <a:solidFill>
                  <a:schemeClr val="tx1"/>
                </a:solidFill>
              </a:rPr>
              <a:t>Grandes décisions de la communauté</a:t>
            </a:r>
          </a:p>
        </p:txBody>
      </p:sp>
      <p:sp>
        <p:nvSpPr>
          <p:cNvPr id="58" name="Rectangle 57">
            <a:extLst>
              <a:ext uri="{FF2B5EF4-FFF2-40B4-BE49-F238E27FC236}">
                <a16:creationId xmlns:a16="http://schemas.microsoft.com/office/drawing/2014/main" id="{E55BD761-7F5A-423A-9646-6CAD5853D858}"/>
              </a:ext>
            </a:extLst>
          </p:cNvPr>
          <p:cNvSpPr/>
          <p:nvPr/>
        </p:nvSpPr>
        <p:spPr>
          <a:xfrm>
            <a:off x="7798446" y="414565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Réussissez la certification de niveau 2 de la compétence X</a:t>
            </a:r>
          </a:p>
        </p:txBody>
      </p:sp>
      <p:sp>
        <p:nvSpPr>
          <p:cNvPr id="55" name="Rectangle 54">
            <a:extLst>
              <a:ext uri="{FF2B5EF4-FFF2-40B4-BE49-F238E27FC236}">
                <a16:creationId xmlns:a16="http://schemas.microsoft.com/office/drawing/2014/main" id="{27EB90ED-1A8E-40BA-B0A5-C5D16121217F}"/>
              </a:ext>
            </a:extLst>
          </p:cNvPr>
          <p:cNvSpPr/>
          <p:nvPr/>
        </p:nvSpPr>
        <p:spPr>
          <a:xfrm>
            <a:off x="128686"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Lire les articles</a:t>
            </a:r>
          </a:p>
        </p:txBody>
      </p:sp>
      <p:sp>
        <p:nvSpPr>
          <p:cNvPr id="59" name="Rectangle 58">
            <a:extLst>
              <a:ext uri="{FF2B5EF4-FFF2-40B4-BE49-F238E27FC236}">
                <a16:creationId xmlns:a16="http://schemas.microsoft.com/office/drawing/2014/main" id="{EE8155CB-C18A-4FD6-B83F-6AEF39A5D2C9}"/>
              </a:ext>
            </a:extLst>
          </p:cNvPr>
          <p:cNvSpPr/>
          <p:nvPr/>
        </p:nvSpPr>
        <p:spPr>
          <a:xfrm>
            <a:off x="134050" y="414565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Réagir aux articles</a:t>
            </a:r>
          </a:p>
        </p:txBody>
      </p:sp>
      <p:sp>
        <p:nvSpPr>
          <p:cNvPr id="60" name="Rectangle 59">
            <a:extLst>
              <a:ext uri="{FF2B5EF4-FFF2-40B4-BE49-F238E27FC236}">
                <a16:creationId xmlns:a16="http://schemas.microsoft.com/office/drawing/2014/main" id="{32316C6F-CBCC-4D6A-A125-14DF44931CC6}"/>
              </a:ext>
            </a:extLst>
          </p:cNvPr>
          <p:cNvSpPr/>
          <p:nvPr/>
        </p:nvSpPr>
        <p:spPr>
          <a:xfrm>
            <a:off x="2650161" y="412087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900" dirty="0">
                <a:solidFill>
                  <a:schemeClr val="tx1"/>
                </a:solidFill>
              </a:rPr>
              <a:t>Discuter dans le Forum
</a:t>
            </a:r>
          </a:p>
        </p:txBody>
      </p:sp>
      <p:sp>
        <p:nvSpPr>
          <p:cNvPr id="61" name="Rectangle 60">
            <a:extLst>
              <a:ext uri="{FF2B5EF4-FFF2-40B4-BE49-F238E27FC236}">
                <a16:creationId xmlns:a16="http://schemas.microsoft.com/office/drawing/2014/main" id="{DB92EF28-81C0-425F-98CB-3E5B2F21BC37}"/>
              </a:ext>
            </a:extLst>
          </p:cNvPr>
          <p:cNvSpPr/>
          <p:nvPr/>
        </p:nvSpPr>
        <p:spPr>
          <a:xfrm>
            <a:off x="134749" y="481544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dirty="0">
                <a:solidFill>
                  <a:schemeClr val="tx1"/>
                </a:solidFill>
              </a:rPr>
              <a:t>Découvrir les activités communautaires</a:t>
            </a:r>
          </a:p>
        </p:txBody>
      </p:sp>
      <p:sp>
        <p:nvSpPr>
          <p:cNvPr id="62" name="Rectangle 61">
            <a:extLst>
              <a:ext uri="{FF2B5EF4-FFF2-40B4-BE49-F238E27FC236}">
                <a16:creationId xmlns:a16="http://schemas.microsoft.com/office/drawing/2014/main" id="{DCF975B9-BEEE-467B-B367-CF025366020D}"/>
              </a:ext>
            </a:extLst>
          </p:cNvPr>
          <p:cNvSpPr/>
          <p:nvPr/>
        </p:nvSpPr>
        <p:spPr>
          <a:xfrm>
            <a:off x="2650160" y="473836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Rencontrer des membres
</a:t>
            </a:r>
          </a:p>
        </p:txBody>
      </p:sp>
      <p:sp>
        <p:nvSpPr>
          <p:cNvPr id="63" name="Rectangle 62">
            <a:extLst>
              <a:ext uri="{FF2B5EF4-FFF2-40B4-BE49-F238E27FC236}">
                <a16:creationId xmlns:a16="http://schemas.microsoft.com/office/drawing/2014/main" id="{20F0FEDE-D3CB-4DE0-8C6C-D9506F3EFAD0}"/>
              </a:ext>
            </a:extLst>
          </p:cNvPr>
          <p:cNvSpPr/>
          <p:nvPr/>
        </p:nvSpPr>
        <p:spPr>
          <a:xfrm>
            <a:off x="7083389"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800">
                <a:solidFill>
                  <a:schemeClr val="tx1"/>
                </a:solidFill>
              </a:rPr>
              <a:t>Contribuer à l’organisation d’événements
</a:t>
            </a:r>
          </a:p>
        </p:txBody>
      </p:sp>
      <p:sp>
        <p:nvSpPr>
          <p:cNvPr id="64" name="Rectangle 63">
            <a:extLst>
              <a:ext uri="{FF2B5EF4-FFF2-40B4-BE49-F238E27FC236}">
                <a16:creationId xmlns:a16="http://schemas.microsoft.com/office/drawing/2014/main" id="{3518553B-EFB4-48CD-9EFE-DCBD558E728A}"/>
              </a:ext>
            </a:extLst>
          </p:cNvPr>
          <p:cNvSpPr/>
          <p:nvPr/>
        </p:nvSpPr>
        <p:spPr>
          <a:xfrm>
            <a:off x="4910843" y="416158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Organiser de petits groupes de participants à l’événement</a:t>
            </a:r>
          </a:p>
        </p:txBody>
      </p:sp>
      <p:sp>
        <p:nvSpPr>
          <p:cNvPr id="65" name="Rectangle 64">
            <a:extLst>
              <a:ext uri="{FF2B5EF4-FFF2-40B4-BE49-F238E27FC236}">
                <a16:creationId xmlns:a16="http://schemas.microsoft.com/office/drawing/2014/main" id="{C73229A6-B1BE-4804-B046-CD63AAE666CD}"/>
              </a:ext>
            </a:extLst>
          </p:cNvPr>
          <p:cNvSpPr/>
          <p:nvPr/>
        </p:nvSpPr>
        <p:spPr>
          <a:xfrm>
            <a:off x="1096052" y="4823714"/>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Répondez à 4 sondages
</a:t>
            </a:r>
          </a:p>
        </p:txBody>
      </p:sp>
      <p:sp>
        <p:nvSpPr>
          <p:cNvPr id="70" name="Rectangle 69">
            <a:extLst>
              <a:ext uri="{FF2B5EF4-FFF2-40B4-BE49-F238E27FC236}">
                <a16:creationId xmlns:a16="http://schemas.microsoft.com/office/drawing/2014/main" id="{D6EDE76E-8DC4-4AB3-99A2-00F1AF906BFC}"/>
              </a:ext>
            </a:extLst>
          </p:cNvPr>
          <p:cNvSpPr/>
          <p:nvPr/>
        </p:nvSpPr>
        <p:spPr>
          <a:xfrm>
            <a:off x="3401743" y="4121113"/>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err="1">
                <a:solidFill>
                  <a:schemeClr val="tx1"/>
                </a:solidFill>
              </a:rPr>
              <a:t>Écrivz</a:t>
            </a:r>
            <a:r>
              <a:rPr lang="fr-FR" sz="600" dirty="0">
                <a:solidFill>
                  <a:schemeClr val="tx1"/>
                </a:solidFill>
              </a:rPr>
              <a:t> 2 articles promotionnels sur la Communauté
</a:t>
            </a:r>
          </a:p>
        </p:txBody>
      </p:sp>
      <p:sp>
        <p:nvSpPr>
          <p:cNvPr id="71" name="Rectangle 70">
            <a:extLst>
              <a:ext uri="{FF2B5EF4-FFF2-40B4-BE49-F238E27FC236}">
                <a16:creationId xmlns:a16="http://schemas.microsoft.com/office/drawing/2014/main" id="{ACFA6C85-2521-48D2-B473-A3AAEB0ADBD2}"/>
              </a:ext>
            </a:extLst>
          </p:cNvPr>
          <p:cNvSpPr/>
          <p:nvPr/>
        </p:nvSpPr>
        <p:spPr>
          <a:xfrm>
            <a:off x="1830617" y="4120875"/>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900" dirty="0">
                <a:solidFill>
                  <a:schemeClr val="tx1"/>
                </a:solidFill>
              </a:rPr>
              <a:t>🎫 Billet de loterie communautaire</a:t>
            </a:r>
          </a:p>
        </p:txBody>
      </p:sp>
      <p:sp>
        <p:nvSpPr>
          <p:cNvPr id="72" name="Rectangle 71">
            <a:extLst>
              <a:ext uri="{FF2B5EF4-FFF2-40B4-BE49-F238E27FC236}">
                <a16:creationId xmlns:a16="http://schemas.microsoft.com/office/drawing/2014/main" id="{58E05014-B8D2-419E-9C5E-844B18CC573D}"/>
              </a:ext>
            </a:extLst>
          </p:cNvPr>
          <p:cNvSpPr/>
          <p:nvPr/>
        </p:nvSpPr>
        <p:spPr>
          <a:xfrm>
            <a:off x="4910842" y="482372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700" dirty="0">
                <a:solidFill>
                  <a:schemeClr val="tx1"/>
                </a:solidFill>
              </a:rPr>
              <a:t>Aider à l’intégration de la communauté</a:t>
            </a:r>
          </a:p>
        </p:txBody>
      </p:sp>
      <p:sp>
        <p:nvSpPr>
          <p:cNvPr id="73" name="Rectangle 72">
            <a:extLst>
              <a:ext uri="{FF2B5EF4-FFF2-40B4-BE49-F238E27FC236}">
                <a16:creationId xmlns:a16="http://schemas.microsoft.com/office/drawing/2014/main" id="{4AD50DFC-BCA6-49D1-A024-3CCA18C67077}"/>
              </a:ext>
            </a:extLst>
          </p:cNvPr>
          <p:cNvSpPr/>
          <p:nvPr/>
        </p:nvSpPr>
        <p:spPr>
          <a:xfrm>
            <a:off x="8551649" y="4144649"/>
            <a:ext cx="677627" cy="6538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 Cérémonie de baptême des ambassadeurs
</a:t>
            </a:r>
          </a:p>
        </p:txBody>
      </p:sp>
      <p:sp>
        <p:nvSpPr>
          <p:cNvPr id="74" name="Rectangle 73">
            <a:extLst>
              <a:ext uri="{FF2B5EF4-FFF2-40B4-BE49-F238E27FC236}">
                <a16:creationId xmlns:a16="http://schemas.microsoft.com/office/drawing/2014/main" id="{8FAD78AD-5CDB-475D-B651-90C46E4557E8}"/>
              </a:ext>
            </a:extLst>
          </p:cNvPr>
          <p:cNvSpPr/>
          <p:nvPr/>
        </p:nvSpPr>
        <p:spPr>
          <a:xfrm>
            <a:off x="6386861" y="4161588"/>
            <a:ext cx="659451"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 Accès exclusif au mentorat
</a:t>
            </a:r>
          </a:p>
        </p:txBody>
      </p:sp>
      <p:sp>
        <p:nvSpPr>
          <p:cNvPr id="75" name="Rectangle 74">
            <a:extLst>
              <a:ext uri="{FF2B5EF4-FFF2-40B4-BE49-F238E27FC236}">
                <a16:creationId xmlns:a16="http://schemas.microsoft.com/office/drawing/2014/main" id="{1CAE1952-94BD-4154-A98D-4B2B95044459}"/>
              </a:ext>
            </a:extLst>
          </p:cNvPr>
          <p:cNvSpPr/>
          <p:nvPr/>
        </p:nvSpPr>
        <p:spPr>
          <a:xfrm>
            <a:off x="7079086" y="478426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800">
                <a:solidFill>
                  <a:schemeClr val="tx1"/>
                </a:solidFill>
              </a:rPr>
              <a:t>Organiser un forum communautaire
</a:t>
            </a:r>
          </a:p>
        </p:txBody>
      </p:sp>
      <p:sp>
        <p:nvSpPr>
          <p:cNvPr id="76" name="Rectangle 75">
            <a:extLst>
              <a:ext uri="{FF2B5EF4-FFF2-40B4-BE49-F238E27FC236}">
                <a16:creationId xmlns:a16="http://schemas.microsoft.com/office/drawing/2014/main" id="{7432EE17-5CDC-45E3-A8BB-3A5081252AE8}"/>
              </a:ext>
            </a:extLst>
          </p:cNvPr>
          <p:cNvSpPr/>
          <p:nvPr/>
        </p:nvSpPr>
        <p:spPr>
          <a:xfrm>
            <a:off x="7081836" y="542738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700" dirty="0">
                <a:solidFill>
                  <a:schemeClr val="tx1"/>
                </a:solidFill>
              </a:rPr>
              <a:t>Aider et transmettre aux nouveaux membres 
</a:t>
            </a:r>
          </a:p>
        </p:txBody>
      </p:sp>
      <p:sp>
        <p:nvSpPr>
          <p:cNvPr id="77" name="Rectangle 76">
            <a:extLst>
              <a:ext uri="{FF2B5EF4-FFF2-40B4-BE49-F238E27FC236}">
                <a16:creationId xmlns:a16="http://schemas.microsoft.com/office/drawing/2014/main" id="{674C9948-BC7D-4476-8731-E26D36E95A6B}"/>
              </a:ext>
            </a:extLst>
          </p:cNvPr>
          <p:cNvSpPr/>
          <p:nvPr/>
        </p:nvSpPr>
        <p:spPr>
          <a:xfrm>
            <a:off x="10793487" y="4188737"/>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Accès aux comités avec le PDG
</a:t>
            </a:r>
          </a:p>
        </p:txBody>
      </p:sp>
      <p:sp>
        <p:nvSpPr>
          <p:cNvPr id="78" name="Rectangle 77">
            <a:extLst>
              <a:ext uri="{FF2B5EF4-FFF2-40B4-BE49-F238E27FC236}">
                <a16:creationId xmlns:a16="http://schemas.microsoft.com/office/drawing/2014/main" id="{25407C1B-5CA8-4C75-B15C-A9A55C8CAB52}"/>
              </a:ext>
            </a:extLst>
          </p:cNvPr>
          <p:cNvSpPr/>
          <p:nvPr/>
        </p:nvSpPr>
        <p:spPr>
          <a:xfrm>
            <a:off x="10011852"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500" dirty="0">
                <a:solidFill>
                  <a:schemeClr val="tx1"/>
                </a:solidFill>
              </a:rPr>
              <a:t>Réussissez la certification de niveau 4 de la compétence X
</a:t>
            </a:r>
          </a:p>
        </p:txBody>
      </p:sp>
      <p:sp>
        <p:nvSpPr>
          <p:cNvPr id="79" name="Rectangle 78">
            <a:extLst>
              <a:ext uri="{FF2B5EF4-FFF2-40B4-BE49-F238E27FC236}">
                <a16:creationId xmlns:a16="http://schemas.microsoft.com/office/drawing/2014/main" id="{9FBFED30-3B2D-4359-B3F7-F7AB7FD50ED1}"/>
              </a:ext>
            </a:extLst>
          </p:cNvPr>
          <p:cNvSpPr/>
          <p:nvPr/>
        </p:nvSpPr>
        <p:spPr>
          <a:xfrm>
            <a:off x="5643336"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Réussir la certification de niveau 1 de la compétence X</a:t>
            </a:r>
          </a:p>
        </p:txBody>
      </p:sp>
      <p:sp>
        <p:nvSpPr>
          <p:cNvPr id="80" name="Rectangle 79">
            <a:extLst>
              <a:ext uri="{FF2B5EF4-FFF2-40B4-BE49-F238E27FC236}">
                <a16:creationId xmlns:a16="http://schemas.microsoft.com/office/drawing/2014/main" id="{DAA5A005-457A-4495-90E9-1FF20E04957F}"/>
              </a:ext>
            </a:extLst>
          </p:cNvPr>
          <p:cNvSpPr/>
          <p:nvPr/>
        </p:nvSpPr>
        <p:spPr>
          <a:xfrm>
            <a:off x="8576899" y="4873388"/>
            <a:ext cx="64608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⏳Temps libre pour travailler librement sur des projets
</a:t>
            </a:r>
          </a:p>
        </p:txBody>
      </p:sp>
      <p:sp>
        <p:nvSpPr>
          <p:cNvPr id="81" name="Rectangle 80">
            <a:extLst>
              <a:ext uri="{FF2B5EF4-FFF2-40B4-BE49-F238E27FC236}">
                <a16:creationId xmlns:a16="http://schemas.microsoft.com/office/drawing/2014/main" id="{76941B4B-F057-42A5-A2E9-30B15863D549}"/>
              </a:ext>
            </a:extLst>
          </p:cNvPr>
          <p:cNvSpPr/>
          <p:nvPr/>
        </p:nvSpPr>
        <p:spPr>
          <a:xfrm>
            <a:off x="9285830"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Représenter la communauté à l’extérieur
</a:t>
            </a:r>
          </a:p>
        </p:txBody>
      </p:sp>
      <p:sp>
        <p:nvSpPr>
          <p:cNvPr id="82" name="Rectangle 81">
            <a:extLst>
              <a:ext uri="{FF2B5EF4-FFF2-40B4-BE49-F238E27FC236}">
                <a16:creationId xmlns:a16="http://schemas.microsoft.com/office/drawing/2014/main" id="{165BAB99-2EC2-44F5-96C8-FE74FF8909C5}"/>
              </a:ext>
            </a:extLst>
          </p:cNvPr>
          <p:cNvSpPr/>
          <p:nvPr/>
        </p:nvSpPr>
        <p:spPr>
          <a:xfrm>
            <a:off x="9285830" y="478524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a:solidFill>
                  <a:schemeClr val="tx1"/>
                </a:solidFill>
              </a:rPr>
              <a:t>Mentor Membres de niveau 4
</a:t>
            </a:r>
          </a:p>
        </p:txBody>
      </p:sp>
      <p:sp>
        <p:nvSpPr>
          <p:cNvPr id="83" name="Rectangle 82">
            <a:extLst>
              <a:ext uri="{FF2B5EF4-FFF2-40B4-BE49-F238E27FC236}">
                <a16:creationId xmlns:a16="http://schemas.microsoft.com/office/drawing/2014/main" id="{0167B204-8D59-42FE-8ADA-A0E09FA34DB7}"/>
              </a:ext>
            </a:extLst>
          </p:cNvPr>
          <p:cNvSpPr/>
          <p:nvPr/>
        </p:nvSpPr>
        <p:spPr>
          <a:xfrm>
            <a:off x="6386861" y="4767979"/>
            <a:ext cx="65156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 Cadeau communautaire
</a:t>
            </a:r>
          </a:p>
        </p:txBody>
      </p:sp>
      <p:sp>
        <p:nvSpPr>
          <p:cNvPr id="84" name="Rectangle 83">
            <a:extLst>
              <a:ext uri="{FF2B5EF4-FFF2-40B4-BE49-F238E27FC236}">
                <a16:creationId xmlns:a16="http://schemas.microsoft.com/office/drawing/2014/main" id="{095C58B3-4970-4DE5-A3BC-9C25028E785A}"/>
              </a:ext>
            </a:extLst>
          </p:cNvPr>
          <p:cNvSpPr/>
          <p:nvPr/>
        </p:nvSpPr>
        <p:spPr>
          <a:xfrm>
            <a:off x="10788123" y="4827484"/>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👍Soutien à la future proposition de projet 
</a:t>
            </a:r>
          </a:p>
        </p:txBody>
      </p:sp>
      <p:sp>
        <p:nvSpPr>
          <p:cNvPr id="85" name="Rectangle 84">
            <a:extLst>
              <a:ext uri="{FF2B5EF4-FFF2-40B4-BE49-F238E27FC236}">
                <a16:creationId xmlns:a16="http://schemas.microsoft.com/office/drawing/2014/main" id="{A8EB369E-5321-430B-AAA3-181844C2C4CD}"/>
              </a:ext>
            </a:extLst>
          </p:cNvPr>
          <p:cNvSpPr/>
          <p:nvPr/>
        </p:nvSpPr>
        <p:spPr>
          <a:xfrm>
            <a:off x="10004621" y="478426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500" dirty="0">
                <a:solidFill>
                  <a:schemeClr val="tx1"/>
                </a:solidFill>
              </a:rPr>
              <a:t>Menez l’organisation d’1 événement majeur 3 années de suite
</a:t>
            </a:r>
          </a:p>
        </p:txBody>
      </p:sp>
      <p:sp>
        <p:nvSpPr>
          <p:cNvPr id="86" name="Rectangle 85">
            <a:extLst>
              <a:ext uri="{FF2B5EF4-FFF2-40B4-BE49-F238E27FC236}">
                <a16:creationId xmlns:a16="http://schemas.microsoft.com/office/drawing/2014/main" id="{4FF09847-9F2B-45A2-9F6C-33B9AF3C4F66}"/>
              </a:ext>
            </a:extLst>
          </p:cNvPr>
          <p:cNvSpPr/>
          <p:nvPr/>
        </p:nvSpPr>
        <p:spPr>
          <a:xfrm>
            <a:off x="10012596" y="5427385"/>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Soyez le mentor de 3 membres pendant un an chacun</a:t>
            </a:r>
          </a:p>
        </p:txBody>
      </p:sp>
      <p:sp>
        <p:nvSpPr>
          <p:cNvPr id="87" name="Rectangle 86">
            <a:extLst>
              <a:ext uri="{FF2B5EF4-FFF2-40B4-BE49-F238E27FC236}">
                <a16:creationId xmlns:a16="http://schemas.microsoft.com/office/drawing/2014/main" id="{4283C30E-8AE1-4DC9-8EB0-35D3490F6765}"/>
              </a:ext>
            </a:extLst>
          </p:cNvPr>
          <p:cNvSpPr/>
          <p:nvPr/>
        </p:nvSpPr>
        <p:spPr>
          <a:xfrm>
            <a:off x="7818730" y="4784269"/>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Rédigez 5 articles pour la Communauté
</a:t>
            </a:r>
          </a:p>
        </p:txBody>
      </p:sp>
      <p:sp>
        <p:nvSpPr>
          <p:cNvPr id="88" name="Rectangle 87">
            <a:extLst>
              <a:ext uri="{FF2B5EF4-FFF2-40B4-BE49-F238E27FC236}">
                <a16:creationId xmlns:a16="http://schemas.microsoft.com/office/drawing/2014/main" id="{8EC0F367-FD25-46E8-8FF2-F320CCEB0150}"/>
              </a:ext>
            </a:extLst>
          </p:cNvPr>
          <p:cNvSpPr/>
          <p:nvPr/>
        </p:nvSpPr>
        <p:spPr>
          <a:xfrm>
            <a:off x="7082545" y="606679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Créer du contenu
</a:t>
            </a:r>
          </a:p>
        </p:txBody>
      </p:sp>
      <p:sp>
        <p:nvSpPr>
          <p:cNvPr id="89" name="Rectangle 88">
            <a:extLst>
              <a:ext uri="{FF2B5EF4-FFF2-40B4-BE49-F238E27FC236}">
                <a16:creationId xmlns:a16="http://schemas.microsoft.com/office/drawing/2014/main" id="{2C8D36F5-AB34-4C78-A9E7-57A415AD33C9}"/>
              </a:ext>
            </a:extLst>
          </p:cNvPr>
          <p:cNvSpPr/>
          <p:nvPr/>
        </p:nvSpPr>
        <p:spPr>
          <a:xfrm>
            <a:off x="5644720" y="476803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Répondez à 25 questions dans le Forum de la communauté</a:t>
            </a:r>
          </a:p>
        </p:txBody>
      </p:sp>
      <p:sp>
        <p:nvSpPr>
          <p:cNvPr id="90" name="Rectangle 89">
            <a:extLst>
              <a:ext uri="{FF2B5EF4-FFF2-40B4-BE49-F238E27FC236}">
                <a16:creationId xmlns:a16="http://schemas.microsoft.com/office/drawing/2014/main" id="{58D52194-7A2D-4362-A5C4-C433A6B37FCC}"/>
              </a:ext>
            </a:extLst>
          </p:cNvPr>
          <p:cNvSpPr/>
          <p:nvPr/>
        </p:nvSpPr>
        <p:spPr>
          <a:xfrm>
            <a:off x="7791316" y="5420940"/>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Enregistrez une vidéo de vous pour la promotion de la communauté</a:t>
            </a:r>
          </a:p>
        </p:txBody>
      </p:sp>
      <p:sp>
        <p:nvSpPr>
          <p:cNvPr id="92" name="Rectangle 91">
            <a:extLst>
              <a:ext uri="{FF2B5EF4-FFF2-40B4-BE49-F238E27FC236}">
                <a16:creationId xmlns:a16="http://schemas.microsoft.com/office/drawing/2014/main" id="{9533AF17-659F-438F-8B53-6CEB03630392}"/>
              </a:ext>
            </a:extLst>
          </p:cNvPr>
          <p:cNvSpPr/>
          <p:nvPr/>
        </p:nvSpPr>
        <p:spPr>
          <a:xfrm>
            <a:off x="6363185" y="5374370"/>
            <a:ext cx="67672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🎨Accès exclusif aux salles créatives (Fablab, ...)
</a:t>
            </a:r>
          </a:p>
        </p:txBody>
      </p:sp>
      <p:sp>
        <p:nvSpPr>
          <p:cNvPr id="93" name="Rectangle 92">
            <a:extLst>
              <a:ext uri="{FF2B5EF4-FFF2-40B4-BE49-F238E27FC236}">
                <a16:creationId xmlns:a16="http://schemas.microsoft.com/office/drawing/2014/main" id="{F9D358DB-3797-4A0C-B4A4-80847ADE04D0}"/>
              </a:ext>
            </a:extLst>
          </p:cNvPr>
          <p:cNvSpPr/>
          <p:nvPr/>
        </p:nvSpPr>
        <p:spPr>
          <a:xfrm>
            <a:off x="7791316" y="6051222"/>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Organisez 3 petits événements</a:t>
            </a:r>
          </a:p>
        </p:txBody>
      </p:sp>
      <p:sp>
        <p:nvSpPr>
          <p:cNvPr id="94" name="Rectangle 93">
            <a:extLst>
              <a:ext uri="{FF2B5EF4-FFF2-40B4-BE49-F238E27FC236}">
                <a16:creationId xmlns:a16="http://schemas.microsoft.com/office/drawing/2014/main" id="{9CF0EC26-561C-4E32-928F-53CA98F05EA6}"/>
              </a:ext>
            </a:extLst>
          </p:cNvPr>
          <p:cNvSpPr/>
          <p:nvPr/>
        </p:nvSpPr>
        <p:spPr>
          <a:xfrm>
            <a:off x="8576900" y="5494252"/>
            <a:ext cx="642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Diplôme communautaire
</a:t>
            </a:r>
          </a:p>
        </p:txBody>
      </p:sp>
      <p:sp>
        <p:nvSpPr>
          <p:cNvPr id="95" name="Rectangle 94">
            <a:extLst>
              <a:ext uri="{FF2B5EF4-FFF2-40B4-BE49-F238E27FC236}">
                <a16:creationId xmlns:a16="http://schemas.microsoft.com/office/drawing/2014/main" id="{2D625FD5-DA93-42B4-A25D-01A01A04B379}"/>
              </a:ext>
            </a:extLst>
          </p:cNvPr>
          <p:cNvSpPr/>
          <p:nvPr/>
        </p:nvSpPr>
        <p:spPr>
          <a:xfrm>
            <a:off x="6379560" y="5975985"/>
            <a:ext cx="656993"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fr-FR" sz="900">
                <a:solidFill>
                  <a:schemeClr val="tx1"/>
                </a:solidFill>
              </a:rPr>
              <a:t>👍 Inscription officielle dans la liste des contributeurs 
</a:t>
            </a:r>
          </a:p>
        </p:txBody>
      </p:sp>
      <p:sp>
        <p:nvSpPr>
          <p:cNvPr id="96" name="Rectangle 95">
            <a:extLst>
              <a:ext uri="{FF2B5EF4-FFF2-40B4-BE49-F238E27FC236}">
                <a16:creationId xmlns:a16="http://schemas.microsoft.com/office/drawing/2014/main" id="{6BB8805D-8AAB-4417-AD16-26090B29987D}"/>
              </a:ext>
            </a:extLst>
          </p:cNvPr>
          <p:cNvSpPr/>
          <p:nvPr/>
        </p:nvSpPr>
        <p:spPr>
          <a:xfrm>
            <a:off x="4210937" y="4142482"/>
            <a:ext cx="65141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Accès à la Bibliothèque numérique</a:t>
            </a: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600" dirty="0">
                <a:solidFill>
                  <a:schemeClr val="tx1"/>
                </a:solidFill>
              </a:rPr>
              <a:t>Discours de leadership communautaire
</a:t>
            </a: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Parrainage d’initiatives
</a:t>
            </a: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700" dirty="0">
                <a:solidFill>
                  <a:schemeClr val="tx1"/>
                </a:solidFill>
              </a:rPr>
              <a:t>Conception des niveaux de la communauté</a:t>
            </a:r>
          </a:p>
        </p:txBody>
      </p:sp>
    </p:spTree>
    <p:extLst>
      <p:ext uri="{BB962C8B-B14F-4D97-AF65-F5344CB8AC3E}">
        <p14:creationId xmlns:p14="http://schemas.microsoft.com/office/powerpoint/2010/main" val="253394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5973728" cy="1179576"/>
          </a:xfrm>
        </p:spPr>
        <p:txBody>
          <a:bodyPr>
            <a:normAutofit fontScale="90000"/>
          </a:bodyPr>
          <a:lstStyle/>
          <a:p>
            <a:r>
              <a:rPr lang="fr-FR" dirty="0"/>
              <a:t>L'atelier de conception de progression dans la communauté étapes par étapes</a:t>
            </a:r>
            <a:endParaRPr lang="en-US" dirty="0"/>
          </a:p>
        </p:txBody>
      </p:sp>
      <p:grpSp>
        <p:nvGrpSpPr>
          <p:cNvPr id="6" name="Groupe 5">
            <a:extLst>
              <a:ext uri="{FF2B5EF4-FFF2-40B4-BE49-F238E27FC236}">
                <a16:creationId xmlns:a16="http://schemas.microsoft.com/office/drawing/2014/main" id="{3A0D3D3A-765B-4DBA-9AF8-295332E0B619}"/>
              </a:ext>
            </a:extLst>
          </p:cNvPr>
          <p:cNvGrpSpPr/>
          <p:nvPr/>
        </p:nvGrpSpPr>
        <p:grpSpPr>
          <a:xfrm>
            <a:off x="396359" y="2131924"/>
            <a:ext cx="2443848" cy="1058951"/>
            <a:chOff x="357912" y="2192874"/>
            <a:chExt cx="11806261" cy="439516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26" name="Groupe 125">
            <a:extLst>
              <a:ext uri="{FF2B5EF4-FFF2-40B4-BE49-F238E27FC236}">
                <a16:creationId xmlns:a16="http://schemas.microsoft.com/office/drawing/2014/main" id="{77E1B952-9835-4FE5-8589-F37F0267E196}"/>
              </a:ext>
            </a:extLst>
          </p:cNvPr>
          <p:cNvGrpSpPr/>
          <p:nvPr/>
        </p:nvGrpSpPr>
        <p:grpSpPr>
          <a:xfrm>
            <a:off x="3552309" y="2131923"/>
            <a:ext cx="2443848" cy="1058951"/>
            <a:chOff x="357912" y="2192874"/>
            <a:chExt cx="11806261" cy="4395160"/>
          </a:xfrm>
        </p:grpSpPr>
        <p:cxnSp>
          <p:nvCxnSpPr>
            <p:cNvPr id="127" name="Connecteur droit 126">
              <a:extLst>
                <a:ext uri="{FF2B5EF4-FFF2-40B4-BE49-F238E27FC236}">
                  <a16:creationId xmlns:a16="http://schemas.microsoft.com/office/drawing/2014/main" id="{F8409A9C-668B-4E72-9C96-30179D25EAEB}"/>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BDB5F874-782E-4322-9CF9-DA15A65B7F1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1DBBA14-874B-44D9-8096-E494F3A425D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EAAE925-2E00-43CA-9D06-C44C40D40C1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298B8B8B-6360-46F1-93AA-339543AD6CC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32" name="Graphique 131" descr="Presse-papiers partiellement vérifié contour">
              <a:extLst>
                <a:ext uri="{FF2B5EF4-FFF2-40B4-BE49-F238E27FC236}">
                  <a16:creationId xmlns:a16="http://schemas.microsoft.com/office/drawing/2014/main" id="{DEB7FCE7-03F2-444E-AB40-B734435804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33" name="Graphique 132" descr="Obstacle avec un remplissage uni">
              <a:extLst>
                <a:ext uri="{FF2B5EF4-FFF2-40B4-BE49-F238E27FC236}">
                  <a16:creationId xmlns:a16="http://schemas.microsoft.com/office/drawing/2014/main" id="{648C9E8D-1E06-4BB6-BDC3-369A4DF486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34" name="Graphique 133" descr="Médaille avec un remplissage uni">
              <a:extLst>
                <a:ext uri="{FF2B5EF4-FFF2-40B4-BE49-F238E27FC236}">
                  <a16:creationId xmlns:a16="http://schemas.microsoft.com/office/drawing/2014/main" id="{DAD194B2-8A43-4B43-B077-FEA694729A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35" name="Graphique 134" descr="Presse-papiers partiellement vérifié contour">
              <a:extLst>
                <a:ext uri="{FF2B5EF4-FFF2-40B4-BE49-F238E27FC236}">
                  <a16:creationId xmlns:a16="http://schemas.microsoft.com/office/drawing/2014/main" id="{8222AD81-D71C-480D-83C2-BD2694D6BB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136" name="Graphique 135" descr="Obstacle avec un remplissage uni">
              <a:extLst>
                <a:ext uri="{FF2B5EF4-FFF2-40B4-BE49-F238E27FC236}">
                  <a16:creationId xmlns:a16="http://schemas.microsoft.com/office/drawing/2014/main" id="{03F0C629-BEC9-4076-AA9D-1CD2A6E933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137" name="Graphique 136" descr="Médaille avec un remplissage uni">
              <a:extLst>
                <a:ext uri="{FF2B5EF4-FFF2-40B4-BE49-F238E27FC236}">
                  <a16:creationId xmlns:a16="http://schemas.microsoft.com/office/drawing/2014/main" id="{85A03299-583F-4B7A-AA71-D824C08B41C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138" name="Graphique 137" descr="Presse-papiers partiellement vérifié contour">
              <a:extLst>
                <a:ext uri="{FF2B5EF4-FFF2-40B4-BE49-F238E27FC236}">
                  <a16:creationId xmlns:a16="http://schemas.microsoft.com/office/drawing/2014/main" id="{C4A3C233-1E2F-4F80-879C-489531A1DE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139" name="Graphique 138" descr="Obstacle avec un remplissage uni">
              <a:extLst>
                <a:ext uri="{FF2B5EF4-FFF2-40B4-BE49-F238E27FC236}">
                  <a16:creationId xmlns:a16="http://schemas.microsoft.com/office/drawing/2014/main" id="{E56AD3C5-674E-4105-8C03-4EEFD61EE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140" name="Graphique 139" descr="Médaille avec un remplissage uni">
              <a:extLst>
                <a:ext uri="{FF2B5EF4-FFF2-40B4-BE49-F238E27FC236}">
                  <a16:creationId xmlns:a16="http://schemas.microsoft.com/office/drawing/2014/main" id="{5611AA10-4C0F-48B6-9122-16E84DDF7B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141" name="Graphique 140" descr="Presse-papiers partiellement vérifié contour">
              <a:extLst>
                <a:ext uri="{FF2B5EF4-FFF2-40B4-BE49-F238E27FC236}">
                  <a16:creationId xmlns:a16="http://schemas.microsoft.com/office/drawing/2014/main" id="{B42C7A0A-E163-41B3-A837-B5308EB7EB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142" name="Graphique 141" descr="Obstacle avec un remplissage uni">
              <a:extLst>
                <a:ext uri="{FF2B5EF4-FFF2-40B4-BE49-F238E27FC236}">
                  <a16:creationId xmlns:a16="http://schemas.microsoft.com/office/drawing/2014/main" id="{3EE05FBF-2705-44F7-94C0-E1685CC57C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143" name="Graphique 142" descr="Médaille avec un remplissage uni">
              <a:extLst>
                <a:ext uri="{FF2B5EF4-FFF2-40B4-BE49-F238E27FC236}">
                  <a16:creationId xmlns:a16="http://schemas.microsoft.com/office/drawing/2014/main" id="{483AF746-D48D-4CB6-9E46-F6DBA0EE2D2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144" name="Graphique 143" descr="Presse-papiers partiellement vérifié contour">
              <a:extLst>
                <a:ext uri="{FF2B5EF4-FFF2-40B4-BE49-F238E27FC236}">
                  <a16:creationId xmlns:a16="http://schemas.microsoft.com/office/drawing/2014/main" id="{FE790D12-73DF-4A6D-B5BD-5C89BAEADA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145" name="Graphique 144" descr="Obstacle avec un remplissage uni">
              <a:extLst>
                <a:ext uri="{FF2B5EF4-FFF2-40B4-BE49-F238E27FC236}">
                  <a16:creationId xmlns:a16="http://schemas.microsoft.com/office/drawing/2014/main" id="{A413283E-AA9F-4050-AD41-DA380456FA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146" name="Graphique 145" descr="Médaille avec un remplissage uni">
              <a:extLst>
                <a:ext uri="{FF2B5EF4-FFF2-40B4-BE49-F238E27FC236}">
                  <a16:creationId xmlns:a16="http://schemas.microsoft.com/office/drawing/2014/main" id="{0D6CBC8B-8F1D-4BFC-A31B-18AFF44C34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147" name="Rectangle 146">
              <a:extLst>
                <a:ext uri="{FF2B5EF4-FFF2-40B4-BE49-F238E27FC236}">
                  <a16:creationId xmlns:a16="http://schemas.microsoft.com/office/drawing/2014/main" id="{D202A1E7-BFA8-49CB-AF2D-369AC4AE13A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48" name="Graphique 147" descr="Presse-papiers partiellement vérifié contour">
              <a:extLst>
                <a:ext uri="{FF2B5EF4-FFF2-40B4-BE49-F238E27FC236}">
                  <a16:creationId xmlns:a16="http://schemas.microsoft.com/office/drawing/2014/main" id="{4D615FAA-E62F-42EA-9EFC-2059257EB4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149" name="Rectangle 148">
              <a:extLst>
                <a:ext uri="{FF2B5EF4-FFF2-40B4-BE49-F238E27FC236}">
                  <a16:creationId xmlns:a16="http://schemas.microsoft.com/office/drawing/2014/main" id="{99F64DD7-E27D-4E6A-B118-A9DBF69655A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0" name="Rectangle 149">
              <a:extLst>
                <a:ext uri="{FF2B5EF4-FFF2-40B4-BE49-F238E27FC236}">
                  <a16:creationId xmlns:a16="http://schemas.microsoft.com/office/drawing/2014/main" id="{4E676D1C-4A96-4487-A531-8A1E6174425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1" name="Rectangle 150">
              <a:extLst>
                <a:ext uri="{FF2B5EF4-FFF2-40B4-BE49-F238E27FC236}">
                  <a16:creationId xmlns:a16="http://schemas.microsoft.com/office/drawing/2014/main" id="{B26B7111-9DF4-4450-877A-85A708E098F6}"/>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2" name="Rectangle 151">
              <a:extLst>
                <a:ext uri="{FF2B5EF4-FFF2-40B4-BE49-F238E27FC236}">
                  <a16:creationId xmlns:a16="http://schemas.microsoft.com/office/drawing/2014/main" id="{92AD6FDF-14FB-48FB-8C47-3960C28D8794}"/>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3" name="Rectangle 152">
              <a:extLst>
                <a:ext uri="{FF2B5EF4-FFF2-40B4-BE49-F238E27FC236}">
                  <a16:creationId xmlns:a16="http://schemas.microsoft.com/office/drawing/2014/main" id="{1AE1CE2C-56A2-49F1-A6CE-B9C396D86922}"/>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54" name="Rectangle 153">
              <a:extLst>
                <a:ext uri="{FF2B5EF4-FFF2-40B4-BE49-F238E27FC236}">
                  <a16:creationId xmlns:a16="http://schemas.microsoft.com/office/drawing/2014/main" id="{794EEF42-C934-43EC-B99B-FE28AE008C17}"/>
                </a:ext>
              </a:extLst>
            </p:cNvPr>
            <p:cNvSpPr/>
            <p:nvPr/>
          </p:nvSpPr>
          <p:spPr>
            <a:xfrm>
              <a:off x="9536681" y="35144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5" name="Rectangle 154">
              <a:extLst>
                <a:ext uri="{FF2B5EF4-FFF2-40B4-BE49-F238E27FC236}">
                  <a16:creationId xmlns:a16="http://schemas.microsoft.com/office/drawing/2014/main" id="{173229FD-84FF-44F6-A623-D1395A0EB962}"/>
                </a:ext>
              </a:extLst>
            </p:cNvPr>
            <p:cNvSpPr/>
            <p:nvPr/>
          </p:nvSpPr>
          <p:spPr>
            <a:xfrm>
              <a:off x="9536681" y="416470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6" name="Rectangle 155">
              <a:extLst>
                <a:ext uri="{FF2B5EF4-FFF2-40B4-BE49-F238E27FC236}">
                  <a16:creationId xmlns:a16="http://schemas.microsoft.com/office/drawing/2014/main" id="{84355E48-3B03-43CD-988D-D5E55902B188}"/>
                </a:ext>
              </a:extLst>
            </p:cNvPr>
            <p:cNvSpPr/>
            <p:nvPr/>
          </p:nvSpPr>
          <p:spPr>
            <a:xfrm>
              <a:off x="9536681" y="48098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7" name="Rectangle 156">
              <a:extLst>
                <a:ext uri="{FF2B5EF4-FFF2-40B4-BE49-F238E27FC236}">
                  <a16:creationId xmlns:a16="http://schemas.microsoft.com/office/drawing/2014/main" id="{606E06E3-B78C-405F-8B36-71B265286F5F}"/>
                </a:ext>
              </a:extLst>
            </p:cNvPr>
            <p:cNvSpPr/>
            <p:nvPr/>
          </p:nvSpPr>
          <p:spPr>
            <a:xfrm>
              <a:off x="9536681" y="54578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58" name="Groupe 157">
            <a:extLst>
              <a:ext uri="{FF2B5EF4-FFF2-40B4-BE49-F238E27FC236}">
                <a16:creationId xmlns:a16="http://schemas.microsoft.com/office/drawing/2014/main" id="{774E03CC-A377-4B52-BD6A-2832871B773B}"/>
              </a:ext>
            </a:extLst>
          </p:cNvPr>
          <p:cNvGrpSpPr/>
          <p:nvPr/>
        </p:nvGrpSpPr>
        <p:grpSpPr>
          <a:xfrm>
            <a:off x="6749470" y="2126151"/>
            <a:ext cx="2527600" cy="1082276"/>
            <a:chOff x="-46700" y="2192874"/>
            <a:chExt cx="12210873" cy="4491973"/>
          </a:xfrm>
        </p:grpSpPr>
        <p:cxnSp>
          <p:nvCxnSpPr>
            <p:cNvPr id="159" name="Connecteur droit 158">
              <a:extLst>
                <a:ext uri="{FF2B5EF4-FFF2-40B4-BE49-F238E27FC236}">
                  <a16:creationId xmlns:a16="http://schemas.microsoft.com/office/drawing/2014/main" id="{97A80D87-5272-4A91-9EC4-2AC24158D7E4}"/>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987DCEB7-CB0E-4839-9B73-9DEDBDB9B460}"/>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1E2673E5-6BAA-4D3A-9A0B-FC395930262A}"/>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EC8AB1A4-BA2C-4DDD-8B58-899D3AAA652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EAE50265-5613-4EBC-BC70-478954108E16}"/>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64" name="Graphique 163" descr="Presse-papiers partiellement vérifié contour">
              <a:extLst>
                <a:ext uri="{FF2B5EF4-FFF2-40B4-BE49-F238E27FC236}">
                  <a16:creationId xmlns:a16="http://schemas.microsoft.com/office/drawing/2014/main" id="{B73E1636-DE48-492A-8AAB-FBCEF74A92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65" name="Graphique 164" descr="Obstacle avec un remplissage uni">
              <a:extLst>
                <a:ext uri="{FF2B5EF4-FFF2-40B4-BE49-F238E27FC236}">
                  <a16:creationId xmlns:a16="http://schemas.microsoft.com/office/drawing/2014/main" id="{A226FCDC-D722-4640-B42D-0373447CED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66" name="Graphique 165" descr="Médaille avec un remplissage uni">
              <a:extLst>
                <a:ext uri="{FF2B5EF4-FFF2-40B4-BE49-F238E27FC236}">
                  <a16:creationId xmlns:a16="http://schemas.microsoft.com/office/drawing/2014/main" id="{87C150B5-A117-475D-B5E4-4220D4032A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67" name="Graphique 166" descr="Presse-papiers partiellement vérifié contour">
              <a:extLst>
                <a:ext uri="{FF2B5EF4-FFF2-40B4-BE49-F238E27FC236}">
                  <a16:creationId xmlns:a16="http://schemas.microsoft.com/office/drawing/2014/main" id="{7131BB00-8E65-4B3D-888C-8A142DCD67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168" name="Graphique 167" descr="Obstacle avec un remplissage uni">
              <a:extLst>
                <a:ext uri="{FF2B5EF4-FFF2-40B4-BE49-F238E27FC236}">
                  <a16:creationId xmlns:a16="http://schemas.microsoft.com/office/drawing/2014/main" id="{DA980DC2-8857-4D33-A372-568E005A3E4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169" name="Graphique 168" descr="Médaille avec un remplissage uni">
              <a:extLst>
                <a:ext uri="{FF2B5EF4-FFF2-40B4-BE49-F238E27FC236}">
                  <a16:creationId xmlns:a16="http://schemas.microsoft.com/office/drawing/2014/main" id="{2861EAA2-F946-435A-8E63-B1E2A558C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170" name="Graphique 169" descr="Presse-papiers partiellement vérifié contour">
              <a:extLst>
                <a:ext uri="{FF2B5EF4-FFF2-40B4-BE49-F238E27FC236}">
                  <a16:creationId xmlns:a16="http://schemas.microsoft.com/office/drawing/2014/main" id="{9068277E-0D68-4CA7-B631-D16AB4C244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171" name="Graphique 170" descr="Obstacle avec un remplissage uni">
              <a:extLst>
                <a:ext uri="{FF2B5EF4-FFF2-40B4-BE49-F238E27FC236}">
                  <a16:creationId xmlns:a16="http://schemas.microsoft.com/office/drawing/2014/main" id="{A4273A48-A543-4FF7-A125-4A5E841B09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172" name="Graphique 171" descr="Médaille avec un remplissage uni">
              <a:extLst>
                <a:ext uri="{FF2B5EF4-FFF2-40B4-BE49-F238E27FC236}">
                  <a16:creationId xmlns:a16="http://schemas.microsoft.com/office/drawing/2014/main" id="{F95EDD28-1AE3-4A69-B4EA-298BC8A7EA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173" name="Graphique 172" descr="Presse-papiers partiellement vérifié contour">
              <a:extLst>
                <a:ext uri="{FF2B5EF4-FFF2-40B4-BE49-F238E27FC236}">
                  <a16:creationId xmlns:a16="http://schemas.microsoft.com/office/drawing/2014/main" id="{DF7D77B5-674D-4852-A954-5923F6E2B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174" name="Graphique 173" descr="Obstacle avec un remplissage uni">
              <a:extLst>
                <a:ext uri="{FF2B5EF4-FFF2-40B4-BE49-F238E27FC236}">
                  <a16:creationId xmlns:a16="http://schemas.microsoft.com/office/drawing/2014/main" id="{9D9F5720-8216-42CE-B4D5-0B8575E392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175" name="Graphique 174" descr="Médaille avec un remplissage uni">
              <a:extLst>
                <a:ext uri="{FF2B5EF4-FFF2-40B4-BE49-F238E27FC236}">
                  <a16:creationId xmlns:a16="http://schemas.microsoft.com/office/drawing/2014/main" id="{97D52D2C-A6E9-4F89-B132-D5664D248E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176" name="Graphique 175" descr="Presse-papiers partiellement vérifié contour">
              <a:extLst>
                <a:ext uri="{FF2B5EF4-FFF2-40B4-BE49-F238E27FC236}">
                  <a16:creationId xmlns:a16="http://schemas.microsoft.com/office/drawing/2014/main" id="{1F17D723-6D4D-449F-B4BD-0152274ED7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177" name="Graphique 176" descr="Obstacle avec un remplissage uni">
              <a:extLst>
                <a:ext uri="{FF2B5EF4-FFF2-40B4-BE49-F238E27FC236}">
                  <a16:creationId xmlns:a16="http://schemas.microsoft.com/office/drawing/2014/main" id="{5C35094C-C8F0-48F6-A4F6-58A759B729B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178" name="Graphique 177" descr="Médaille avec un remplissage uni">
              <a:extLst>
                <a:ext uri="{FF2B5EF4-FFF2-40B4-BE49-F238E27FC236}">
                  <a16:creationId xmlns:a16="http://schemas.microsoft.com/office/drawing/2014/main" id="{1136E0F3-FE1A-4E49-A2C6-B09F212F55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179" name="Rectangle 178">
              <a:extLst>
                <a:ext uri="{FF2B5EF4-FFF2-40B4-BE49-F238E27FC236}">
                  <a16:creationId xmlns:a16="http://schemas.microsoft.com/office/drawing/2014/main" id="{F6E1F460-D0DC-41A1-B423-F739DDDD5077}"/>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80" name="Graphique 179" descr="Presse-papiers partiellement vérifié contour">
              <a:extLst>
                <a:ext uri="{FF2B5EF4-FFF2-40B4-BE49-F238E27FC236}">
                  <a16:creationId xmlns:a16="http://schemas.microsoft.com/office/drawing/2014/main" id="{A8603F8A-22FD-4D87-A336-2ECF1256D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181" name="Rectangle 180">
              <a:extLst>
                <a:ext uri="{FF2B5EF4-FFF2-40B4-BE49-F238E27FC236}">
                  <a16:creationId xmlns:a16="http://schemas.microsoft.com/office/drawing/2014/main" id="{B0CB5A64-A99F-408A-850A-A39C927EA62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2" name="Rectangle 181">
              <a:extLst>
                <a:ext uri="{FF2B5EF4-FFF2-40B4-BE49-F238E27FC236}">
                  <a16:creationId xmlns:a16="http://schemas.microsoft.com/office/drawing/2014/main" id="{82F7D30B-537A-4D34-BC90-CA820B74F477}"/>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3" name="Rectangle 182">
              <a:extLst>
                <a:ext uri="{FF2B5EF4-FFF2-40B4-BE49-F238E27FC236}">
                  <a16:creationId xmlns:a16="http://schemas.microsoft.com/office/drawing/2014/main" id="{790C9CB7-14C2-4E46-9B1B-167E7774F0B1}"/>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4" name="Rectangle 183">
              <a:extLst>
                <a:ext uri="{FF2B5EF4-FFF2-40B4-BE49-F238E27FC236}">
                  <a16:creationId xmlns:a16="http://schemas.microsoft.com/office/drawing/2014/main" id="{CE210CC7-9C49-476C-A0E6-39F4062EA821}"/>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5" name="Rectangle 184">
              <a:extLst>
                <a:ext uri="{FF2B5EF4-FFF2-40B4-BE49-F238E27FC236}">
                  <a16:creationId xmlns:a16="http://schemas.microsoft.com/office/drawing/2014/main" id="{1BD292C7-A161-46A0-ACF2-982AB0B2E1D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86" name="Rectangle 185">
              <a:extLst>
                <a:ext uri="{FF2B5EF4-FFF2-40B4-BE49-F238E27FC236}">
                  <a16:creationId xmlns:a16="http://schemas.microsoft.com/office/drawing/2014/main" id="{D26A9D4D-44A9-41D3-9EE6-5CA593A726AF}"/>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7" name="Rectangle 186">
              <a:extLst>
                <a:ext uri="{FF2B5EF4-FFF2-40B4-BE49-F238E27FC236}">
                  <a16:creationId xmlns:a16="http://schemas.microsoft.com/office/drawing/2014/main" id="{6A1E6DD6-5517-4849-9FC3-70C3A3AC11FB}"/>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8" name="Rectangle 187">
              <a:extLst>
                <a:ext uri="{FF2B5EF4-FFF2-40B4-BE49-F238E27FC236}">
                  <a16:creationId xmlns:a16="http://schemas.microsoft.com/office/drawing/2014/main" id="{948D8979-C591-40D0-AC87-8315957B990F}"/>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9" name="Rectangle 188">
              <a:extLst>
                <a:ext uri="{FF2B5EF4-FFF2-40B4-BE49-F238E27FC236}">
                  <a16:creationId xmlns:a16="http://schemas.microsoft.com/office/drawing/2014/main" id="{527F7B89-BEAD-49E4-B638-89151C7796B6}"/>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0" name="Rectangle 189">
              <a:extLst>
                <a:ext uri="{FF2B5EF4-FFF2-40B4-BE49-F238E27FC236}">
                  <a16:creationId xmlns:a16="http://schemas.microsoft.com/office/drawing/2014/main" id="{74217E8E-BDB5-442B-A8E1-4897E837C03B}"/>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1" name="Rectangle 190">
              <a:extLst>
                <a:ext uri="{FF2B5EF4-FFF2-40B4-BE49-F238E27FC236}">
                  <a16:creationId xmlns:a16="http://schemas.microsoft.com/office/drawing/2014/main" id="{04A52D59-CC89-40ED-ABE5-53FD24B8DA7B}"/>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2" name="Rectangle 191">
              <a:extLst>
                <a:ext uri="{FF2B5EF4-FFF2-40B4-BE49-F238E27FC236}">
                  <a16:creationId xmlns:a16="http://schemas.microsoft.com/office/drawing/2014/main" id="{B02D4122-59D2-4A4D-B2B1-B46B6BF139DA}"/>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3" name="Rectangle 192">
              <a:extLst>
                <a:ext uri="{FF2B5EF4-FFF2-40B4-BE49-F238E27FC236}">
                  <a16:creationId xmlns:a16="http://schemas.microsoft.com/office/drawing/2014/main" id="{C4D93A53-3EB9-4D58-BBD1-8916CFE95C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4" name="Rectangle 193">
              <a:extLst>
                <a:ext uri="{FF2B5EF4-FFF2-40B4-BE49-F238E27FC236}">
                  <a16:creationId xmlns:a16="http://schemas.microsoft.com/office/drawing/2014/main" id="{37871BCC-4386-4B23-904F-BFDE4BB739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5" name="Rectangle 194">
              <a:extLst>
                <a:ext uri="{FF2B5EF4-FFF2-40B4-BE49-F238E27FC236}">
                  <a16:creationId xmlns:a16="http://schemas.microsoft.com/office/drawing/2014/main" id="{7776B81E-484F-4CAC-80A2-F13F23E5459D}"/>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6" name="Rectangle 195">
              <a:extLst>
                <a:ext uri="{FF2B5EF4-FFF2-40B4-BE49-F238E27FC236}">
                  <a16:creationId xmlns:a16="http://schemas.microsoft.com/office/drawing/2014/main" id="{79AB40EA-F12E-43B9-AEFD-540F9F30DFAB}"/>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7" name="Rectangle 196">
              <a:extLst>
                <a:ext uri="{FF2B5EF4-FFF2-40B4-BE49-F238E27FC236}">
                  <a16:creationId xmlns:a16="http://schemas.microsoft.com/office/drawing/2014/main" id="{AC88B1A7-7500-45AD-B7CC-D8B0C8A02DB9}"/>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8" name="Rectangle 197">
              <a:extLst>
                <a:ext uri="{FF2B5EF4-FFF2-40B4-BE49-F238E27FC236}">
                  <a16:creationId xmlns:a16="http://schemas.microsoft.com/office/drawing/2014/main" id="{DD6F32AC-B812-4F1C-B23F-ADC33732DCD1}"/>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0" name="Rectangle 199">
              <a:extLst>
                <a:ext uri="{FF2B5EF4-FFF2-40B4-BE49-F238E27FC236}">
                  <a16:creationId xmlns:a16="http://schemas.microsoft.com/office/drawing/2014/main" id="{98513C03-B7C1-46DE-8300-40C052682E7E}"/>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1" name="Rectangle 200">
              <a:extLst>
                <a:ext uri="{FF2B5EF4-FFF2-40B4-BE49-F238E27FC236}">
                  <a16:creationId xmlns:a16="http://schemas.microsoft.com/office/drawing/2014/main" id="{48DD8839-85A2-43C3-BF36-DE34DB481FE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2" name="Rectangle 201">
              <a:extLst>
                <a:ext uri="{FF2B5EF4-FFF2-40B4-BE49-F238E27FC236}">
                  <a16:creationId xmlns:a16="http://schemas.microsoft.com/office/drawing/2014/main" id="{50A80FBE-8BA7-4A77-88ED-974CEFAB70C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3" name="Rectangle 202">
              <a:extLst>
                <a:ext uri="{FF2B5EF4-FFF2-40B4-BE49-F238E27FC236}">
                  <a16:creationId xmlns:a16="http://schemas.microsoft.com/office/drawing/2014/main" id="{0EAEBDC1-E84C-49F3-A3AB-21E2A933286F}"/>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4" name="Rectangle 203">
              <a:extLst>
                <a:ext uri="{FF2B5EF4-FFF2-40B4-BE49-F238E27FC236}">
                  <a16:creationId xmlns:a16="http://schemas.microsoft.com/office/drawing/2014/main" id="{192CE92B-1BD9-4E4F-ABBB-90DF3305E51D}"/>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5" name="Rectangle 204">
              <a:extLst>
                <a:ext uri="{FF2B5EF4-FFF2-40B4-BE49-F238E27FC236}">
                  <a16:creationId xmlns:a16="http://schemas.microsoft.com/office/drawing/2014/main" id="{BCEA6791-B744-46BC-8A72-13C8FCEC4CE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6" name="Rectangle 205">
              <a:extLst>
                <a:ext uri="{FF2B5EF4-FFF2-40B4-BE49-F238E27FC236}">
                  <a16:creationId xmlns:a16="http://schemas.microsoft.com/office/drawing/2014/main" id="{D645B3A3-7F12-4E4B-B143-2124CAD62F26}"/>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7" name="Rectangle 206">
              <a:extLst>
                <a:ext uri="{FF2B5EF4-FFF2-40B4-BE49-F238E27FC236}">
                  <a16:creationId xmlns:a16="http://schemas.microsoft.com/office/drawing/2014/main" id="{B560EBB4-29D5-4CB2-926E-D7386D584589}"/>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8" name="Rectangle 207">
              <a:extLst>
                <a:ext uri="{FF2B5EF4-FFF2-40B4-BE49-F238E27FC236}">
                  <a16:creationId xmlns:a16="http://schemas.microsoft.com/office/drawing/2014/main" id="{38F10B3C-C159-4AB1-B272-F6F400E7D505}"/>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0" name="Rectangle 209">
              <a:extLst>
                <a:ext uri="{FF2B5EF4-FFF2-40B4-BE49-F238E27FC236}">
                  <a16:creationId xmlns:a16="http://schemas.microsoft.com/office/drawing/2014/main" id="{A74D5006-D648-4948-A849-CEC396E43D5A}"/>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1" name="Rectangle 210">
              <a:extLst>
                <a:ext uri="{FF2B5EF4-FFF2-40B4-BE49-F238E27FC236}">
                  <a16:creationId xmlns:a16="http://schemas.microsoft.com/office/drawing/2014/main" id="{0356F5A7-CA64-407F-AB1D-9642519C346A}"/>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212" name="Espace réservé du texte 8">
            <a:extLst>
              <a:ext uri="{FF2B5EF4-FFF2-40B4-BE49-F238E27FC236}">
                <a16:creationId xmlns:a16="http://schemas.microsoft.com/office/drawing/2014/main" id="{266A368C-63A9-42AA-9EAD-FC19D2E2B7C9}"/>
              </a:ext>
            </a:extLst>
          </p:cNvPr>
          <p:cNvSpPr txBox="1">
            <a:spLocks/>
          </p:cNvSpPr>
          <p:nvPr/>
        </p:nvSpPr>
        <p:spPr>
          <a:xfrm>
            <a:off x="351954"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1. </a:t>
            </a:r>
            <a:r>
              <a:rPr lang="fr-FR" sz="1200" dirty="0"/>
              <a:t>Définissez le niveau le plus avancé (nom et activités). Si vous manquez d’inspiration, consultez les ressources.
</a:t>
            </a:r>
            <a:endParaRPr lang="en-US" sz="1200" dirty="0"/>
          </a:p>
        </p:txBody>
      </p:sp>
      <p:sp>
        <p:nvSpPr>
          <p:cNvPr id="213" name="Espace réservé du texte 8">
            <a:extLst>
              <a:ext uri="{FF2B5EF4-FFF2-40B4-BE49-F238E27FC236}">
                <a16:creationId xmlns:a16="http://schemas.microsoft.com/office/drawing/2014/main" id="{4B9EB5A0-7BD8-4FFE-AA1A-117A8A91E1C4}"/>
              </a:ext>
            </a:extLst>
          </p:cNvPr>
          <p:cNvSpPr txBox="1">
            <a:spLocks/>
          </p:cNvSpPr>
          <p:nvPr/>
        </p:nvSpPr>
        <p:spPr>
          <a:xfrm>
            <a:off x="3537619"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2. </a:t>
            </a:r>
            <a:r>
              <a:rPr lang="fr-FR" sz="1200" dirty="0"/>
              <a:t>Définissez le niveau précédant le niveau le plus avancé
</a:t>
            </a:r>
            <a:endParaRPr lang="en-US" sz="1200" dirty="0"/>
          </a:p>
        </p:txBody>
      </p:sp>
      <p:sp>
        <p:nvSpPr>
          <p:cNvPr id="214" name="Espace réservé du texte 8">
            <a:extLst>
              <a:ext uri="{FF2B5EF4-FFF2-40B4-BE49-F238E27FC236}">
                <a16:creationId xmlns:a16="http://schemas.microsoft.com/office/drawing/2014/main" id="{784814B8-D6FC-4992-931F-6E65FAC11E02}"/>
              </a:ext>
            </a:extLst>
          </p:cNvPr>
          <p:cNvSpPr txBox="1">
            <a:spLocks/>
          </p:cNvSpPr>
          <p:nvPr/>
        </p:nvSpPr>
        <p:spPr>
          <a:xfrm>
            <a:off x="6724771" y="3366943"/>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3. </a:t>
            </a:r>
            <a:r>
              <a:rPr lang="fr-FR" sz="1200" dirty="0"/>
              <a:t>Définissez les autres niveaux
</a:t>
            </a:r>
            <a:endParaRPr lang="en-US" sz="1200" dirty="0"/>
          </a:p>
        </p:txBody>
      </p:sp>
      <p:pic>
        <p:nvPicPr>
          <p:cNvPr id="9" name="Graphique 8" descr="Transférer avec un remplissage uni">
            <a:extLst>
              <a:ext uri="{FF2B5EF4-FFF2-40B4-BE49-F238E27FC236}">
                <a16:creationId xmlns:a16="http://schemas.microsoft.com/office/drawing/2014/main" id="{3B00185B-F0EE-4D6D-8741-5E73A9EE9D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70138" y="2183054"/>
            <a:ext cx="914400" cy="914400"/>
          </a:xfrm>
          <a:prstGeom prst="rect">
            <a:avLst/>
          </a:prstGeom>
        </p:spPr>
      </p:pic>
      <p:sp>
        <p:nvSpPr>
          <p:cNvPr id="215" name="Espace réservé du texte 8">
            <a:extLst>
              <a:ext uri="{FF2B5EF4-FFF2-40B4-BE49-F238E27FC236}">
                <a16:creationId xmlns:a16="http://schemas.microsoft.com/office/drawing/2014/main" id="{71E557B2-5892-4FB2-A4F3-B613CA86D3A0}"/>
              </a:ext>
            </a:extLst>
          </p:cNvPr>
          <p:cNvSpPr txBox="1">
            <a:spLocks/>
          </p:cNvSpPr>
          <p:nvPr/>
        </p:nvSpPr>
        <p:spPr>
          <a:xfrm>
            <a:off x="9518164" y="3366942"/>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4. </a:t>
            </a:r>
            <a:r>
              <a:rPr lang="fr-FR" sz="1200" dirty="0"/>
              <a:t>Itérez et ajustez les niveaux et 🟦les 🟪activités avant d’aller plus loin</a:t>
            </a:r>
            <a:r>
              <a:rPr lang="fr-FR" sz="1200" b="1" dirty="0"/>
              <a:t>
</a:t>
            </a:r>
            <a:endParaRPr lang="en-US" sz="1200" dirty="0"/>
          </a:p>
        </p:txBody>
      </p:sp>
      <p:sp>
        <p:nvSpPr>
          <p:cNvPr id="216" name="Espace réservé du texte 8">
            <a:extLst>
              <a:ext uri="{FF2B5EF4-FFF2-40B4-BE49-F238E27FC236}">
                <a16:creationId xmlns:a16="http://schemas.microsoft.com/office/drawing/2014/main" id="{C9406A16-EA17-4591-91F1-AFBC91FADB1E}"/>
              </a:ext>
            </a:extLst>
          </p:cNvPr>
          <p:cNvSpPr txBox="1">
            <a:spLocks/>
          </p:cNvSpPr>
          <p:nvPr/>
        </p:nvSpPr>
        <p:spPr>
          <a:xfrm>
            <a:off x="563734" y="5719209"/>
            <a:ext cx="2509621" cy="1044963"/>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5</a:t>
            </a:r>
            <a:r>
              <a:rPr lang="en-US" sz="1200" dirty="0"/>
              <a:t>. </a:t>
            </a:r>
            <a:r>
              <a:rPr lang="fr-FR" sz="1200" dirty="0"/>
              <a:t>Définissez les défis à relever en commençant par le 🟨 niveau débutant. Si vous manquez d’inspiration, consultez les ressources.</a:t>
            </a:r>
            <a:endParaRPr lang="en-US" sz="1200" dirty="0"/>
          </a:p>
        </p:txBody>
      </p:sp>
      <p:grpSp>
        <p:nvGrpSpPr>
          <p:cNvPr id="327" name="Groupe 326">
            <a:extLst>
              <a:ext uri="{FF2B5EF4-FFF2-40B4-BE49-F238E27FC236}">
                <a16:creationId xmlns:a16="http://schemas.microsoft.com/office/drawing/2014/main" id="{5D640643-80AD-4641-8A13-6BDEEDC47B80}"/>
              </a:ext>
            </a:extLst>
          </p:cNvPr>
          <p:cNvGrpSpPr/>
          <p:nvPr/>
        </p:nvGrpSpPr>
        <p:grpSpPr>
          <a:xfrm>
            <a:off x="674136" y="4505461"/>
            <a:ext cx="2527600" cy="1082276"/>
            <a:chOff x="-46700" y="2192874"/>
            <a:chExt cx="12210873" cy="4491973"/>
          </a:xfrm>
        </p:grpSpPr>
        <p:cxnSp>
          <p:nvCxnSpPr>
            <p:cNvPr id="328" name="Connecteur droit 327">
              <a:extLst>
                <a:ext uri="{FF2B5EF4-FFF2-40B4-BE49-F238E27FC236}">
                  <a16:creationId xmlns:a16="http://schemas.microsoft.com/office/drawing/2014/main" id="{A4BEAC53-590D-48C4-9AAA-6F52A4D7123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9" name="Connecteur droit 328">
              <a:extLst>
                <a:ext uri="{FF2B5EF4-FFF2-40B4-BE49-F238E27FC236}">
                  <a16:creationId xmlns:a16="http://schemas.microsoft.com/office/drawing/2014/main" id="{C578AEF9-4CC9-4C01-96EF-BC1625E53309}"/>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108EEB54-082A-4ABA-84E1-FF5FBB066264}"/>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 name="Connecteur droit 330">
              <a:extLst>
                <a:ext uri="{FF2B5EF4-FFF2-40B4-BE49-F238E27FC236}">
                  <a16:creationId xmlns:a16="http://schemas.microsoft.com/office/drawing/2014/main" id="{B79EDF3E-1B73-4774-A20A-292DAB54679F}"/>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2" name="Connecteur droit 331">
              <a:extLst>
                <a:ext uri="{FF2B5EF4-FFF2-40B4-BE49-F238E27FC236}">
                  <a16:creationId xmlns:a16="http://schemas.microsoft.com/office/drawing/2014/main" id="{92A32190-9382-4569-B4F1-1EC956920AF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33" name="Graphique 332" descr="Presse-papiers partiellement vérifié contour">
              <a:extLst>
                <a:ext uri="{FF2B5EF4-FFF2-40B4-BE49-F238E27FC236}">
                  <a16:creationId xmlns:a16="http://schemas.microsoft.com/office/drawing/2014/main" id="{5DFC0B6E-39E2-487A-9ED5-1146B10A51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334" name="Graphique 333" descr="Obstacle avec un remplissage uni">
              <a:extLst>
                <a:ext uri="{FF2B5EF4-FFF2-40B4-BE49-F238E27FC236}">
                  <a16:creationId xmlns:a16="http://schemas.microsoft.com/office/drawing/2014/main" id="{0B5790BE-BF6C-4E3D-BD33-2C5BCD7559A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335" name="Graphique 334" descr="Médaille avec un remplissage uni">
              <a:extLst>
                <a:ext uri="{FF2B5EF4-FFF2-40B4-BE49-F238E27FC236}">
                  <a16:creationId xmlns:a16="http://schemas.microsoft.com/office/drawing/2014/main" id="{9F41E688-7929-4BE1-8CEF-F5C40BC7DDB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336" name="Graphique 335" descr="Presse-papiers partiellement vérifié contour">
              <a:extLst>
                <a:ext uri="{FF2B5EF4-FFF2-40B4-BE49-F238E27FC236}">
                  <a16:creationId xmlns:a16="http://schemas.microsoft.com/office/drawing/2014/main" id="{90CC2F20-CCCC-45F5-868C-06FE76CE7E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337" name="Graphique 336" descr="Obstacle avec un remplissage uni">
              <a:extLst>
                <a:ext uri="{FF2B5EF4-FFF2-40B4-BE49-F238E27FC236}">
                  <a16:creationId xmlns:a16="http://schemas.microsoft.com/office/drawing/2014/main" id="{6A243EB0-3F05-4880-843D-A0399396C1A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338" name="Graphique 337" descr="Médaille avec un remplissage uni">
              <a:extLst>
                <a:ext uri="{FF2B5EF4-FFF2-40B4-BE49-F238E27FC236}">
                  <a16:creationId xmlns:a16="http://schemas.microsoft.com/office/drawing/2014/main" id="{A124AFF1-2A47-4CF5-845F-C04AFE04046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339" name="Graphique 338" descr="Presse-papiers partiellement vérifié contour">
              <a:extLst>
                <a:ext uri="{FF2B5EF4-FFF2-40B4-BE49-F238E27FC236}">
                  <a16:creationId xmlns:a16="http://schemas.microsoft.com/office/drawing/2014/main" id="{A0B6230E-A260-4654-8C8D-EF05097C3F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340" name="Graphique 339" descr="Obstacle avec un remplissage uni">
              <a:extLst>
                <a:ext uri="{FF2B5EF4-FFF2-40B4-BE49-F238E27FC236}">
                  <a16:creationId xmlns:a16="http://schemas.microsoft.com/office/drawing/2014/main" id="{B6EF5725-9138-4BBC-9364-E9224C6007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341" name="Graphique 340" descr="Médaille avec un remplissage uni">
              <a:extLst>
                <a:ext uri="{FF2B5EF4-FFF2-40B4-BE49-F238E27FC236}">
                  <a16:creationId xmlns:a16="http://schemas.microsoft.com/office/drawing/2014/main" id="{97EC23B4-6D66-48D7-92EA-275B5A818A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42" name="Graphique 341" descr="Presse-papiers partiellement vérifié contour">
              <a:extLst>
                <a:ext uri="{FF2B5EF4-FFF2-40B4-BE49-F238E27FC236}">
                  <a16:creationId xmlns:a16="http://schemas.microsoft.com/office/drawing/2014/main" id="{D19734EE-D706-468F-AB23-E137D22887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43" name="Graphique 342" descr="Obstacle avec un remplissage uni">
              <a:extLst>
                <a:ext uri="{FF2B5EF4-FFF2-40B4-BE49-F238E27FC236}">
                  <a16:creationId xmlns:a16="http://schemas.microsoft.com/office/drawing/2014/main" id="{7BBFC87E-DFD4-419D-900C-FF6046D57F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44" name="Graphique 343" descr="Médaille avec un remplissage uni">
              <a:extLst>
                <a:ext uri="{FF2B5EF4-FFF2-40B4-BE49-F238E27FC236}">
                  <a16:creationId xmlns:a16="http://schemas.microsoft.com/office/drawing/2014/main" id="{DE958587-C714-43FF-B27F-D678BDE83EA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345" name="Graphique 344" descr="Presse-papiers partiellement vérifié contour">
              <a:extLst>
                <a:ext uri="{FF2B5EF4-FFF2-40B4-BE49-F238E27FC236}">
                  <a16:creationId xmlns:a16="http://schemas.microsoft.com/office/drawing/2014/main" id="{489399C2-1E1A-4D2F-92E9-6A507CBF5C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346" name="Graphique 345" descr="Obstacle avec un remplissage uni">
              <a:extLst>
                <a:ext uri="{FF2B5EF4-FFF2-40B4-BE49-F238E27FC236}">
                  <a16:creationId xmlns:a16="http://schemas.microsoft.com/office/drawing/2014/main" id="{F7C2313A-87E9-400E-8F4E-835D866416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347" name="Graphique 346" descr="Médaille avec un remplissage uni">
              <a:extLst>
                <a:ext uri="{FF2B5EF4-FFF2-40B4-BE49-F238E27FC236}">
                  <a16:creationId xmlns:a16="http://schemas.microsoft.com/office/drawing/2014/main" id="{3DAF54DF-9337-4AEB-B606-08EA8647BC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348" name="Rectangle 347">
              <a:extLst>
                <a:ext uri="{FF2B5EF4-FFF2-40B4-BE49-F238E27FC236}">
                  <a16:creationId xmlns:a16="http://schemas.microsoft.com/office/drawing/2014/main" id="{AAB70F48-29A2-44E8-AC70-86F43317D3A8}"/>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49" name="Graphique 348" descr="Presse-papiers partiellement vérifié contour">
              <a:extLst>
                <a:ext uri="{FF2B5EF4-FFF2-40B4-BE49-F238E27FC236}">
                  <a16:creationId xmlns:a16="http://schemas.microsoft.com/office/drawing/2014/main" id="{E8AB5995-B297-40AE-A7E1-9BE9B9172F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350" name="Rectangle 349">
              <a:extLst>
                <a:ext uri="{FF2B5EF4-FFF2-40B4-BE49-F238E27FC236}">
                  <a16:creationId xmlns:a16="http://schemas.microsoft.com/office/drawing/2014/main" id="{E1D7609C-5EF9-40BB-9594-DAB867862402}"/>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1" name="Rectangle 350">
              <a:extLst>
                <a:ext uri="{FF2B5EF4-FFF2-40B4-BE49-F238E27FC236}">
                  <a16:creationId xmlns:a16="http://schemas.microsoft.com/office/drawing/2014/main" id="{EFF77BBA-A53F-46A8-9454-0455A20A7E60}"/>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2" name="Rectangle 351">
              <a:extLst>
                <a:ext uri="{FF2B5EF4-FFF2-40B4-BE49-F238E27FC236}">
                  <a16:creationId xmlns:a16="http://schemas.microsoft.com/office/drawing/2014/main" id="{2064F218-32E4-45FA-AB0D-C43C8A505E42}"/>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3" name="Rectangle 352">
              <a:extLst>
                <a:ext uri="{FF2B5EF4-FFF2-40B4-BE49-F238E27FC236}">
                  <a16:creationId xmlns:a16="http://schemas.microsoft.com/office/drawing/2014/main" id="{00B5755B-B7B8-4C10-A853-0F980EF0678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4" name="Rectangle 353">
              <a:extLst>
                <a:ext uri="{FF2B5EF4-FFF2-40B4-BE49-F238E27FC236}">
                  <a16:creationId xmlns:a16="http://schemas.microsoft.com/office/drawing/2014/main" id="{0DBF13B6-9402-463D-98A3-9C7E5D13BEBF}"/>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55" name="Rectangle 354">
              <a:extLst>
                <a:ext uri="{FF2B5EF4-FFF2-40B4-BE49-F238E27FC236}">
                  <a16:creationId xmlns:a16="http://schemas.microsoft.com/office/drawing/2014/main" id="{02AA3FF0-248E-42D9-829A-482BA697C5E4}"/>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6" name="Rectangle 355">
              <a:extLst>
                <a:ext uri="{FF2B5EF4-FFF2-40B4-BE49-F238E27FC236}">
                  <a16:creationId xmlns:a16="http://schemas.microsoft.com/office/drawing/2014/main" id="{855E3511-51D2-47F7-A180-2491840062B5}"/>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7" name="Rectangle 356">
              <a:extLst>
                <a:ext uri="{FF2B5EF4-FFF2-40B4-BE49-F238E27FC236}">
                  <a16:creationId xmlns:a16="http://schemas.microsoft.com/office/drawing/2014/main" id="{F4FCFB55-6142-4FBF-AA63-CFA49BE7D1D8}"/>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8" name="Rectangle 357">
              <a:extLst>
                <a:ext uri="{FF2B5EF4-FFF2-40B4-BE49-F238E27FC236}">
                  <a16:creationId xmlns:a16="http://schemas.microsoft.com/office/drawing/2014/main" id="{7E4C2021-240A-461B-90A7-2BFE884DDCD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9" name="Rectangle 358">
              <a:extLst>
                <a:ext uri="{FF2B5EF4-FFF2-40B4-BE49-F238E27FC236}">
                  <a16:creationId xmlns:a16="http://schemas.microsoft.com/office/drawing/2014/main" id="{88318E91-4458-4F2F-A915-99504C6439E3}"/>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0" name="Rectangle 359">
              <a:extLst>
                <a:ext uri="{FF2B5EF4-FFF2-40B4-BE49-F238E27FC236}">
                  <a16:creationId xmlns:a16="http://schemas.microsoft.com/office/drawing/2014/main" id="{CCB2562C-859C-4C60-B7E9-439B8053AEF6}"/>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1" name="Rectangle 360">
              <a:extLst>
                <a:ext uri="{FF2B5EF4-FFF2-40B4-BE49-F238E27FC236}">
                  <a16:creationId xmlns:a16="http://schemas.microsoft.com/office/drawing/2014/main" id="{C6F62073-62D9-4FED-9324-F167B3BEF1AB}"/>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2" name="Rectangle 361">
              <a:extLst>
                <a:ext uri="{FF2B5EF4-FFF2-40B4-BE49-F238E27FC236}">
                  <a16:creationId xmlns:a16="http://schemas.microsoft.com/office/drawing/2014/main" id="{767A5991-EC34-4F94-B911-FD29E8DEC434}"/>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3" name="Rectangle 362">
              <a:extLst>
                <a:ext uri="{FF2B5EF4-FFF2-40B4-BE49-F238E27FC236}">
                  <a16:creationId xmlns:a16="http://schemas.microsoft.com/office/drawing/2014/main" id="{1D31099B-D116-4F09-9D33-688DE6DDA158}"/>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4" name="Rectangle 363">
              <a:extLst>
                <a:ext uri="{FF2B5EF4-FFF2-40B4-BE49-F238E27FC236}">
                  <a16:creationId xmlns:a16="http://schemas.microsoft.com/office/drawing/2014/main" id="{4CF54E5B-8289-4C7B-BD1B-0C0D93E28AA3}"/>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5" name="Rectangle 364">
              <a:extLst>
                <a:ext uri="{FF2B5EF4-FFF2-40B4-BE49-F238E27FC236}">
                  <a16:creationId xmlns:a16="http://schemas.microsoft.com/office/drawing/2014/main" id="{72D1DA24-E2C2-4E3A-BD27-28FFB5990583}"/>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6" name="Rectangle 365">
              <a:extLst>
                <a:ext uri="{FF2B5EF4-FFF2-40B4-BE49-F238E27FC236}">
                  <a16:creationId xmlns:a16="http://schemas.microsoft.com/office/drawing/2014/main" id="{F5252041-2084-4C09-8663-4FE513653134}"/>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7" name="Rectangle 366">
              <a:extLst>
                <a:ext uri="{FF2B5EF4-FFF2-40B4-BE49-F238E27FC236}">
                  <a16:creationId xmlns:a16="http://schemas.microsoft.com/office/drawing/2014/main" id="{6046CBAC-67CE-478C-82A8-DDDE37002364}"/>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8" name="Rectangle 367">
              <a:extLst>
                <a:ext uri="{FF2B5EF4-FFF2-40B4-BE49-F238E27FC236}">
                  <a16:creationId xmlns:a16="http://schemas.microsoft.com/office/drawing/2014/main" id="{50178984-4714-498B-981B-4AC2B6C907AC}"/>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9" name="Rectangle 368">
              <a:extLst>
                <a:ext uri="{FF2B5EF4-FFF2-40B4-BE49-F238E27FC236}">
                  <a16:creationId xmlns:a16="http://schemas.microsoft.com/office/drawing/2014/main" id="{398F7D71-0754-479D-856D-89454CFBDD9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0" name="Rectangle 369">
              <a:extLst>
                <a:ext uri="{FF2B5EF4-FFF2-40B4-BE49-F238E27FC236}">
                  <a16:creationId xmlns:a16="http://schemas.microsoft.com/office/drawing/2014/main" id="{06A17B08-E2E1-4E0D-B1C7-C40DFD2590D7}"/>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1" name="Rectangle 370">
              <a:extLst>
                <a:ext uri="{FF2B5EF4-FFF2-40B4-BE49-F238E27FC236}">
                  <a16:creationId xmlns:a16="http://schemas.microsoft.com/office/drawing/2014/main" id="{F46DE7E4-0C15-4E14-B2BA-66942620EE7A}"/>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2" name="Rectangle 371">
              <a:extLst>
                <a:ext uri="{FF2B5EF4-FFF2-40B4-BE49-F238E27FC236}">
                  <a16:creationId xmlns:a16="http://schemas.microsoft.com/office/drawing/2014/main" id="{254CD364-34D4-4FED-B107-6FFF27DA88A3}"/>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3" name="Rectangle 372">
              <a:extLst>
                <a:ext uri="{FF2B5EF4-FFF2-40B4-BE49-F238E27FC236}">
                  <a16:creationId xmlns:a16="http://schemas.microsoft.com/office/drawing/2014/main" id="{33D7BEF8-9327-4061-AAE7-2B86215CA1C3}"/>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74" name="Rectangle 373">
              <a:extLst>
                <a:ext uri="{FF2B5EF4-FFF2-40B4-BE49-F238E27FC236}">
                  <a16:creationId xmlns:a16="http://schemas.microsoft.com/office/drawing/2014/main" id="{B230ECE4-925C-4A39-859F-029CBC2A5F82}"/>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5" name="Rectangle 374">
              <a:extLst>
                <a:ext uri="{FF2B5EF4-FFF2-40B4-BE49-F238E27FC236}">
                  <a16:creationId xmlns:a16="http://schemas.microsoft.com/office/drawing/2014/main" id="{1D5CF562-1006-440E-A290-CA1DED87A2BA}"/>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6" name="Rectangle 375">
              <a:extLst>
                <a:ext uri="{FF2B5EF4-FFF2-40B4-BE49-F238E27FC236}">
                  <a16:creationId xmlns:a16="http://schemas.microsoft.com/office/drawing/2014/main" id="{8344A6B1-9D55-47E8-9057-446B0D335EE7}"/>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7" name="Rectangle 376">
              <a:extLst>
                <a:ext uri="{FF2B5EF4-FFF2-40B4-BE49-F238E27FC236}">
                  <a16:creationId xmlns:a16="http://schemas.microsoft.com/office/drawing/2014/main" id="{5E9919C7-7BA1-43CA-A959-614EC4CA89A8}"/>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8" name="Rectangle 377">
              <a:extLst>
                <a:ext uri="{FF2B5EF4-FFF2-40B4-BE49-F238E27FC236}">
                  <a16:creationId xmlns:a16="http://schemas.microsoft.com/office/drawing/2014/main" id="{3A75615B-A866-4873-9C6D-95CF3A2F570C}"/>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9" name="Rectangle 378">
              <a:extLst>
                <a:ext uri="{FF2B5EF4-FFF2-40B4-BE49-F238E27FC236}">
                  <a16:creationId xmlns:a16="http://schemas.microsoft.com/office/drawing/2014/main" id="{EDBF4166-7DB9-413E-9D01-552FD3B274ED}"/>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0" name="Rectangle 379">
              <a:extLst>
                <a:ext uri="{FF2B5EF4-FFF2-40B4-BE49-F238E27FC236}">
                  <a16:creationId xmlns:a16="http://schemas.microsoft.com/office/drawing/2014/main" id="{538CABA3-E7BE-4C44-A9E9-03B77BBCE0E7}"/>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1" name="Rectangle 380">
              <a:extLst>
                <a:ext uri="{FF2B5EF4-FFF2-40B4-BE49-F238E27FC236}">
                  <a16:creationId xmlns:a16="http://schemas.microsoft.com/office/drawing/2014/main" id="{F690EE7B-E28A-4ED4-9ADB-9DD66463D474}"/>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382" name="Groupe 381">
            <a:extLst>
              <a:ext uri="{FF2B5EF4-FFF2-40B4-BE49-F238E27FC236}">
                <a16:creationId xmlns:a16="http://schemas.microsoft.com/office/drawing/2014/main" id="{0AA66805-6751-4E6D-B279-7295278BB10C}"/>
              </a:ext>
            </a:extLst>
          </p:cNvPr>
          <p:cNvGrpSpPr/>
          <p:nvPr/>
        </p:nvGrpSpPr>
        <p:grpSpPr>
          <a:xfrm>
            <a:off x="3867184" y="4499907"/>
            <a:ext cx="2527600" cy="1082276"/>
            <a:chOff x="-46700" y="2192874"/>
            <a:chExt cx="12210873" cy="4491973"/>
          </a:xfrm>
        </p:grpSpPr>
        <p:cxnSp>
          <p:nvCxnSpPr>
            <p:cNvPr id="383" name="Connecteur droit 382">
              <a:extLst>
                <a:ext uri="{FF2B5EF4-FFF2-40B4-BE49-F238E27FC236}">
                  <a16:creationId xmlns:a16="http://schemas.microsoft.com/office/drawing/2014/main" id="{405731D6-CF3B-453B-8168-82185BC73BFA}"/>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4" name="Connecteur droit 383">
              <a:extLst>
                <a:ext uri="{FF2B5EF4-FFF2-40B4-BE49-F238E27FC236}">
                  <a16:creationId xmlns:a16="http://schemas.microsoft.com/office/drawing/2014/main" id="{0B6F4579-EC13-41B6-82F9-7F79E8AB696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5" name="Connecteur droit 384">
              <a:extLst>
                <a:ext uri="{FF2B5EF4-FFF2-40B4-BE49-F238E27FC236}">
                  <a16:creationId xmlns:a16="http://schemas.microsoft.com/office/drawing/2014/main" id="{7AC08BC3-1394-4EE5-BE82-CC3E7B2D943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6" name="Connecteur droit 385">
              <a:extLst>
                <a:ext uri="{FF2B5EF4-FFF2-40B4-BE49-F238E27FC236}">
                  <a16:creationId xmlns:a16="http://schemas.microsoft.com/office/drawing/2014/main" id="{E1C3AA7E-B4ED-4FC3-BCE8-9B730D85874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7" name="Connecteur droit 386">
              <a:extLst>
                <a:ext uri="{FF2B5EF4-FFF2-40B4-BE49-F238E27FC236}">
                  <a16:creationId xmlns:a16="http://schemas.microsoft.com/office/drawing/2014/main" id="{0F19736C-4E6F-4136-91F2-6C063E429ED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88" name="Graphique 387" descr="Presse-papiers partiellement vérifié contour">
              <a:extLst>
                <a:ext uri="{FF2B5EF4-FFF2-40B4-BE49-F238E27FC236}">
                  <a16:creationId xmlns:a16="http://schemas.microsoft.com/office/drawing/2014/main" id="{CFB4A80B-7122-4871-87E7-EF8C541349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389" name="Graphique 388" descr="Obstacle avec un remplissage uni">
              <a:extLst>
                <a:ext uri="{FF2B5EF4-FFF2-40B4-BE49-F238E27FC236}">
                  <a16:creationId xmlns:a16="http://schemas.microsoft.com/office/drawing/2014/main" id="{0198B1B4-20D0-468A-89FD-D90B37FC40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390" name="Graphique 389" descr="Médaille avec un remplissage uni">
              <a:extLst>
                <a:ext uri="{FF2B5EF4-FFF2-40B4-BE49-F238E27FC236}">
                  <a16:creationId xmlns:a16="http://schemas.microsoft.com/office/drawing/2014/main" id="{A11F4267-DAA4-4952-9073-154A70C035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391" name="Graphique 390" descr="Presse-papiers partiellement vérifié contour">
              <a:extLst>
                <a:ext uri="{FF2B5EF4-FFF2-40B4-BE49-F238E27FC236}">
                  <a16:creationId xmlns:a16="http://schemas.microsoft.com/office/drawing/2014/main" id="{5402ECF6-0D04-465B-9767-FAB50BAE35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392" name="Graphique 391" descr="Obstacle avec un remplissage uni">
              <a:extLst>
                <a:ext uri="{FF2B5EF4-FFF2-40B4-BE49-F238E27FC236}">
                  <a16:creationId xmlns:a16="http://schemas.microsoft.com/office/drawing/2014/main" id="{5BFAC0B3-C0BD-4478-A097-FF9B61B8B1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393" name="Graphique 392" descr="Médaille avec un remplissage uni">
              <a:extLst>
                <a:ext uri="{FF2B5EF4-FFF2-40B4-BE49-F238E27FC236}">
                  <a16:creationId xmlns:a16="http://schemas.microsoft.com/office/drawing/2014/main" id="{F2E8D71D-E038-47CA-ABA1-18F1B8D31F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394" name="Graphique 393" descr="Presse-papiers partiellement vérifié contour">
              <a:extLst>
                <a:ext uri="{FF2B5EF4-FFF2-40B4-BE49-F238E27FC236}">
                  <a16:creationId xmlns:a16="http://schemas.microsoft.com/office/drawing/2014/main" id="{80848FF6-0E0C-48BF-A019-DFCB945CCE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395" name="Graphique 394" descr="Obstacle avec un remplissage uni">
              <a:extLst>
                <a:ext uri="{FF2B5EF4-FFF2-40B4-BE49-F238E27FC236}">
                  <a16:creationId xmlns:a16="http://schemas.microsoft.com/office/drawing/2014/main" id="{CFAB291C-AC03-4FF2-AB22-D6F9CDBB36F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396" name="Graphique 395" descr="Médaille avec un remplissage uni">
              <a:extLst>
                <a:ext uri="{FF2B5EF4-FFF2-40B4-BE49-F238E27FC236}">
                  <a16:creationId xmlns:a16="http://schemas.microsoft.com/office/drawing/2014/main" id="{87DC7749-111F-40A2-AF5B-3A35FC457C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97" name="Graphique 396" descr="Presse-papiers partiellement vérifié contour">
              <a:extLst>
                <a:ext uri="{FF2B5EF4-FFF2-40B4-BE49-F238E27FC236}">
                  <a16:creationId xmlns:a16="http://schemas.microsoft.com/office/drawing/2014/main" id="{5BE548A6-68C4-4ADA-8F11-36C2AFC7AE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98" name="Graphique 397" descr="Obstacle avec un remplissage uni">
              <a:extLst>
                <a:ext uri="{FF2B5EF4-FFF2-40B4-BE49-F238E27FC236}">
                  <a16:creationId xmlns:a16="http://schemas.microsoft.com/office/drawing/2014/main" id="{0AE9DE69-FB98-4DBF-8E42-05C0423531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99" name="Graphique 398" descr="Médaille avec un remplissage uni">
              <a:extLst>
                <a:ext uri="{FF2B5EF4-FFF2-40B4-BE49-F238E27FC236}">
                  <a16:creationId xmlns:a16="http://schemas.microsoft.com/office/drawing/2014/main" id="{95AB46D3-E5EA-4DEC-8F76-DF7C0A79A32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400" name="Graphique 399" descr="Presse-papiers partiellement vérifié contour">
              <a:extLst>
                <a:ext uri="{FF2B5EF4-FFF2-40B4-BE49-F238E27FC236}">
                  <a16:creationId xmlns:a16="http://schemas.microsoft.com/office/drawing/2014/main" id="{3E566FC1-1FD8-4D27-9905-3E994BA78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401" name="Graphique 400" descr="Obstacle avec un remplissage uni">
              <a:extLst>
                <a:ext uri="{FF2B5EF4-FFF2-40B4-BE49-F238E27FC236}">
                  <a16:creationId xmlns:a16="http://schemas.microsoft.com/office/drawing/2014/main" id="{BADDA9AD-0D54-4951-962E-7C6E86F8B9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402" name="Graphique 401" descr="Médaille avec un remplissage uni">
              <a:extLst>
                <a:ext uri="{FF2B5EF4-FFF2-40B4-BE49-F238E27FC236}">
                  <a16:creationId xmlns:a16="http://schemas.microsoft.com/office/drawing/2014/main" id="{ED05F7B4-4474-47BA-B3FD-0ABDDC205E6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403" name="Rectangle 402">
              <a:extLst>
                <a:ext uri="{FF2B5EF4-FFF2-40B4-BE49-F238E27FC236}">
                  <a16:creationId xmlns:a16="http://schemas.microsoft.com/office/drawing/2014/main" id="{05837606-41AA-4E1B-8178-503680347675}"/>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04" name="Graphique 403" descr="Presse-papiers partiellement vérifié contour">
              <a:extLst>
                <a:ext uri="{FF2B5EF4-FFF2-40B4-BE49-F238E27FC236}">
                  <a16:creationId xmlns:a16="http://schemas.microsoft.com/office/drawing/2014/main" id="{A513DAF3-F0D6-4CC5-BE3E-BA6F1B2BE76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405" name="Rectangle 404">
              <a:extLst>
                <a:ext uri="{FF2B5EF4-FFF2-40B4-BE49-F238E27FC236}">
                  <a16:creationId xmlns:a16="http://schemas.microsoft.com/office/drawing/2014/main" id="{05F5E753-EFA2-4164-8353-8E3463E04689}"/>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6" name="Rectangle 405">
              <a:extLst>
                <a:ext uri="{FF2B5EF4-FFF2-40B4-BE49-F238E27FC236}">
                  <a16:creationId xmlns:a16="http://schemas.microsoft.com/office/drawing/2014/main" id="{62700CBF-653C-4058-81A0-456ECE635039}"/>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7" name="Rectangle 406">
              <a:extLst>
                <a:ext uri="{FF2B5EF4-FFF2-40B4-BE49-F238E27FC236}">
                  <a16:creationId xmlns:a16="http://schemas.microsoft.com/office/drawing/2014/main" id="{8838B16B-7F03-4ECE-B4B8-E89C62D4678F}"/>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8" name="Rectangle 407">
              <a:extLst>
                <a:ext uri="{FF2B5EF4-FFF2-40B4-BE49-F238E27FC236}">
                  <a16:creationId xmlns:a16="http://schemas.microsoft.com/office/drawing/2014/main" id="{2AF15CE6-2E7F-4BF9-B2DE-A3D06483CBD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9" name="Rectangle 408">
              <a:extLst>
                <a:ext uri="{FF2B5EF4-FFF2-40B4-BE49-F238E27FC236}">
                  <a16:creationId xmlns:a16="http://schemas.microsoft.com/office/drawing/2014/main" id="{C6A9F248-4531-42FC-BF70-DD0A96630676}"/>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0" name="Rectangle 409">
              <a:extLst>
                <a:ext uri="{FF2B5EF4-FFF2-40B4-BE49-F238E27FC236}">
                  <a16:creationId xmlns:a16="http://schemas.microsoft.com/office/drawing/2014/main" id="{36DB42C2-4F0E-4BA8-A953-CDE6E0089548}"/>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1" name="Rectangle 410">
              <a:extLst>
                <a:ext uri="{FF2B5EF4-FFF2-40B4-BE49-F238E27FC236}">
                  <a16:creationId xmlns:a16="http://schemas.microsoft.com/office/drawing/2014/main" id="{61B8A105-28E1-4D43-BF29-7231F4B346DF}"/>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2" name="Rectangle 411">
              <a:extLst>
                <a:ext uri="{FF2B5EF4-FFF2-40B4-BE49-F238E27FC236}">
                  <a16:creationId xmlns:a16="http://schemas.microsoft.com/office/drawing/2014/main" id="{AB0AAADB-01FD-4F63-8132-6C35C2D5DC34}"/>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3" name="Rectangle 412">
              <a:extLst>
                <a:ext uri="{FF2B5EF4-FFF2-40B4-BE49-F238E27FC236}">
                  <a16:creationId xmlns:a16="http://schemas.microsoft.com/office/drawing/2014/main" id="{C8F316CE-017C-4938-B332-8175F5BAB1B9}"/>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4" name="Rectangle 413">
              <a:extLst>
                <a:ext uri="{FF2B5EF4-FFF2-40B4-BE49-F238E27FC236}">
                  <a16:creationId xmlns:a16="http://schemas.microsoft.com/office/drawing/2014/main" id="{06E344B7-8E41-436A-A361-C09561F55D81}"/>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5" name="Rectangle 414">
              <a:extLst>
                <a:ext uri="{FF2B5EF4-FFF2-40B4-BE49-F238E27FC236}">
                  <a16:creationId xmlns:a16="http://schemas.microsoft.com/office/drawing/2014/main" id="{5DA4235F-51E5-4E2B-8956-64A0F461C99F}"/>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6" name="Rectangle 415">
              <a:extLst>
                <a:ext uri="{FF2B5EF4-FFF2-40B4-BE49-F238E27FC236}">
                  <a16:creationId xmlns:a16="http://schemas.microsoft.com/office/drawing/2014/main" id="{67652E57-C729-4552-8FEE-A255F2A701F6}"/>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7" name="Rectangle 416">
              <a:extLst>
                <a:ext uri="{FF2B5EF4-FFF2-40B4-BE49-F238E27FC236}">
                  <a16:creationId xmlns:a16="http://schemas.microsoft.com/office/drawing/2014/main" id="{F473D586-A5D3-4376-BF31-A90B066D68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8" name="Rectangle 417">
              <a:extLst>
                <a:ext uri="{FF2B5EF4-FFF2-40B4-BE49-F238E27FC236}">
                  <a16:creationId xmlns:a16="http://schemas.microsoft.com/office/drawing/2014/main" id="{7BFB927F-9419-4B44-9CBE-F50ADAD554A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9" name="Rectangle 418">
              <a:extLst>
                <a:ext uri="{FF2B5EF4-FFF2-40B4-BE49-F238E27FC236}">
                  <a16:creationId xmlns:a16="http://schemas.microsoft.com/office/drawing/2014/main" id="{FDF27529-A7F9-4D33-B58F-72FC78AF232B}"/>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0" name="Rectangle 419">
              <a:extLst>
                <a:ext uri="{FF2B5EF4-FFF2-40B4-BE49-F238E27FC236}">
                  <a16:creationId xmlns:a16="http://schemas.microsoft.com/office/drawing/2014/main" id="{752EB3E0-3978-4CE3-AB01-703AEB594A20}"/>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1" name="Rectangle 420">
              <a:extLst>
                <a:ext uri="{FF2B5EF4-FFF2-40B4-BE49-F238E27FC236}">
                  <a16:creationId xmlns:a16="http://schemas.microsoft.com/office/drawing/2014/main" id="{0FBD6C33-1695-4597-BEC8-7ECCFD11CB20}"/>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2" name="Rectangle 421">
              <a:extLst>
                <a:ext uri="{FF2B5EF4-FFF2-40B4-BE49-F238E27FC236}">
                  <a16:creationId xmlns:a16="http://schemas.microsoft.com/office/drawing/2014/main" id="{45161855-3E3C-4FCB-AF94-D3202B50DAA7}"/>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3" name="Rectangle 422">
              <a:extLst>
                <a:ext uri="{FF2B5EF4-FFF2-40B4-BE49-F238E27FC236}">
                  <a16:creationId xmlns:a16="http://schemas.microsoft.com/office/drawing/2014/main" id="{D53B5197-5631-4CD8-8649-527663BB2CC5}"/>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4" name="Rectangle 423">
              <a:extLst>
                <a:ext uri="{FF2B5EF4-FFF2-40B4-BE49-F238E27FC236}">
                  <a16:creationId xmlns:a16="http://schemas.microsoft.com/office/drawing/2014/main" id="{DD64DC8C-F721-468D-80FF-29BC0C4F7F8F}"/>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5" name="Rectangle 424">
              <a:extLst>
                <a:ext uri="{FF2B5EF4-FFF2-40B4-BE49-F238E27FC236}">
                  <a16:creationId xmlns:a16="http://schemas.microsoft.com/office/drawing/2014/main" id="{9C7B8298-870B-4554-AF78-29E783E4C17D}"/>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6" name="Rectangle 425">
              <a:extLst>
                <a:ext uri="{FF2B5EF4-FFF2-40B4-BE49-F238E27FC236}">
                  <a16:creationId xmlns:a16="http://schemas.microsoft.com/office/drawing/2014/main" id="{70B2FDBB-0A72-4145-8875-43E29620996C}"/>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7" name="Rectangle 426">
              <a:extLst>
                <a:ext uri="{FF2B5EF4-FFF2-40B4-BE49-F238E27FC236}">
                  <a16:creationId xmlns:a16="http://schemas.microsoft.com/office/drawing/2014/main" id="{6E506B4B-DEE5-4F57-A70A-27B5F5FFCA5B}"/>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8" name="Rectangle 427">
              <a:extLst>
                <a:ext uri="{FF2B5EF4-FFF2-40B4-BE49-F238E27FC236}">
                  <a16:creationId xmlns:a16="http://schemas.microsoft.com/office/drawing/2014/main" id="{A656BEF2-BFBA-4DC7-8304-1F33BF24B70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9" name="Rectangle 428">
              <a:extLst>
                <a:ext uri="{FF2B5EF4-FFF2-40B4-BE49-F238E27FC236}">
                  <a16:creationId xmlns:a16="http://schemas.microsoft.com/office/drawing/2014/main" id="{1B665367-6F8C-471B-8239-B300F62C22B1}"/>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0" name="Rectangle 429">
              <a:extLst>
                <a:ext uri="{FF2B5EF4-FFF2-40B4-BE49-F238E27FC236}">
                  <a16:creationId xmlns:a16="http://schemas.microsoft.com/office/drawing/2014/main" id="{0A25C81B-3849-4828-A5A3-92A27DA8B38C}"/>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1" name="Rectangle 430">
              <a:extLst>
                <a:ext uri="{FF2B5EF4-FFF2-40B4-BE49-F238E27FC236}">
                  <a16:creationId xmlns:a16="http://schemas.microsoft.com/office/drawing/2014/main" id="{998D437A-FCC2-416E-99A0-6C756C21B5ED}"/>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2" name="Rectangle 431">
              <a:extLst>
                <a:ext uri="{FF2B5EF4-FFF2-40B4-BE49-F238E27FC236}">
                  <a16:creationId xmlns:a16="http://schemas.microsoft.com/office/drawing/2014/main" id="{BA1AF520-3F3D-48B8-A0F1-B33DD42A1D3C}"/>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3" name="Rectangle 432">
              <a:extLst>
                <a:ext uri="{FF2B5EF4-FFF2-40B4-BE49-F238E27FC236}">
                  <a16:creationId xmlns:a16="http://schemas.microsoft.com/office/drawing/2014/main" id="{0237D254-16D1-461D-86B6-A7781CD16385}"/>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4" name="Rectangle 433">
              <a:extLst>
                <a:ext uri="{FF2B5EF4-FFF2-40B4-BE49-F238E27FC236}">
                  <a16:creationId xmlns:a16="http://schemas.microsoft.com/office/drawing/2014/main" id="{28B37B41-3E5C-4402-87E0-08B6F11B92E0}"/>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5" name="Rectangle 434">
              <a:extLst>
                <a:ext uri="{FF2B5EF4-FFF2-40B4-BE49-F238E27FC236}">
                  <a16:creationId xmlns:a16="http://schemas.microsoft.com/office/drawing/2014/main" id="{ECEDAD8D-A98E-4C7C-814B-F2A98DAC4FCB}"/>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6" name="Rectangle 435">
              <a:extLst>
                <a:ext uri="{FF2B5EF4-FFF2-40B4-BE49-F238E27FC236}">
                  <a16:creationId xmlns:a16="http://schemas.microsoft.com/office/drawing/2014/main" id="{FFF6126F-1C6B-4820-9489-289BB49F2F22}"/>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8" name="Rectangle 437">
              <a:extLst>
                <a:ext uri="{FF2B5EF4-FFF2-40B4-BE49-F238E27FC236}">
                  <a16:creationId xmlns:a16="http://schemas.microsoft.com/office/drawing/2014/main" id="{19E07E86-7D14-49C4-92F6-C721761BAFEC}"/>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9" name="Rectangle 438">
              <a:extLst>
                <a:ext uri="{FF2B5EF4-FFF2-40B4-BE49-F238E27FC236}">
                  <a16:creationId xmlns:a16="http://schemas.microsoft.com/office/drawing/2014/main" id="{DBA32BBD-4F28-4709-89C1-F5BA272D6288}"/>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37" name="Espace réservé du texte 8">
            <a:extLst>
              <a:ext uri="{FF2B5EF4-FFF2-40B4-BE49-F238E27FC236}">
                <a16:creationId xmlns:a16="http://schemas.microsoft.com/office/drawing/2014/main" id="{38CCBC97-CEE0-4FBD-83C0-CAEA2AB309D1}"/>
              </a:ext>
            </a:extLst>
          </p:cNvPr>
          <p:cNvSpPr txBox="1">
            <a:spLocks/>
          </p:cNvSpPr>
          <p:nvPr/>
        </p:nvSpPr>
        <p:spPr>
          <a:xfrm>
            <a:off x="3510182" y="5719210"/>
            <a:ext cx="2999407" cy="1044962"/>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6. (FACULTATIF) </a:t>
            </a:r>
            <a:r>
              <a:rPr lang="fr-FR" sz="1200" dirty="0"/>
              <a:t>Ajoutez les récompenses pour avoir réussi ces défis (note : vérifiez les avertissements sur les récompenses). Si vous manquez d’inspiration, consultez les ressources.</a:t>
            </a:r>
            <a:r>
              <a:rPr lang="fr-FR" sz="1200" b="1" dirty="0"/>
              <a:t>
</a:t>
            </a:r>
            <a:endParaRPr lang="en-US" sz="1200" dirty="0"/>
          </a:p>
        </p:txBody>
      </p:sp>
      <p:grpSp>
        <p:nvGrpSpPr>
          <p:cNvPr id="440" name="Groupe 439">
            <a:extLst>
              <a:ext uri="{FF2B5EF4-FFF2-40B4-BE49-F238E27FC236}">
                <a16:creationId xmlns:a16="http://schemas.microsoft.com/office/drawing/2014/main" id="{84A323B8-A956-4ADE-A4AD-99C526920528}"/>
              </a:ext>
            </a:extLst>
          </p:cNvPr>
          <p:cNvGrpSpPr/>
          <p:nvPr/>
        </p:nvGrpSpPr>
        <p:grpSpPr>
          <a:xfrm>
            <a:off x="6836935" y="4464595"/>
            <a:ext cx="2527600" cy="1082276"/>
            <a:chOff x="-46700" y="2192874"/>
            <a:chExt cx="12210873" cy="4491973"/>
          </a:xfrm>
        </p:grpSpPr>
        <p:cxnSp>
          <p:nvCxnSpPr>
            <p:cNvPr id="441" name="Connecteur droit 440">
              <a:extLst>
                <a:ext uri="{FF2B5EF4-FFF2-40B4-BE49-F238E27FC236}">
                  <a16:creationId xmlns:a16="http://schemas.microsoft.com/office/drawing/2014/main" id="{D9963DF0-2FBA-477E-8201-070C53FCB19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2" name="Connecteur droit 441">
              <a:extLst>
                <a:ext uri="{FF2B5EF4-FFF2-40B4-BE49-F238E27FC236}">
                  <a16:creationId xmlns:a16="http://schemas.microsoft.com/office/drawing/2014/main" id="{08DCAF8F-176C-460E-A594-DCAA91A6C83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3" name="Connecteur droit 442">
              <a:extLst>
                <a:ext uri="{FF2B5EF4-FFF2-40B4-BE49-F238E27FC236}">
                  <a16:creationId xmlns:a16="http://schemas.microsoft.com/office/drawing/2014/main" id="{40F58B2C-3598-4E8F-B61F-83F4C51E6C12}"/>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4" name="Connecteur droit 443">
              <a:extLst>
                <a:ext uri="{FF2B5EF4-FFF2-40B4-BE49-F238E27FC236}">
                  <a16:creationId xmlns:a16="http://schemas.microsoft.com/office/drawing/2014/main" id="{B194D2BC-5AF6-4B29-8C5F-E55FCBE70C2E}"/>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5" name="Connecteur droit 444">
              <a:extLst>
                <a:ext uri="{FF2B5EF4-FFF2-40B4-BE49-F238E27FC236}">
                  <a16:creationId xmlns:a16="http://schemas.microsoft.com/office/drawing/2014/main" id="{180D90E0-2369-4FD2-B40B-72B14545844E}"/>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446" name="Graphique 445" descr="Presse-papiers partiellement vérifié contour">
              <a:extLst>
                <a:ext uri="{FF2B5EF4-FFF2-40B4-BE49-F238E27FC236}">
                  <a16:creationId xmlns:a16="http://schemas.microsoft.com/office/drawing/2014/main" id="{B5976682-2F9C-4CAC-A251-A0E5EF4865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447" name="Graphique 446" descr="Obstacle avec un remplissage uni">
              <a:extLst>
                <a:ext uri="{FF2B5EF4-FFF2-40B4-BE49-F238E27FC236}">
                  <a16:creationId xmlns:a16="http://schemas.microsoft.com/office/drawing/2014/main" id="{F7B62B2E-CA0B-461D-982A-590BB879A0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448" name="Graphique 447" descr="Médaille avec un remplissage uni">
              <a:extLst>
                <a:ext uri="{FF2B5EF4-FFF2-40B4-BE49-F238E27FC236}">
                  <a16:creationId xmlns:a16="http://schemas.microsoft.com/office/drawing/2014/main" id="{DC6BA7A6-D2FB-4642-B451-C0FC075DE4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449" name="Graphique 448" descr="Presse-papiers partiellement vérifié contour">
              <a:extLst>
                <a:ext uri="{FF2B5EF4-FFF2-40B4-BE49-F238E27FC236}">
                  <a16:creationId xmlns:a16="http://schemas.microsoft.com/office/drawing/2014/main" id="{B20251A1-80C0-486F-AA11-ADCC58A62C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450" name="Graphique 449" descr="Obstacle avec un remplissage uni">
              <a:extLst>
                <a:ext uri="{FF2B5EF4-FFF2-40B4-BE49-F238E27FC236}">
                  <a16:creationId xmlns:a16="http://schemas.microsoft.com/office/drawing/2014/main" id="{9FCC0DCF-8912-4160-B252-AFC85D9C33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451" name="Graphique 450" descr="Médaille avec un remplissage uni">
              <a:extLst>
                <a:ext uri="{FF2B5EF4-FFF2-40B4-BE49-F238E27FC236}">
                  <a16:creationId xmlns:a16="http://schemas.microsoft.com/office/drawing/2014/main" id="{2C52F38F-5C76-4567-953B-7B7CFE22912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452" name="Graphique 451" descr="Presse-papiers partiellement vérifié contour">
              <a:extLst>
                <a:ext uri="{FF2B5EF4-FFF2-40B4-BE49-F238E27FC236}">
                  <a16:creationId xmlns:a16="http://schemas.microsoft.com/office/drawing/2014/main" id="{82DB2BD4-876A-4AEE-9016-CCC6D5BD68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453" name="Graphique 452" descr="Obstacle avec un remplissage uni">
              <a:extLst>
                <a:ext uri="{FF2B5EF4-FFF2-40B4-BE49-F238E27FC236}">
                  <a16:creationId xmlns:a16="http://schemas.microsoft.com/office/drawing/2014/main" id="{107F3D3D-CBD8-4ECB-97E2-9B7AB5529AD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454" name="Graphique 453" descr="Médaille avec un remplissage uni">
              <a:extLst>
                <a:ext uri="{FF2B5EF4-FFF2-40B4-BE49-F238E27FC236}">
                  <a16:creationId xmlns:a16="http://schemas.microsoft.com/office/drawing/2014/main" id="{DC105DB5-3B7B-4AAE-8171-91CD6302E6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455" name="Graphique 454" descr="Presse-papiers partiellement vérifié contour">
              <a:extLst>
                <a:ext uri="{FF2B5EF4-FFF2-40B4-BE49-F238E27FC236}">
                  <a16:creationId xmlns:a16="http://schemas.microsoft.com/office/drawing/2014/main" id="{7A6EA86D-0A90-406D-B548-F778728CF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456" name="Graphique 455" descr="Obstacle avec un remplissage uni">
              <a:extLst>
                <a:ext uri="{FF2B5EF4-FFF2-40B4-BE49-F238E27FC236}">
                  <a16:creationId xmlns:a16="http://schemas.microsoft.com/office/drawing/2014/main" id="{3084F01F-526C-4A73-9BB8-E1618BBAA0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457" name="Graphique 456" descr="Médaille avec un remplissage uni">
              <a:extLst>
                <a:ext uri="{FF2B5EF4-FFF2-40B4-BE49-F238E27FC236}">
                  <a16:creationId xmlns:a16="http://schemas.microsoft.com/office/drawing/2014/main" id="{D0DBAA84-0746-46CA-AA96-EB4268FDDE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458" name="Graphique 457" descr="Presse-papiers partiellement vérifié contour">
              <a:extLst>
                <a:ext uri="{FF2B5EF4-FFF2-40B4-BE49-F238E27FC236}">
                  <a16:creationId xmlns:a16="http://schemas.microsoft.com/office/drawing/2014/main" id="{F5ADF9EA-E583-4D5F-9DA5-869FA18933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459" name="Graphique 458" descr="Obstacle avec un remplissage uni">
              <a:extLst>
                <a:ext uri="{FF2B5EF4-FFF2-40B4-BE49-F238E27FC236}">
                  <a16:creationId xmlns:a16="http://schemas.microsoft.com/office/drawing/2014/main" id="{FB916C0F-D1EA-4715-9B29-F443DD3344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460" name="Graphique 459" descr="Médaille avec un remplissage uni">
              <a:extLst>
                <a:ext uri="{FF2B5EF4-FFF2-40B4-BE49-F238E27FC236}">
                  <a16:creationId xmlns:a16="http://schemas.microsoft.com/office/drawing/2014/main" id="{CCBFADD2-E320-412D-A6FD-A203A844307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461" name="Rectangle 460">
              <a:extLst>
                <a:ext uri="{FF2B5EF4-FFF2-40B4-BE49-F238E27FC236}">
                  <a16:creationId xmlns:a16="http://schemas.microsoft.com/office/drawing/2014/main" id="{7585EE84-6D9F-4228-BE1A-E6CD5B741333}"/>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62" name="Graphique 461" descr="Presse-papiers partiellement vérifié contour">
              <a:extLst>
                <a:ext uri="{FF2B5EF4-FFF2-40B4-BE49-F238E27FC236}">
                  <a16:creationId xmlns:a16="http://schemas.microsoft.com/office/drawing/2014/main" id="{DAFA5307-69AB-41C1-9777-C33C5FD53C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463" name="Rectangle 462">
              <a:extLst>
                <a:ext uri="{FF2B5EF4-FFF2-40B4-BE49-F238E27FC236}">
                  <a16:creationId xmlns:a16="http://schemas.microsoft.com/office/drawing/2014/main" id="{A87FAB8E-2B45-4425-A51C-912F2173EFE8}"/>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4" name="Rectangle 463">
              <a:extLst>
                <a:ext uri="{FF2B5EF4-FFF2-40B4-BE49-F238E27FC236}">
                  <a16:creationId xmlns:a16="http://schemas.microsoft.com/office/drawing/2014/main" id="{7499D983-DF89-403C-BAA2-2F97B37357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5" name="Rectangle 464">
              <a:extLst>
                <a:ext uri="{FF2B5EF4-FFF2-40B4-BE49-F238E27FC236}">
                  <a16:creationId xmlns:a16="http://schemas.microsoft.com/office/drawing/2014/main" id="{E88D9B77-3382-41EA-8865-C2052D5D43C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6" name="Rectangle 465">
              <a:extLst>
                <a:ext uri="{FF2B5EF4-FFF2-40B4-BE49-F238E27FC236}">
                  <a16:creationId xmlns:a16="http://schemas.microsoft.com/office/drawing/2014/main" id="{D3EB3A1B-7E90-40D9-8264-724B706398B3}"/>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7" name="Rectangle 466">
              <a:extLst>
                <a:ext uri="{FF2B5EF4-FFF2-40B4-BE49-F238E27FC236}">
                  <a16:creationId xmlns:a16="http://schemas.microsoft.com/office/drawing/2014/main" id="{FA0563B5-8309-4D1D-8E6F-C7B59368B76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68" name="Rectangle 467">
              <a:extLst>
                <a:ext uri="{FF2B5EF4-FFF2-40B4-BE49-F238E27FC236}">
                  <a16:creationId xmlns:a16="http://schemas.microsoft.com/office/drawing/2014/main" id="{50904E1B-7BB1-4984-8AC2-3449351F61EC}"/>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9" name="Rectangle 468">
              <a:extLst>
                <a:ext uri="{FF2B5EF4-FFF2-40B4-BE49-F238E27FC236}">
                  <a16:creationId xmlns:a16="http://schemas.microsoft.com/office/drawing/2014/main" id="{F67AE078-C9B1-44DE-A0D9-1EA2EC43A2ED}"/>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0" name="Rectangle 469">
              <a:extLst>
                <a:ext uri="{FF2B5EF4-FFF2-40B4-BE49-F238E27FC236}">
                  <a16:creationId xmlns:a16="http://schemas.microsoft.com/office/drawing/2014/main" id="{75272301-E23F-405B-A6F6-E825A5A11F7C}"/>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1" name="Rectangle 470">
              <a:extLst>
                <a:ext uri="{FF2B5EF4-FFF2-40B4-BE49-F238E27FC236}">
                  <a16:creationId xmlns:a16="http://schemas.microsoft.com/office/drawing/2014/main" id="{12A40A6E-A10E-4535-B5FD-9E7FEC75D6A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2" name="Rectangle 471">
              <a:extLst>
                <a:ext uri="{FF2B5EF4-FFF2-40B4-BE49-F238E27FC236}">
                  <a16:creationId xmlns:a16="http://schemas.microsoft.com/office/drawing/2014/main" id="{848233F3-2E38-42EC-B33A-21092ED91847}"/>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3" name="Rectangle 472">
              <a:extLst>
                <a:ext uri="{FF2B5EF4-FFF2-40B4-BE49-F238E27FC236}">
                  <a16:creationId xmlns:a16="http://schemas.microsoft.com/office/drawing/2014/main" id="{27CE4573-5B02-4B5E-9395-BE15EFE13BF3}"/>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4" name="Rectangle 473">
              <a:extLst>
                <a:ext uri="{FF2B5EF4-FFF2-40B4-BE49-F238E27FC236}">
                  <a16:creationId xmlns:a16="http://schemas.microsoft.com/office/drawing/2014/main" id="{A697B250-B2E2-48E6-A2EB-EC51D26E43D3}"/>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5" name="Rectangle 474">
              <a:extLst>
                <a:ext uri="{FF2B5EF4-FFF2-40B4-BE49-F238E27FC236}">
                  <a16:creationId xmlns:a16="http://schemas.microsoft.com/office/drawing/2014/main" id="{8C2D15D7-1BCE-4DD6-B7FF-FE23DD94E770}"/>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6" name="Rectangle 475">
              <a:extLst>
                <a:ext uri="{FF2B5EF4-FFF2-40B4-BE49-F238E27FC236}">
                  <a16:creationId xmlns:a16="http://schemas.microsoft.com/office/drawing/2014/main" id="{0E29DD7B-3042-4D7F-92C9-70DC658EA2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7" name="Rectangle 476">
              <a:extLst>
                <a:ext uri="{FF2B5EF4-FFF2-40B4-BE49-F238E27FC236}">
                  <a16:creationId xmlns:a16="http://schemas.microsoft.com/office/drawing/2014/main" id="{4F5F4E60-A0EC-4C76-A389-F633A5ABABBE}"/>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8" name="Rectangle 477">
              <a:extLst>
                <a:ext uri="{FF2B5EF4-FFF2-40B4-BE49-F238E27FC236}">
                  <a16:creationId xmlns:a16="http://schemas.microsoft.com/office/drawing/2014/main" id="{C4DFD5A4-7168-4C01-BAEF-4851CA128599}"/>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9" name="Rectangle 478">
              <a:extLst>
                <a:ext uri="{FF2B5EF4-FFF2-40B4-BE49-F238E27FC236}">
                  <a16:creationId xmlns:a16="http://schemas.microsoft.com/office/drawing/2014/main" id="{4AD68EE2-35A6-49EE-8FDE-9F1F595349E7}"/>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0" name="Rectangle 479">
              <a:extLst>
                <a:ext uri="{FF2B5EF4-FFF2-40B4-BE49-F238E27FC236}">
                  <a16:creationId xmlns:a16="http://schemas.microsoft.com/office/drawing/2014/main" id="{CED5EBEC-C07F-47D7-B82C-D3FC3EAF7945}"/>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1" name="Rectangle 480">
              <a:extLst>
                <a:ext uri="{FF2B5EF4-FFF2-40B4-BE49-F238E27FC236}">
                  <a16:creationId xmlns:a16="http://schemas.microsoft.com/office/drawing/2014/main" id="{162E7914-4537-4A28-99D7-D0A2A5A90962}"/>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2" name="Rectangle 481">
              <a:extLst>
                <a:ext uri="{FF2B5EF4-FFF2-40B4-BE49-F238E27FC236}">
                  <a16:creationId xmlns:a16="http://schemas.microsoft.com/office/drawing/2014/main" id="{8FB5B9DB-73C7-4476-9297-8BCC75A9C3AE}"/>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3" name="Rectangle 482">
              <a:extLst>
                <a:ext uri="{FF2B5EF4-FFF2-40B4-BE49-F238E27FC236}">
                  <a16:creationId xmlns:a16="http://schemas.microsoft.com/office/drawing/2014/main" id="{CFC52B12-1268-485E-A02C-CDB75DB4A78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4" name="Rectangle 483">
              <a:extLst>
                <a:ext uri="{FF2B5EF4-FFF2-40B4-BE49-F238E27FC236}">
                  <a16:creationId xmlns:a16="http://schemas.microsoft.com/office/drawing/2014/main" id="{3CDE80D8-A75B-4CA2-BD9F-CA1A77D8E3B5}"/>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5" name="Rectangle 484">
              <a:extLst>
                <a:ext uri="{FF2B5EF4-FFF2-40B4-BE49-F238E27FC236}">
                  <a16:creationId xmlns:a16="http://schemas.microsoft.com/office/drawing/2014/main" id="{6CF0D840-FC13-46CE-80AA-0830A86AFB55}"/>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6" name="Rectangle 485">
              <a:extLst>
                <a:ext uri="{FF2B5EF4-FFF2-40B4-BE49-F238E27FC236}">
                  <a16:creationId xmlns:a16="http://schemas.microsoft.com/office/drawing/2014/main" id="{6E759118-C190-4A2F-B705-E8CD0CA5638C}"/>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7" name="Rectangle 486">
              <a:extLst>
                <a:ext uri="{FF2B5EF4-FFF2-40B4-BE49-F238E27FC236}">
                  <a16:creationId xmlns:a16="http://schemas.microsoft.com/office/drawing/2014/main" id="{91C6FA5D-F062-41B3-B0E0-164CDB8DDE59}"/>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8" name="Rectangle 487">
              <a:extLst>
                <a:ext uri="{FF2B5EF4-FFF2-40B4-BE49-F238E27FC236}">
                  <a16:creationId xmlns:a16="http://schemas.microsoft.com/office/drawing/2014/main" id="{557A9124-C290-49BD-AEAE-31D40E1F0FFD}"/>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9" name="Rectangle 488">
              <a:extLst>
                <a:ext uri="{FF2B5EF4-FFF2-40B4-BE49-F238E27FC236}">
                  <a16:creationId xmlns:a16="http://schemas.microsoft.com/office/drawing/2014/main" id="{CE585192-B6DA-476A-9497-BE285BFD035A}"/>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0" name="Rectangle 489">
              <a:extLst>
                <a:ext uri="{FF2B5EF4-FFF2-40B4-BE49-F238E27FC236}">
                  <a16:creationId xmlns:a16="http://schemas.microsoft.com/office/drawing/2014/main" id="{4E2B383D-1224-42E1-ADAD-19A1B03538AF}"/>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1" name="Rectangle 490">
              <a:extLst>
                <a:ext uri="{FF2B5EF4-FFF2-40B4-BE49-F238E27FC236}">
                  <a16:creationId xmlns:a16="http://schemas.microsoft.com/office/drawing/2014/main" id="{0EACD2B7-3EBF-4937-947E-019859D5A4C0}"/>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2" name="Rectangle 491">
              <a:extLst>
                <a:ext uri="{FF2B5EF4-FFF2-40B4-BE49-F238E27FC236}">
                  <a16:creationId xmlns:a16="http://schemas.microsoft.com/office/drawing/2014/main" id="{2FFDAF5D-0D4C-4972-83B7-89BD0A840308}"/>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3" name="Rectangle 492">
              <a:extLst>
                <a:ext uri="{FF2B5EF4-FFF2-40B4-BE49-F238E27FC236}">
                  <a16:creationId xmlns:a16="http://schemas.microsoft.com/office/drawing/2014/main" id="{E5CB2119-05F4-4A5B-834C-90ACF73AA6EC}"/>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4" name="Rectangle 493">
              <a:extLst>
                <a:ext uri="{FF2B5EF4-FFF2-40B4-BE49-F238E27FC236}">
                  <a16:creationId xmlns:a16="http://schemas.microsoft.com/office/drawing/2014/main" id="{798CEBCC-7C6D-4C18-9B36-B6700B16D9DC}"/>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5" name="Rectangle 494">
              <a:extLst>
                <a:ext uri="{FF2B5EF4-FFF2-40B4-BE49-F238E27FC236}">
                  <a16:creationId xmlns:a16="http://schemas.microsoft.com/office/drawing/2014/main" id="{1179AC97-94FD-41A2-B39F-C0064313189F}"/>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6" name="Rectangle 495">
              <a:extLst>
                <a:ext uri="{FF2B5EF4-FFF2-40B4-BE49-F238E27FC236}">
                  <a16:creationId xmlns:a16="http://schemas.microsoft.com/office/drawing/2014/main" id="{8469FD76-643B-46D1-B72C-F8A654F0701C}"/>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8" name="Rectangle 497">
              <a:extLst>
                <a:ext uri="{FF2B5EF4-FFF2-40B4-BE49-F238E27FC236}">
                  <a16:creationId xmlns:a16="http://schemas.microsoft.com/office/drawing/2014/main" id="{072B5B78-ABA3-456E-985F-2F6EAB169170}"/>
                </a:ext>
              </a:extLst>
            </p:cNvPr>
            <p:cNvSpPr/>
            <p:nvPr/>
          </p:nvSpPr>
          <p:spPr>
            <a:xfrm>
              <a:off x="3380996" y="3536920"/>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9" name="Rectangle 498">
              <a:extLst>
                <a:ext uri="{FF2B5EF4-FFF2-40B4-BE49-F238E27FC236}">
                  <a16:creationId xmlns:a16="http://schemas.microsoft.com/office/drawing/2014/main" id="{F1CB9CBD-A47A-4367-8DB3-04C03F37C884}"/>
                </a:ext>
              </a:extLst>
            </p:cNvPr>
            <p:cNvSpPr/>
            <p:nvPr/>
          </p:nvSpPr>
          <p:spPr>
            <a:xfrm>
              <a:off x="3380996" y="4187199"/>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0" name="Rectangle 499">
              <a:extLst>
                <a:ext uri="{FF2B5EF4-FFF2-40B4-BE49-F238E27FC236}">
                  <a16:creationId xmlns:a16="http://schemas.microsoft.com/office/drawing/2014/main" id="{9FF49123-4638-4ED2-860E-513B78EFDE87}"/>
                </a:ext>
              </a:extLst>
            </p:cNvPr>
            <p:cNvSpPr/>
            <p:nvPr/>
          </p:nvSpPr>
          <p:spPr>
            <a:xfrm>
              <a:off x="3380996" y="483232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1" name="Rectangle 500">
              <a:extLst>
                <a:ext uri="{FF2B5EF4-FFF2-40B4-BE49-F238E27FC236}">
                  <a16:creationId xmlns:a16="http://schemas.microsoft.com/office/drawing/2014/main" id="{9E005F04-7C6C-4C3B-BB33-B1ED4ACBF7D4}"/>
                </a:ext>
              </a:extLst>
            </p:cNvPr>
            <p:cNvSpPr/>
            <p:nvPr/>
          </p:nvSpPr>
          <p:spPr>
            <a:xfrm>
              <a:off x="4234905" y="3529606"/>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2" name="Rectangle 501">
              <a:extLst>
                <a:ext uri="{FF2B5EF4-FFF2-40B4-BE49-F238E27FC236}">
                  <a16:creationId xmlns:a16="http://schemas.microsoft.com/office/drawing/2014/main" id="{EF01ED4C-60EE-49A4-BC8F-B209B6D03D59}"/>
                </a:ext>
              </a:extLst>
            </p:cNvPr>
            <p:cNvSpPr/>
            <p:nvPr/>
          </p:nvSpPr>
          <p:spPr>
            <a:xfrm>
              <a:off x="4234905" y="41798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3" name="Rectangle 502">
              <a:extLst>
                <a:ext uri="{FF2B5EF4-FFF2-40B4-BE49-F238E27FC236}">
                  <a16:creationId xmlns:a16="http://schemas.microsoft.com/office/drawing/2014/main" id="{5DB5D187-684F-4AC9-81FB-2598128FFC32}"/>
                </a:ext>
              </a:extLst>
            </p:cNvPr>
            <p:cNvSpPr/>
            <p:nvPr/>
          </p:nvSpPr>
          <p:spPr>
            <a:xfrm>
              <a:off x="5636193" y="3478582"/>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4" name="Rectangle 503">
              <a:extLst>
                <a:ext uri="{FF2B5EF4-FFF2-40B4-BE49-F238E27FC236}">
                  <a16:creationId xmlns:a16="http://schemas.microsoft.com/office/drawing/2014/main" id="{D200814E-17AC-408E-B4BA-0F7C7E860141}"/>
                </a:ext>
              </a:extLst>
            </p:cNvPr>
            <p:cNvSpPr/>
            <p:nvPr/>
          </p:nvSpPr>
          <p:spPr>
            <a:xfrm>
              <a:off x="5636193" y="412886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5" name="Rectangle 504">
              <a:extLst>
                <a:ext uri="{FF2B5EF4-FFF2-40B4-BE49-F238E27FC236}">
                  <a16:creationId xmlns:a16="http://schemas.microsoft.com/office/drawing/2014/main" id="{B399D41F-F2BB-4093-9790-70A4AE36DD29}"/>
                </a:ext>
              </a:extLst>
            </p:cNvPr>
            <p:cNvSpPr/>
            <p:nvPr/>
          </p:nvSpPr>
          <p:spPr>
            <a:xfrm>
              <a:off x="5636193" y="477398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6" name="Rectangle 505">
              <a:extLst>
                <a:ext uri="{FF2B5EF4-FFF2-40B4-BE49-F238E27FC236}">
                  <a16:creationId xmlns:a16="http://schemas.microsoft.com/office/drawing/2014/main" id="{6B6579C6-8BF9-459F-B1AC-36DA21BD4078}"/>
                </a:ext>
              </a:extLst>
            </p:cNvPr>
            <p:cNvSpPr/>
            <p:nvPr/>
          </p:nvSpPr>
          <p:spPr>
            <a:xfrm>
              <a:off x="6358336" y="3490590"/>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8" name="Rectangle 507">
              <a:extLst>
                <a:ext uri="{FF2B5EF4-FFF2-40B4-BE49-F238E27FC236}">
                  <a16:creationId xmlns:a16="http://schemas.microsoft.com/office/drawing/2014/main" id="{A9F9FCC3-4692-40A2-8E75-392DBCAE77F9}"/>
                </a:ext>
              </a:extLst>
            </p:cNvPr>
            <p:cNvSpPr/>
            <p:nvPr/>
          </p:nvSpPr>
          <p:spPr>
            <a:xfrm>
              <a:off x="7818654" y="350620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9" name="Rectangle 508">
              <a:extLst>
                <a:ext uri="{FF2B5EF4-FFF2-40B4-BE49-F238E27FC236}">
                  <a16:creationId xmlns:a16="http://schemas.microsoft.com/office/drawing/2014/main" id="{4F431750-B175-4524-8917-B03EB46BD9B1}"/>
                </a:ext>
              </a:extLst>
            </p:cNvPr>
            <p:cNvSpPr/>
            <p:nvPr/>
          </p:nvSpPr>
          <p:spPr>
            <a:xfrm>
              <a:off x="7818654" y="4156483"/>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0" name="Rectangle 509">
              <a:extLst>
                <a:ext uri="{FF2B5EF4-FFF2-40B4-BE49-F238E27FC236}">
                  <a16:creationId xmlns:a16="http://schemas.microsoft.com/office/drawing/2014/main" id="{BC23962C-4EF8-4761-9A90-670269F2F2A8}"/>
                </a:ext>
              </a:extLst>
            </p:cNvPr>
            <p:cNvSpPr/>
            <p:nvPr/>
          </p:nvSpPr>
          <p:spPr>
            <a:xfrm>
              <a:off x="7818654" y="480160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1" name="Rectangle 510">
              <a:extLst>
                <a:ext uri="{FF2B5EF4-FFF2-40B4-BE49-F238E27FC236}">
                  <a16:creationId xmlns:a16="http://schemas.microsoft.com/office/drawing/2014/main" id="{8EAFA7AE-1674-44C4-BC0B-213A197AF9ED}"/>
                </a:ext>
              </a:extLst>
            </p:cNvPr>
            <p:cNvSpPr/>
            <p:nvPr/>
          </p:nvSpPr>
          <p:spPr>
            <a:xfrm>
              <a:off x="8503188" y="34970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3" name="Rectangle 512">
              <a:extLst>
                <a:ext uri="{FF2B5EF4-FFF2-40B4-BE49-F238E27FC236}">
                  <a16:creationId xmlns:a16="http://schemas.microsoft.com/office/drawing/2014/main" id="{FE765B64-487C-4792-B53E-8B4015B6B82C}"/>
                </a:ext>
              </a:extLst>
            </p:cNvPr>
            <p:cNvSpPr/>
            <p:nvPr/>
          </p:nvSpPr>
          <p:spPr>
            <a:xfrm>
              <a:off x="9924713" y="348589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4" name="Rectangle 513">
              <a:extLst>
                <a:ext uri="{FF2B5EF4-FFF2-40B4-BE49-F238E27FC236}">
                  <a16:creationId xmlns:a16="http://schemas.microsoft.com/office/drawing/2014/main" id="{015EBF1E-2B5D-4071-A6A9-8F0209187A76}"/>
                </a:ext>
              </a:extLst>
            </p:cNvPr>
            <p:cNvSpPr/>
            <p:nvPr/>
          </p:nvSpPr>
          <p:spPr>
            <a:xfrm>
              <a:off x="9924713" y="413617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5" name="Rectangle 514">
              <a:extLst>
                <a:ext uri="{FF2B5EF4-FFF2-40B4-BE49-F238E27FC236}">
                  <a16:creationId xmlns:a16="http://schemas.microsoft.com/office/drawing/2014/main" id="{952B88C0-D830-435B-AD62-868967129179}"/>
                </a:ext>
              </a:extLst>
            </p:cNvPr>
            <p:cNvSpPr/>
            <p:nvPr/>
          </p:nvSpPr>
          <p:spPr>
            <a:xfrm>
              <a:off x="9924713" y="478129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6" name="Rectangle 515">
              <a:extLst>
                <a:ext uri="{FF2B5EF4-FFF2-40B4-BE49-F238E27FC236}">
                  <a16:creationId xmlns:a16="http://schemas.microsoft.com/office/drawing/2014/main" id="{46BC26F5-88C8-410F-A414-EE53445CB4F2}"/>
                </a:ext>
              </a:extLst>
            </p:cNvPr>
            <p:cNvSpPr/>
            <p:nvPr/>
          </p:nvSpPr>
          <p:spPr>
            <a:xfrm>
              <a:off x="10778622" y="347858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7" name="Rectangle 516">
              <a:extLst>
                <a:ext uri="{FF2B5EF4-FFF2-40B4-BE49-F238E27FC236}">
                  <a16:creationId xmlns:a16="http://schemas.microsoft.com/office/drawing/2014/main" id="{8776A8E2-E220-4056-B114-A512CA61969A}"/>
                </a:ext>
              </a:extLst>
            </p:cNvPr>
            <p:cNvSpPr/>
            <p:nvPr/>
          </p:nvSpPr>
          <p:spPr>
            <a:xfrm>
              <a:off x="10778622" y="412886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9" name="Rectangle 518">
              <a:extLst>
                <a:ext uri="{FF2B5EF4-FFF2-40B4-BE49-F238E27FC236}">
                  <a16:creationId xmlns:a16="http://schemas.microsoft.com/office/drawing/2014/main" id="{50397054-50F5-4D11-B2F1-F82E1DD99A75}"/>
                </a:ext>
              </a:extLst>
            </p:cNvPr>
            <p:cNvSpPr/>
            <p:nvPr/>
          </p:nvSpPr>
          <p:spPr>
            <a:xfrm>
              <a:off x="4201197" y="4864609"/>
              <a:ext cx="635080"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97" name="Espace réservé du texte 8">
            <a:extLst>
              <a:ext uri="{FF2B5EF4-FFF2-40B4-BE49-F238E27FC236}">
                <a16:creationId xmlns:a16="http://schemas.microsoft.com/office/drawing/2014/main" id="{C3663150-7875-4E11-B1C7-73F24B90B837}"/>
              </a:ext>
            </a:extLst>
          </p:cNvPr>
          <p:cNvSpPr txBox="1">
            <a:spLocks/>
          </p:cNvSpPr>
          <p:nvPr/>
        </p:nvSpPr>
        <p:spPr>
          <a:xfrm>
            <a:off x="6791066"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7. </a:t>
            </a:r>
            <a:r>
              <a:rPr lang="fr-FR" sz="1200" dirty="0"/>
              <a:t>Répétez le même procédé jusqu’au dernier niveau</a:t>
            </a:r>
            <a:r>
              <a:rPr lang="fr-FR" sz="1200" b="1" dirty="0"/>
              <a:t>
</a:t>
            </a:r>
            <a:endParaRPr lang="en-US" sz="1200" dirty="0"/>
          </a:p>
        </p:txBody>
      </p:sp>
      <p:sp>
        <p:nvSpPr>
          <p:cNvPr id="520" name="Espace réservé du texte 8">
            <a:extLst>
              <a:ext uri="{FF2B5EF4-FFF2-40B4-BE49-F238E27FC236}">
                <a16:creationId xmlns:a16="http://schemas.microsoft.com/office/drawing/2014/main" id="{24705EFF-86E5-4C9C-A37A-282519636779}"/>
              </a:ext>
            </a:extLst>
          </p:cNvPr>
          <p:cNvSpPr txBox="1">
            <a:spLocks/>
          </p:cNvSpPr>
          <p:nvPr/>
        </p:nvSpPr>
        <p:spPr>
          <a:xfrm>
            <a:off x="9613021"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8. </a:t>
            </a:r>
            <a:r>
              <a:rPr lang="fr-FR" sz="1200" dirty="0"/>
              <a:t>Itérez et ajustez 🟪🟦🟩🟨 le jusqu’à ce que le temps soit écoulé ou lorsque vous atteignez une version testable satisfaisante</a:t>
            </a:r>
            <a:endParaRPr lang="en-US" sz="1200" dirty="0"/>
          </a:p>
        </p:txBody>
      </p:sp>
      <p:pic>
        <p:nvPicPr>
          <p:cNvPr id="521" name="Graphique 520" descr="Transférer avec un remplissage uni">
            <a:extLst>
              <a:ext uri="{FF2B5EF4-FFF2-40B4-BE49-F238E27FC236}">
                <a16:creationId xmlns:a16="http://schemas.microsoft.com/office/drawing/2014/main" id="{992CEC5F-829F-47B6-B659-31F98963FF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82733" y="4443553"/>
            <a:ext cx="914400" cy="914400"/>
          </a:xfrm>
          <a:prstGeom prst="rect">
            <a:avLst/>
          </a:prstGeom>
        </p:spPr>
      </p:pic>
      <p:sp>
        <p:nvSpPr>
          <p:cNvPr id="522" name="ZoneTexte 521">
            <a:extLst>
              <a:ext uri="{FF2B5EF4-FFF2-40B4-BE49-F238E27FC236}">
                <a16:creationId xmlns:a16="http://schemas.microsoft.com/office/drawing/2014/main" id="{34DAF864-96B1-4FD6-8E35-36B191BE3604}"/>
              </a:ext>
            </a:extLst>
          </p:cNvPr>
          <p:cNvSpPr txBox="1"/>
          <p:nvPr/>
        </p:nvSpPr>
        <p:spPr>
          <a:xfrm>
            <a:off x="10009238" y="5199803"/>
            <a:ext cx="1527471" cy="369332"/>
          </a:xfrm>
          <a:prstGeom prst="rect">
            <a:avLst/>
          </a:prstGeom>
          <a:noFill/>
        </p:spPr>
        <p:txBody>
          <a:bodyPr wrap="square">
            <a:spAutoFit/>
          </a:bodyPr>
          <a:lstStyle/>
          <a:p>
            <a:pPr algn="ctr"/>
            <a:r>
              <a:rPr lang="en-US" sz="1800" noProof="0" dirty="0"/>
              <a:t>🟪🟦🟩🟨</a:t>
            </a:r>
            <a:endParaRPr lang="en-US" dirty="0"/>
          </a:p>
        </p:txBody>
      </p:sp>
      <p:sp>
        <p:nvSpPr>
          <p:cNvPr id="523" name="ZoneTexte 522">
            <a:extLst>
              <a:ext uri="{FF2B5EF4-FFF2-40B4-BE49-F238E27FC236}">
                <a16:creationId xmlns:a16="http://schemas.microsoft.com/office/drawing/2014/main" id="{48BFBFA0-2010-4948-94CC-118C9AC45A03}"/>
              </a:ext>
            </a:extLst>
          </p:cNvPr>
          <p:cNvSpPr txBox="1"/>
          <p:nvPr/>
        </p:nvSpPr>
        <p:spPr>
          <a:xfrm>
            <a:off x="9933129" y="2818932"/>
            <a:ext cx="1527471" cy="369332"/>
          </a:xfrm>
          <a:prstGeom prst="rect">
            <a:avLst/>
          </a:prstGeom>
          <a:noFill/>
        </p:spPr>
        <p:txBody>
          <a:bodyPr wrap="square">
            <a:spAutoFit/>
          </a:bodyPr>
          <a:lstStyle/>
          <a:p>
            <a:pPr algn="ctr"/>
            <a:r>
              <a:rPr lang="en-US" sz="1800" noProof="0" dirty="0"/>
              <a:t>🟪🟦</a:t>
            </a:r>
            <a:endParaRPr lang="en-US" dirty="0"/>
          </a:p>
        </p:txBody>
      </p:sp>
    </p:spTree>
    <p:extLst>
      <p:ext uri="{BB962C8B-B14F-4D97-AF65-F5344CB8AC3E}">
        <p14:creationId xmlns:p14="http://schemas.microsoft.com/office/powerpoint/2010/main" val="3734705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Utilisation des résultats de l’atelier
</a:t>
            </a:r>
            <a:endParaRPr lang="en-US" dirty="0"/>
          </a:p>
        </p:txBody>
      </p:sp>
      <p:sp>
        <p:nvSpPr>
          <p:cNvPr id="3" name="Espace réservé du contenu 2">
            <a:extLst>
              <a:ext uri="{FF2B5EF4-FFF2-40B4-BE49-F238E27FC236}">
                <a16:creationId xmlns:a16="http://schemas.microsoft.com/office/drawing/2014/main" id="{B78F5973-11FE-47DA-9479-62749C9C34C4}"/>
              </a:ext>
            </a:extLst>
          </p:cNvPr>
          <p:cNvSpPr>
            <a:spLocks noGrp="1"/>
          </p:cNvSpPr>
          <p:nvPr>
            <p:ph idx="1"/>
          </p:nvPr>
        </p:nvSpPr>
        <p:spPr>
          <a:xfrm>
            <a:off x="1087521" y="2248250"/>
            <a:ext cx="10016958" cy="3928814"/>
          </a:xfrm>
        </p:spPr>
        <p:txBody>
          <a:bodyPr>
            <a:normAutofit fontScale="62500" lnSpcReduction="20000"/>
          </a:bodyPr>
          <a:lstStyle/>
          <a:p>
            <a:pPr marL="0" indent="0">
              <a:buNone/>
            </a:pPr>
            <a:r>
              <a:rPr lang="fr-FR" dirty="0"/>
              <a:t>☑️Revoir les résultats quelques jours après pour prendre un peu de recul</a:t>
            </a:r>
          </a:p>
          <a:p>
            <a:pPr marL="0" indent="0">
              <a:buNone/>
            </a:pPr>
            <a:r>
              <a:rPr lang="fr-FR" dirty="0"/>
              <a:t>
🤝Revoir avec le sponsor de la communauté (clarifier la gouvernance, valider les récompenses, ...)</a:t>
            </a:r>
          </a:p>
          <a:p>
            <a:pPr marL="0" indent="0">
              <a:buNone/>
            </a:pPr>
            <a:r>
              <a:rPr lang="fr-FR" dirty="0"/>
              <a:t>
📣Identifier où, quand, comment, à qui, les niveaux doivent être partagés
</a:t>
            </a:r>
          </a:p>
          <a:p>
            <a:pPr marL="0" indent="0">
              <a:buNone/>
            </a:pPr>
            <a:r>
              <a:rPr lang="fr-FR" dirty="0"/>
              <a:t>✨Embellir le format du résultant, le rendre amusant et engageant</a:t>
            </a:r>
          </a:p>
          <a:p>
            <a:pPr marL="0" indent="0">
              <a:buNone/>
            </a:pPr>
            <a:endParaRPr lang="fr-FR" dirty="0"/>
          </a:p>
          <a:p>
            <a:pPr marL="0" indent="0">
              <a:buNone/>
            </a:pPr>
            <a:r>
              <a:rPr lang="fr-FR" dirty="0"/>
              <a:t>⚒️Décider des outils et processus de mise en œuvre : Quand, où, qui, comment allez-vous suivre les niveaux des membres (exemple : utiliser l’atelier #OpenSeriousPath)</a:t>
            </a:r>
            <a:endParaRPr lang="en-US" dirty="0"/>
          </a:p>
        </p:txBody>
      </p:sp>
    </p:spTree>
    <p:extLst>
      <p:ext uri="{BB962C8B-B14F-4D97-AF65-F5344CB8AC3E}">
        <p14:creationId xmlns:p14="http://schemas.microsoft.com/office/powerpoint/2010/main" val="3943490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fr-FR"/>
              <a:t>Questions à se poser sur les récompenses
</a:t>
            </a:r>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fontScale="55000" lnSpcReduction="20000"/>
          </a:bodyPr>
          <a:lstStyle/>
          <a:p>
            <a:r>
              <a:rPr lang="fr-FR" dirty="0"/>
              <a:t>La récompense doit-elle être plus extrinsèque ou intrinsèque ? (Attention : L’excès de récompenses extérieures peut avoir des effets négatifs sur le long terme)</a:t>
            </a:r>
          </a:p>
          <a:p>
            <a:endParaRPr lang="fr-FR" dirty="0"/>
          </a:p>
          <a:p>
            <a:r>
              <a:rPr lang="fr-FR" dirty="0"/>
              <a:t>Une récompense donnée doit-elle être 🧍individuelle ou 🧑🏽‍🤝‍🧑🏻 collective ? </a:t>
            </a:r>
          </a:p>
          <a:p>
            <a:pPr lvl="1"/>
            <a:r>
              <a:rPr lang="fr-FR" dirty="0"/>
              <a:t>Les récompenses individuelles peuvent pousser à un comportement individualiste
Les récompenses collectives peuvent être plus lentes à mettre en œuvre 
</a:t>
            </a:r>
          </a:p>
          <a:p>
            <a:r>
              <a:rPr lang="fr-FR" dirty="0"/>
              <a:t>Les récompenses doivent-elles être connues à l’avance par les membres (peut déclencher un comportement axé sur la récompense) ou inconnues et découvertes uniquement une fois les défis terminés ?</a:t>
            </a:r>
          </a:p>
          <a:p>
            <a:endParaRPr lang="fr-FR" dirty="0"/>
          </a:p>
          <a:p>
            <a:r>
              <a:rPr lang="fr-FR" dirty="0"/>
              <a:t>Doit-il toujours s’agir de la même récompense pour tous ou doit-elle dépendre de la personne ? Si c’est le cas, parmi quelle liste restreinte choisiriez-vous ?</a:t>
            </a:r>
          </a:p>
        </p:txBody>
      </p:sp>
      <p:pic>
        <p:nvPicPr>
          <p:cNvPr id="4" name="Graphique 3" descr="Médaille avec un remplissage uni">
            <a:extLst>
              <a:ext uri="{FF2B5EF4-FFF2-40B4-BE49-F238E27FC236}">
                <a16:creationId xmlns:a16="http://schemas.microsoft.com/office/drawing/2014/main" id="{0E104EE8-4D15-4DAD-904D-15BF032084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Tree>
    <p:extLst>
      <p:ext uri="{BB962C8B-B14F-4D97-AF65-F5344CB8AC3E}">
        <p14:creationId xmlns:p14="http://schemas.microsoft.com/office/powerpoint/2010/main" val="3954206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fr-FR" dirty="0"/>
              <a:t>Questions à se poser sur les défis de croissance</a:t>
            </a:r>
            <a:endParaRPr lang="en-US" dirty="0"/>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a:bodyPr>
          <a:lstStyle/>
          <a:p>
            <a:r>
              <a:rPr lang="fr-FR" dirty="0"/>
              <a:t>Un défi doit-il être 🧍individuel ou 🧑🏽‍🤝‍🧑🏻 collectif ? Ou collectif au-delà d'un certain niveau ? </a:t>
            </a:r>
          </a:p>
          <a:p>
            <a:r>
              <a:rPr lang="fr-FR" dirty="0"/>
              <a:t>Comment donner du sens à un défi (suffisamment difficile mais pas trop, et assez utile pour la Communauté, ...) ?</a:t>
            </a:r>
          </a:p>
          <a:p>
            <a:endParaRPr lang="fr-FR" dirty="0"/>
          </a:p>
        </p:txBody>
      </p:sp>
      <p:pic>
        <p:nvPicPr>
          <p:cNvPr id="5" name="Graphique 4" descr="Obstacle avec un remplissage uni">
            <a:extLst>
              <a:ext uri="{FF2B5EF4-FFF2-40B4-BE49-F238E27FC236}">
                <a16:creationId xmlns:a16="http://schemas.microsoft.com/office/drawing/2014/main" id="{33D7F340-F652-457C-BC55-20CAD8F8CD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548640"/>
            <a:ext cx="951508" cy="951508"/>
          </a:xfrm>
          <a:prstGeom prst="rect">
            <a:avLst/>
          </a:prstGeom>
        </p:spPr>
      </p:pic>
    </p:spTree>
    <p:extLst>
      <p:ext uri="{BB962C8B-B14F-4D97-AF65-F5344CB8AC3E}">
        <p14:creationId xmlns:p14="http://schemas.microsoft.com/office/powerpoint/2010/main" val="3589502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normAutofit fontScale="90000"/>
          </a:bodyPr>
          <a:lstStyle/>
          <a:p>
            <a:r>
              <a:rPr lang="fr-FR" dirty="0"/>
              <a:t>D’un chemin à plusieurs chemins
</a:t>
            </a:r>
            <a:endParaRPr lang="en-US" dirty="0"/>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0000" lnSpcReduction="20000"/>
          </a:bodyPr>
          <a:lstStyle/>
          <a:p>
            <a:r>
              <a:rPr lang="fr-FR" sz="2000" dirty="0"/>
              <a:t>En cas de grande diversité dans les profils communautaires, vous pouvez choisir de mettre en place différents chemins au lieu d'un seul .</a:t>
            </a:r>
          </a:p>
          <a:p>
            <a:endParaRPr lang="fr-FR" sz="2000" dirty="0"/>
          </a:p>
          <a:p>
            <a:r>
              <a:rPr lang="fr-FR" sz="2000" dirty="0"/>
              <a:t>🗺️S'applique surtout aux grandes communautés qu'aux petites.</a:t>
            </a:r>
          </a:p>
          <a:p>
            <a:endParaRPr lang="fr-FR" sz="2000" dirty="0"/>
          </a:p>
          <a:p>
            <a:r>
              <a:rPr lang="fr-FR" sz="2000" dirty="0"/>
              <a:t>L'ajout de plusieurs chemins permet un meilleur alignement entre les niveaux et les préférences des membres, mais ajoute également plus de complexité dans la gestion de la communauté.</a:t>
            </a:r>
            <a:endParaRPr lang="en-US" sz="2000" dirty="0"/>
          </a:p>
        </p:txBody>
      </p:sp>
      <p:sp>
        <p:nvSpPr>
          <p:cNvPr id="4" name="Rectangle 3">
            <a:extLst>
              <a:ext uri="{FF2B5EF4-FFF2-40B4-BE49-F238E27FC236}">
                <a16:creationId xmlns:a16="http://schemas.microsoft.com/office/drawing/2014/main" id="{69942EB3-3299-4089-9B20-539164365AE6}"/>
              </a:ext>
            </a:extLst>
          </p:cNvPr>
          <p:cNvSpPr/>
          <p:nvPr/>
        </p:nvSpPr>
        <p:spPr>
          <a:xfrm>
            <a:off x="5345486"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 name="Rectangle 4">
            <a:extLst>
              <a:ext uri="{FF2B5EF4-FFF2-40B4-BE49-F238E27FC236}">
                <a16:creationId xmlns:a16="http://schemas.microsoft.com/office/drawing/2014/main" id="{71F87AA1-35E6-4348-A4E7-F84782D16C5E}"/>
              </a:ext>
            </a:extLst>
          </p:cNvPr>
          <p:cNvSpPr/>
          <p:nvPr/>
        </p:nvSpPr>
        <p:spPr>
          <a:xfrm>
            <a:off x="6511555"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16135A4F-DD0C-4EA2-B5BB-CF3F103DF1EF}"/>
              </a:ext>
            </a:extLst>
          </p:cNvPr>
          <p:cNvSpPr/>
          <p:nvPr/>
        </p:nvSpPr>
        <p:spPr>
          <a:xfrm>
            <a:off x="7677624"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7" name="Rectangle 6">
            <a:extLst>
              <a:ext uri="{FF2B5EF4-FFF2-40B4-BE49-F238E27FC236}">
                <a16:creationId xmlns:a16="http://schemas.microsoft.com/office/drawing/2014/main" id="{B86FB5F1-85F9-48DB-A856-55FCEF1CE9DB}"/>
              </a:ext>
            </a:extLst>
          </p:cNvPr>
          <p:cNvSpPr/>
          <p:nvPr/>
        </p:nvSpPr>
        <p:spPr>
          <a:xfrm>
            <a:off x="8843693"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8" name="Rectangle 7">
            <a:extLst>
              <a:ext uri="{FF2B5EF4-FFF2-40B4-BE49-F238E27FC236}">
                <a16:creationId xmlns:a16="http://schemas.microsoft.com/office/drawing/2014/main" id="{6D245CEA-55B5-49B0-97E1-922C06806396}"/>
              </a:ext>
            </a:extLst>
          </p:cNvPr>
          <p:cNvSpPr/>
          <p:nvPr/>
        </p:nvSpPr>
        <p:spPr>
          <a:xfrm>
            <a:off x="10009762"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10" name="Connecteur droit avec flèche 9">
            <a:extLst>
              <a:ext uri="{FF2B5EF4-FFF2-40B4-BE49-F238E27FC236}">
                <a16:creationId xmlns:a16="http://schemas.microsoft.com/office/drawing/2014/main" id="{60580DF7-B5ED-49A8-903D-903C4585BD2F}"/>
              </a:ext>
            </a:extLst>
          </p:cNvPr>
          <p:cNvCxnSpPr>
            <a:stCxn id="4" idx="3"/>
            <a:endCxn id="5" idx="1"/>
          </p:cNvCxnSpPr>
          <p:nvPr/>
        </p:nvCxnSpPr>
        <p:spPr>
          <a:xfrm>
            <a:off x="6023296"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FD776714-DFCF-4B86-AD26-E9B4D9DFA159}"/>
              </a:ext>
            </a:extLst>
          </p:cNvPr>
          <p:cNvCxnSpPr>
            <a:cxnSpLocks/>
            <a:stCxn id="5" idx="3"/>
            <a:endCxn id="6" idx="1"/>
          </p:cNvCxnSpPr>
          <p:nvPr/>
        </p:nvCxnSpPr>
        <p:spPr>
          <a:xfrm>
            <a:off x="7189365"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1708BB29-DF08-437F-AEFE-DFD9A26DBCF7}"/>
              </a:ext>
            </a:extLst>
          </p:cNvPr>
          <p:cNvCxnSpPr>
            <a:cxnSpLocks/>
            <a:stCxn id="6" idx="3"/>
            <a:endCxn id="7" idx="1"/>
          </p:cNvCxnSpPr>
          <p:nvPr/>
        </p:nvCxnSpPr>
        <p:spPr>
          <a:xfrm>
            <a:off x="8355434"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500C8534-2F25-47DC-9AC3-CACA0333E357}"/>
              </a:ext>
            </a:extLst>
          </p:cNvPr>
          <p:cNvCxnSpPr>
            <a:cxnSpLocks/>
            <a:stCxn id="7" idx="3"/>
            <a:endCxn id="8" idx="1"/>
          </p:cNvCxnSpPr>
          <p:nvPr/>
        </p:nvCxnSpPr>
        <p:spPr>
          <a:xfrm>
            <a:off x="9521503"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BD91388-636A-45E4-B666-BAF8A52A8856}"/>
              </a:ext>
            </a:extLst>
          </p:cNvPr>
          <p:cNvSpPr/>
          <p:nvPr/>
        </p:nvSpPr>
        <p:spPr>
          <a:xfrm>
            <a:off x="5488947"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1" name="Rectangle 20">
            <a:extLst>
              <a:ext uri="{FF2B5EF4-FFF2-40B4-BE49-F238E27FC236}">
                <a16:creationId xmlns:a16="http://schemas.microsoft.com/office/drawing/2014/main" id="{72DC894F-B970-4076-8BD3-F630ACAAF2BF}"/>
              </a:ext>
            </a:extLst>
          </p:cNvPr>
          <p:cNvSpPr/>
          <p:nvPr/>
        </p:nvSpPr>
        <p:spPr>
          <a:xfrm>
            <a:off x="6511555"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2" name="Rectangle 21">
            <a:extLst>
              <a:ext uri="{FF2B5EF4-FFF2-40B4-BE49-F238E27FC236}">
                <a16:creationId xmlns:a16="http://schemas.microsoft.com/office/drawing/2014/main" id="{951F338B-74F5-4452-B791-E1491CDBAEAD}"/>
              </a:ext>
            </a:extLst>
          </p:cNvPr>
          <p:cNvSpPr/>
          <p:nvPr/>
        </p:nvSpPr>
        <p:spPr>
          <a:xfrm>
            <a:off x="7433494"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3" name="Rectangle 22">
            <a:extLst>
              <a:ext uri="{FF2B5EF4-FFF2-40B4-BE49-F238E27FC236}">
                <a16:creationId xmlns:a16="http://schemas.microsoft.com/office/drawing/2014/main" id="{D322F431-BE83-4AB2-944B-A892841B3A59}"/>
              </a:ext>
            </a:extLst>
          </p:cNvPr>
          <p:cNvSpPr/>
          <p:nvPr/>
        </p:nvSpPr>
        <p:spPr>
          <a:xfrm>
            <a:off x="8355433"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4" name="Rectangle 23">
            <a:extLst>
              <a:ext uri="{FF2B5EF4-FFF2-40B4-BE49-F238E27FC236}">
                <a16:creationId xmlns:a16="http://schemas.microsoft.com/office/drawing/2014/main" id="{C86B48E3-C1BC-4F80-8608-A74B0CA9CB0D}"/>
              </a:ext>
            </a:extLst>
          </p:cNvPr>
          <p:cNvSpPr/>
          <p:nvPr/>
        </p:nvSpPr>
        <p:spPr>
          <a:xfrm>
            <a:off x="9363859"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5" name="Rectangle 24">
            <a:extLst>
              <a:ext uri="{FF2B5EF4-FFF2-40B4-BE49-F238E27FC236}">
                <a16:creationId xmlns:a16="http://schemas.microsoft.com/office/drawing/2014/main" id="{201C079D-23FB-4F1F-9C22-46A3CBF8C932}"/>
              </a:ext>
            </a:extLst>
          </p:cNvPr>
          <p:cNvSpPr/>
          <p:nvPr/>
        </p:nvSpPr>
        <p:spPr>
          <a:xfrm>
            <a:off x="10362147"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6" name="Rectangle 25">
            <a:extLst>
              <a:ext uri="{FF2B5EF4-FFF2-40B4-BE49-F238E27FC236}">
                <a16:creationId xmlns:a16="http://schemas.microsoft.com/office/drawing/2014/main" id="{271C898D-3C50-4309-884D-99A189674351}"/>
              </a:ext>
            </a:extLst>
          </p:cNvPr>
          <p:cNvSpPr/>
          <p:nvPr/>
        </p:nvSpPr>
        <p:spPr>
          <a:xfrm>
            <a:off x="9331952" y="587563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7" name="Rectangle 26">
            <a:extLst>
              <a:ext uri="{FF2B5EF4-FFF2-40B4-BE49-F238E27FC236}">
                <a16:creationId xmlns:a16="http://schemas.microsoft.com/office/drawing/2014/main" id="{BA4BF5AC-4B00-43CA-9B20-A12EE9E1BC41}"/>
              </a:ext>
            </a:extLst>
          </p:cNvPr>
          <p:cNvSpPr/>
          <p:nvPr/>
        </p:nvSpPr>
        <p:spPr>
          <a:xfrm>
            <a:off x="10330240" y="58788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8" name="Rectangle 27">
            <a:extLst>
              <a:ext uri="{FF2B5EF4-FFF2-40B4-BE49-F238E27FC236}">
                <a16:creationId xmlns:a16="http://schemas.microsoft.com/office/drawing/2014/main" id="{F308B5B9-DB0E-4EE0-95E0-3136ACE88D17}"/>
              </a:ext>
            </a:extLst>
          </p:cNvPr>
          <p:cNvSpPr/>
          <p:nvPr/>
        </p:nvSpPr>
        <p:spPr>
          <a:xfrm>
            <a:off x="10362147" y="41199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9" name="Rectangle 28">
            <a:extLst>
              <a:ext uri="{FF2B5EF4-FFF2-40B4-BE49-F238E27FC236}">
                <a16:creationId xmlns:a16="http://schemas.microsoft.com/office/drawing/2014/main" id="{D00BF388-F9E2-479B-8B41-82E5D850CD04}"/>
              </a:ext>
            </a:extLst>
          </p:cNvPr>
          <p:cNvSpPr/>
          <p:nvPr/>
        </p:nvSpPr>
        <p:spPr>
          <a:xfrm>
            <a:off x="7433494" y="595420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30" name="Connecteur droit avec flèche 29">
            <a:extLst>
              <a:ext uri="{FF2B5EF4-FFF2-40B4-BE49-F238E27FC236}">
                <a16:creationId xmlns:a16="http://schemas.microsoft.com/office/drawing/2014/main" id="{8301C4CE-913D-403C-B950-EDECDF90A5A2}"/>
              </a:ext>
            </a:extLst>
          </p:cNvPr>
          <p:cNvCxnSpPr>
            <a:cxnSpLocks/>
            <a:stCxn id="20" idx="3"/>
            <a:endCxn id="21" idx="1"/>
          </p:cNvCxnSpPr>
          <p:nvPr/>
        </p:nvCxnSpPr>
        <p:spPr>
          <a:xfrm>
            <a:off x="6166757" y="5421555"/>
            <a:ext cx="344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B8D960D0-A28E-42D2-BB59-78E7B9A622F8}"/>
              </a:ext>
            </a:extLst>
          </p:cNvPr>
          <p:cNvCxnSpPr>
            <a:cxnSpLocks/>
            <a:stCxn id="21" idx="3"/>
            <a:endCxn id="22" idx="1"/>
          </p:cNvCxnSpPr>
          <p:nvPr/>
        </p:nvCxnSpPr>
        <p:spPr>
          <a:xfrm>
            <a:off x="7189365"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D5941D01-D3A2-41C7-98F3-0FDF42440A51}"/>
              </a:ext>
            </a:extLst>
          </p:cNvPr>
          <p:cNvCxnSpPr>
            <a:cxnSpLocks/>
            <a:stCxn id="21" idx="3"/>
            <a:endCxn id="29" idx="1"/>
          </p:cNvCxnSpPr>
          <p:nvPr/>
        </p:nvCxnSpPr>
        <p:spPr>
          <a:xfrm>
            <a:off x="7189365" y="5421555"/>
            <a:ext cx="244129" cy="750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A1B467FA-1C90-4FC5-A239-B23A06C7B05C}"/>
              </a:ext>
            </a:extLst>
          </p:cNvPr>
          <p:cNvCxnSpPr>
            <a:cxnSpLocks/>
            <a:stCxn id="22" idx="3"/>
            <a:endCxn id="23" idx="1"/>
          </p:cNvCxnSpPr>
          <p:nvPr/>
        </p:nvCxnSpPr>
        <p:spPr>
          <a:xfrm>
            <a:off x="8111304"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930932EC-146F-41A0-8BD6-D2634E6CE363}"/>
              </a:ext>
            </a:extLst>
          </p:cNvPr>
          <p:cNvCxnSpPr>
            <a:cxnSpLocks/>
            <a:stCxn id="23" idx="3"/>
            <a:endCxn id="24" idx="1"/>
          </p:cNvCxnSpPr>
          <p:nvPr/>
        </p:nvCxnSpPr>
        <p:spPr>
          <a:xfrm flipV="1">
            <a:off x="9033243" y="5129785"/>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DBA9A952-4474-4F70-B681-4089AB85555C}"/>
              </a:ext>
            </a:extLst>
          </p:cNvPr>
          <p:cNvCxnSpPr>
            <a:cxnSpLocks/>
            <a:stCxn id="23" idx="3"/>
            <a:endCxn id="26" idx="1"/>
          </p:cNvCxnSpPr>
          <p:nvPr/>
        </p:nvCxnSpPr>
        <p:spPr>
          <a:xfrm>
            <a:off x="9033243" y="5421555"/>
            <a:ext cx="298709" cy="672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6AFA37E6-3C6D-4348-A186-6E3EAD4EC618}"/>
              </a:ext>
            </a:extLst>
          </p:cNvPr>
          <p:cNvCxnSpPr>
            <a:cxnSpLocks/>
            <a:stCxn id="26" idx="3"/>
            <a:endCxn id="27" idx="1"/>
          </p:cNvCxnSpPr>
          <p:nvPr/>
        </p:nvCxnSpPr>
        <p:spPr>
          <a:xfrm>
            <a:off x="10009762" y="6093631"/>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3CA61EB-BF8C-44CF-A30F-12A78A0AF223}"/>
              </a:ext>
            </a:extLst>
          </p:cNvPr>
          <p:cNvCxnSpPr>
            <a:cxnSpLocks/>
            <a:stCxn id="24" idx="3"/>
            <a:endCxn id="25" idx="1"/>
          </p:cNvCxnSpPr>
          <p:nvPr/>
        </p:nvCxnSpPr>
        <p:spPr>
          <a:xfrm>
            <a:off x="10041669" y="5129785"/>
            <a:ext cx="32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FB2D5FFA-45E2-451C-93BC-D8A5E9BFEA88}"/>
              </a:ext>
            </a:extLst>
          </p:cNvPr>
          <p:cNvCxnSpPr>
            <a:cxnSpLocks/>
            <a:stCxn id="24" idx="3"/>
            <a:endCxn id="28" idx="1"/>
          </p:cNvCxnSpPr>
          <p:nvPr/>
        </p:nvCxnSpPr>
        <p:spPr>
          <a:xfrm flipV="1">
            <a:off x="10041669" y="4337898"/>
            <a:ext cx="320478" cy="79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Flèche : bas 57">
            <a:extLst>
              <a:ext uri="{FF2B5EF4-FFF2-40B4-BE49-F238E27FC236}">
                <a16:creationId xmlns:a16="http://schemas.microsoft.com/office/drawing/2014/main" id="{451935BD-7B01-4236-AE6C-119D2F2BF742}"/>
              </a:ext>
            </a:extLst>
          </p:cNvPr>
          <p:cNvSpPr/>
          <p:nvPr/>
        </p:nvSpPr>
        <p:spPr>
          <a:xfrm>
            <a:off x="7122253" y="3342087"/>
            <a:ext cx="1308683" cy="929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222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lstStyle/>
          <a:p>
            <a:r>
              <a:rPr lang="fr-FR"/>
              <a:t>Conception de niveaux multijoueurs</a:t>
            </a:r>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7500" lnSpcReduction="20000"/>
          </a:bodyPr>
          <a:lstStyle/>
          <a:p>
            <a:r>
              <a:rPr lang="fr-FR" sz="2000"/>
              <a:t>La conception de niveau pour joueur unique peut créer des effets secondaires compétitifs, qui peuvent être dommageables.</a:t>
            </a:r>
          </a:p>
          <a:p>
            <a:r>
              <a:rPr lang="fr-FR" sz="2000"/>
              <a:t>La conception de niveaux multijoueurs insiste sur la nécessité de coopérer et de la collaborer pour réussir les défis collectifs et recevoir des récompenses collectives.</a:t>
            </a:r>
          </a:p>
          <a:p>
            <a:r>
              <a:rPr lang="fr-FR" sz="2000"/>
              <a:t>Vous pouvez inclure des défis qui nécessitent une coopération et des niveaux qui ne peuvent être atteints que collectivement.</a:t>
            </a:r>
          </a:p>
        </p:txBody>
      </p:sp>
      <p:sp>
        <p:nvSpPr>
          <p:cNvPr id="4" name="Rectangle 3">
            <a:extLst>
              <a:ext uri="{FF2B5EF4-FFF2-40B4-BE49-F238E27FC236}">
                <a16:creationId xmlns:a16="http://schemas.microsoft.com/office/drawing/2014/main" id="{8C7184D8-50D1-44F1-988C-FEE5332AC9E4}"/>
              </a:ext>
            </a:extLst>
          </p:cNvPr>
          <p:cNvSpPr/>
          <p:nvPr/>
        </p:nvSpPr>
        <p:spPr>
          <a:xfrm>
            <a:off x="5203974"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 name="Rectangle 4">
            <a:extLst>
              <a:ext uri="{FF2B5EF4-FFF2-40B4-BE49-F238E27FC236}">
                <a16:creationId xmlns:a16="http://schemas.microsoft.com/office/drawing/2014/main" id="{4CDE9817-22B5-4024-B02D-D0558732779E}"/>
              </a:ext>
            </a:extLst>
          </p:cNvPr>
          <p:cNvSpPr/>
          <p:nvPr/>
        </p:nvSpPr>
        <p:spPr>
          <a:xfrm>
            <a:off x="6370043"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6" name="Rectangle 5">
            <a:extLst>
              <a:ext uri="{FF2B5EF4-FFF2-40B4-BE49-F238E27FC236}">
                <a16:creationId xmlns:a16="http://schemas.microsoft.com/office/drawing/2014/main" id="{24DF7AB4-62A0-4F73-B8AB-989FC2856F81}"/>
              </a:ext>
            </a:extLst>
          </p:cNvPr>
          <p:cNvSpPr/>
          <p:nvPr/>
        </p:nvSpPr>
        <p:spPr>
          <a:xfrm>
            <a:off x="7536112"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7" name="Connecteur droit avec flèche 6">
            <a:extLst>
              <a:ext uri="{FF2B5EF4-FFF2-40B4-BE49-F238E27FC236}">
                <a16:creationId xmlns:a16="http://schemas.microsoft.com/office/drawing/2014/main" id="{68D273C6-8950-4726-9D2E-566CD61F231C}"/>
              </a:ext>
            </a:extLst>
          </p:cNvPr>
          <p:cNvCxnSpPr>
            <a:stCxn id="4" idx="3"/>
            <a:endCxn id="5" idx="1"/>
          </p:cNvCxnSpPr>
          <p:nvPr/>
        </p:nvCxnSpPr>
        <p:spPr>
          <a:xfrm>
            <a:off x="5881784"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CECB2210-27C7-40DD-9EAB-D6DFC90F2C81}"/>
              </a:ext>
            </a:extLst>
          </p:cNvPr>
          <p:cNvCxnSpPr>
            <a:cxnSpLocks/>
            <a:stCxn id="5" idx="3"/>
            <a:endCxn id="6" idx="1"/>
          </p:cNvCxnSpPr>
          <p:nvPr/>
        </p:nvCxnSpPr>
        <p:spPr>
          <a:xfrm>
            <a:off x="7047853"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C18966C-27E7-4D1E-9DB8-A00A35A846D1}"/>
              </a:ext>
            </a:extLst>
          </p:cNvPr>
          <p:cNvSpPr/>
          <p:nvPr/>
        </p:nvSpPr>
        <p:spPr>
          <a:xfrm>
            <a:off x="5203974"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0" name="Rectangle 9">
            <a:extLst>
              <a:ext uri="{FF2B5EF4-FFF2-40B4-BE49-F238E27FC236}">
                <a16:creationId xmlns:a16="http://schemas.microsoft.com/office/drawing/2014/main" id="{614A4909-DBA1-441A-91CD-76FD9DE0A6B1}"/>
              </a:ext>
            </a:extLst>
          </p:cNvPr>
          <p:cNvSpPr/>
          <p:nvPr/>
        </p:nvSpPr>
        <p:spPr>
          <a:xfrm>
            <a:off x="6370043"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9EAABB7F-0A77-4D69-96D5-6BCD1EC0EC9B}"/>
              </a:ext>
            </a:extLst>
          </p:cNvPr>
          <p:cNvSpPr/>
          <p:nvPr/>
        </p:nvSpPr>
        <p:spPr>
          <a:xfrm>
            <a:off x="7536112"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12" name="Connecteur droit avec flèche 11">
            <a:extLst>
              <a:ext uri="{FF2B5EF4-FFF2-40B4-BE49-F238E27FC236}">
                <a16:creationId xmlns:a16="http://schemas.microsoft.com/office/drawing/2014/main" id="{91C278D6-F755-4C27-83A4-647AC7F81257}"/>
              </a:ext>
            </a:extLst>
          </p:cNvPr>
          <p:cNvCxnSpPr>
            <a:stCxn id="9" idx="3"/>
            <a:endCxn id="10" idx="1"/>
          </p:cNvCxnSpPr>
          <p:nvPr/>
        </p:nvCxnSpPr>
        <p:spPr>
          <a:xfrm>
            <a:off x="5881784"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F54E7C6-02C0-45BA-B6FE-CDCCEE7FC1AC}"/>
              </a:ext>
            </a:extLst>
          </p:cNvPr>
          <p:cNvCxnSpPr>
            <a:cxnSpLocks/>
            <a:stCxn id="10" idx="3"/>
            <a:endCxn id="11" idx="1"/>
          </p:cNvCxnSpPr>
          <p:nvPr/>
        </p:nvCxnSpPr>
        <p:spPr>
          <a:xfrm>
            <a:off x="7047853"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0A04B12A-F372-4879-9C64-946CC435DADF}"/>
              </a:ext>
            </a:extLst>
          </p:cNvPr>
          <p:cNvCxnSpPr>
            <a:cxnSpLocks/>
            <a:stCxn id="6" idx="3"/>
            <a:endCxn id="21" idx="1"/>
          </p:cNvCxnSpPr>
          <p:nvPr/>
        </p:nvCxnSpPr>
        <p:spPr>
          <a:xfrm>
            <a:off x="8213922" y="3521643"/>
            <a:ext cx="1001549" cy="729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698326C-33BC-45C5-BC55-8A4250B4DB35}"/>
              </a:ext>
            </a:extLst>
          </p:cNvPr>
          <p:cNvCxnSpPr>
            <a:cxnSpLocks/>
            <a:stCxn id="11" idx="3"/>
            <a:endCxn id="21" idx="1"/>
          </p:cNvCxnSpPr>
          <p:nvPr/>
        </p:nvCxnSpPr>
        <p:spPr>
          <a:xfrm flipV="1">
            <a:off x="8213922" y="4251298"/>
            <a:ext cx="1001549" cy="1224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8A5CA65-374A-45A5-AD86-A4A9F798A977}"/>
              </a:ext>
            </a:extLst>
          </p:cNvPr>
          <p:cNvSpPr/>
          <p:nvPr/>
        </p:nvSpPr>
        <p:spPr>
          <a:xfrm>
            <a:off x="9215471" y="40333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6" name="Rectangle 25">
            <a:extLst>
              <a:ext uri="{FF2B5EF4-FFF2-40B4-BE49-F238E27FC236}">
                <a16:creationId xmlns:a16="http://schemas.microsoft.com/office/drawing/2014/main" id="{634FAA31-6DBC-437B-B0B7-704DD6BFB35A}"/>
              </a:ext>
            </a:extLst>
          </p:cNvPr>
          <p:cNvSpPr/>
          <p:nvPr/>
        </p:nvSpPr>
        <p:spPr>
          <a:xfrm>
            <a:off x="9350115" y="4182886"/>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27" name="Graphique 26" descr="Profil femelle contour">
            <a:extLst>
              <a:ext uri="{FF2B5EF4-FFF2-40B4-BE49-F238E27FC236}">
                <a16:creationId xmlns:a16="http://schemas.microsoft.com/office/drawing/2014/main" id="{10121F19-3481-4601-BDFE-5C55EF13ED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5084417" y="2532982"/>
            <a:ext cx="914400" cy="845138"/>
          </a:xfrm>
          <a:prstGeom prst="rect">
            <a:avLst/>
          </a:prstGeom>
        </p:spPr>
      </p:pic>
      <p:pic>
        <p:nvPicPr>
          <p:cNvPr id="28" name="Graphique 27" descr="Signe pouce en haut avec un remplissage uni">
            <a:extLst>
              <a:ext uri="{FF2B5EF4-FFF2-40B4-BE49-F238E27FC236}">
                <a16:creationId xmlns:a16="http://schemas.microsoft.com/office/drawing/2014/main" id="{8D9078EB-6967-43F1-B5EC-41200257A7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66822" y="2921603"/>
            <a:ext cx="456517" cy="456517"/>
          </a:xfrm>
          <a:prstGeom prst="rect">
            <a:avLst/>
          </a:prstGeom>
        </p:spPr>
      </p:pic>
      <p:grpSp>
        <p:nvGrpSpPr>
          <p:cNvPr id="29" name="Groupe 28">
            <a:extLst>
              <a:ext uri="{FF2B5EF4-FFF2-40B4-BE49-F238E27FC236}">
                <a16:creationId xmlns:a16="http://schemas.microsoft.com/office/drawing/2014/main" id="{7DAF7439-4EB2-4152-8A7B-FBACD5664FDB}"/>
              </a:ext>
            </a:extLst>
          </p:cNvPr>
          <p:cNvGrpSpPr/>
          <p:nvPr/>
        </p:nvGrpSpPr>
        <p:grpSpPr>
          <a:xfrm>
            <a:off x="6251748" y="2317407"/>
            <a:ext cx="914400" cy="1126704"/>
            <a:chOff x="2647288" y="1873578"/>
            <a:chExt cx="914400" cy="1126704"/>
          </a:xfrm>
        </p:grpSpPr>
        <p:pic>
          <p:nvPicPr>
            <p:cNvPr id="30" name="Graphique 29" descr="Toque d'étudiant avec un remplissage uni">
              <a:extLst>
                <a:ext uri="{FF2B5EF4-FFF2-40B4-BE49-F238E27FC236}">
                  <a16:creationId xmlns:a16="http://schemas.microsoft.com/office/drawing/2014/main" id="{8C8ED4F9-8AE2-4625-870C-0C5DC33987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2238" y="1873578"/>
              <a:ext cx="619105" cy="619105"/>
            </a:xfrm>
            <a:prstGeom prst="rect">
              <a:avLst/>
            </a:prstGeom>
          </p:spPr>
        </p:pic>
        <p:pic>
          <p:nvPicPr>
            <p:cNvPr id="31" name="Graphique 30" descr="Profil femelle contour">
              <a:extLst>
                <a:ext uri="{FF2B5EF4-FFF2-40B4-BE49-F238E27FC236}">
                  <a16:creationId xmlns:a16="http://schemas.microsoft.com/office/drawing/2014/main" id="{DC3C95A6-0608-4F87-8A67-3E6D1903355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27"/>
            <a:stretch/>
          </p:blipFill>
          <p:spPr>
            <a:xfrm>
              <a:off x="2647288" y="2237923"/>
              <a:ext cx="914400" cy="762359"/>
            </a:xfrm>
            <a:prstGeom prst="rect">
              <a:avLst/>
            </a:prstGeom>
          </p:spPr>
        </p:pic>
      </p:grpSp>
      <p:grpSp>
        <p:nvGrpSpPr>
          <p:cNvPr id="32" name="Groupe 31">
            <a:extLst>
              <a:ext uri="{FF2B5EF4-FFF2-40B4-BE49-F238E27FC236}">
                <a16:creationId xmlns:a16="http://schemas.microsoft.com/office/drawing/2014/main" id="{D3CE2C2C-9626-4736-98E6-6CAF8B5C49B3}"/>
              </a:ext>
            </a:extLst>
          </p:cNvPr>
          <p:cNvGrpSpPr/>
          <p:nvPr/>
        </p:nvGrpSpPr>
        <p:grpSpPr>
          <a:xfrm>
            <a:off x="6213230" y="4299662"/>
            <a:ext cx="914400" cy="1107992"/>
            <a:chOff x="3312901" y="1895471"/>
            <a:chExt cx="914400" cy="1107992"/>
          </a:xfrm>
        </p:grpSpPr>
        <p:pic>
          <p:nvPicPr>
            <p:cNvPr id="33" name="Graphique 32" descr="Profil mâle contour">
              <a:extLst>
                <a:ext uri="{FF2B5EF4-FFF2-40B4-BE49-F238E27FC236}">
                  <a16:creationId xmlns:a16="http://schemas.microsoft.com/office/drawing/2014/main" id="{51C17B7D-9E9B-4F39-BB41-92F95661A57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23077"/>
            <a:stretch/>
          </p:blipFill>
          <p:spPr>
            <a:xfrm>
              <a:off x="3312901" y="2300074"/>
              <a:ext cx="914400" cy="703389"/>
            </a:xfrm>
            <a:prstGeom prst="rect">
              <a:avLst/>
            </a:prstGeom>
          </p:spPr>
        </p:pic>
        <p:pic>
          <p:nvPicPr>
            <p:cNvPr id="34" name="Graphique 33" descr="Toque d'étudiant avec un remplissage uni">
              <a:extLst>
                <a:ext uri="{FF2B5EF4-FFF2-40B4-BE49-F238E27FC236}">
                  <a16:creationId xmlns:a16="http://schemas.microsoft.com/office/drawing/2014/main" id="{98F20766-139E-4616-8048-4DA5F855CE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5409" y="1895471"/>
              <a:ext cx="599626" cy="599626"/>
            </a:xfrm>
            <a:prstGeom prst="rect">
              <a:avLst/>
            </a:prstGeom>
          </p:spPr>
        </p:pic>
      </p:grpSp>
      <p:pic>
        <p:nvPicPr>
          <p:cNvPr id="36" name="Graphique 35" descr="Profil mâle contour">
            <a:extLst>
              <a:ext uri="{FF2B5EF4-FFF2-40B4-BE49-F238E27FC236}">
                <a16:creationId xmlns:a16="http://schemas.microsoft.com/office/drawing/2014/main" id="{12588907-77FB-4536-902A-FD6CA52734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5078220" y="4522433"/>
            <a:ext cx="914400" cy="848318"/>
          </a:xfrm>
          <a:prstGeom prst="rect">
            <a:avLst/>
          </a:prstGeom>
        </p:spPr>
      </p:pic>
      <p:pic>
        <p:nvPicPr>
          <p:cNvPr id="38" name="Graphique 37" descr="Signe pouce en haut avec un remplissage uni">
            <a:extLst>
              <a:ext uri="{FF2B5EF4-FFF2-40B4-BE49-F238E27FC236}">
                <a16:creationId xmlns:a16="http://schemas.microsoft.com/office/drawing/2014/main" id="{97B1ED44-12F1-4A74-9234-66B187E70A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5408976" y="4866196"/>
            <a:ext cx="454183" cy="456517"/>
          </a:xfrm>
          <a:prstGeom prst="rect">
            <a:avLst/>
          </a:prstGeom>
        </p:spPr>
      </p:pic>
      <p:pic>
        <p:nvPicPr>
          <p:cNvPr id="39" name="Graphique 38" descr="Profil femelle contour">
            <a:extLst>
              <a:ext uri="{FF2B5EF4-FFF2-40B4-BE49-F238E27FC236}">
                <a16:creationId xmlns:a16="http://schemas.microsoft.com/office/drawing/2014/main" id="{F7B9A3F5-827F-49FF-B53D-C944B136C8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7518149" y="2567726"/>
            <a:ext cx="914400" cy="845138"/>
          </a:xfrm>
          <a:prstGeom prst="rect">
            <a:avLst/>
          </a:prstGeom>
        </p:spPr>
      </p:pic>
      <p:pic>
        <p:nvPicPr>
          <p:cNvPr id="40" name="Graphique 39" descr="Profil mâle contour">
            <a:extLst>
              <a:ext uri="{FF2B5EF4-FFF2-40B4-BE49-F238E27FC236}">
                <a16:creationId xmlns:a16="http://schemas.microsoft.com/office/drawing/2014/main" id="{CE545B33-FAC6-48F9-84CF-C28D9B75BBA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7518149" y="4542884"/>
            <a:ext cx="914400" cy="848318"/>
          </a:xfrm>
          <a:prstGeom prst="rect">
            <a:avLst/>
          </a:prstGeom>
        </p:spPr>
      </p:pic>
      <p:sp>
        <p:nvSpPr>
          <p:cNvPr id="41" name="Bulle narrative : ronde 40">
            <a:extLst>
              <a:ext uri="{FF2B5EF4-FFF2-40B4-BE49-F238E27FC236}">
                <a16:creationId xmlns:a16="http://schemas.microsoft.com/office/drawing/2014/main" id="{C732A839-CDBE-4E78-BE85-633DBA55E01A}"/>
              </a:ext>
            </a:extLst>
          </p:cNvPr>
          <p:cNvSpPr/>
          <p:nvPr/>
        </p:nvSpPr>
        <p:spPr>
          <a:xfrm>
            <a:off x="7675574" y="4078710"/>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Bulle narrative : ronde 41">
            <a:extLst>
              <a:ext uri="{FF2B5EF4-FFF2-40B4-BE49-F238E27FC236}">
                <a16:creationId xmlns:a16="http://schemas.microsoft.com/office/drawing/2014/main" id="{025F19A5-3F85-42C7-AC26-26F8F1C80556}"/>
              </a:ext>
            </a:extLst>
          </p:cNvPr>
          <p:cNvSpPr/>
          <p:nvPr/>
        </p:nvSpPr>
        <p:spPr>
          <a:xfrm>
            <a:off x="7127630" y="2103552"/>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43" name="Graphique 42" descr="Utilisateur avec un remplissage uni">
            <a:extLst>
              <a:ext uri="{FF2B5EF4-FFF2-40B4-BE49-F238E27FC236}">
                <a16:creationId xmlns:a16="http://schemas.microsoft.com/office/drawing/2014/main" id="{989034F5-5861-4D78-B0D5-1ACC2F823E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69871" y="2140615"/>
            <a:ext cx="326774" cy="326774"/>
          </a:xfrm>
          <a:prstGeom prst="rect">
            <a:avLst/>
          </a:prstGeom>
        </p:spPr>
      </p:pic>
      <p:pic>
        <p:nvPicPr>
          <p:cNvPr id="44" name="Graphique 43" descr="Utilisateur avec un remplissage uni">
            <a:extLst>
              <a:ext uri="{FF2B5EF4-FFF2-40B4-BE49-F238E27FC236}">
                <a16:creationId xmlns:a16="http://schemas.microsoft.com/office/drawing/2014/main" id="{3C426C09-BB0A-44AD-9E84-E1479043E7D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71291" y="4115772"/>
            <a:ext cx="326774" cy="326774"/>
          </a:xfrm>
          <a:prstGeom prst="rect">
            <a:avLst/>
          </a:prstGeom>
        </p:spPr>
      </p:pic>
      <p:pic>
        <p:nvPicPr>
          <p:cNvPr id="47" name="Graphique 46" descr="Homme pilote avec un remplissage uni">
            <a:extLst>
              <a:ext uri="{FF2B5EF4-FFF2-40B4-BE49-F238E27FC236}">
                <a16:creationId xmlns:a16="http://schemas.microsoft.com/office/drawing/2014/main" id="{289F63A3-336F-48AD-AE4A-D408DBA5E7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79991" y="3073949"/>
            <a:ext cx="914400" cy="914400"/>
          </a:xfrm>
          <a:prstGeom prst="rect">
            <a:avLst/>
          </a:prstGeom>
        </p:spPr>
      </p:pic>
      <p:pic>
        <p:nvPicPr>
          <p:cNvPr id="48" name="Graphique 47" descr="Femme pilote avec un remplissage uni">
            <a:extLst>
              <a:ext uri="{FF2B5EF4-FFF2-40B4-BE49-F238E27FC236}">
                <a16:creationId xmlns:a16="http://schemas.microsoft.com/office/drawing/2014/main" id="{F02FA2C1-5F12-4446-A4ED-06A6B37B47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03336" y="3245003"/>
            <a:ext cx="914400" cy="914400"/>
          </a:xfrm>
          <a:prstGeom prst="rect">
            <a:avLst/>
          </a:prstGeom>
        </p:spPr>
      </p:pic>
      <p:sp>
        <p:nvSpPr>
          <p:cNvPr id="49" name="Rectangle 48">
            <a:extLst>
              <a:ext uri="{FF2B5EF4-FFF2-40B4-BE49-F238E27FC236}">
                <a16:creationId xmlns:a16="http://schemas.microsoft.com/office/drawing/2014/main" id="{36276686-1D4B-4B59-9922-33F39BBD2715}"/>
              </a:ext>
            </a:extLst>
          </p:cNvPr>
          <p:cNvSpPr/>
          <p:nvPr/>
        </p:nvSpPr>
        <p:spPr>
          <a:xfrm>
            <a:off x="9228963" y="58733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0" name="Rectangle 49">
            <a:extLst>
              <a:ext uri="{FF2B5EF4-FFF2-40B4-BE49-F238E27FC236}">
                <a16:creationId xmlns:a16="http://schemas.microsoft.com/office/drawing/2014/main" id="{D9143EE8-D5EA-4704-911D-8A360B5158A4}"/>
              </a:ext>
            </a:extLst>
          </p:cNvPr>
          <p:cNvSpPr/>
          <p:nvPr/>
        </p:nvSpPr>
        <p:spPr>
          <a:xfrm>
            <a:off x="9363607" y="6022952"/>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1" name="Rectangle 50">
            <a:extLst>
              <a:ext uri="{FF2B5EF4-FFF2-40B4-BE49-F238E27FC236}">
                <a16:creationId xmlns:a16="http://schemas.microsoft.com/office/drawing/2014/main" id="{CA78F5D6-E7B1-4913-B516-C70AAE6EE5E3}"/>
              </a:ext>
            </a:extLst>
          </p:cNvPr>
          <p:cNvSpPr/>
          <p:nvPr/>
        </p:nvSpPr>
        <p:spPr>
          <a:xfrm>
            <a:off x="10705699" y="495513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2" name="Rectangle 51">
            <a:extLst>
              <a:ext uri="{FF2B5EF4-FFF2-40B4-BE49-F238E27FC236}">
                <a16:creationId xmlns:a16="http://schemas.microsoft.com/office/drawing/2014/main" id="{2879CEED-D616-4107-931D-1E01B2C0B5D7}"/>
              </a:ext>
            </a:extLst>
          </p:cNvPr>
          <p:cNvSpPr/>
          <p:nvPr/>
        </p:nvSpPr>
        <p:spPr>
          <a:xfrm>
            <a:off x="10840343" y="5104717"/>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53" name="Graphique 52" descr="Homme pilote avec un remplissage uni">
            <a:extLst>
              <a:ext uri="{FF2B5EF4-FFF2-40B4-BE49-F238E27FC236}">
                <a16:creationId xmlns:a16="http://schemas.microsoft.com/office/drawing/2014/main" id="{5027F6C4-E219-425D-8977-E721AAD1979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68387" y="4996684"/>
            <a:ext cx="914400" cy="914400"/>
          </a:xfrm>
          <a:prstGeom prst="rect">
            <a:avLst/>
          </a:prstGeom>
        </p:spPr>
      </p:pic>
      <p:pic>
        <p:nvPicPr>
          <p:cNvPr id="54" name="Graphique 53" descr="Femme pilote avec un remplissage uni">
            <a:extLst>
              <a:ext uri="{FF2B5EF4-FFF2-40B4-BE49-F238E27FC236}">
                <a16:creationId xmlns:a16="http://schemas.microsoft.com/office/drawing/2014/main" id="{D6C14767-665B-4C64-9917-4EA57AB739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91732" y="5167738"/>
            <a:ext cx="914400" cy="914400"/>
          </a:xfrm>
          <a:prstGeom prst="rect">
            <a:avLst/>
          </a:prstGeom>
        </p:spPr>
      </p:pic>
      <p:cxnSp>
        <p:nvCxnSpPr>
          <p:cNvPr id="55" name="Connecteur droit avec flèche 54">
            <a:extLst>
              <a:ext uri="{FF2B5EF4-FFF2-40B4-BE49-F238E27FC236}">
                <a16:creationId xmlns:a16="http://schemas.microsoft.com/office/drawing/2014/main" id="{550C4954-C91D-4C56-B37A-1F9709D7AE1E}"/>
              </a:ext>
            </a:extLst>
          </p:cNvPr>
          <p:cNvCxnSpPr>
            <a:cxnSpLocks/>
            <a:stCxn id="26" idx="3"/>
            <a:endCxn id="51" idx="1"/>
          </p:cNvCxnSpPr>
          <p:nvPr/>
        </p:nvCxnSpPr>
        <p:spPr>
          <a:xfrm>
            <a:off x="10027925" y="4400882"/>
            <a:ext cx="677774" cy="77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36AB2091-73B8-44EB-AFCA-E398C67384A4}"/>
              </a:ext>
            </a:extLst>
          </p:cNvPr>
          <p:cNvCxnSpPr>
            <a:cxnSpLocks/>
            <a:stCxn id="50" idx="3"/>
            <a:endCxn id="51" idx="1"/>
          </p:cNvCxnSpPr>
          <p:nvPr/>
        </p:nvCxnSpPr>
        <p:spPr>
          <a:xfrm flipV="1">
            <a:off x="10041417" y="5173129"/>
            <a:ext cx="664282" cy="106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que 60" descr="Femme capitaine avec un remplissage uni">
            <a:extLst>
              <a:ext uri="{FF2B5EF4-FFF2-40B4-BE49-F238E27FC236}">
                <a16:creationId xmlns:a16="http://schemas.microsoft.com/office/drawing/2014/main" id="{9E6B3D45-00B1-4AB1-A87E-E58BEA0A42E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74029" y="4109145"/>
            <a:ext cx="914400" cy="914400"/>
          </a:xfrm>
          <a:prstGeom prst="rect">
            <a:avLst/>
          </a:prstGeom>
        </p:spPr>
      </p:pic>
      <p:pic>
        <p:nvPicPr>
          <p:cNvPr id="62" name="Graphique 61" descr="Homme capitaine avec un remplissage uni">
            <a:extLst>
              <a:ext uri="{FF2B5EF4-FFF2-40B4-BE49-F238E27FC236}">
                <a16:creationId xmlns:a16="http://schemas.microsoft.com/office/drawing/2014/main" id="{BAD7B4D6-E5AF-4F32-AA56-64F960D37D7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r="7775"/>
          <a:stretch/>
        </p:blipFill>
        <p:spPr>
          <a:xfrm>
            <a:off x="10905337" y="4194253"/>
            <a:ext cx="843310" cy="914400"/>
          </a:xfrm>
          <a:prstGeom prst="rect">
            <a:avLst/>
          </a:prstGeom>
        </p:spPr>
      </p:pic>
    </p:spTree>
    <p:extLst>
      <p:ext uri="{BB962C8B-B14F-4D97-AF65-F5344CB8AC3E}">
        <p14:creationId xmlns:p14="http://schemas.microsoft.com/office/powerpoint/2010/main" val="3127021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rmAutofit/>
          </a:bodyPr>
          <a:lstStyle/>
          <a:p>
            <a:r>
              <a:rPr lang="fr-FR"/>
              <a:t>Ressources de l’atelier</a:t>
            </a:r>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normAutofit fontScale="92500"/>
          </a:bodyPr>
          <a:lstStyle/>
          <a:p>
            <a:r>
              <a:rPr lang="fr-FR"/>
              <a:t>🟪Rôles, 🟨défis, 🟩récompenses, ↗️axes classiques de progression
</a:t>
            </a:r>
          </a:p>
        </p:txBody>
      </p:sp>
    </p:spTree>
    <p:extLst>
      <p:ext uri="{BB962C8B-B14F-4D97-AF65-F5344CB8AC3E}">
        <p14:creationId xmlns:p14="http://schemas.microsoft.com/office/powerpoint/2010/main" val="772437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418B11-028C-43A7-9303-45C3AC4558F1}"/>
              </a:ext>
            </a:extLst>
          </p:cNvPr>
          <p:cNvSpPr>
            <a:spLocks noGrp="1"/>
          </p:cNvSpPr>
          <p:nvPr>
            <p:ph type="title"/>
          </p:nvPr>
        </p:nvSpPr>
        <p:spPr/>
        <p:txBody>
          <a:bodyPr>
            <a:normAutofit/>
          </a:bodyPr>
          <a:lstStyle/>
          <a:p>
            <a:r>
              <a:rPr lang="fr-FR" dirty="0"/>
              <a:t>Axes classiques de progression</a:t>
            </a:r>
          </a:p>
        </p:txBody>
      </p:sp>
      <p:sp>
        <p:nvSpPr>
          <p:cNvPr id="4" name="Flèche : droite 3">
            <a:extLst>
              <a:ext uri="{FF2B5EF4-FFF2-40B4-BE49-F238E27FC236}">
                <a16:creationId xmlns:a16="http://schemas.microsoft.com/office/drawing/2014/main" id="{5BB36EE7-9F45-46BA-B268-C172628CB7AF}"/>
              </a:ext>
            </a:extLst>
          </p:cNvPr>
          <p:cNvSpPr/>
          <p:nvPr/>
        </p:nvSpPr>
        <p:spPr>
          <a:xfrm rot="20613191">
            <a:off x="1180729" y="278758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519A78A-EF56-478E-A8EA-4F103DEC8D3E}"/>
              </a:ext>
            </a:extLst>
          </p:cNvPr>
          <p:cNvSpPr/>
          <p:nvPr/>
        </p:nvSpPr>
        <p:spPr>
          <a:xfrm>
            <a:off x="1399653" y="317278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6" name="Rectangle 5">
            <a:extLst>
              <a:ext uri="{FF2B5EF4-FFF2-40B4-BE49-F238E27FC236}">
                <a16:creationId xmlns:a16="http://schemas.microsoft.com/office/drawing/2014/main" id="{CCE2D1D1-1D46-43EB-BD80-E1A5821DCFAF}"/>
              </a:ext>
            </a:extLst>
          </p:cNvPr>
          <p:cNvSpPr/>
          <p:nvPr/>
        </p:nvSpPr>
        <p:spPr>
          <a:xfrm>
            <a:off x="2327626" y="294985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7" name="Rectangle 6">
            <a:extLst>
              <a:ext uri="{FF2B5EF4-FFF2-40B4-BE49-F238E27FC236}">
                <a16:creationId xmlns:a16="http://schemas.microsoft.com/office/drawing/2014/main" id="{C06D86CA-CD92-412F-BC06-9A859ACD642F}"/>
              </a:ext>
            </a:extLst>
          </p:cNvPr>
          <p:cNvSpPr/>
          <p:nvPr/>
        </p:nvSpPr>
        <p:spPr>
          <a:xfrm>
            <a:off x="3327984" y="265146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8" name="Rectangle 7">
            <a:extLst>
              <a:ext uri="{FF2B5EF4-FFF2-40B4-BE49-F238E27FC236}">
                <a16:creationId xmlns:a16="http://schemas.microsoft.com/office/drawing/2014/main" id="{868B7A8D-501A-4E45-A4D8-20D2C19E58BA}"/>
              </a:ext>
            </a:extLst>
          </p:cNvPr>
          <p:cNvSpPr/>
          <p:nvPr/>
        </p:nvSpPr>
        <p:spPr>
          <a:xfrm>
            <a:off x="4255957" y="237576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9" name="Flèche : droite 8">
            <a:extLst>
              <a:ext uri="{FF2B5EF4-FFF2-40B4-BE49-F238E27FC236}">
                <a16:creationId xmlns:a16="http://schemas.microsoft.com/office/drawing/2014/main" id="{0E734EA3-61E2-41B4-B3F8-B58653155A00}"/>
              </a:ext>
            </a:extLst>
          </p:cNvPr>
          <p:cNvSpPr/>
          <p:nvPr/>
        </p:nvSpPr>
        <p:spPr>
          <a:xfrm rot="20613191">
            <a:off x="7169569" y="264751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D827BB-6549-4748-A4C1-6DA8ADA5A47C}"/>
              </a:ext>
            </a:extLst>
          </p:cNvPr>
          <p:cNvSpPr/>
          <p:nvPr/>
        </p:nvSpPr>
        <p:spPr>
          <a:xfrm>
            <a:off x="7388493" y="30327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DEA7BD64-595B-4397-A720-A0A49B404896}"/>
              </a:ext>
            </a:extLst>
          </p:cNvPr>
          <p:cNvSpPr/>
          <p:nvPr/>
        </p:nvSpPr>
        <p:spPr>
          <a:xfrm>
            <a:off x="8316466" y="280978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2" name="Rectangle 11">
            <a:extLst>
              <a:ext uri="{FF2B5EF4-FFF2-40B4-BE49-F238E27FC236}">
                <a16:creationId xmlns:a16="http://schemas.microsoft.com/office/drawing/2014/main" id="{AF6A57EA-3BF2-4C03-9CA6-C315D2406C80}"/>
              </a:ext>
            </a:extLst>
          </p:cNvPr>
          <p:cNvSpPr/>
          <p:nvPr/>
        </p:nvSpPr>
        <p:spPr>
          <a:xfrm>
            <a:off x="9316824" y="251139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3" name="Rectangle 12">
            <a:extLst>
              <a:ext uri="{FF2B5EF4-FFF2-40B4-BE49-F238E27FC236}">
                <a16:creationId xmlns:a16="http://schemas.microsoft.com/office/drawing/2014/main" id="{34C29858-CD0A-4693-969A-56A846198CAF}"/>
              </a:ext>
            </a:extLst>
          </p:cNvPr>
          <p:cNvSpPr/>
          <p:nvPr/>
        </p:nvSpPr>
        <p:spPr>
          <a:xfrm>
            <a:off x="10244797" y="22356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4" name="Flèche : droite 13">
            <a:extLst>
              <a:ext uri="{FF2B5EF4-FFF2-40B4-BE49-F238E27FC236}">
                <a16:creationId xmlns:a16="http://schemas.microsoft.com/office/drawing/2014/main" id="{0FAF1CD8-EA51-4B53-B8AD-E81AF10A2614}"/>
              </a:ext>
            </a:extLst>
          </p:cNvPr>
          <p:cNvSpPr/>
          <p:nvPr/>
        </p:nvSpPr>
        <p:spPr>
          <a:xfrm>
            <a:off x="1021313" y="5280250"/>
            <a:ext cx="237405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Flèche : droite 18">
            <a:extLst>
              <a:ext uri="{FF2B5EF4-FFF2-40B4-BE49-F238E27FC236}">
                <a16:creationId xmlns:a16="http://schemas.microsoft.com/office/drawing/2014/main" id="{907D3ED2-78C0-490B-BEE0-ACD555B0EC77}"/>
              </a:ext>
            </a:extLst>
          </p:cNvPr>
          <p:cNvSpPr/>
          <p:nvPr/>
        </p:nvSpPr>
        <p:spPr>
          <a:xfrm rot="19950427">
            <a:off x="3217961" y="4818192"/>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Flèche : droite 19">
            <a:extLst>
              <a:ext uri="{FF2B5EF4-FFF2-40B4-BE49-F238E27FC236}">
                <a16:creationId xmlns:a16="http://schemas.microsoft.com/office/drawing/2014/main" id="{686BD848-2464-4647-9FF1-47530C06F7D8}"/>
              </a:ext>
            </a:extLst>
          </p:cNvPr>
          <p:cNvSpPr/>
          <p:nvPr/>
        </p:nvSpPr>
        <p:spPr>
          <a:xfrm rot="1793002">
            <a:off x="3145576" y="5741008"/>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343476-DDD6-4B35-9D6C-2FB9BCF2DCB0}"/>
              </a:ext>
            </a:extLst>
          </p:cNvPr>
          <p:cNvSpPr/>
          <p:nvPr/>
        </p:nvSpPr>
        <p:spPr>
          <a:xfrm>
            <a:off x="1216868" y="5280250"/>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2" name="Rectangle 21">
            <a:extLst>
              <a:ext uri="{FF2B5EF4-FFF2-40B4-BE49-F238E27FC236}">
                <a16:creationId xmlns:a16="http://schemas.microsoft.com/office/drawing/2014/main" id="{04FFA9E4-A36A-421F-BBDD-C898C4099F31}"/>
              </a:ext>
            </a:extLst>
          </p:cNvPr>
          <p:cNvSpPr/>
          <p:nvPr/>
        </p:nvSpPr>
        <p:spPr>
          <a:xfrm>
            <a:off x="2144841" y="528081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3" name="Rectangle 22">
            <a:extLst>
              <a:ext uri="{FF2B5EF4-FFF2-40B4-BE49-F238E27FC236}">
                <a16:creationId xmlns:a16="http://schemas.microsoft.com/office/drawing/2014/main" id="{61CBFA93-7381-4530-9DFC-7CC37F29F57A}"/>
              </a:ext>
            </a:extLst>
          </p:cNvPr>
          <p:cNvSpPr/>
          <p:nvPr/>
        </p:nvSpPr>
        <p:spPr>
          <a:xfrm>
            <a:off x="3321130" y="495416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4" name="Rectangle 23">
            <a:extLst>
              <a:ext uri="{FF2B5EF4-FFF2-40B4-BE49-F238E27FC236}">
                <a16:creationId xmlns:a16="http://schemas.microsoft.com/office/drawing/2014/main" id="{2DCC1762-BA9B-4AEA-9E7A-7CB8966CE9D4}"/>
              </a:ext>
            </a:extLst>
          </p:cNvPr>
          <p:cNvSpPr/>
          <p:nvPr/>
        </p:nvSpPr>
        <p:spPr>
          <a:xfrm>
            <a:off x="4140197" y="451817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5" name="Rectangle 24">
            <a:extLst>
              <a:ext uri="{FF2B5EF4-FFF2-40B4-BE49-F238E27FC236}">
                <a16:creationId xmlns:a16="http://schemas.microsoft.com/office/drawing/2014/main" id="{595BE2B3-1EAA-480D-9DBA-05BB3BB00774}"/>
              </a:ext>
            </a:extLst>
          </p:cNvPr>
          <p:cNvSpPr/>
          <p:nvPr/>
        </p:nvSpPr>
        <p:spPr>
          <a:xfrm>
            <a:off x="3321130" y="549824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6" name="Rectangle 25">
            <a:extLst>
              <a:ext uri="{FF2B5EF4-FFF2-40B4-BE49-F238E27FC236}">
                <a16:creationId xmlns:a16="http://schemas.microsoft.com/office/drawing/2014/main" id="{4BF169D6-2F10-4AAB-BF7F-29422D2B90D1}"/>
              </a:ext>
            </a:extLst>
          </p:cNvPr>
          <p:cNvSpPr/>
          <p:nvPr/>
        </p:nvSpPr>
        <p:spPr>
          <a:xfrm>
            <a:off x="4140197" y="581507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8" name="ZoneTexte 27">
            <a:extLst>
              <a:ext uri="{FF2B5EF4-FFF2-40B4-BE49-F238E27FC236}">
                <a16:creationId xmlns:a16="http://schemas.microsoft.com/office/drawing/2014/main" id="{3E1C2508-E1C0-44BA-A05D-1CE2D97E5AAF}"/>
              </a:ext>
            </a:extLst>
          </p:cNvPr>
          <p:cNvSpPr txBox="1"/>
          <p:nvPr/>
        </p:nvSpPr>
        <p:spPr>
          <a:xfrm>
            <a:off x="1318026" y="3586929"/>
            <a:ext cx="3764745" cy="369332"/>
          </a:xfrm>
          <a:prstGeom prst="rect">
            <a:avLst/>
          </a:prstGeom>
          <a:noFill/>
        </p:spPr>
        <p:txBody>
          <a:bodyPr wrap="square">
            <a:spAutoFit/>
          </a:bodyPr>
          <a:lstStyle/>
          <a:p>
            <a:r>
              <a:rPr lang="fr-FR" dirty="0"/>
              <a:t>Niveau de compétence croissant</a:t>
            </a:r>
            <a:endParaRPr lang="en-US" dirty="0"/>
          </a:p>
        </p:txBody>
      </p:sp>
      <p:sp>
        <p:nvSpPr>
          <p:cNvPr id="29" name="ZoneTexte 28">
            <a:extLst>
              <a:ext uri="{FF2B5EF4-FFF2-40B4-BE49-F238E27FC236}">
                <a16:creationId xmlns:a16="http://schemas.microsoft.com/office/drawing/2014/main" id="{2A73CD56-CF4F-4372-BE2E-462CB9269642}"/>
              </a:ext>
            </a:extLst>
          </p:cNvPr>
          <p:cNvSpPr txBox="1"/>
          <p:nvPr/>
        </p:nvSpPr>
        <p:spPr>
          <a:xfrm>
            <a:off x="7205708" y="3578402"/>
            <a:ext cx="4123115" cy="369332"/>
          </a:xfrm>
          <a:prstGeom prst="rect">
            <a:avLst/>
          </a:prstGeom>
          <a:noFill/>
        </p:spPr>
        <p:txBody>
          <a:bodyPr wrap="square">
            <a:spAutoFit/>
          </a:bodyPr>
          <a:lstStyle/>
          <a:p>
            <a:r>
              <a:rPr lang="fr-FR" dirty="0"/>
              <a:t>Niveau de responsabilité croissante</a:t>
            </a:r>
            <a:endParaRPr lang="en-US" dirty="0"/>
          </a:p>
        </p:txBody>
      </p:sp>
      <p:sp>
        <p:nvSpPr>
          <p:cNvPr id="30" name="ZoneTexte 29">
            <a:extLst>
              <a:ext uri="{FF2B5EF4-FFF2-40B4-BE49-F238E27FC236}">
                <a16:creationId xmlns:a16="http://schemas.microsoft.com/office/drawing/2014/main" id="{67C60A09-D33D-4084-9025-499749093753}"/>
              </a:ext>
            </a:extLst>
          </p:cNvPr>
          <p:cNvSpPr txBox="1"/>
          <p:nvPr/>
        </p:nvSpPr>
        <p:spPr>
          <a:xfrm>
            <a:off x="962258" y="6265621"/>
            <a:ext cx="4123115" cy="369332"/>
          </a:xfrm>
          <a:prstGeom prst="rect">
            <a:avLst/>
          </a:prstGeom>
          <a:noFill/>
        </p:spPr>
        <p:txBody>
          <a:bodyPr wrap="square">
            <a:spAutoFit/>
          </a:bodyPr>
          <a:lstStyle/>
          <a:p>
            <a:r>
              <a:rPr lang="fr-FR" dirty="0"/>
              <a:t>Tronc commun et spécialités</a:t>
            </a:r>
            <a:endParaRPr lang="en-US" dirty="0"/>
          </a:p>
        </p:txBody>
      </p:sp>
      <p:sp>
        <p:nvSpPr>
          <p:cNvPr id="31" name="ZoneTexte 30">
            <a:extLst>
              <a:ext uri="{FF2B5EF4-FFF2-40B4-BE49-F238E27FC236}">
                <a16:creationId xmlns:a16="http://schemas.microsoft.com/office/drawing/2014/main" id="{B7CD4221-C04F-45E7-9BD2-6B411825E794}"/>
              </a:ext>
            </a:extLst>
          </p:cNvPr>
          <p:cNvSpPr txBox="1"/>
          <p:nvPr/>
        </p:nvSpPr>
        <p:spPr>
          <a:xfrm>
            <a:off x="7617611" y="6265621"/>
            <a:ext cx="2739368" cy="369332"/>
          </a:xfrm>
          <a:prstGeom prst="rect">
            <a:avLst/>
          </a:prstGeom>
          <a:noFill/>
        </p:spPr>
        <p:txBody>
          <a:bodyPr wrap="square">
            <a:spAutoFit/>
          </a:bodyPr>
          <a:lstStyle/>
          <a:p>
            <a:r>
              <a:rPr lang="fr-FR" dirty="0"/>
              <a:t>Individuel puis collectif</a:t>
            </a:r>
            <a:endParaRPr lang="en-US" dirty="0"/>
          </a:p>
        </p:txBody>
      </p:sp>
      <p:sp>
        <p:nvSpPr>
          <p:cNvPr id="35" name="Flèche : droite 34">
            <a:extLst>
              <a:ext uri="{FF2B5EF4-FFF2-40B4-BE49-F238E27FC236}">
                <a16:creationId xmlns:a16="http://schemas.microsoft.com/office/drawing/2014/main" id="{6E81E57B-33B1-4280-887A-DA5C425923EB}"/>
              </a:ext>
            </a:extLst>
          </p:cNvPr>
          <p:cNvSpPr/>
          <p:nvPr/>
        </p:nvSpPr>
        <p:spPr>
          <a:xfrm rot="20613191">
            <a:off x="7197790" y="5298412"/>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BDBBD71-9DAF-438D-963E-7F0B557119B0}"/>
              </a:ext>
            </a:extLst>
          </p:cNvPr>
          <p:cNvSpPr/>
          <p:nvPr/>
        </p:nvSpPr>
        <p:spPr>
          <a:xfrm>
            <a:off x="7416714" y="568360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37" name="Rectangle 36">
            <a:extLst>
              <a:ext uri="{FF2B5EF4-FFF2-40B4-BE49-F238E27FC236}">
                <a16:creationId xmlns:a16="http://schemas.microsoft.com/office/drawing/2014/main" id="{DEA1DF0D-10A6-44BE-8F7A-779997AD6190}"/>
              </a:ext>
            </a:extLst>
          </p:cNvPr>
          <p:cNvSpPr/>
          <p:nvPr/>
        </p:nvSpPr>
        <p:spPr>
          <a:xfrm>
            <a:off x="8344687" y="546067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38" name="Rectangle 37">
            <a:extLst>
              <a:ext uri="{FF2B5EF4-FFF2-40B4-BE49-F238E27FC236}">
                <a16:creationId xmlns:a16="http://schemas.microsoft.com/office/drawing/2014/main" id="{A55CEC32-F5C0-4C51-BBAD-7F393B88DC4A}"/>
              </a:ext>
            </a:extLst>
          </p:cNvPr>
          <p:cNvSpPr/>
          <p:nvPr/>
        </p:nvSpPr>
        <p:spPr>
          <a:xfrm>
            <a:off x="9345045" y="516228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sp>
        <p:nvSpPr>
          <p:cNvPr id="39" name="Rectangle 38">
            <a:extLst>
              <a:ext uri="{FF2B5EF4-FFF2-40B4-BE49-F238E27FC236}">
                <a16:creationId xmlns:a16="http://schemas.microsoft.com/office/drawing/2014/main" id="{AEACC04E-EB8E-4BF0-816C-D0E1ED374318}"/>
              </a:ext>
            </a:extLst>
          </p:cNvPr>
          <p:cNvSpPr/>
          <p:nvPr/>
        </p:nvSpPr>
        <p:spPr>
          <a:xfrm>
            <a:off x="10273018" y="488658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40" name="Rectangle 39">
            <a:extLst>
              <a:ext uri="{FF2B5EF4-FFF2-40B4-BE49-F238E27FC236}">
                <a16:creationId xmlns:a16="http://schemas.microsoft.com/office/drawing/2014/main" id="{3823B2E0-1EBD-4264-9E98-59F7C70934CE}"/>
              </a:ext>
            </a:extLst>
          </p:cNvPr>
          <p:cNvSpPr/>
          <p:nvPr/>
        </p:nvSpPr>
        <p:spPr>
          <a:xfrm>
            <a:off x="9433934" y="5242680"/>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sp>
        <p:nvSpPr>
          <p:cNvPr id="41" name="Rectangle 40">
            <a:extLst>
              <a:ext uri="{FF2B5EF4-FFF2-40B4-BE49-F238E27FC236}">
                <a16:creationId xmlns:a16="http://schemas.microsoft.com/office/drawing/2014/main" id="{84298CBB-AA6E-4063-9AFF-A1266C9DBA00}"/>
              </a:ext>
            </a:extLst>
          </p:cNvPr>
          <p:cNvSpPr/>
          <p:nvPr/>
        </p:nvSpPr>
        <p:spPr>
          <a:xfrm>
            <a:off x="10354714" y="4972898"/>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pic>
        <p:nvPicPr>
          <p:cNvPr id="46" name="Graphique 45" descr="Homme pilote avec un remplissage uni">
            <a:extLst>
              <a:ext uri="{FF2B5EF4-FFF2-40B4-BE49-F238E27FC236}">
                <a16:creationId xmlns:a16="http://schemas.microsoft.com/office/drawing/2014/main" id="{2E686A0A-EE6A-4838-984D-4C5F12528F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3273" y="4766133"/>
            <a:ext cx="498265" cy="498265"/>
          </a:xfrm>
          <a:prstGeom prst="rect">
            <a:avLst/>
          </a:prstGeom>
        </p:spPr>
      </p:pic>
      <p:pic>
        <p:nvPicPr>
          <p:cNvPr id="47" name="Graphique 46" descr="Femme pilote avec un remplissage uni">
            <a:extLst>
              <a:ext uri="{FF2B5EF4-FFF2-40B4-BE49-F238E27FC236}">
                <a16:creationId xmlns:a16="http://schemas.microsoft.com/office/drawing/2014/main" id="{B8F1FEB0-7CD2-4DD6-BB6F-CFCE0E0180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38405" y="4698668"/>
            <a:ext cx="498265" cy="498265"/>
          </a:xfrm>
          <a:prstGeom prst="rect">
            <a:avLst/>
          </a:prstGeom>
        </p:spPr>
      </p:pic>
      <p:pic>
        <p:nvPicPr>
          <p:cNvPr id="48" name="Graphique 47" descr="Femme capitaine avec un remplissage uni">
            <a:extLst>
              <a:ext uri="{FF2B5EF4-FFF2-40B4-BE49-F238E27FC236}">
                <a16:creationId xmlns:a16="http://schemas.microsoft.com/office/drawing/2014/main" id="{9BD45437-E735-4487-87E9-C5074EC5A4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4301" y="4421388"/>
            <a:ext cx="498265" cy="498265"/>
          </a:xfrm>
          <a:prstGeom prst="rect">
            <a:avLst/>
          </a:prstGeom>
        </p:spPr>
      </p:pic>
      <p:pic>
        <p:nvPicPr>
          <p:cNvPr id="49" name="Graphique 48" descr="Homme capitaine avec un remplissage uni">
            <a:extLst>
              <a:ext uri="{FF2B5EF4-FFF2-40B4-BE49-F238E27FC236}">
                <a16:creationId xmlns:a16="http://schemas.microsoft.com/office/drawing/2014/main" id="{5EF416A2-F786-4D34-9206-5789AED18BB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7775"/>
          <a:stretch/>
        </p:blipFill>
        <p:spPr>
          <a:xfrm>
            <a:off x="10577036" y="4507699"/>
            <a:ext cx="459527" cy="498265"/>
          </a:xfrm>
          <a:prstGeom prst="rect">
            <a:avLst/>
          </a:prstGeom>
        </p:spPr>
      </p:pic>
      <p:grpSp>
        <p:nvGrpSpPr>
          <p:cNvPr id="50" name="Groupe 49">
            <a:extLst>
              <a:ext uri="{FF2B5EF4-FFF2-40B4-BE49-F238E27FC236}">
                <a16:creationId xmlns:a16="http://schemas.microsoft.com/office/drawing/2014/main" id="{86F712FB-15C9-4272-AD96-0AAD5F4E5EB6}"/>
              </a:ext>
            </a:extLst>
          </p:cNvPr>
          <p:cNvGrpSpPr/>
          <p:nvPr/>
        </p:nvGrpSpPr>
        <p:grpSpPr>
          <a:xfrm>
            <a:off x="8402316" y="4839436"/>
            <a:ext cx="570167" cy="690880"/>
            <a:chOff x="3312901" y="1895471"/>
            <a:chExt cx="914400" cy="1107992"/>
          </a:xfrm>
        </p:grpSpPr>
        <p:pic>
          <p:nvPicPr>
            <p:cNvPr id="51" name="Graphique 50" descr="Profil mâle contour">
              <a:extLst>
                <a:ext uri="{FF2B5EF4-FFF2-40B4-BE49-F238E27FC236}">
                  <a16:creationId xmlns:a16="http://schemas.microsoft.com/office/drawing/2014/main" id="{31C096F4-9FA6-481C-836C-BC1E65587A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2" name="Graphique 51" descr="Toque d'étudiant avec un remplissage uni">
              <a:extLst>
                <a:ext uri="{FF2B5EF4-FFF2-40B4-BE49-F238E27FC236}">
                  <a16:creationId xmlns:a16="http://schemas.microsoft.com/office/drawing/2014/main" id="{D48CE376-E312-4F7A-B5F7-09164D1C01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3" name="Graphique 52" descr="Profil mâle contour">
            <a:extLst>
              <a:ext uri="{FF2B5EF4-FFF2-40B4-BE49-F238E27FC236}">
                <a16:creationId xmlns:a16="http://schemas.microsoft.com/office/drawing/2014/main" id="{0AA7FBF3-636C-4C81-9F4B-F69ACC2DFAD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70969" y="5242680"/>
            <a:ext cx="570167" cy="528962"/>
          </a:xfrm>
          <a:prstGeom prst="rect">
            <a:avLst/>
          </a:prstGeom>
        </p:spPr>
      </p:pic>
      <p:grpSp>
        <p:nvGrpSpPr>
          <p:cNvPr id="54" name="Groupe 53">
            <a:extLst>
              <a:ext uri="{FF2B5EF4-FFF2-40B4-BE49-F238E27FC236}">
                <a16:creationId xmlns:a16="http://schemas.microsoft.com/office/drawing/2014/main" id="{00190FD2-6C35-45BE-B5A4-E4D1CBC4D033}"/>
              </a:ext>
            </a:extLst>
          </p:cNvPr>
          <p:cNvGrpSpPr/>
          <p:nvPr/>
        </p:nvGrpSpPr>
        <p:grpSpPr>
          <a:xfrm>
            <a:off x="2346942" y="2300240"/>
            <a:ext cx="570167" cy="690880"/>
            <a:chOff x="3312901" y="1895471"/>
            <a:chExt cx="914400" cy="1107992"/>
          </a:xfrm>
        </p:grpSpPr>
        <p:pic>
          <p:nvPicPr>
            <p:cNvPr id="55" name="Graphique 54" descr="Profil mâle contour">
              <a:extLst>
                <a:ext uri="{FF2B5EF4-FFF2-40B4-BE49-F238E27FC236}">
                  <a16:creationId xmlns:a16="http://schemas.microsoft.com/office/drawing/2014/main" id="{6A80ABB8-66EB-4231-AF16-7F5367F8962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6" name="Graphique 55" descr="Toque d'étudiant avec un remplissage uni">
              <a:extLst>
                <a:ext uri="{FF2B5EF4-FFF2-40B4-BE49-F238E27FC236}">
                  <a16:creationId xmlns:a16="http://schemas.microsoft.com/office/drawing/2014/main" id="{781D35E3-669A-490D-9F19-672B9C9982B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7" name="Graphique 56" descr="Profil mâle contour">
            <a:extLst>
              <a:ext uri="{FF2B5EF4-FFF2-40B4-BE49-F238E27FC236}">
                <a16:creationId xmlns:a16="http://schemas.microsoft.com/office/drawing/2014/main" id="{97D0757A-4350-4229-9E75-1C2947D3875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415595" y="2703484"/>
            <a:ext cx="570167" cy="528962"/>
          </a:xfrm>
          <a:prstGeom prst="rect">
            <a:avLst/>
          </a:prstGeom>
        </p:spPr>
      </p:pic>
      <p:pic>
        <p:nvPicPr>
          <p:cNvPr id="58" name="Graphique 57" descr="Homme professeur avec un remplissage uni">
            <a:extLst>
              <a:ext uri="{FF2B5EF4-FFF2-40B4-BE49-F238E27FC236}">
                <a16:creationId xmlns:a16="http://schemas.microsoft.com/office/drawing/2014/main" id="{9BA7D4BF-BC7B-48A5-B7FB-51E0389F45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95363" y="2120905"/>
            <a:ext cx="570168" cy="570168"/>
          </a:xfrm>
          <a:prstGeom prst="rect">
            <a:avLst/>
          </a:prstGeom>
        </p:spPr>
      </p:pic>
      <p:pic>
        <p:nvPicPr>
          <p:cNvPr id="59" name="Graphique 58" descr="Femme conductrice avec un remplissage uni">
            <a:extLst>
              <a:ext uri="{FF2B5EF4-FFF2-40B4-BE49-F238E27FC236}">
                <a16:creationId xmlns:a16="http://schemas.microsoft.com/office/drawing/2014/main" id="{8D3153A4-986C-4D7A-B257-0A53C1570EC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7592" y="1765387"/>
            <a:ext cx="654539" cy="654539"/>
          </a:xfrm>
          <a:prstGeom prst="rect">
            <a:avLst/>
          </a:prstGeom>
        </p:spPr>
      </p:pic>
      <p:pic>
        <p:nvPicPr>
          <p:cNvPr id="60" name="Graphique 59" descr="Profil mâle contour">
            <a:extLst>
              <a:ext uri="{FF2B5EF4-FFF2-40B4-BE49-F238E27FC236}">
                <a16:creationId xmlns:a16="http://schemas.microsoft.com/office/drawing/2014/main" id="{FC0B9357-3AF1-4EC7-A8C4-C3E72890F91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60626" y="2552152"/>
            <a:ext cx="570167" cy="528962"/>
          </a:xfrm>
          <a:prstGeom prst="rect">
            <a:avLst/>
          </a:prstGeom>
        </p:spPr>
      </p:pic>
      <p:pic>
        <p:nvPicPr>
          <p:cNvPr id="61" name="Graphique 60" descr="Employé de bureau avec un remplissage uni">
            <a:extLst>
              <a:ext uri="{FF2B5EF4-FFF2-40B4-BE49-F238E27FC236}">
                <a16:creationId xmlns:a16="http://schemas.microsoft.com/office/drawing/2014/main" id="{3AE59BF9-5A9A-428C-BB48-4491E047BBE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345418" y="2278515"/>
            <a:ext cx="577321" cy="577321"/>
          </a:xfrm>
          <a:prstGeom prst="rect">
            <a:avLst/>
          </a:prstGeom>
        </p:spPr>
      </p:pic>
      <p:pic>
        <p:nvPicPr>
          <p:cNvPr id="65" name="Graphique 64" descr="Groupe de personnes avec un remplissage uni">
            <a:extLst>
              <a:ext uri="{FF2B5EF4-FFF2-40B4-BE49-F238E27FC236}">
                <a16:creationId xmlns:a16="http://schemas.microsoft.com/office/drawing/2014/main" id="{57DE616E-4A66-4E0F-AC40-AEDDEADE83F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133783" y="1932028"/>
            <a:ext cx="516988" cy="516988"/>
          </a:xfrm>
          <a:prstGeom prst="rect">
            <a:avLst/>
          </a:prstGeom>
        </p:spPr>
      </p:pic>
      <p:pic>
        <p:nvPicPr>
          <p:cNvPr id="67" name="Graphique 66" descr="Groupe avec un remplissage uni">
            <a:extLst>
              <a:ext uri="{FF2B5EF4-FFF2-40B4-BE49-F238E27FC236}">
                <a16:creationId xmlns:a16="http://schemas.microsoft.com/office/drawing/2014/main" id="{1BC8D7F0-4AD5-4677-AB28-FF6E8DD7D0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38688" y="2377056"/>
            <a:ext cx="433406" cy="433406"/>
          </a:xfrm>
          <a:prstGeom prst="rect">
            <a:avLst/>
          </a:prstGeom>
        </p:spPr>
      </p:pic>
      <p:pic>
        <p:nvPicPr>
          <p:cNvPr id="68" name="Graphique 67" descr="Employé de bureau avec un remplissage uni">
            <a:extLst>
              <a:ext uri="{FF2B5EF4-FFF2-40B4-BE49-F238E27FC236}">
                <a16:creationId xmlns:a16="http://schemas.microsoft.com/office/drawing/2014/main" id="{E53DA729-95C8-4BBF-958C-C3425CA603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367068" y="1998689"/>
            <a:ext cx="577321" cy="577321"/>
          </a:xfrm>
          <a:prstGeom prst="rect">
            <a:avLst/>
          </a:prstGeom>
        </p:spPr>
      </p:pic>
      <p:pic>
        <p:nvPicPr>
          <p:cNvPr id="70" name="Graphique 69" descr="Bâtiment avec un remplissage uni">
            <a:extLst>
              <a:ext uri="{FF2B5EF4-FFF2-40B4-BE49-F238E27FC236}">
                <a16:creationId xmlns:a16="http://schemas.microsoft.com/office/drawing/2014/main" id="{9E4D7A6E-6A6C-4E18-A56A-C3936221706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095100" y="1614953"/>
            <a:ext cx="575569" cy="575569"/>
          </a:xfrm>
          <a:prstGeom prst="rect">
            <a:avLst/>
          </a:prstGeom>
        </p:spPr>
      </p:pic>
      <p:pic>
        <p:nvPicPr>
          <p:cNvPr id="71" name="Graphique 70" descr="Employé de bureau avec un remplissage uni">
            <a:extLst>
              <a:ext uri="{FF2B5EF4-FFF2-40B4-BE49-F238E27FC236}">
                <a16:creationId xmlns:a16="http://schemas.microsoft.com/office/drawing/2014/main" id="{4EBE99DF-8056-4A73-8651-D0872F4511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67196" y="1727387"/>
            <a:ext cx="577321" cy="577321"/>
          </a:xfrm>
          <a:prstGeom prst="rect">
            <a:avLst/>
          </a:prstGeom>
        </p:spPr>
      </p:pic>
      <p:grpSp>
        <p:nvGrpSpPr>
          <p:cNvPr id="72" name="Groupe 71">
            <a:extLst>
              <a:ext uri="{FF2B5EF4-FFF2-40B4-BE49-F238E27FC236}">
                <a16:creationId xmlns:a16="http://schemas.microsoft.com/office/drawing/2014/main" id="{15649DE3-017C-4748-98B6-E93F0B74C2AE}"/>
              </a:ext>
            </a:extLst>
          </p:cNvPr>
          <p:cNvGrpSpPr/>
          <p:nvPr/>
        </p:nvGrpSpPr>
        <p:grpSpPr>
          <a:xfrm>
            <a:off x="2230373" y="4652241"/>
            <a:ext cx="570167" cy="690880"/>
            <a:chOff x="3312901" y="1895471"/>
            <a:chExt cx="914400" cy="1107992"/>
          </a:xfrm>
        </p:grpSpPr>
        <p:pic>
          <p:nvPicPr>
            <p:cNvPr id="73" name="Graphique 72" descr="Profil mâle contour">
              <a:extLst>
                <a:ext uri="{FF2B5EF4-FFF2-40B4-BE49-F238E27FC236}">
                  <a16:creationId xmlns:a16="http://schemas.microsoft.com/office/drawing/2014/main" id="{7705BDC8-D3D3-4A23-8ED4-39E447D9FBA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74" name="Graphique 73" descr="Toque d'étudiant avec un remplissage uni">
              <a:extLst>
                <a:ext uri="{FF2B5EF4-FFF2-40B4-BE49-F238E27FC236}">
                  <a16:creationId xmlns:a16="http://schemas.microsoft.com/office/drawing/2014/main" id="{D3A03576-1F20-40F0-91F7-D1F7AB32DE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75" name="Graphique 74" descr="Profil mâle contour">
            <a:extLst>
              <a:ext uri="{FF2B5EF4-FFF2-40B4-BE49-F238E27FC236}">
                <a16:creationId xmlns:a16="http://schemas.microsoft.com/office/drawing/2014/main" id="{F42DF878-78DB-450B-9596-3325D0D0A20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273305" y="4808065"/>
            <a:ext cx="570167" cy="528962"/>
          </a:xfrm>
          <a:prstGeom prst="rect">
            <a:avLst/>
          </a:prstGeom>
        </p:spPr>
      </p:pic>
      <p:pic>
        <p:nvPicPr>
          <p:cNvPr id="76" name="Graphique 75" descr="Homme électricien avec un remplissage uni">
            <a:extLst>
              <a:ext uri="{FF2B5EF4-FFF2-40B4-BE49-F238E27FC236}">
                <a16:creationId xmlns:a16="http://schemas.microsoft.com/office/drawing/2014/main" id="{B34570CF-EC62-412B-A71C-858CD1D42A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948197" y="4180992"/>
            <a:ext cx="914400" cy="914400"/>
          </a:xfrm>
          <a:prstGeom prst="rect">
            <a:avLst/>
          </a:prstGeom>
        </p:spPr>
      </p:pic>
      <p:pic>
        <p:nvPicPr>
          <p:cNvPr id="77" name="Graphique 76" descr="Un artiste masculin avec un remplissage uni">
            <a:extLst>
              <a:ext uri="{FF2B5EF4-FFF2-40B4-BE49-F238E27FC236}">
                <a16:creationId xmlns:a16="http://schemas.microsoft.com/office/drawing/2014/main" id="{1E03CDBD-7870-4CB6-9DD7-FC2FFEE2064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872262" y="5575870"/>
            <a:ext cx="914400" cy="914400"/>
          </a:xfrm>
          <a:prstGeom prst="rect">
            <a:avLst/>
          </a:prstGeom>
        </p:spPr>
      </p:pic>
      <p:pic>
        <p:nvPicPr>
          <p:cNvPr id="78" name="Graphique 77" descr="Centre d’appels avec un remplissage uni">
            <a:extLst>
              <a:ext uri="{FF2B5EF4-FFF2-40B4-BE49-F238E27FC236}">
                <a16:creationId xmlns:a16="http://schemas.microsoft.com/office/drawing/2014/main" id="{DD91B6EB-E14B-4F13-AD6B-D065074AE61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3374454" y="4380054"/>
            <a:ext cx="612980" cy="612980"/>
          </a:xfrm>
          <a:prstGeom prst="rect">
            <a:avLst/>
          </a:prstGeom>
        </p:spPr>
      </p:pic>
      <p:grpSp>
        <p:nvGrpSpPr>
          <p:cNvPr id="82" name="Groupe 81">
            <a:extLst>
              <a:ext uri="{FF2B5EF4-FFF2-40B4-BE49-F238E27FC236}">
                <a16:creationId xmlns:a16="http://schemas.microsoft.com/office/drawing/2014/main" id="{35A6BA93-A129-467C-9F67-B3443E1F22E3}"/>
              </a:ext>
            </a:extLst>
          </p:cNvPr>
          <p:cNvGrpSpPr/>
          <p:nvPr/>
        </p:nvGrpSpPr>
        <p:grpSpPr>
          <a:xfrm>
            <a:off x="3395514" y="5874492"/>
            <a:ext cx="542750" cy="503526"/>
            <a:chOff x="5078220" y="4522433"/>
            <a:chExt cx="914400" cy="848318"/>
          </a:xfrm>
        </p:grpSpPr>
        <p:pic>
          <p:nvPicPr>
            <p:cNvPr id="80" name="Graphique 79" descr="Profil mâle contour">
              <a:extLst>
                <a:ext uri="{FF2B5EF4-FFF2-40B4-BE49-F238E27FC236}">
                  <a16:creationId xmlns:a16="http://schemas.microsoft.com/office/drawing/2014/main" id="{28701214-68FB-4FF6-A325-CB09E80DE44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5078220" y="4522433"/>
              <a:ext cx="914400" cy="848318"/>
            </a:xfrm>
            <a:prstGeom prst="rect">
              <a:avLst/>
            </a:prstGeom>
          </p:spPr>
        </p:pic>
        <p:pic>
          <p:nvPicPr>
            <p:cNvPr id="81" name="Graphique 80" descr="Signe pouce en haut avec un remplissage uni">
              <a:extLst>
                <a:ext uri="{FF2B5EF4-FFF2-40B4-BE49-F238E27FC236}">
                  <a16:creationId xmlns:a16="http://schemas.microsoft.com/office/drawing/2014/main" id="{9000001D-1B14-4942-A8C9-4B8BE325DC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5408976" y="4866196"/>
              <a:ext cx="454183" cy="456517"/>
            </a:xfrm>
            <a:prstGeom prst="rect">
              <a:avLst/>
            </a:prstGeom>
          </p:spPr>
        </p:pic>
      </p:grpSp>
    </p:spTree>
    <p:extLst>
      <p:ext uri="{BB962C8B-B14F-4D97-AF65-F5344CB8AC3E}">
        <p14:creationId xmlns:p14="http://schemas.microsoft.com/office/powerpoint/2010/main" val="1411037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fr-FR" sz="2400"/>
              <a:t>Atelier préparatoire facultatif : prédéfinir les récompenses en fonction des motivations des membres. </a:t>
            </a:r>
            <a:br>
              <a:rPr lang="fr-FR" sz="2400"/>
            </a:br>
            <a:r>
              <a:rPr lang="fr-FR" sz="2400"/>
              <a:t>Idées de récompenses communautaires</a:t>
            </a:r>
          </a:p>
        </p:txBody>
      </p:sp>
      <p:sp>
        <p:nvSpPr>
          <p:cNvPr id="3" name="ZoneTexte 2">
            <a:extLst>
              <a:ext uri="{FF2B5EF4-FFF2-40B4-BE49-F238E27FC236}">
                <a16:creationId xmlns:a16="http://schemas.microsoft.com/office/drawing/2014/main" id="{568B5E8A-8E2F-448A-AB62-816F4E4F56A5}"/>
              </a:ext>
            </a:extLst>
          </p:cNvPr>
          <p:cNvSpPr txBox="1"/>
          <p:nvPr/>
        </p:nvSpPr>
        <p:spPr>
          <a:xfrm>
            <a:off x="1506944" y="2205279"/>
            <a:ext cx="1372422" cy="553998"/>
          </a:xfrm>
          <a:prstGeom prst="rect">
            <a:avLst/>
          </a:prstGeom>
          <a:noFill/>
        </p:spPr>
        <p:txBody>
          <a:bodyPr wrap="square" rtlCol="0">
            <a:spAutoFit/>
          </a:bodyPr>
          <a:lstStyle/>
          <a:p>
            <a:pPr algn="ctr"/>
            <a:r>
              <a:rPr lang="fr-FR" sz="1000" b="1"/>
              <a:t>🥇Reconnaissance sociale
</a:t>
            </a:r>
            <a:endParaRPr lang="fr-FR" sz="1000" b="1" dirty="0"/>
          </a:p>
        </p:txBody>
      </p:sp>
      <p:sp>
        <p:nvSpPr>
          <p:cNvPr id="5" name="ZoneTexte 4">
            <a:extLst>
              <a:ext uri="{FF2B5EF4-FFF2-40B4-BE49-F238E27FC236}">
                <a16:creationId xmlns:a16="http://schemas.microsoft.com/office/drawing/2014/main" id="{9D1B87E7-A81B-4F82-8DD3-557207767876}"/>
              </a:ext>
            </a:extLst>
          </p:cNvPr>
          <p:cNvSpPr txBox="1"/>
          <p:nvPr/>
        </p:nvSpPr>
        <p:spPr>
          <a:xfrm>
            <a:off x="7211708" y="2134453"/>
            <a:ext cx="1973340" cy="707886"/>
          </a:xfrm>
          <a:prstGeom prst="rect">
            <a:avLst/>
          </a:prstGeom>
          <a:noFill/>
        </p:spPr>
        <p:txBody>
          <a:bodyPr wrap="square" rtlCol="0">
            <a:spAutoFit/>
          </a:bodyPr>
          <a:lstStyle/>
          <a:p>
            <a:pPr algn="ctr"/>
            <a:r>
              <a:rPr lang="fr-FR" sz="1000" b="1" dirty="0"/>
              <a:t>🏋️Développement des compétences et réalisation de soi
</a:t>
            </a:r>
          </a:p>
        </p:txBody>
      </p:sp>
      <p:sp>
        <p:nvSpPr>
          <p:cNvPr id="6" name="ZoneTexte 5">
            <a:extLst>
              <a:ext uri="{FF2B5EF4-FFF2-40B4-BE49-F238E27FC236}">
                <a16:creationId xmlns:a16="http://schemas.microsoft.com/office/drawing/2014/main" id="{CD8F236F-3546-40C8-81E7-A87FC47C41BB}"/>
              </a:ext>
            </a:extLst>
          </p:cNvPr>
          <p:cNvSpPr txBox="1"/>
          <p:nvPr/>
        </p:nvSpPr>
        <p:spPr>
          <a:xfrm>
            <a:off x="6152669" y="2193789"/>
            <a:ext cx="1274810" cy="553998"/>
          </a:xfrm>
          <a:prstGeom prst="rect">
            <a:avLst/>
          </a:prstGeom>
          <a:noFill/>
        </p:spPr>
        <p:txBody>
          <a:bodyPr wrap="square" rtlCol="0">
            <a:spAutoFit/>
          </a:bodyPr>
          <a:lstStyle/>
          <a:p>
            <a:pPr algn="ctr"/>
            <a:r>
              <a:rPr lang="fr-FR" sz="1000" b="1" dirty="0"/>
              <a:t>🎗️Impact positif et sens
</a:t>
            </a:r>
          </a:p>
        </p:txBody>
      </p:sp>
      <p:sp>
        <p:nvSpPr>
          <p:cNvPr id="7" name="ZoneTexte 6">
            <a:extLst>
              <a:ext uri="{FF2B5EF4-FFF2-40B4-BE49-F238E27FC236}">
                <a16:creationId xmlns:a16="http://schemas.microsoft.com/office/drawing/2014/main" id="{0307DFF1-32F7-4E1F-B2BA-D051DAF756CA}"/>
              </a:ext>
            </a:extLst>
          </p:cNvPr>
          <p:cNvSpPr txBox="1"/>
          <p:nvPr/>
        </p:nvSpPr>
        <p:spPr>
          <a:xfrm>
            <a:off x="529373" y="2203232"/>
            <a:ext cx="1152065" cy="553998"/>
          </a:xfrm>
          <a:prstGeom prst="rect">
            <a:avLst/>
          </a:prstGeom>
          <a:noFill/>
        </p:spPr>
        <p:txBody>
          <a:bodyPr wrap="square" rtlCol="0">
            <a:spAutoFit/>
          </a:bodyPr>
          <a:lstStyle/>
          <a:p>
            <a:pPr algn="ctr"/>
            <a:r>
              <a:rPr lang="fr-FR" sz="1000" b="1" dirty="0"/>
              <a:t>🎁Biens matériels
</a:t>
            </a:r>
          </a:p>
        </p:txBody>
      </p:sp>
      <p:sp>
        <p:nvSpPr>
          <p:cNvPr id="8" name="ZoneTexte 7">
            <a:extLst>
              <a:ext uri="{FF2B5EF4-FFF2-40B4-BE49-F238E27FC236}">
                <a16:creationId xmlns:a16="http://schemas.microsoft.com/office/drawing/2014/main" id="{98C0D23E-298D-41AE-8796-B5CE40656D1B}"/>
              </a:ext>
            </a:extLst>
          </p:cNvPr>
          <p:cNvSpPr txBox="1"/>
          <p:nvPr/>
        </p:nvSpPr>
        <p:spPr>
          <a:xfrm>
            <a:off x="8991079" y="2228494"/>
            <a:ext cx="1152065" cy="553998"/>
          </a:xfrm>
          <a:prstGeom prst="rect">
            <a:avLst/>
          </a:prstGeom>
          <a:noFill/>
        </p:spPr>
        <p:txBody>
          <a:bodyPr wrap="square" rtlCol="0">
            <a:spAutoFit/>
          </a:bodyPr>
          <a:lstStyle/>
          <a:p>
            <a:pPr algn="ctr"/>
            <a:r>
              <a:rPr lang="fr-FR" sz="1000" b="1" dirty="0"/>
              <a:t>⏳Liberté et temps libre
</a:t>
            </a:r>
          </a:p>
        </p:txBody>
      </p:sp>
      <p:sp>
        <p:nvSpPr>
          <p:cNvPr id="9" name="ZoneTexte 8">
            <a:extLst>
              <a:ext uri="{FF2B5EF4-FFF2-40B4-BE49-F238E27FC236}">
                <a16:creationId xmlns:a16="http://schemas.microsoft.com/office/drawing/2014/main" id="{0F3784A8-E819-4B03-A008-CC592A27E890}"/>
              </a:ext>
            </a:extLst>
          </p:cNvPr>
          <p:cNvSpPr txBox="1"/>
          <p:nvPr/>
        </p:nvSpPr>
        <p:spPr>
          <a:xfrm>
            <a:off x="10227458" y="2228494"/>
            <a:ext cx="1348197" cy="553998"/>
          </a:xfrm>
          <a:prstGeom prst="rect">
            <a:avLst/>
          </a:prstGeom>
          <a:noFill/>
        </p:spPr>
        <p:txBody>
          <a:bodyPr wrap="square" rtlCol="0">
            <a:spAutoFit/>
          </a:bodyPr>
          <a:lstStyle/>
          <a:p>
            <a:pPr algn="ctr"/>
            <a:r>
              <a:rPr lang="fr-FR" sz="1000" b="1" dirty="0"/>
              <a:t>💡Espace créatif et expression de soi
</a:t>
            </a:r>
          </a:p>
        </p:txBody>
      </p:sp>
      <p:sp>
        <p:nvSpPr>
          <p:cNvPr id="10" name="ZoneTexte 9">
            <a:extLst>
              <a:ext uri="{FF2B5EF4-FFF2-40B4-BE49-F238E27FC236}">
                <a16:creationId xmlns:a16="http://schemas.microsoft.com/office/drawing/2014/main" id="{D10797BA-1958-42CD-A065-2B9E910DC08D}"/>
              </a:ext>
            </a:extLst>
          </p:cNvPr>
          <p:cNvSpPr txBox="1"/>
          <p:nvPr/>
        </p:nvSpPr>
        <p:spPr>
          <a:xfrm>
            <a:off x="3898889" y="2174671"/>
            <a:ext cx="1116164" cy="553998"/>
          </a:xfrm>
          <a:prstGeom prst="rect">
            <a:avLst/>
          </a:prstGeom>
          <a:noFill/>
        </p:spPr>
        <p:txBody>
          <a:bodyPr wrap="square" rtlCol="0">
            <a:spAutoFit/>
          </a:bodyPr>
          <a:lstStyle/>
          <a:p>
            <a:pPr algn="ctr"/>
            <a:r>
              <a:rPr lang="fr-FR" sz="1000" b="1" dirty="0"/>
              <a:t>🤝Liens avec les autres
</a:t>
            </a:r>
          </a:p>
        </p:txBody>
      </p:sp>
      <p:sp>
        <p:nvSpPr>
          <p:cNvPr id="11" name="ZoneTexte 10">
            <a:extLst>
              <a:ext uri="{FF2B5EF4-FFF2-40B4-BE49-F238E27FC236}">
                <a16:creationId xmlns:a16="http://schemas.microsoft.com/office/drawing/2014/main" id="{5EEA3761-0E12-4976-88EE-BB120C5E9646}"/>
              </a:ext>
            </a:extLst>
          </p:cNvPr>
          <p:cNvSpPr txBox="1"/>
          <p:nvPr/>
        </p:nvSpPr>
        <p:spPr>
          <a:xfrm>
            <a:off x="2776291" y="2174671"/>
            <a:ext cx="1143423" cy="553998"/>
          </a:xfrm>
          <a:prstGeom prst="rect">
            <a:avLst/>
          </a:prstGeom>
          <a:noFill/>
        </p:spPr>
        <p:txBody>
          <a:bodyPr wrap="square" rtlCol="0">
            <a:spAutoFit/>
          </a:bodyPr>
          <a:lstStyle/>
          <a:p>
            <a:pPr algn="ctr"/>
            <a:r>
              <a:rPr lang="fr-FR" sz="1000" b="1" dirty="0"/>
              <a:t>✨Stimulation &amp; Bien-être
</a:t>
            </a:r>
          </a:p>
        </p:txBody>
      </p:sp>
      <p:sp>
        <p:nvSpPr>
          <p:cNvPr id="13" name="Rectangle 12">
            <a:extLst>
              <a:ext uri="{FF2B5EF4-FFF2-40B4-BE49-F238E27FC236}">
                <a16:creationId xmlns:a16="http://schemas.microsoft.com/office/drawing/2014/main" id="{9B2838C3-2E4C-4F0E-94F6-22EE4F6A0231}"/>
              </a:ext>
            </a:extLst>
          </p:cNvPr>
          <p:cNvSpPr/>
          <p:nvPr/>
        </p:nvSpPr>
        <p:spPr>
          <a:xfrm>
            <a:off x="616345" y="26797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Incitations financières</a:t>
            </a:r>
          </a:p>
        </p:txBody>
      </p:sp>
      <p:sp>
        <p:nvSpPr>
          <p:cNvPr id="14" name="Rectangle 13">
            <a:extLst>
              <a:ext uri="{FF2B5EF4-FFF2-40B4-BE49-F238E27FC236}">
                <a16:creationId xmlns:a16="http://schemas.microsoft.com/office/drawing/2014/main" id="{3826FD08-150C-40B6-93BA-CAECEACC5BC7}"/>
              </a:ext>
            </a:extLst>
          </p:cNvPr>
          <p:cNvSpPr/>
          <p:nvPr/>
        </p:nvSpPr>
        <p:spPr>
          <a:xfrm>
            <a:off x="1719254" y="26797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a:solidFill>
                  <a:schemeClr val="tx1"/>
                </a:solidFill>
              </a:rPr>
              <a:t>📛 Badges</a:t>
            </a:r>
          </a:p>
        </p:txBody>
      </p:sp>
      <p:sp>
        <p:nvSpPr>
          <p:cNvPr id="15" name="Rectangle 14">
            <a:extLst>
              <a:ext uri="{FF2B5EF4-FFF2-40B4-BE49-F238E27FC236}">
                <a16:creationId xmlns:a16="http://schemas.microsoft.com/office/drawing/2014/main" id="{12682C43-70D2-4C73-88FB-D51AF93CF94C}"/>
              </a:ext>
            </a:extLst>
          </p:cNvPr>
          <p:cNvSpPr/>
          <p:nvPr/>
        </p:nvSpPr>
        <p:spPr>
          <a:xfrm>
            <a:off x="7666514" y="26797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Accès à certaines formations</a:t>
            </a:r>
          </a:p>
        </p:txBody>
      </p:sp>
      <p:sp>
        <p:nvSpPr>
          <p:cNvPr id="16" name="Rectangle 15">
            <a:extLst>
              <a:ext uri="{FF2B5EF4-FFF2-40B4-BE49-F238E27FC236}">
                <a16:creationId xmlns:a16="http://schemas.microsoft.com/office/drawing/2014/main" id="{522F56E3-3FFA-415E-A091-CAAFAF4882E4}"/>
              </a:ext>
            </a:extLst>
          </p:cNvPr>
          <p:cNvSpPr/>
          <p:nvPr/>
        </p:nvSpPr>
        <p:spPr>
          <a:xfrm>
            <a:off x="2877145" y="2672112"/>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Participation à des jeux de la Communauté</a:t>
            </a:r>
          </a:p>
        </p:txBody>
      </p:sp>
      <p:sp>
        <p:nvSpPr>
          <p:cNvPr id="17" name="Rectangle 16">
            <a:extLst>
              <a:ext uri="{FF2B5EF4-FFF2-40B4-BE49-F238E27FC236}">
                <a16:creationId xmlns:a16="http://schemas.microsoft.com/office/drawing/2014/main" id="{7227FD7D-0756-4788-9C68-1E1B20BE5171}"/>
              </a:ext>
            </a:extLst>
          </p:cNvPr>
          <p:cNvSpPr/>
          <p:nvPr/>
        </p:nvSpPr>
        <p:spPr>
          <a:xfrm>
            <a:off x="616345" y="329441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Cadeaux</a:t>
            </a:r>
          </a:p>
        </p:txBody>
      </p:sp>
      <p:sp>
        <p:nvSpPr>
          <p:cNvPr id="18" name="Rectangle 17">
            <a:extLst>
              <a:ext uri="{FF2B5EF4-FFF2-40B4-BE49-F238E27FC236}">
                <a16:creationId xmlns:a16="http://schemas.microsoft.com/office/drawing/2014/main" id="{4AAAD4B3-7BF1-412A-9325-0F434FCAE43A}"/>
              </a:ext>
            </a:extLst>
          </p:cNvPr>
          <p:cNvSpPr/>
          <p:nvPr/>
        </p:nvSpPr>
        <p:spPr>
          <a:xfrm>
            <a:off x="6303391" y="267002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  Récompense financière à donner à une association</a:t>
            </a:r>
          </a:p>
        </p:txBody>
      </p:sp>
      <p:sp>
        <p:nvSpPr>
          <p:cNvPr id="19" name="Rectangle 18">
            <a:extLst>
              <a:ext uri="{FF2B5EF4-FFF2-40B4-BE49-F238E27FC236}">
                <a16:creationId xmlns:a16="http://schemas.microsoft.com/office/drawing/2014/main" id="{4BBEF4B8-A823-4CC5-BDAA-43641F28B2AA}"/>
              </a:ext>
            </a:extLst>
          </p:cNvPr>
          <p:cNvSpPr/>
          <p:nvPr/>
        </p:nvSpPr>
        <p:spPr>
          <a:xfrm>
            <a:off x="6309742" y="328218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 Cadeau à offrir à quelqu’un de son choix</a:t>
            </a:r>
          </a:p>
        </p:txBody>
      </p:sp>
      <p:sp>
        <p:nvSpPr>
          <p:cNvPr id="20" name="Rectangle 19">
            <a:extLst>
              <a:ext uri="{FF2B5EF4-FFF2-40B4-BE49-F238E27FC236}">
                <a16:creationId xmlns:a16="http://schemas.microsoft.com/office/drawing/2014/main" id="{8A272FF8-E44B-4AC5-AF5D-9815408CD870}"/>
              </a:ext>
            </a:extLst>
          </p:cNvPr>
          <p:cNvSpPr/>
          <p:nvPr/>
        </p:nvSpPr>
        <p:spPr>
          <a:xfrm>
            <a:off x="10403984" y="27149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🎨Accès exclusif aux salles créatives (Fablab, ...)</a:t>
            </a:r>
          </a:p>
        </p:txBody>
      </p:sp>
      <p:sp>
        <p:nvSpPr>
          <p:cNvPr id="21" name="Rectangle 20">
            <a:extLst>
              <a:ext uri="{FF2B5EF4-FFF2-40B4-BE49-F238E27FC236}">
                <a16:creationId xmlns:a16="http://schemas.microsoft.com/office/drawing/2014/main" id="{9A49587F-B4F6-4463-9205-8166DAA33D89}"/>
              </a:ext>
            </a:extLst>
          </p:cNvPr>
          <p:cNvSpPr/>
          <p:nvPr/>
        </p:nvSpPr>
        <p:spPr>
          <a:xfrm>
            <a:off x="9068668" y="271058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⏳Temps libre pour travailler sur des projets facultatifs</a:t>
            </a:r>
          </a:p>
        </p:txBody>
      </p:sp>
      <p:sp>
        <p:nvSpPr>
          <p:cNvPr id="22" name="Rectangle 21">
            <a:extLst>
              <a:ext uri="{FF2B5EF4-FFF2-40B4-BE49-F238E27FC236}">
                <a16:creationId xmlns:a16="http://schemas.microsoft.com/office/drawing/2014/main" id="{31DD4CF5-99A5-4607-B620-81C6F5CB449C}"/>
              </a:ext>
            </a:extLst>
          </p:cNvPr>
          <p:cNvSpPr/>
          <p:nvPr/>
        </p:nvSpPr>
        <p:spPr>
          <a:xfrm>
            <a:off x="7666514" y="327300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Livres</a:t>
            </a:r>
          </a:p>
        </p:txBody>
      </p:sp>
      <p:sp>
        <p:nvSpPr>
          <p:cNvPr id="23" name="Rectangle 22">
            <a:extLst>
              <a:ext uri="{FF2B5EF4-FFF2-40B4-BE49-F238E27FC236}">
                <a16:creationId xmlns:a16="http://schemas.microsoft.com/office/drawing/2014/main" id="{D913465C-5BF2-4E27-BF12-20AA15102B1C}"/>
              </a:ext>
            </a:extLst>
          </p:cNvPr>
          <p:cNvSpPr/>
          <p:nvPr/>
        </p:nvSpPr>
        <p:spPr>
          <a:xfrm>
            <a:off x="1714082" y="326316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Titres officiels dans l’organigramme</a:t>
            </a:r>
          </a:p>
        </p:txBody>
      </p:sp>
      <p:sp>
        <p:nvSpPr>
          <p:cNvPr id="24" name="Rectangle 23">
            <a:extLst>
              <a:ext uri="{FF2B5EF4-FFF2-40B4-BE49-F238E27FC236}">
                <a16:creationId xmlns:a16="http://schemas.microsoft.com/office/drawing/2014/main" id="{8D3E4F01-4576-4C0A-9340-6AEC7A8DD5F1}"/>
              </a:ext>
            </a:extLst>
          </p:cNvPr>
          <p:cNvSpPr/>
          <p:nvPr/>
        </p:nvSpPr>
        <p:spPr>
          <a:xfrm>
            <a:off x="1705140" y="385861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cérémonie de remise du titre</a:t>
            </a:r>
          </a:p>
        </p:txBody>
      </p:sp>
      <p:sp>
        <p:nvSpPr>
          <p:cNvPr id="25" name="Rectangle 24">
            <a:extLst>
              <a:ext uri="{FF2B5EF4-FFF2-40B4-BE49-F238E27FC236}">
                <a16:creationId xmlns:a16="http://schemas.microsoft.com/office/drawing/2014/main" id="{D03E92EF-5098-4C77-9BC4-7D701FB5B803}"/>
              </a:ext>
            </a:extLst>
          </p:cNvPr>
          <p:cNvSpPr/>
          <p:nvPr/>
        </p:nvSpPr>
        <p:spPr>
          <a:xfrm>
            <a:off x="3978177" y="267002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Moments de célébration collective</a:t>
            </a:r>
          </a:p>
        </p:txBody>
      </p:sp>
      <p:sp>
        <p:nvSpPr>
          <p:cNvPr id="26" name="Rectangle 25">
            <a:extLst>
              <a:ext uri="{FF2B5EF4-FFF2-40B4-BE49-F238E27FC236}">
                <a16:creationId xmlns:a16="http://schemas.microsoft.com/office/drawing/2014/main" id="{C319EA3E-69BF-4E27-B3F8-951B40712D1D}"/>
              </a:ext>
            </a:extLst>
          </p:cNvPr>
          <p:cNvSpPr/>
          <p:nvPr/>
        </p:nvSpPr>
        <p:spPr>
          <a:xfrm>
            <a:off x="1714081" y="445188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Droits d’accès exclusifs ou droits de décision / pouvoir </a:t>
            </a:r>
          </a:p>
        </p:txBody>
      </p:sp>
      <p:sp>
        <p:nvSpPr>
          <p:cNvPr id="28" name="Rectangle 27">
            <a:extLst>
              <a:ext uri="{FF2B5EF4-FFF2-40B4-BE49-F238E27FC236}">
                <a16:creationId xmlns:a16="http://schemas.microsoft.com/office/drawing/2014/main" id="{69D6F557-7868-4B10-B45D-F3749CDFA938}"/>
              </a:ext>
            </a:extLst>
          </p:cNvPr>
          <p:cNvSpPr/>
          <p:nvPr/>
        </p:nvSpPr>
        <p:spPr>
          <a:xfrm>
            <a:off x="3986949" y="326674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 Cadeau à offrir à quelqu’un de son choix</a:t>
            </a:r>
          </a:p>
        </p:txBody>
      </p:sp>
      <p:sp>
        <p:nvSpPr>
          <p:cNvPr id="29" name="Rectangle 28">
            <a:extLst>
              <a:ext uri="{FF2B5EF4-FFF2-40B4-BE49-F238E27FC236}">
                <a16:creationId xmlns:a16="http://schemas.microsoft.com/office/drawing/2014/main" id="{FF1E601F-E7BC-4171-A00C-60990417D91C}"/>
              </a:ext>
            </a:extLst>
          </p:cNvPr>
          <p:cNvSpPr/>
          <p:nvPr/>
        </p:nvSpPr>
        <p:spPr>
          <a:xfrm>
            <a:off x="616344" y="389788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👕Vêtement sur le thème de la communauté (t-shirt, casquettes, ...)</a:t>
            </a:r>
          </a:p>
        </p:txBody>
      </p:sp>
      <p:sp>
        <p:nvSpPr>
          <p:cNvPr id="30" name="Rectangle 29">
            <a:extLst>
              <a:ext uri="{FF2B5EF4-FFF2-40B4-BE49-F238E27FC236}">
                <a16:creationId xmlns:a16="http://schemas.microsoft.com/office/drawing/2014/main" id="{C10734B7-4DB8-455C-9D41-BAEB7B76EF7C}"/>
              </a:ext>
            </a:extLst>
          </p:cNvPr>
          <p:cNvSpPr/>
          <p:nvPr/>
        </p:nvSpPr>
        <p:spPr>
          <a:xfrm>
            <a:off x="3991664" y="386741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 Cadeau à offrir à un autre membre</a:t>
            </a:r>
          </a:p>
        </p:txBody>
      </p:sp>
      <p:sp>
        <p:nvSpPr>
          <p:cNvPr id="31" name="Rectangle 30">
            <a:extLst>
              <a:ext uri="{FF2B5EF4-FFF2-40B4-BE49-F238E27FC236}">
                <a16:creationId xmlns:a16="http://schemas.microsoft.com/office/drawing/2014/main" id="{C4306298-8F56-4898-8CF3-3A64E6D4AC87}"/>
              </a:ext>
            </a:extLst>
          </p:cNvPr>
          <p:cNvSpPr/>
          <p:nvPr/>
        </p:nvSpPr>
        <p:spPr>
          <a:xfrm>
            <a:off x="6303390" y="386785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Déclaration ou reconnaissance de contribution</a:t>
            </a:r>
          </a:p>
        </p:txBody>
      </p:sp>
      <p:sp>
        <p:nvSpPr>
          <p:cNvPr id="33" name="Rectangle 32">
            <a:extLst>
              <a:ext uri="{FF2B5EF4-FFF2-40B4-BE49-F238E27FC236}">
                <a16:creationId xmlns:a16="http://schemas.microsoft.com/office/drawing/2014/main" id="{626ED528-30FF-41E9-872E-C2E3F937B59E}"/>
              </a:ext>
            </a:extLst>
          </p:cNvPr>
          <p:cNvSpPr/>
          <p:nvPr/>
        </p:nvSpPr>
        <p:spPr>
          <a:xfrm>
            <a:off x="1713070" y="504294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Campagne promotionnelle à propos de soi</a:t>
            </a:r>
          </a:p>
        </p:txBody>
      </p:sp>
      <p:sp>
        <p:nvSpPr>
          <p:cNvPr id="34" name="Rectangle 33">
            <a:extLst>
              <a:ext uri="{FF2B5EF4-FFF2-40B4-BE49-F238E27FC236}">
                <a16:creationId xmlns:a16="http://schemas.microsoft.com/office/drawing/2014/main" id="{5DD29DCD-2696-4132-B12A-FE7058B74965}"/>
              </a:ext>
            </a:extLst>
          </p:cNvPr>
          <p:cNvSpPr/>
          <p:nvPr/>
        </p:nvSpPr>
        <p:spPr>
          <a:xfrm>
            <a:off x="10403984" y="337034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🎨Accès exclusif à des outils créatifs (affichage au stylo créatif, matériel de dessin...)</a:t>
            </a:r>
          </a:p>
        </p:txBody>
      </p:sp>
      <p:sp>
        <p:nvSpPr>
          <p:cNvPr id="35" name="Rectangle 34">
            <a:extLst>
              <a:ext uri="{FF2B5EF4-FFF2-40B4-BE49-F238E27FC236}">
                <a16:creationId xmlns:a16="http://schemas.microsoft.com/office/drawing/2014/main" id="{20D963E5-CCEE-4CA4-B25A-2979C75011D0}"/>
              </a:ext>
            </a:extLst>
          </p:cNvPr>
          <p:cNvSpPr/>
          <p:nvPr/>
        </p:nvSpPr>
        <p:spPr>
          <a:xfrm>
            <a:off x="9068666" y="335586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👍Soutien pour future proposition projet</a:t>
            </a:r>
          </a:p>
        </p:txBody>
      </p:sp>
      <p:sp>
        <p:nvSpPr>
          <p:cNvPr id="36" name="Rectangle 35">
            <a:extLst>
              <a:ext uri="{FF2B5EF4-FFF2-40B4-BE49-F238E27FC236}">
                <a16:creationId xmlns:a16="http://schemas.microsoft.com/office/drawing/2014/main" id="{01168905-0C73-471C-A69D-6F4AC12E48DD}"/>
              </a:ext>
            </a:extLst>
          </p:cNvPr>
          <p:cNvSpPr/>
          <p:nvPr/>
        </p:nvSpPr>
        <p:spPr>
          <a:xfrm>
            <a:off x="10403982" y="402495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👍Soutien pour future proposition projet</a:t>
            </a:r>
          </a:p>
        </p:txBody>
      </p:sp>
      <p:sp>
        <p:nvSpPr>
          <p:cNvPr id="37" name="Rectangle 36">
            <a:extLst>
              <a:ext uri="{FF2B5EF4-FFF2-40B4-BE49-F238E27FC236}">
                <a16:creationId xmlns:a16="http://schemas.microsoft.com/office/drawing/2014/main" id="{9EC724DB-8F58-4F21-925C-C65493AE0A82}"/>
              </a:ext>
            </a:extLst>
          </p:cNvPr>
          <p:cNvSpPr/>
          <p:nvPr/>
        </p:nvSpPr>
        <p:spPr>
          <a:xfrm>
            <a:off x="2877145" y="331739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Billets pour les événements </a:t>
            </a:r>
          </a:p>
        </p:txBody>
      </p:sp>
      <p:sp>
        <p:nvSpPr>
          <p:cNvPr id="40" name="Rectangle 39">
            <a:extLst>
              <a:ext uri="{FF2B5EF4-FFF2-40B4-BE49-F238E27FC236}">
                <a16:creationId xmlns:a16="http://schemas.microsoft.com/office/drawing/2014/main" id="{78BC21C6-9B91-4BCB-B894-B8F2A2B371D6}"/>
              </a:ext>
            </a:extLst>
          </p:cNvPr>
          <p:cNvSpPr/>
          <p:nvPr/>
        </p:nvSpPr>
        <p:spPr>
          <a:xfrm>
            <a:off x="7657573" y="387703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t>
            </a:r>
            <a:r>
              <a:rPr lang="fr-FR" sz="900" dirty="0">
                <a:solidFill>
                  <a:schemeClr val="tx1"/>
                </a:solidFill>
                <a:effectLst/>
                <a:latin typeface="Segoe UI Web (West European)"/>
              </a:rPr>
              <a:t>Accès exclusif au mentorat</a:t>
            </a:r>
            <a:endParaRPr lang="fr-FR" sz="900" dirty="0">
              <a:solidFill>
                <a:schemeClr val="tx1"/>
              </a:solidFill>
            </a:endParaRPr>
          </a:p>
        </p:txBody>
      </p:sp>
      <p:sp>
        <p:nvSpPr>
          <p:cNvPr id="41" name="Rectangle 40">
            <a:extLst>
              <a:ext uri="{FF2B5EF4-FFF2-40B4-BE49-F238E27FC236}">
                <a16:creationId xmlns:a16="http://schemas.microsoft.com/office/drawing/2014/main" id="{1805A496-EF80-46BF-8248-413365334BB9}"/>
              </a:ext>
            </a:extLst>
          </p:cNvPr>
          <p:cNvSpPr/>
          <p:nvPr/>
        </p:nvSpPr>
        <p:spPr>
          <a:xfrm>
            <a:off x="7657573" y="446745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exclusif à la bibliothèque physique ou numérique</a:t>
            </a:r>
          </a:p>
        </p:txBody>
      </p:sp>
      <p:sp>
        <p:nvSpPr>
          <p:cNvPr id="42" name="Rectangle 41">
            <a:extLst>
              <a:ext uri="{FF2B5EF4-FFF2-40B4-BE49-F238E27FC236}">
                <a16:creationId xmlns:a16="http://schemas.microsoft.com/office/drawing/2014/main" id="{6A751157-B0B1-4D11-922B-0CD6E301A770}"/>
              </a:ext>
            </a:extLst>
          </p:cNvPr>
          <p:cNvSpPr/>
          <p:nvPr/>
        </p:nvSpPr>
        <p:spPr>
          <a:xfrm>
            <a:off x="2877144" y="39565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à des services (massage, cours de yoga...)</a:t>
            </a:r>
          </a:p>
        </p:txBody>
      </p:sp>
      <p:sp>
        <p:nvSpPr>
          <p:cNvPr id="43" name="Rectangle 42">
            <a:extLst>
              <a:ext uri="{FF2B5EF4-FFF2-40B4-BE49-F238E27FC236}">
                <a16:creationId xmlns:a16="http://schemas.microsoft.com/office/drawing/2014/main" id="{0F1A6448-8F4B-49F3-B0C6-B8C599E93728}"/>
              </a:ext>
            </a:extLst>
          </p:cNvPr>
          <p:cNvSpPr/>
          <p:nvPr/>
        </p:nvSpPr>
        <p:spPr>
          <a:xfrm>
            <a:off x="2877144" y="4591265"/>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Invitations au restaurant</a:t>
            </a:r>
          </a:p>
        </p:txBody>
      </p:sp>
      <p:sp>
        <p:nvSpPr>
          <p:cNvPr id="44" name="Rectangle 43">
            <a:extLst>
              <a:ext uri="{FF2B5EF4-FFF2-40B4-BE49-F238E27FC236}">
                <a16:creationId xmlns:a16="http://schemas.microsoft.com/office/drawing/2014/main" id="{6E006EB5-0229-47D7-8EF9-DEDDA92C502C}"/>
              </a:ext>
            </a:extLst>
          </p:cNvPr>
          <p:cNvSpPr/>
          <p:nvPr/>
        </p:nvSpPr>
        <p:spPr>
          <a:xfrm>
            <a:off x="1721559" y="563638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Plaque de contribution (« Ceci est ici grâce à ... » </a:t>
            </a:r>
          </a:p>
        </p:txBody>
      </p:sp>
      <p:sp>
        <p:nvSpPr>
          <p:cNvPr id="45" name="Rectangle 44">
            <a:extLst>
              <a:ext uri="{FF2B5EF4-FFF2-40B4-BE49-F238E27FC236}">
                <a16:creationId xmlns:a16="http://schemas.microsoft.com/office/drawing/2014/main" id="{8E60D9D2-507C-4251-9A85-B9F584C5D0E0}"/>
              </a:ext>
            </a:extLst>
          </p:cNvPr>
          <p:cNvSpPr/>
          <p:nvPr/>
        </p:nvSpPr>
        <p:spPr>
          <a:xfrm>
            <a:off x="1721559" y="622983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Accessoire exclusif de la communauté (ex: </a:t>
            </a:r>
            <a:r>
              <a:rPr lang="fr-FR" sz="900">
                <a:solidFill>
                  <a:schemeClr val="tx1"/>
                </a:solidFill>
              </a:rPr>
              <a:t>T-shirt au </a:t>
            </a:r>
            <a:r>
              <a:rPr lang="fr-FR" sz="900" dirty="0">
                <a:solidFill>
                  <a:schemeClr val="tx1"/>
                </a:solidFill>
              </a:rPr>
              <a:t>nom </a:t>
            </a:r>
            <a:r>
              <a:rPr lang="fr-FR" sz="900">
                <a:solidFill>
                  <a:schemeClr val="tx1"/>
                </a:solidFill>
              </a:rPr>
              <a:t>de …)</a:t>
            </a:r>
            <a:endParaRPr lang="fr-FR" sz="900" dirty="0">
              <a:solidFill>
                <a:schemeClr val="tx1"/>
              </a:solidFill>
            </a:endParaRPr>
          </a:p>
        </p:txBody>
      </p:sp>
      <p:sp>
        <p:nvSpPr>
          <p:cNvPr id="46" name="Rectangle 45">
            <a:extLst>
              <a:ext uri="{FF2B5EF4-FFF2-40B4-BE49-F238E27FC236}">
                <a16:creationId xmlns:a16="http://schemas.microsoft.com/office/drawing/2014/main" id="{A44C96C6-9834-4470-835B-B3D3A1127F36}"/>
              </a:ext>
            </a:extLst>
          </p:cNvPr>
          <p:cNvSpPr/>
          <p:nvPr/>
        </p:nvSpPr>
        <p:spPr>
          <a:xfrm>
            <a:off x="600930" y="452039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Goodies sur le thème de la communauté (tasses, clé USB, ...)
</a:t>
            </a:r>
          </a:p>
        </p:txBody>
      </p:sp>
      <p:sp>
        <p:nvSpPr>
          <p:cNvPr id="47" name="Rectangle 46">
            <a:extLst>
              <a:ext uri="{FF2B5EF4-FFF2-40B4-BE49-F238E27FC236}">
                <a16:creationId xmlns:a16="http://schemas.microsoft.com/office/drawing/2014/main" id="{83BE859A-71D8-433A-A817-DBFF1937268A}"/>
              </a:ext>
            </a:extLst>
          </p:cNvPr>
          <p:cNvSpPr/>
          <p:nvPr/>
        </p:nvSpPr>
        <p:spPr>
          <a:xfrm>
            <a:off x="7657573" y="507439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Diplôme de la communauté</a:t>
            </a:r>
          </a:p>
        </p:txBody>
      </p:sp>
      <p:sp>
        <p:nvSpPr>
          <p:cNvPr id="48" name="Rectangle 47">
            <a:extLst>
              <a:ext uri="{FF2B5EF4-FFF2-40B4-BE49-F238E27FC236}">
                <a16:creationId xmlns:a16="http://schemas.microsoft.com/office/drawing/2014/main" id="{4F7AD0B3-1A30-4E30-98E7-864D00C9A323}"/>
              </a:ext>
            </a:extLst>
          </p:cNvPr>
          <p:cNvSpPr/>
          <p:nvPr/>
        </p:nvSpPr>
        <p:spPr>
          <a:xfrm>
            <a:off x="10395042" y="464546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Opportunité de mettre en avant un projet créatif</a:t>
            </a:r>
          </a:p>
        </p:txBody>
      </p:sp>
      <p:sp>
        <p:nvSpPr>
          <p:cNvPr id="49" name="Rectangle 48">
            <a:extLst>
              <a:ext uri="{FF2B5EF4-FFF2-40B4-BE49-F238E27FC236}">
                <a16:creationId xmlns:a16="http://schemas.microsoft.com/office/drawing/2014/main" id="{E16DC30F-5B81-43F1-811C-58F1AF8C298C}"/>
              </a:ext>
            </a:extLst>
          </p:cNvPr>
          <p:cNvSpPr/>
          <p:nvPr/>
        </p:nvSpPr>
        <p:spPr>
          <a:xfrm>
            <a:off x="7657573" y="568840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b="1" dirty="0">
                <a:solidFill>
                  <a:schemeClr val="tx1"/>
                </a:solidFill>
              </a:rPr>
              <a:t>🏋️</a:t>
            </a:r>
            <a:r>
              <a:rPr lang="fr-FR" sz="900" dirty="0">
                <a:solidFill>
                  <a:schemeClr val="tx1"/>
                </a:solidFill>
              </a:rPr>
              <a:t> Reconnaissance officielle des réussites</a:t>
            </a:r>
          </a:p>
        </p:txBody>
      </p:sp>
      <p:sp>
        <p:nvSpPr>
          <p:cNvPr id="50" name="Rectangle 49">
            <a:extLst>
              <a:ext uri="{FF2B5EF4-FFF2-40B4-BE49-F238E27FC236}">
                <a16:creationId xmlns:a16="http://schemas.microsoft.com/office/drawing/2014/main" id="{1D953045-435D-4FDF-89D9-0C7178030AF0}"/>
              </a:ext>
            </a:extLst>
          </p:cNvPr>
          <p:cNvSpPr/>
          <p:nvPr/>
        </p:nvSpPr>
        <p:spPr>
          <a:xfrm>
            <a:off x="2877144" y="52409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Billets de loterie</a:t>
            </a:r>
          </a:p>
        </p:txBody>
      </p:sp>
      <p:sp>
        <p:nvSpPr>
          <p:cNvPr id="51" name="Rectangle 50">
            <a:extLst>
              <a:ext uri="{FF2B5EF4-FFF2-40B4-BE49-F238E27FC236}">
                <a16:creationId xmlns:a16="http://schemas.microsoft.com/office/drawing/2014/main" id="{F46AD084-6E92-403C-88E5-46EBA5CABCC2}"/>
              </a:ext>
            </a:extLst>
          </p:cNvPr>
          <p:cNvSpPr/>
          <p:nvPr/>
        </p:nvSpPr>
        <p:spPr>
          <a:xfrm>
            <a:off x="9068666" y="399501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🧹Services logistiques (service de nettoyage, extension d’équipe...)</a:t>
            </a:r>
          </a:p>
        </p:txBody>
      </p:sp>
      <p:sp>
        <p:nvSpPr>
          <p:cNvPr id="53" name="Rectangle 52">
            <a:extLst>
              <a:ext uri="{FF2B5EF4-FFF2-40B4-BE49-F238E27FC236}">
                <a16:creationId xmlns:a16="http://schemas.microsoft.com/office/drawing/2014/main" id="{ECB91003-DE5A-4592-8E74-C0D8226AB432}"/>
              </a:ext>
            </a:extLst>
          </p:cNvPr>
          <p:cNvSpPr/>
          <p:nvPr/>
        </p:nvSpPr>
        <p:spPr>
          <a:xfrm>
            <a:off x="3997383" y="447364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unique à une personne difficile d’accès (Président, ...)</a:t>
            </a:r>
          </a:p>
        </p:txBody>
      </p:sp>
      <p:sp>
        <p:nvSpPr>
          <p:cNvPr id="54" name="Rectangle 53">
            <a:extLst>
              <a:ext uri="{FF2B5EF4-FFF2-40B4-BE49-F238E27FC236}">
                <a16:creationId xmlns:a16="http://schemas.microsoft.com/office/drawing/2014/main" id="{022E6571-9BCF-4ED7-8355-0B49EEF39D64}"/>
              </a:ext>
            </a:extLst>
          </p:cNvPr>
          <p:cNvSpPr/>
          <p:nvPr/>
        </p:nvSpPr>
        <p:spPr>
          <a:xfrm>
            <a:off x="6303390" y="44535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🙏Cartes de remerciement</a:t>
            </a:r>
          </a:p>
        </p:txBody>
      </p:sp>
      <p:sp>
        <p:nvSpPr>
          <p:cNvPr id="55" name="Rectangle 54">
            <a:extLst>
              <a:ext uri="{FF2B5EF4-FFF2-40B4-BE49-F238E27FC236}">
                <a16:creationId xmlns:a16="http://schemas.microsoft.com/office/drawing/2014/main" id="{822A90DA-A471-4C9C-A0D5-FA03DCC7F2D5}"/>
              </a:ext>
            </a:extLst>
          </p:cNvPr>
          <p:cNvSpPr/>
          <p:nvPr/>
        </p:nvSpPr>
        <p:spPr>
          <a:xfrm>
            <a:off x="9068666" y="462973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🔓Liberté de ne pas suivre certaines règles ou restrictions existantes</a:t>
            </a:r>
          </a:p>
        </p:txBody>
      </p:sp>
      <p:sp>
        <p:nvSpPr>
          <p:cNvPr id="56" name="Rectangle 55">
            <a:extLst>
              <a:ext uri="{FF2B5EF4-FFF2-40B4-BE49-F238E27FC236}">
                <a16:creationId xmlns:a16="http://schemas.microsoft.com/office/drawing/2014/main" id="{8638238B-C0A3-42B6-9BCC-F9E6CE240DA7}"/>
              </a:ext>
            </a:extLst>
          </p:cNvPr>
          <p:cNvSpPr/>
          <p:nvPr/>
        </p:nvSpPr>
        <p:spPr>
          <a:xfrm>
            <a:off x="7666514" y="630242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b="1" dirty="0">
                <a:solidFill>
                  <a:schemeClr val="tx1"/>
                </a:solidFill>
              </a:rPr>
              <a:t>🎯 </a:t>
            </a:r>
            <a:r>
              <a:rPr lang="fr-FR" sz="900" dirty="0">
                <a:solidFill>
                  <a:schemeClr val="tx1"/>
                </a:solidFill>
              </a:rPr>
              <a:t>Accès exclusif à des défis</a:t>
            </a:r>
          </a:p>
        </p:txBody>
      </p:sp>
      <p:sp>
        <p:nvSpPr>
          <p:cNvPr id="57" name="Rectangle 56">
            <a:extLst>
              <a:ext uri="{FF2B5EF4-FFF2-40B4-BE49-F238E27FC236}">
                <a16:creationId xmlns:a16="http://schemas.microsoft.com/office/drawing/2014/main" id="{C297AA46-31D0-401D-ADDF-99E031AE8A5D}"/>
              </a:ext>
            </a:extLst>
          </p:cNvPr>
          <p:cNvSpPr/>
          <p:nvPr/>
        </p:nvSpPr>
        <p:spPr>
          <a:xfrm>
            <a:off x="9068665" y="526444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Droits d’accès exclusifs ou droits de décision / pouvoir </a:t>
            </a:r>
          </a:p>
        </p:txBody>
      </p:sp>
      <p:sp>
        <p:nvSpPr>
          <p:cNvPr id="4" name="Flèche : double flèche horizontale 3">
            <a:extLst>
              <a:ext uri="{FF2B5EF4-FFF2-40B4-BE49-F238E27FC236}">
                <a16:creationId xmlns:a16="http://schemas.microsoft.com/office/drawing/2014/main" id="{384779CE-F599-4F0D-9B65-AEC04766BCF1}"/>
              </a:ext>
            </a:extLst>
          </p:cNvPr>
          <p:cNvSpPr/>
          <p:nvPr/>
        </p:nvSpPr>
        <p:spPr>
          <a:xfrm>
            <a:off x="369116" y="1776485"/>
            <a:ext cx="11293511" cy="529746"/>
          </a:xfrm>
          <a:prstGeom prst="leftRightArrow">
            <a:avLst/>
          </a:prstGeom>
          <a:gradFill>
            <a:gsLst>
              <a:gs pos="0">
                <a:srgbClr val="EC7B2B"/>
              </a:gs>
              <a:gs pos="100000">
                <a:srgbClr val="3494B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Motivations extérieures                                                                                                         Motivations pour soi</a:t>
            </a:r>
          </a:p>
        </p:txBody>
      </p:sp>
      <p:pic>
        <p:nvPicPr>
          <p:cNvPr id="58" name="Graphique 57" descr="Médaille avec un remplissage uni">
            <a:extLst>
              <a:ext uri="{FF2B5EF4-FFF2-40B4-BE49-F238E27FC236}">
                <a16:creationId xmlns:a16="http://schemas.microsoft.com/office/drawing/2014/main" id="{4EA84966-EAAA-49FC-B050-7AD0560A45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
        <p:nvSpPr>
          <p:cNvPr id="59" name="Rectangle 58">
            <a:extLst>
              <a:ext uri="{FF2B5EF4-FFF2-40B4-BE49-F238E27FC236}">
                <a16:creationId xmlns:a16="http://schemas.microsoft.com/office/drawing/2014/main" id="{05878D9B-EB44-48D2-B136-808FC001B7F0}"/>
              </a:ext>
            </a:extLst>
          </p:cNvPr>
          <p:cNvSpPr/>
          <p:nvPr/>
        </p:nvSpPr>
        <p:spPr>
          <a:xfrm>
            <a:off x="617458" y="513441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Monnaie communautaire (points de fidélité...)
</a:t>
            </a:r>
          </a:p>
        </p:txBody>
      </p:sp>
      <p:sp>
        <p:nvSpPr>
          <p:cNvPr id="60" name="Rectangle 59">
            <a:extLst>
              <a:ext uri="{FF2B5EF4-FFF2-40B4-BE49-F238E27FC236}">
                <a16:creationId xmlns:a16="http://schemas.microsoft.com/office/drawing/2014/main" id="{6FE4543E-1EE3-4FB4-BD60-D32803C45A7C}"/>
              </a:ext>
            </a:extLst>
          </p:cNvPr>
          <p:cNvSpPr/>
          <p:nvPr/>
        </p:nvSpPr>
        <p:spPr>
          <a:xfrm>
            <a:off x="6309742" y="505251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🙏Opportunité d’intervention humanitaire</a:t>
            </a:r>
          </a:p>
        </p:txBody>
      </p:sp>
      <p:sp>
        <p:nvSpPr>
          <p:cNvPr id="61" name="Rectangle 60">
            <a:extLst>
              <a:ext uri="{FF2B5EF4-FFF2-40B4-BE49-F238E27FC236}">
                <a16:creationId xmlns:a16="http://schemas.microsoft.com/office/drawing/2014/main" id="{8A12F2BE-A9FB-475B-B9E5-F7AB956D5FAA}"/>
              </a:ext>
            </a:extLst>
          </p:cNvPr>
          <p:cNvSpPr/>
          <p:nvPr/>
        </p:nvSpPr>
        <p:spPr>
          <a:xfrm>
            <a:off x="4006242" y="507432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🙏Possibilité de servir d’autres membres</a:t>
            </a:r>
          </a:p>
        </p:txBody>
      </p:sp>
      <p:sp>
        <p:nvSpPr>
          <p:cNvPr id="62" name="ZoneTexte 61">
            <a:extLst>
              <a:ext uri="{FF2B5EF4-FFF2-40B4-BE49-F238E27FC236}">
                <a16:creationId xmlns:a16="http://schemas.microsoft.com/office/drawing/2014/main" id="{172D9C3C-5EC8-BE49-CCEF-49D0CA51111A}"/>
              </a:ext>
            </a:extLst>
          </p:cNvPr>
          <p:cNvSpPr txBox="1"/>
          <p:nvPr/>
        </p:nvSpPr>
        <p:spPr>
          <a:xfrm>
            <a:off x="5003131" y="2174671"/>
            <a:ext cx="1300259" cy="861774"/>
          </a:xfrm>
          <a:prstGeom prst="rect">
            <a:avLst/>
          </a:prstGeom>
          <a:noFill/>
        </p:spPr>
        <p:txBody>
          <a:bodyPr wrap="square" rtlCol="0">
            <a:spAutoFit/>
          </a:bodyPr>
          <a:lstStyle/>
          <a:p>
            <a:pPr algn="ctr"/>
            <a:r>
              <a:rPr lang="fr-FR" sz="1000" b="1" dirty="0"/>
              <a:t>📋Satisfaction des obligations et responsabilités existantes
</a:t>
            </a:r>
          </a:p>
        </p:txBody>
      </p:sp>
      <p:sp>
        <p:nvSpPr>
          <p:cNvPr id="63" name="Rectangle 62">
            <a:extLst>
              <a:ext uri="{FF2B5EF4-FFF2-40B4-BE49-F238E27FC236}">
                <a16:creationId xmlns:a16="http://schemas.microsoft.com/office/drawing/2014/main" id="{42572F37-4813-F084-DEFC-1539F2DEA715}"/>
              </a:ext>
            </a:extLst>
          </p:cNvPr>
          <p:cNvSpPr/>
          <p:nvPr/>
        </p:nvSpPr>
        <p:spPr>
          <a:xfrm>
            <a:off x="5158948" y="2955402"/>
            <a:ext cx="996889" cy="79876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 Soutien décisionnel, approbation, influence pour satisfaire les obligations et responsabilités</a:t>
            </a:r>
          </a:p>
          <a:p>
            <a:pPr algn="ctr"/>
            <a:r>
              <a:rPr lang="fr-FR" sz="900" dirty="0">
                <a:solidFill>
                  <a:schemeClr val="tx1"/>
                </a:solidFill>
              </a:rPr>
              <a:t> existantes</a:t>
            </a:r>
          </a:p>
        </p:txBody>
      </p:sp>
      <p:sp>
        <p:nvSpPr>
          <p:cNvPr id="64" name="Rectangle 63">
            <a:extLst>
              <a:ext uri="{FF2B5EF4-FFF2-40B4-BE49-F238E27FC236}">
                <a16:creationId xmlns:a16="http://schemas.microsoft.com/office/drawing/2014/main" id="{004D2384-B92A-C42B-35EE-9940734AAD0A}"/>
              </a:ext>
            </a:extLst>
          </p:cNvPr>
          <p:cNvSpPr/>
          <p:nvPr/>
        </p:nvSpPr>
        <p:spPr>
          <a:xfrm>
            <a:off x="5158948" y="3815159"/>
            <a:ext cx="996889" cy="65229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⏳Délais supplémentaires pour satisfaire obligations et responsabilités existantes</a:t>
            </a:r>
          </a:p>
        </p:txBody>
      </p:sp>
      <p:sp>
        <p:nvSpPr>
          <p:cNvPr id="65" name="Rectangle 64">
            <a:extLst>
              <a:ext uri="{FF2B5EF4-FFF2-40B4-BE49-F238E27FC236}">
                <a16:creationId xmlns:a16="http://schemas.microsoft.com/office/drawing/2014/main" id="{3B318D42-46FE-C613-9FE4-B35F62EC0049}"/>
              </a:ext>
            </a:extLst>
          </p:cNvPr>
          <p:cNvSpPr/>
          <p:nvPr/>
        </p:nvSpPr>
        <p:spPr>
          <a:xfrm>
            <a:off x="5150173" y="452780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Ressources à disposition pour obligations et responsabilités</a:t>
            </a:r>
          </a:p>
        </p:txBody>
      </p:sp>
      <p:sp>
        <p:nvSpPr>
          <p:cNvPr id="66" name="Rectangle 65">
            <a:extLst>
              <a:ext uri="{FF2B5EF4-FFF2-40B4-BE49-F238E27FC236}">
                <a16:creationId xmlns:a16="http://schemas.microsoft.com/office/drawing/2014/main" id="{C9FC6305-38CC-5473-56C1-3481E03C7B28}"/>
              </a:ext>
            </a:extLst>
          </p:cNvPr>
          <p:cNvSpPr/>
          <p:nvPr/>
        </p:nvSpPr>
        <p:spPr>
          <a:xfrm>
            <a:off x="5158948" y="5129642"/>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🧹Compétences mises à disposition pour obligations et responsabilités</a:t>
            </a:r>
          </a:p>
        </p:txBody>
      </p:sp>
    </p:spTree>
    <p:extLst>
      <p:ext uri="{BB962C8B-B14F-4D97-AF65-F5344CB8AC3E}">
        <p14:creationId xmlns:p14="http://schemas.microsoft.com/office/powerpoint/2010/main" val="3369368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fr-FR" sz="3200"/>
              <a:t>Exemples de défis et d’activités
</a:t>
            </a:r>
            <a:endParaRPr lang="en-US" sz="3200" dirty="0"/>
          </a:p>
        </p:txBody>
      </p:sp>
      <p:sp>
        <p:nvSpPr>
          <p:cNvPr id="6" name="ZoneTexte 5">
            <a:extLst>
              <a:ext uri="{FF2B5EF4-FFF2-40B4-BE49-F238E27FC236}">
                <a16:creationId xmlns:a16="http://schemas.microsoft.com/office/drawing/2014/main" id="{EF0AFA93-ABD0-474C-8DA4-EE7D53054D35}"/>
              </a:ext>
            </a:extLst>
          </p:cNvPr>
          <p:cNvSpPr txBox="1"/>
          <p:nvPr/>
        </p:nvSpPr>
        <p:spPr>
          <a:xfrm>
            <a:off x="1489578" y="2094175"/>
            <a:ext cx="1152065" cy="1015663"/>
          </a:xfrm>
          <a:prstGeom prst="rect">
            <a:avLst/>
          </a:prstGeom>
          <a:noFill/>
        </p:spPr>
        <p:txBody>
          <a:bodyPr wrap="square" rtlCol="0">
            <a:spAutoFit/>
          </a:bodyPr>
          <a:lstStyle/>
          <a:p>
            <a:pPr algn="ctr"/>
            <a:r>
              <a:rPr lang="fr-FR" sz="1000" b="1" dirty="0"/>
              <a:t>✔️Effectuer des actions pour les membres actuels
</a:t>
            </a:r>
            <a:endParaRPr lang="en-US" sz="1000" b="1" dirty="0"/>
          </a:p>
        </p:txBody>
      </p:sp>
      <p:sp>
        <p:nvSpPr>
          <p:cNvPr id="11" name="ZoneTexte 10">
            <a:extLst>
              <a:ext uri="{FF2B5EF4-FFF2-40B4-BE49-F238E27FC236}">
                <a16:creationId xmlns:a16="http://schemas.microsoft.com/office/drawing/2014/main" id="{000DDE18-F4B1-4A3F-BE27-E4F9FAE0BEA5}"/>
              </a:ext>
            </a:extLst>
          </p:cNvPr>
          <p:cNvSpPr txBox="1"/>
          <p:nvPr/>
        </p:nvSpPr>
        <p:spPr>
          <a:xfrm>
            <a:off x="3295028" y="2094175"/>
            <a:ext cx="1152065" cy="1015663"/>
          </a:xfrm>
          <a:prstGeom prst="rect">
            <a:avLst/>
          </a:prstGeom>
          <a:noFill/>
        </p:spPr>
        <p:txBody>
          <a:bodyPr wrap="square" rtlCol="0">
            <a:spAutoFit/>
          </a:bodyPr>
          <a:lstStyle/>
          <a:p>
            <a:pPr algn="ctr"/>
            <a:r>
              <a:rPr lang="fr-FR" sz="1000" b="1"/>
              <a:t>🎓Développer des compétences liées à la communauté
</a:t>
            </a:r>
            <a:endParaRPr lang="en-US" sz="1000" b="1" dirty="0"/>
          </a:p>
        </p:txBody>
      </p:sp>
      <p:sp>
        <p:nvSpPr>
          <p:cNvPr id="12" name="ZoneTexte 11">
            <a:extLst>
              <a:ext uri="{FF2B5EF4-FFF2-40B4-BE49-F238E27FC236}">
                <a16:creationId xmlns:a16="http://schemas.microsoft.com/office/drawing/2014/main" id="{C3A3EBB5-FC11-477A-B2CB-895950F835E8}"/>
              </a:ext>
            </a:extLst>
          </p:cNvPr>
          <p:cNvSpPr txBox="1"/>
          <p:nvPr/>
        </p:nvSpPr>
        <p:spPr>
          <a:xfrm>
            <a:off x="4826971" y="2094175"/>
            <a:ext cx="1414569" cy="861774"/>
          </a:xfrm>
          <a:prstGeom prst="rect">
            <a:avLst/>
          </a:prstGeom>
          <a:noFill/>
        </p:spPr>
        <p:txBody>
          <a:bodyPr wrap="square" rtlCol="0">
            <a:spAutoFit/>
          </a:bodyPr>
          <a:lstStyle/>
          <a:p>
            <a:pPr algn="ctr"/>
            <a:r>
              <a:rPr lang="fr-FR" sz="1000" b="1"/>
              <a:t>📣Agir en dehors de la Communauté pour la Communauté
</a:t>
            </a:r>
            <a:endParaRPr lang="en-US" sz="1000" b="1" dirty="0"/>
          </a:p>
        </p:txBody>
      </p:sp>
      <p:sp>
        <p:nvSpPr>
          <p:cNvPr id="13" name="ZoneTexte 12">
            <a:extLst>
              <a:ext uri="{FF2B5EF4-FFF2-40B4-BE49-F238E27FC236}">
                <a16:creationId xmlns:a16="http://schemas.microsoft.com/office/drawing/2014/main" id="{48C9C926-F196-426C-A5CD-312774458E20}"/>
              </a:ext>
            </a:extLst>
          </p:cNvPr>
          <p:cNvSpPr txBox="1"/>
          <p:nvPr/>
        </p:nvSpPr>
        <p:spPr>
          <a:xfrm>
            <a:off x="6580158" y="2094175"/>
            <a:ext cx="1152065" cy="861774"/>
          </a:xfrm>
          <a:prstGeom prst="rect">
            <a:avLst/>
          </a:prstGeom>
          <a:noFill/>
        </p:spPr>
        <p:txBody>
          <a:bodyPr wrap="square" rtlCol="0">
            <a:spAutoFit/>
          </a:bodyPr>
          <a:lstStyle/>
          <a:p>
            <a:pPr algn="ctr"/>
            <a:r>
              <a:rPr lang="fr-FR" sz="1000" b="1"/>
              <a:t>✍️Créer ou organiser du contenu pour la communauté
</a:t>
            </a:r>
            <a:endParaRPr lang="en-US" sz="1000" b="1" dirty="0"/>
          </a:p>
        </p:txBody>
      </p:sp>
      <p:sp>
        <p:nvSpPr>
          <p:cNvPr id="15" name="ZoneTexte 14">
            <a:extLst>
              <a:ext uri="{FF2B5EF4-FFF2-40B4-BE49-F238E27FC236}">
                <a16:creationId xmlns:a16="http://schemas.microsoft.com/office/drawing/2014/main" id="{2E6B0283-BE05-4AAB-8770-36AABB699B6A}"/>
              </a:ext>
            </a:extLst>
          </p:cNvPr>
          <p:cNvSpPr txBox="1"/>
          <p:nvPr/>
        </p:nvSpPr>
        <p:spPr>
          <a:xfrm>
            <a:off x="8222723" y="2094175"/>
            <a:ext cx="1152065" cy="707886"/>
          </a:xfrm>
          <a:prstGeom prst="rect">
            <a:avLst/>
          </a:prstGeom>
          <a:noFill/>
        </p:spPr>
        <p:txBody>
          <a:bodyPr wrap="square" rtlCol="0">
            <a:spAutoFit/>
          </a:bodyPr>
          <a:lstStyle/>
          <a:p>
            <a:pPr algn="ctr"/>
            <a:r>
              <a:rPr lang="en-US" sz="1000" b="1" dirty="0"/>
              <a:t>🎯</a:t>
            </a:r>
            <a:r>
              <a:rPr lang="en-US" sz="1000" b="1" dirty="0" err="1"/>
              <a:t>Servir</a:t>
            </a:r>
            <a:r>
              <a:rPr lang="en-US" sz="1000" b="1" dirty="0"/>
              <a:t> </a:t>
            </a:r>
            <a:r>
              <a:rPr lang="en-US" sz="1000" b="1" dirty="0" err="1"/>
              <a:t>l’objectif</a:t>
            </a:r>
            <a:r>
              <a:rPr lang="en-US" sz="1000" b="1" dirty="0"/>
              <a:t> </a:t>
            </a:r>
            <a:r>
              <a:rPr lang="en-US" sz="1000" b="1" dirty="0" err="1"/>
              <a:t>communautaire</a:t>
            </a:r>
            <a:r>
              <a:rPr lang="en-US" sz="1000" b="1" dirty="0"/>
              <a:t> 
</a:t>
            </a:r>
          </a:p>
        </p:txBody>
      </p:sp>
      <p:sp>
        <p:nvSpPr>
          <p:cNvPr id="16" name="ZoneTexte 15">
            <a:extLst>
              <a:ext uri="{FF2B5EF4-FFF2-40B4-BE49-F238E27FC236}">
                <a16:creationId xmlns:a16="http://schemas.microsoft.com/office/drawing/2014/main" id="{B8081A24-EF99-4A1A-A12A-090CC82EC249}"/>
              </a:ext>
            </a:extLst>
          </p:cNvPr>
          <p:cNvSpPr txBox="1"/>
          <p:nvPr/>
        </p:nvSpPr>
        <p:spPr>
          <a:xfrm>
            <a:off x="9865286" y="2094175"/>
            <a:ext cx="1152065" cy="707886"/>
          </a:xfrm>
          <a:prstGeom prst="rect">
            <a:avLst/>
          </a:prstGeom>
          <a:noFill/>
        </p:spPr>
        <p:txBody>
          <a:bodyPr wrap="square" rtlCol="0">
            <a:spAutoFit/>
          </a:bodyPr>
          <a:lstStyle/>
          <a:p>
            <a:pPr algn="ctr"/>
            <a:r>
              <a:rPr lang="fr-FR" sz="1000" b="1" dirty="0"/>
              <a:t>📚En savoir plus sur la culture communautaire</a:t>
            </a:r>
            <a:endParaRPr lang="en-US" sz="1000" b="1" dirty="0"/>
          </a:p>
        </p:txBody>
      </p:sp>
      <p:sp>
        <p:nvSpPr>
          <p:cNvPr id="17" name="Rectangle 16">
            <a:extLst>
              <a:ext uri="{FF2B5EF4-FFF2-40B4-BE49-F238E27FC236}">
                <a16:creationId xmlns:a16="http://schemas.microsoft.com/office/drawing/2014/main" id="{DC5A530A-6282-49F1-8A26-BADA3F47106D}"/>
              </a:ext>
            </a:extLst>
          </p:cNvPr>
          <p:cNvSpPr/>
          <p:nvPr/>
        </p:nvSpPr>
        <p:spPr>
          <a:xfrm>
            <a:off x="2065609" y="289372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à l’intégration d’un nouveau membre</a:t>
            </a:r>
            <a:endParaRPr lang="en-US" sz="900" dirty="0">
              <a:solidFill>
                <a:schemeClr val="tx1"/>
              </a:solidFill>
            </a:endParaRPr>
          </a:p>
        </p:txBody>
      </p:sp>
      <p:sp>
        <p:nvSpPr>
          <p:cNvPr id="18" name="Rectangle 17">
            <a:extLst>
              <a:ext uri="{FF2B5EF4-FFF2-40B4-BE49-F238E27FC236}">
                <a16:creationId xmlns:a16="http://schemas.microsoft.com/office/drawing/2014/main" id="{EC6506E3-455B-4956-B548-82803BC8C787}"/>
              </a:ext>
            </a:extLst>
          </p:cNvPr>
          <p:cNvSpPr/>
          <p:nvPr/>
        </p:nvSpPr>
        <p:spPr>
          <a:xfrm>
            <a:off x="2065609" y="4714906"/>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Organiser ou </a:t>
            </a:r>
            <a:r>
              <a:rPr lang="fr-FR" sz="900" dirty="0" err="1">
                <a:solidFill>
                  <a:schemeClr val="tx1"/>
                </a:solidFill>
              </a:rPr>
              <a:t>co-organiser</a:t>
            </a:r>
            <a:r>
              <a:rPr lang="fr-FR" sz="900" dirty="0">
                <a:solidFill>
                  <a:schemeClr val="tx1"/>
                </a:solidFill>
              </a:rPr>
              <a:t> un événement communautaire</a:t>
            </a:r>
            <a:endParaRPr lang="en-US" sz="900" dirty="0">
              <a:solidFill>
                <a:schemeClr val="tx1"/>
              </a:solidFill>
            </a:endParaRPr>
          </a:p>
        </p:txBody>
      </p:sp>
      <p:sp>
        <p:nvSpPr>
          <p:cNvPr id="19" name="Rectangle 18">
            <a:extLst>
              <a:ext uri="{FF2B5EF4-FFF2-40B4-BE49-F238E27FC236}">
                <a16:creationId xmlns:a16="http://schemas.microsoft.com/office/drawing/2014/main" id="{1DECC510-75E1-4EFF-B547-C2B692CA858E}"/>
              </a:ext>
            </a:extLst>
          </p:cNvPr>
          <p:cNvSpPr/>
          <p:nvPr/>
        </p:nvSpPr>
        <p:spPr>
          <a:xfrm>
            <a:off x="2065609"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Aider à l’organisation d’un événement communautaire</a:t>
            </a:r>
            <a:endParaRPr lang="en-US" sz="900" dirty="0">
              <a:solidFill>
                <a:schemeClr val="tx1"/>
              </a:solidFill>
            </a:endParaRPr>
          </a:p>
        </p:txBody>
      </p:sp>
      <p:sp>
        <p:nvSpPr>
          <p:cNvPr id="20" name="Rectangle 19">
            <a:extLst>
              <a:ext uri="{FF2B5EF4-FFF2-40B4-BE49-F238E27FC236}">
                <a16:creationId xmlns:a16="http://schemas.microsoft.com/office/drawing/2014/main" id="{DC976343-4D12-4E3D-8828-D4F5EAA90970}"/>
              </a:ext>
            </a:extLst>
          </p:cNvPr>
          <p:cNvSpPr/>
          <p:nvPr/>
        </p:nvSpPr>
        <p:spPr>
          <a:xfrm>
            <a:off x="2065609" y="4107847"/>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❓Répondre aux questions des membres dans le Forum de la communauté</a:t>
            </a:r>
            <a:endParaRPr lang="en-US" sz="900" dirty="0">
              <a:solidFill>
                <a:schemeClr val="tx1"/>
              </a:solidFill>
            </a:endParaRPr>
          </a:p>
        </p:txBody>
      </p:sp>
      <p:sp>
        <p:nvSpPr>
          <p:cNvPr id="21" name="Rectangle 20">
            <a:extLst>
              <a:ext uri="{FF2B5EF4-FFF2-40B4-BE49-F238E27FC236}">
                <a16:creationId xmlns:a16="http://schemas.microsoft.com/office/drawing/2014/main" id="{23C0B9DB-B97C-4ADE-A2E1-276A0F33F4DD}"/>
              </a:ext>
            </a:extLst>
          </p:cNvPr>
          <p:cNvSpPr/>
          <p:nvPr/>
        </p:nvSpPr>
        <p:spPr>
          <a:xfrm>
            <a:off x="991134" y="2894568"/>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au départ d’un (bientôt) ancien membre</a:t>
            </a:r>
            <a:endParaRPr lang="en-US" sz="900" dirty="0">
              <a:solidFill>
                <a:schemeClr val="tx1"/>
              </a:solidFill>
            </a:endParaRPr>
          </a:p>
        </p:txBody>
      </p:sp>
      <p:sp>
        <p:nvSpPr>
          <p:cNvPr id="22" name="Rectangle 21">
            <a:extLst>
              <a:ext uri="{FF2B5EF4-FFF2-40B4-BE49-F238E27FC236}">
                <a16:creationId xmlns:a16="http://schemas.microsoft.com/office/drawing/2014/main" id="{4AB68A06-3855-4AAC-9D7E-E5D4F364AA92}"/>
              </a:ext>
            </a:extLst>
          </p:cNvPr>
          <p:cNvSpPr/>
          <p:nvPr/>
        </p:nvSpPr>
        <p:spPr>
          <a:xfrm>
            <a:off x="2065609" y="350078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un membre actuel ou un groupe de membres</a:t>
            </a:r>
            <a:endParaRPr lang="en-US" sz="900" dirty="0">
              <a:solidFill>
                <a:schemeClr val="tx1"/>
              </a:solidFill>
            </a:endParaRPr>
          </a:p>
        </p:txBody>
      </p:sp>
      <p:sp>
        <p:nvSpPr>
          <p:cNvPr id="23" name="Rectangle 22">
            <a:extLst>
              <a:ext uri="{FF2B5EF4-FFF2-40B4-BE49-F238E27FC236}">
                <a16:creationId xmlns:a16="http://schemas.microsoft.com/office/drawing/2014/main" id="{1EEB88C8-3EFA-4D8F-A9CB-07A468BC348B}"/>
              </a:ext>
            </a:extLst>
          </p:cNvPr>
          <p:cNvSpPr/>
          <p:nvPr/>
        </p:nvSpPr>
        <p:spPr>
          <a:xfrm>
            <a:off x="501518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 Aider à promouvoir la communauté (accueillir ou organiser un événement)
</a:t>
            </a:r>
            <a:endParaRPr lang="en-US" sz="900">
              <a:solidFill>
                <a:schemeClr val="tx1"/>
              </a:solidFill>
            </a:endParaRPr>
          </a:p>
        </p:txBody>
      </p:sp>
      <p:sp>
        <p:nvSpPr>
          <p:cNvPr id="24" name="Rectangle 23">
            <a:extLst>
              <a:ext uri="{FF2B5EF4-FFF2-40B4-BE49-F238E27FC236}">
                <a16:creationId xmlns:a16="http://schemas.microsoft.com/office/drawing/2014/main" id="{302E83FA-F508-455B-AB99-67C8A6C20CB1}"/>
              </a:ext>
            </a:extLst>
          </p:cNvPr>
          <p:cNvSpPr/>
          <p:nvPr/>
        </p:nvSpPr>
        <p:spPr>
          <a:xfrm>
            <a:off x="5015180" y="353612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Attirer de nouveaux membres</a:t>
            </a:r>
            <a:endParaRPr lang="en-US" sz="900" dirty="0">
              <a:solidFill>
                <a:schemeClr val="tx1"/>
              </a:solidFill>
            </a:endParaRPr>
          </a:p>
        </p:txBody>
      </p:sp>
      <p:sp>
        <p:nvSpPr>
          <p:cNvPr id="25" name="Rectangle 24">
            <a:extLst>
              <a:ext uri="{FF2B5EF4-FFF2-40B4-BE49-F238E27FC236}">
                <a16:creationId xmlns:a16="http://schemas.microsoft.com/office/drawing/2014/main" id="{7447F23A-57FB-4584-93F0-C369B7B9D480}"/>
              </a:ext>
            </a:extLst>
          </p:cNvPr>
          <p:cNvSpPr/>
          <p:nvPr/>
        </p:nvSpPr>
        <p:spPr>
          <a:xfrm>
            <a:off x="5015180" y="414334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Établir des partenariats avec la Communauté</a:t>
            </a:r>
            <a:endParaRPr lang="en-US" sz="900" dirty="0">
              <a:solidFill>
                <a:schemeClr val="tx1"/>
              </a:solidFill>
            </a:endParaRPr>
          </a:p>
        </p:txBody>
      </p:sp>
      <p:sp>
        <p:nvSpPr>
          <p:cNvPr id="26" name="Rectangle 25">
            <a:extLst>
              <a:ext uri="{FF2B5EF4-FFF2-40B4-BE49-F238E27FC236}">
                <a16:creationId xmlns:a16="http://schemas.microsoft.com/office/drawing/2014/main" id="{C8113C42-84B8-4C4D-A1D3-05E8376A702B}"/>
              </a:ext>
            </a:extLst>
          </p:cNvPr>
          <p:cNvSpPr/>
          <p:nvPr/>
        </p:nvSpPr>
        <p:spPr>
          <a:xfrm>
            <a:off x="6657745"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Lancer une discussion dans le forum de la communauté </a:t>
            </a:r>
            <a:endParaRPr lang="en-US" sz="900" dirty="0">
              <a:solidFill>
                <a:schemeClr val="tx1"/>
              </a:solidFill>
            </a:endParaRPr>
          </a:p>
        </p:txBody>
      </p:sp>
      <p:sp>
        <p:nvSpPr>
          <p:cNvPr id="27" name="Rectangle 26">
            <a:extLst>
              <a:ext uri="{FF2B5EF4-FFF2-40B4-BE49-F238E27FC236}">
                <a16:creationId xmlns:a16="http://schemas.microsoft.com/office/drawing/2014/main" id="{657035FE-8FB6-4EDA-B8F9-6CDB460871ED}"/>
              </a:ext>
            </a:extLst>
          </p:cNvPr>
          <p:cNvSpPr/>
          <p:nvPr/>
        </p:nvSpPr>
        <p:spPr>
          <a:xfrm>
            <a:off x="991133" y="351563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🤝Présenter les membres les uns aux autres</a:t>
            </a:r>
            <a:endParaRPr lang="en-US" sz="900" dirty="0">
              <a:solidFill>
                <a:schemeClr val="tx1"/>
              </a:solidFill>
            </a:endParaRPr>
          </a:p>
        </p:txBody>
      </p:sp>
      <p:sp>
        <p:nvSpPr>
          <p:cNvPr id="28" name="Rectangle 27">
            <a:extLst>
              <a:ext uri="{FF2B5EF4-FFF2-40B4-BE49-F238E27FC236}">
                <a16:creationId xmlns:a16="http://schemas.microsoft.com/office/drawing/2014/main" id="{1B27BE6F-E81B-4E48-A9BC-29012AB1D4C6}"/>
              </a:ext>
            </a:extLst>
          </p:cNvPr>
          <p:cNvSpPr/>
          <p:nvPr/>
        </p:nvSpPr>
        <p:spPr>
          <a:xfrm>
            <a:off x="5015180" y="475056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Présenter des membres (en tant que membres) en dehors de la Communauté</a:t>
            </a:r>
            <a:endParaRPr lang="en-US" sz="900" dirty="0">
              <a:solidFill>
                <a:schemeClr val="tx1"/>
              </a:solidFill>
            </a:endParaRPr>
          </a:p>
        </p:txBody>
      </p:sp>
      <p:sp>
        <p:nvSpPr>
          <p:cNvPr id="29" name="Rectangle 28">
            <a:extLst>
              <a:ext uri="{FF2B5EF4-FFF2-40B4-BE49-F238E27FC236}">
                <a16:creationId xmlns:a16="http://schemas.microsoft.com/office/drawing/2014/main" id="{EA88F709-4B56-4E0C-9C23-6A4EE0B5687E}"/>
              </a:ext>
            </a:extLst>
          </p:cNvPr>
          <p:cNvSpPr/>
          <p:nvPr/>
        </p:nvSpPr>
        <p:spPr>
          <a:xfrm>
            <a:off x="5015180" y="535778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Partager du contenu lié à la communauté</a:t>
            </a:r>
            <a:endParaRPr lang="en-US" sz="900" dirty="0">
              <a:solidFill>
                <a:schemeClr val="tx1"/>
              </a:solidFill>
            </a:endParaRPr>
          </a:p>
        </p:txBody>
      </p:sp>
      <p:sp>
        <p:nvSpPr>
          <p:cNvPr id="30" name="Rectangle 29">
            <a:extLst>
              <a:ext uri="{FF2B5EF4-FFF2-40B4-BE49-F238E27FC236}">
                <a16:creationId xmlns:a16="http://schemas.microsoft.com/office/drawing/2014/main" id="{BCAABB93-BC4B-48F1-8D35-21F63659CA43}"/>
              </a:ext>
            </a:extLst>
          </p:cNvPr>
          <p:cNvSpPr/>
          <p:nvPr/>
        </p:nvSpPr>
        <p:spPr>
          <a:xfrm>
            <a:off x="5015180" y="59650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Réviser, Commenter, ajouter des réactions, s’abonner à la Communauté sur des plateformes extérieures</a:t>
            </a:r>
            <a:endParaRPr lang="en-US" sz="900" dirty="0">
              <a:solidFill>
                <a:schemeClr val="tx1"/>
              </a:solidFill>
            </a:endParaRPr>
          </a:p>
        </p:txBody>
      </p:sp>
      <p:sp>
        <p:nvSpPr>
          <p:cNvPr id="31" name="Rectangle 30">
            <a:extLst>
              <a:ext uri="{FF2B5EF4-FFF2-40B4-BE49-F238E27FC236}">
                <a16:creationId xmlns:a16="http://schemas.microsoft.com/office/drawing/2014/main" id="{CF15A6A6-7D0B-44A4-821E-49C5AF4474AB}"/>
              </a:ext>
            </a:extLst>
          </p:cNvPr>
          <p:cNvSpPr/>
          <p:nvPr/>
        </p:nvSpPr>
        <p:spPr>
          <a:xfrm>
            <a:off x="6657745" y="352144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Écrire un article pour la communauté</a:t>
            </a:r>
            <a:endParaRPr lang="en-US" sz="900" dirty="0">
              <a:solidFill>
                <a:schemeClr val="tx1"/>
              </a:solidFill>
            </a:endParaRPr>
          </a:p>
        </p:txBody>
      </p:sp>
      <p:sp>
        <p:nvSpPr>
          <p:cNvPr id="32" name="Rectangle 31">
            <a:extLst>
              <a:ext uri="{FF2B5EF4-FFF2-40B4-BE49-F238E27FC236}">
                <a16:creationId xmlns:a16="http://schemas.microsoft.com/office/drawing/2014/main" id="{0A2E89FD-8C89-4E2E-8866-EB5E862CD18B}"/>
              </a:ext>
            </a:extLst>
          </p:cNvPr>
          <p:cNvSpPr/>
          <p:nvPr/>
        </p:nvSpPr>
        <p:spPr>
          <a:xfrm>
            <a:off x="6657745" y="411397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Enregistrer une vidéo, un podcast ou de la musique</a:t>
            </a:r>
            <a:endParaRPr lang="en-US" sz="900" dirty="0">
              <a:solidFill>
                <a:schemeClr val="tx1"/>
              </a:solidFill>
            </a:endParaRPr>
          </a:p>
        </p:txBody>
      </p:sp>
      <p:sp>
        <p:nvSpPr>
          <p:cNvPr id="33" name="Rectangle 32">
            <a:extLst>
              <a:ext uri="{FF2B5EF4-FFF2-40B4-BE49-F238E27FC236}">
                <a16:creationId xmlns:a16="http://schemas.microsoft.com/office/drawing/2014/main" id="{0A6D8C9A-C3F2-40FA-A050-197BB7DF5F7F}"/>
              </a:ext>
            </a:extLst>
          </p:cNvPr>
          <p:cNvSpPr/>
          <p:nvPr/>
        </p:nvSpPr>
        <p:spPr>
          <a:xfrm>
            <a:off x="6657745" y="469733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Organiser le wiki communautaire</a:t>
            </a:r>
            <a:endParaRPr lang="en-US" sz="900" dirty="0">
              <a:solidFill>
                <a:schemeClr val="tx1"/>
              </a:solidFill>
            </a:endParaRPr>
          </a:p>
        </p:txBody>
      </p:sp>
      <p:sp>
        <p:nvSpPr>
          <p:cNvPr id="34" name="Rectangle 33">
            <a:extLst>
              <a:ext uri="{FF2B5EF4-FFF2-40B4-BE49-F238E27FC236}">
                <a16:creationId xmlns:a16="http://schemas.microsoft.com/office/drawing/2014/main" id="{651C6FF2-D42F-4DD6-B86C-F9C604550040}"/>
              </a:ext>
            </a:extLst>
          </p:cNvPr>
          <p:cNvSpPr/>
          <p:nvPr/>
        </p:nvSpPr>
        <p:spPr>
          <a:xfrm>
            <a:off x="991133" y="412285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🛠️Mettre en place des outils et des processus pour la Communauté</a:t>
            </a:r>
            <a:endParaRPr lang="en-US" sz="900" dirty="0">
              <a:solidFill>
                <a:schemeClr val="tx1"/>
              </a:solidFill>
            </a:endParaRPr>
          </a:p>
        </p:txBody>
      </p:sp>
      <p:sp>
        <p:nvSpPr>
          <p:cNvPr id="35" name="Rectangle 34">
            <a:extLst>
              <a:ext uri="{FF2B5EF4-FFF2-40B4-BE49-F238E27FC236}">
                <a16:creationId xmlns:a16="http://schemas.microsoft.com/office/drawing/2014/main" id="{EC020CF5-E25D-49C6-B43E-4082F8644888}"/>
              </a:ext>
            </a:extLst>
          </p:cNvPr>
          <p:cNvSpPr/>
          <p:nvPr/>
        </p:nvSpPr>
        <p:spPr>
          <a:xfrm>
            <a:off x="991133" y="473007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dirty="0">
                <a:solidFill>
                  <a:schemeClr val="tx1"/>
                </a:solidFill>
              </a:rPr>
              <a:t>🤡</a:t>
            </a:r>
            <a:r>
              <a:rPr lang="en-US" sz="900" dirty="0" err="1">
                <a:solidFill>
                  <a:schemeClr val="tx1"/>
                </a:solidFill>
              </a:rPr>
              <a:t>Divertir</a:t>
            </a:r>
            <a:r>
              <a:rPr lang="en-US" sz="900" dirty="0">
                <a:solidFill>
                  <a:schemeClr val="tx1"/>
                </a:solidFill>
              </a:rPr>
              <a:t> la </a:t>
            </a:r>
            <a:r>
              <a:rPr lang="en-US" sz="900" dirty="0" err="1">
                <a:solidFill>
                  <a:schemeClr val="tx1"/>
                </a:solidFill>
              </a:rPr>
              <a:t>communauté</a:t>
            </a:r>
            <a:endParaRPr lang="en-US" sz="900" dirty="0">
              <a:solidFill>
                <a:schemeClr val="tx1"/>
              </a:solidFill>
            </a:endParaRPr>
          </a:p>
        </p:txBody>
      </p:sp>
      <p:sp>
        <p:nvSpPr>
          <p:cNvPr id="36" name="Rectangle 35">
            <a:extLst>
              <a:ext uri="{FF2B5EF4-FFF2-40B4-BE49-F238E27FC236}">
                <a16:creationId xmlns:a16="http://schemas.microsoft.com/office/drawing/2014/main" id="{75D96781-0945-459C-8DB2-E56FE81D07EE}"/>
              </a:ext>
            </a:extLst>
          </p:cNvPr>
          <p:cNvSpPr/>
          <p:nvPr/>
        </p:nvSpPr>
        <p:spPr>
          <a:xfrm>
            <a:off x="830031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Effectuer des actions pour lesquelles la Communauté a été créée </a:t>
            </a:r>
            <a:endParaRPr lang="en-US" sz="900" dirty="0">
              <a:solidFill>
                <a:schemeClr val="tx1"/>
              </a:solidFill>
            </a:endParaRPr>
          </a:p>
        </p:txBody>
      </p:sp>
      <p:sp>
        <p:nvSpPr>
          <p:cNvPr id="37" name="Rectangle 36">
            <a:extLst>
              <a:ext uri="{FF2B5EF4-FFF2-40B4-BE49-F238E27FC236}">
                <a16:creationId xmlns:a16="http://schemas.microsoft.com/office/drawing/2014/main" id="{B8BB9228-1EF5-4630-BDBA-B8AB2F7C72FC}"/>
              </a:ext>
            </a:extLst>
          </p:cNvPr>
          <p:cNvSpPr/>
          <p:nvPr/>
        </p:nvSpPr>
        <p:spPr>
          <a:xfrm>
            <a:off x="8300310" y="3540563"/>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Partager les résultats des actions liées à l’objectif de la communauté</a:t>
            </a:r>
            <a:endParaRPr lang="en-US" sz="900" dirty="0">
              <a:solidFill>
                <a:schemeClr val="tx1"/>
              </a:solidFill>
            </a:endParaRPr>
          </a:p>
        </p:txBody>
      </p:sp>
      <p:sp>
        <p:nvSpPr>
          <p:cNvPr id="38" name="Rectangle 37">
            <a:extLst>
              <a:ext uri="{FF2B5EF4-FFF2-40B4-BE49-F238E27FC236}">
                <a16:creationId xmlns:a16="http://schemas.microsoft.com/office/drawing/2014/main" id="{ECF345FE-68DE-42FD-8935-7C4FD41BD0A2}"/>
              </a:ext>
            </a:extLst>
          </p:cNvPr>
          <p:cNvSpPr/>
          <p:nvPr/>
        </p:nvSpPr>
        <p:spPr>
          <a:xfrm>
            <a:off x="9942875" y="292890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Découvrir les artefacts de la communauté (voir #OpenSeriousCommmunity)
</a:t>
            </a:r>
            <a:endParaRPr lang="en-US" sz="900" dirty="0">
              <a:solidFill>
                <a:schemeClr val="tx1"/>
              </a:solidFill>
            </a:endParaRPr>
          </a:p>
        </p:txBody>
      </p:sp>
      <p:sp>
        <p:nvSpPr>
          <p:cNvPr id="39" name="Rectangle 38">
            <a:extLst>
              <a:ext uri="{FF2B5EF4-FFF2-40B4-BE49-F238E27FC236}">
                <a16:creationId xmlns:a16="http://schemas.microsoft.com/office/drawing/2014/main" id="{7EC0F3F5-136A-43EF-A89C-EB0EF3D4054D}"/>
              </a:ext>
            </a:extLst>
          </p:cNvPr>
          <p:cNvSpPr/>
          <p:nvPr/>
        </p:nvSpPr>
        <p:spPr>
          <a:xfrm>
            <a:off x="3442259" y="289689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Développer une compétence liée à l’objet de la communauté</a:t>
            </a:r>
            <a:endParaRPr lang="en-US" sz="900" dirty="0">
              <a:solidFill>
                <a:schemeClr val="tx1"/>
              </a:solidFill>
            </a:endParaRPr>
          </a:p>
        </p:txBody>
      </p:sp>
      <p:sp>
        <p:nvSpPr>
          <p:cNvPr id="40" name="Rectangle 39">
            <a:extLst>
              <a:ext uri="{FF2B5EF4-FFF2-40B4-BE49-F238E27FC236}">
                <a16:creationId xmlns:a16="http://schemas.microsoft.com/office/drawing/2014/main" id="{487189E3-51C4-4E6F-B0B4-19953624068A}"/>
              </a:ext>
            </a:extLst>
          </p:cNvPr>
          <p:cNvSpPr/>
          <p:nvPr/>
        </p:nvSpPr>
        <p:spPr>
          <a:xfrm>
            <a:off x="3442259" y="3504352"/>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Réussir un examen communautaire sur une compétence liée à l’objet de la communauté</a:t>
            </a:r>
            <a:endParaRPr lang="en-US" sz="900" dirty="0">
              <a:solidFill>
                <a:schemeClr val="tx1"/>
              </a:solidFill>
            </a:endParaRPr>
          </a:p>
        </p:txBody>
      </p:sp>
      <p:sp>
        <p:nvSpPr>
          <p:cNvPr id="41" name="Rectangle 40">
            <a:extLst>
              <a:ext uri="{FF2B5EF4-FFF2-40B4-BE49-F238E27FC236}">
                <a16:creationId xmlns:a16="http://schemas.microsoft.com/office/drawing/2014/main" id="{EC0742E2-3018-4DC8-8F99-EF126F11A284}"/>
              </a:ext>
            </a:extLst>
          </p:cNvPr>
          <p:cNvSpPr/>
          <p:nvPr/>
        </p:nvSpPr>
        <p:spPr>
          <a:xfrm>
            <a:off x="3442259" y="410784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Réussir un examen externe sur une compétence liée à l’objet de la communauté</a:t>
            </a:r>
            <a:endParaRPr lang="en-US" sz="900" dirty="0">
              <a:solidFill>
                <a:schemeClr val="tx1"/>
              </a:solidFill>
            </a:endParaRPr>
          </a:p>
        </p:txBody>
      </p:sp>
      <p:sp>
        <p:nvSpPr>
          <p:cNvPr id="42" name="Rectangle 41">
            <a:extLst>
              <a:ext uri="{FF2B5EF4-FFF2-40B4-BE49-F238E27FC236}">
                <a16:creationId xmlns:a16="http://schemas.microsoft.com/office/drawing/2014/main" id="{2EB5BE04-C8F1-45CF-8F1A-B2D98B51041A}"/>
              </a:ext>
            </a:extLst>
          </p:cNvPr>
          <p:cNvSpPr/>
          <p:nvPr/>
        </p:nvSpPr>
        <p:spPr>
          <a:xfrm>
            <a:off x="3442259" y="4714906"/>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Transmettre des connaissances sur une compétence liée à l’objet de la communauté </a:t>
            </a:r>
            <a:endParaRPr lang="en-US" sz="900" dirty="0">
              <a:solidFill>
                <a:schemeClr val="tx1"/>
              </a:solidFill>
            </a:endParaRPr>
          </a:p>
        </p:txBody>
      </p:sp>
      <p:sp>
        <p:nvSpPr>
          <p:cNvPr id="43" name="Rectangle 42">
            <a:extLst>
              <a:ext uri="{FF2B5EF4-FFF2-40B4-BE49-F238E27FC236}">
                <a16:creationId xmlns:a16="http://schemas.microsoft.com/office/drawing/2014/main" id="{2E2ABF57-2BC2-4018-BB8A-7A90484559A3}"/>
              </a:ext>
            </a:extLst>
          </p:cNvPr>
          <p:cNvSpPr/>
          <p:nvPr/>
        </p:nvSpPr>
        <p:spPr>
          <a:xfrm>
            <a:off x="6657745" y="530455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Créer un cours / programme de formation pour la communauté</a:t>
            </a:r>
            <a:endParaRPr lang="en-US" sz="900" dirty="0">
              <a:solidFill>
                <a:schemeClr val="tx1"/>
              </a:solidFill>
            </a:endParaRPr>
          </a:p>
        </p:txBody>
      </p:sp>
      <p:sp>
        <p:nvSpPr>
          <p:cNvPr id="44" name="Rectangle 43">
            <a:extLst>
              <a:ext uri="{FF2B5EF4-FFF2-40B4-BE49-F238E27FC236}">
                <a16:creationId xmlns:a16="http://schemas.microsoft.com/office/drawing/2014/main" id="{65C08207-1996-4A2A-BFA8-FCBB31BE649D}"/>
              </a:ext>
            </a:extLst>
          </p:cNvPr>
          <p:cNvSpPr/>
          <p:nvPr/>
        </p:nvSpPr>
        <p:spPr>
          <a:xfrm>
            <a:off x="6657745" y="591177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Réagir aux publications dans le forum de la communauté</a:t>
            </a:r>
            <a:endParaRPr lang="en-US" sz="900" dirty="0">
              <a:solidFill>
                <a:schemeClr val="tx1"/>
              </a:solidFill>
            </a:endParaRPr>
          </a:p>
        </p:txBody>
      </p:sp>
      <p:sp>
        <p:nvSpPr>
          <p:cNvPr id="45" name="Rectangle 44">
            <a:extLst>
              <a:ext uri="{FF2B5EF4-FFF2-40B4-BE49-F238E27FC236}">
                <a16:creationId xmlns:a16="http://schemas.microsoft.com/office/drawing/2014/main" id="{4335EFA8-D2BE-4973-A41E-15FA99E8845A}"/>
              </a:ext>
            </a:extLst>
          </p:cNvPr>
          <p:cNvSpPr/>
          <p:nvPr/>
        </p:nvSpPr>
        <p:spPr>
          <a:xfrm>
            <a:off x="991134"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Représenter la voix de la Communauté auprès des membres</a:t>
            </a:r>
            <a:endParaRPr lang="en-US" sz="900" dirty="0">
              <a:solidFill>
                <a:schemeClr val="tx1"/>
              </a:solidFill>
            </a:endParaRPr>
          </a:p>
        </p:txBody>
      </p:sp>
    </p:spTree>
    <p:extLst>
      <p:ext uri="{BB962C8B-B14F-4D97-AF65-F5344CB8AC3E}">
        <p14:creationId xmlns:p14="http://schemas.microsoft.com/office/powerpoint/2010/main" val="1015549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Exemples de rôles communautaires de base avec leurs activités</a:t>
            </a:r>
            <a:endParaRPr lang="en-US" dirty="0"/>
          </a:p>
        </p:txBody>
      </p:sp>
      <p:sp>
        <p:nvSpPr>
          <p:cNvPr id="8" name="Rectangle 7">
            <a:extLst>
              <a:ext uri="{FF2B5EF4-FFF2-40B4-BE49-F238E27FC236}">
                <a16:creationId xmlns:a16="http://schemas.microsoft.com/office/drawing/2014/main" id="{90FEB3CB-FB45-4F17-8F54-B3E066B812F5}"/>
              </a:ext>
            </a:extLst>
          </p:cNvPr>
          <p:cNvSpPr/>
          <p:nvPr/>
        </p:nvSpPr>
        <p:spPr>
          <a:xfrm>
            <a:off x="569773"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Curieux</a:t>
            </a:r>
            <a:r>
              <a:rPr lang="en-US" sz="1000" dirty="0">
                <a:solidFill>
                  <a:schemeClr val="bg1"/>
                </a:solidFill>
              </a:rPr>
              <a:t> </a:t>
            </a:r>
          </a:p>
        </p:txBody>
      </p:sp>
      <p:sp>
        <p:nvSpPr>
          <p:cNvPr id="9" name="Rectangle 8">
            <a:extLst>
              <a:ext uri="{FF2B5EF4-FFF2-40B4-BE49-F238E27FC236}">
                <a16:creationId xmlns:a16="http://schemas.microsoft.com/office/drawing/2014/main" id="{7CF535A7-262A-4C67-A207-8D33EF931D5C}"/>
              </a:ext>
            </a:extLst>
          </p:cNvPr>
          <p:cNvSpPr/>
          <p:nvPr/>
        </p:nvSpPr>
        <p:spPr>
          <a:xfrm>
            <a:off x="2287502" y="3384143"/>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Étudiant</a:t>
            </a:r>
            <a:endParaRPr lang="en-US" sz="1000" dirty="0">
              <a:solidFill>
                <a:schemeClr val="bg1"/>
              </a:solidFill>
            </a:endParaRPr>
          </a:p>
        </p:txBody>
      </p:sp>
      <p:sp>
        <p:nvSpPr>
          <p:cNvPr id="10" name="Rectangle 9">
            <a:extLst>
              <a:ext uri="{FF2B5EF4-FFF2-40B4-BE49-F238E27FC236}">
                <a16:creationId xmlns:a16="http://schemas.microsoft.com/office/drawing/2014/main" id="{3739CA36-1F6E-49FF-9220-D178EBEF677E}"/>
              </a:ext>
            </a:extLst>
          </p:cNvPr>
          <p:cNvSpPr/>
          <p:nvPr/>
        </p:nvSpPr>
        <p:spPr>
          <a:xfrm>
            <a:off x="6161670" y="3438391"/>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Ombre</a:t>
            </a:r>
          </a:p>
        </p:txBody>
      </p:sp>
      <p:sp>
        <p:nvSpPr>
          <p:cNvPr id="11" name="Rectangle 10">
            <a:extLst>
              <a:ext uri="{FF2B5EF4-FFF2-40B4-BE49-F238E27FC236}">
                <a16:creationId xmlns:a16="http://schemas.microsoft.com/office/drawing/2014/main" id="{0BBEB798-6CE0-4A58-85EB-628BCDBD2701}"/>
              </a:ext>
            </a:extLst>
          </p:cNvPr>
          <p:cNvSpPr/>
          <p:nvPr/>
        </p:nvSpPr>
        <p:spPr>
          <a:xfrm>
            <a:off x="8223693" y="3439122"/>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1000" dirty="0">
                <a:solidFill>
                  <a:schemeClr val="bg1"/>
                </a:solidFill>
              </a:rPr>
              <a:t>Micro-</a:t>
            </a:r>
            <a:r>
              <a:rPr lang="en-US" sz="1000" dirty="0" err="1">
                <a:solidFill>
                  <a:schemeClr val="bg1"/>
                </a:solidFill>
              </a:rPr>
              <a:t>contributeur</a:t>
            </a:r>
            <a:r>
              <a:rPr lang="en-US" sz="1000" dirty="0">
                <a:solidFill>
                  <a:schemeClr val="bg1"/>
                </a:solidFill>
              </a:rPr>
              <a:t>
</a:t>
            </a:r>
          </a:p>
        </p:txBody>
      </p:sp>
      <p:sp>
        <p:nvSpPr>
          <p:cNvPr id="43" name="Rectangle 42">
            <a:extLst>
              <a:ext uri="{FF2B5EF4-FFF2-40B4-BE49-F238E27FC236}">
                <a16:creationId xmlns:a16="http://schemas.microsoft.com/office/drawing/2014/main" id="{0813177B-B298-434B-A4DD-99CB2DFAC9BA}"/>
              </a:ext>
            </a:extLst>
          </p:cNvPr>
          <p:cNvSpPr/>
          <p:nvPr/>
        </p:nvSpPr>
        <p:spPr>
          <a:xfrm>
            <a:off x="10117599"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Micro Hotline
</a:t>
            </a:r>
          </a:p>
        </p:txBody>
      </p:sp>
      <p:pic>
        <p:nvPicPr>
          <p:cNvPr id="4" name="Graphique 3" descr="Femme agricultrice avec un remplissage uni">
            <a:extLst>
              <a:ext uri="{FF2B5EF4-FFF2-40B4-BE49-F238E27FC236}">
                <a16:creationId xmlns:a16="http://schemas.microsoft.com/office/drawing/2014/main" id="{FAAB6965-2D7A-416D-AE51-5CFCBF3C96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9536" y="2524698"/>
            <a:ext cx="914400" cy="914400"/>
          </a:xfrm>
          <a:prstGeom prst="rect">
            <a:avLst/>
          </a:prstGeom>
        </p:spPr>
      </p:pic>
      <p:pic>
        <p:nvPicPr>
          <p:cNvPr id="6" name="Graphique 5" descr="Homme agriculteur avec un remplissage uni">
            <a:extLst>
              <a:ext uri="{FF2B5EF4-FFF2-40B4-BE49-F238E27FC236}">
                <a16:creationId xmlns:a16="http://schemas.microsoft.com/office/drawing/2014/main" id="{3C9C13D4-B5E1-414B-81B3-9821F29F71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6365" y="2524698"/>
            <a:ext cx="914400" cy="914400"/>
          </a:xfrm>
          <a:prstGeom prst="rect">
            <a:avLst/>
          </a:prstGeom>
        </p:spPr>
      </p:pic>
      <p:pic>
        <p:nvPicPr>
          <p:cNvPr id="12" name="Graphique 11" descr="Femme détective avec un remplissage uni">
            <a:extLst>
              <a:ext uri="{FF2B5EF4-FFF2-40B4-BE49-F238E27FC236}">
                <a16:creationId xmlns:a16="http://schemas.microsoft.com/office/drawing/2014/main" id="{29864E89-51F4-4E73-84A6-7E74FCE5D0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1208" y="2523967"/>
            <a:ext cx="914400" cy="914400"/>
          </a:xfrm>
          <a:prstGeom prst="rect">
            <a:avLst/>
          </a:prstGeom>
        </p:spPr>
      </p:pic>
      <p:pic>
        <p:nvPicPr>
          <p:cNvPr id="18" name="Graphique 17" descr="Homme détective avec un remplissage uni">
            <a:extLst>
              <a:ext uri="{FF2B5EF4-FFF2-40B4-BE49-F238E27FC236}">
                <a16:creationId xmlns:a16="http://schemas.microsoft.com/office/drawing/2014/main" id="{887D5566-2343-4B4F-BF9C-A58586D3C5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97688" y="2523943"/>
            <a:ext cx="914400" cy="914400"/>
          </a:xfrm>
          <a:prstGeom prst="rect">
            <a:avLst/>
          </a:prstGeom>
        </p:spPr>
      </p:pic>
      <p:sp>
        <p:nvSpPr>
          <p:cNvPr id="13" name="Rectangle 12">
            <a:extLst>
              <a:ext uri="{FF2B5EF4-FFF2-40B4-BE49-F238E27FC236}">
                <a16:creationId xmlns:a16="http://schemas.microsoft.com/office/drawing/2014/main" id="{C58900D9-258A-4D71-A2A8-27CAD4B1D756}"/>
              </a:ext>
            </a:extLst>
          </p:cNvPr>
          <p:cNvSpPr/>
          <p:nvPr/>
        </p:nvSpPr>
        <p:spPr>
          <a:xfrm>
            <a:off x="2230748" y="410782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En savoir plus sur une compétence liée à l’objet de la communauté 
</a:t>
            </a:r>
            <a:endParaRPr lang="en-US" sz="900" dirty="0">
              <a:solidFill>
                <a:schemeClr val="bg1"/>
              </a:solidFill>
            </a:endParaRPr>
          </a:p>
        </p:txBody>
      </p:sp>
      <p:sp>
        <p:nvSpPr>
          <p:cNvPr id="14" name="Rectangle 13">
            <a:extLst>
              <a:ext uri="{FF2B5EF4-FFF2-40B4-BE49-F238E27FC236}">
                <a16:creationId xmlns:a16="http://schemas.microsoft.com/office/drawing/2014/main" id="{A625284A-9F92-41F6-8311-13202C8DB72B}"/>
              </a:ext>
            </a:extLst>
          </p:cNvPr>
          <p:cNvSpPr/>
          <p:nvPr/>
        </p:nvSpPr>
        <p:spPr>
          <a:xfrm>
            <a:off x="2239065" y="47239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Passer un examen externe sur une compétence liée à l’objet de la communauté</a:t>
            </a:r>
            <a:endParaRPr lang="en-US" sz="900" dirty="0">
              <a:solidFill>
                <a:schemeClr val="bg1"/>
              </a:solidFill>
            </a:endParaRPr>
          </a:p>
        </p:txBody>
      </p:sp>
      <p:grpSp>
        <p:nvGrpSpPr>
          <p:cNvPr id="24" name="Groupe 23">
            <a:extLst>
              <a:ext uri="{FF2B5EF4-FFF2-40B4-BE49-F238E27FC236}">
                <a16:creationId xmlns:a16="http://schemas.microsoft.com/office/drawing/2014/main" id="{4BA1867B-AC60-4262-A297-4190A8DDF9A9}"/>
              </a:ext>
            </a:extLst>
          </p:cNvPr>
          <p:cNvGrpSpPr/>
          <p:nvPr/>
        </p:nvGrpSpPr>
        <p:grpSpPr>
          <a:xfrm>
            <a:off x="1977715" y="2285149"/>
            <a:ext cx="914400" cy="1126704"/>
            <a:chOff x="2647288" y="1873578"/>
            <a:chExt cx="914400" cy="1126704"/>
          </a:xfrm>
        </p:grpSpPr>
        <p:pic>
          <p:nvPicPr>
            <p:cNvPr id="5" name="Graphique 4" descr="Toque d'étudiant avec un remplissage uni">
              <a:extLst>
                <a:ext uri="{FF2B5EF4-FFF2-40B4-BE49-F238E27FC236}">
                  <a16:creationId xmlns:a16="http://schemas.microsoft.com/office/drawing/2014/main" id="{35A6DDB3-7DDC-4A4B-BBDE-EBB6ACE6110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02238" y="1873578"/>
              <a:ext cx="619105" cy="619105"/>
            </a:xfrm>
            <a:prstGeom prst="rect">
              <a:avLst/>
            </a:prstGeom>
          </p:spPr>
        </p:pic>
        <p:pic>
          <p:nvPicPr>
            <p:cNvPr id="15" name="Graphique 14" descr="Profil femelle contour">
              <a:extLst>
                <a:ext uri="{FF2B5EF4-FFF2-40B4-BE49-F238E27FC236}">
                  <a16:creationId xmlns:a16="http://schemas.microsoft.com/office/drawing/2014/main" id="{4014C303-6CFC-4022-AF6C-FC951357F1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6627"/>
            <a:stretch/>
          </p:blipFill>
          <p:spPr>
            <a:xfrm>
              <a:off x="2647288" y="2237923"/>
              <a:ext cx="914400" cy="762359"/>
            </a:xfrm>
            <a:prstGeom prst="rect">
              <a:avLst/>
            </a:prstGeom>
          </p:spPr>
        </p:pic>
      </p:grpSp>
      <p:grpSp>
        <p:nvGrpSpPr>
          <p:cNvPr id="19" name="Groupe 18">
            <a:extLst>
              <a:ext uri="{FF2B5EF4-FFF2-40B4-BE49-F238E27FC236}">
                <a16:creationId xmlns:a16="http://schemas.microsoft.com/office/drawing/2014/main" id="{5BBACADE-EEB6-4027-BF04-5312A00B2713}"/>
              </a:ext>
            </a:extLst>
          </p:cNvPr>
          <p:cNvGrpSpPr/>
          <p:nvPr/>
        </p:nvGrpSpPr>
        <p:grpSpPr>
          <a:xfrm>
            <a:off x="2643328" y="2307042"/>
            <a:ext cx="914400" cy="1107992"/>
            <a:chOff x="3312901" y="1895471"/>
            <a:chExt cx="914400" cy="1107992"/>
          </a:xfrm>
        </p:grpSpPr>
        <p:pic>
          <p:nvPicPr>
            <p:cNvPr id="17" name="Graphique 16" descr="Profil mâle contour">
              <a:extLst>
                <a:ext uri="{FF2B5EF4-FFF2-40B4-BE49-F238E27FC236}">
                  <a16:creationId xmlns:a16="http://schemas.microsoft.com/office/drawing/2014/main" id="{00780DAB-EB12-4435-95D3-9AF37FEE84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23077"/>
            <a:stretch/>
          </p:blipFill>
          <p:spPr>
            <a:xfrm>
              <a:off x="3312901" y="2300074"/>
              <a:ext cx="914400" cy="703389"/>
            </a:xfrm>
            <a:prstGeom prst="rect">
              <a:avLst/>
            </a:prstGeom>
          </p:spPr>
        </p:pic>
        <p:pic>
          <p:nvPicPr>
            <p:cNvPr id="23" name="Graphique 22" descr="Toque d'étudiant avec un remplissage uni">
              <a:extLst>
                <a:ext uri="{FF2B5EF4-FFF2-40B4-BE49-F238E27FC236}">
                  <a16:creationId xmlns:a16="http://schemas.microsoft.com/office/drawing/2014/main" id="{AABCF31B-32C5-4B85-8C15-DFB9AAB7E5A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55409" y="1895471"/>
              <a:ext cx="599626" cy="599626"/>
            </a:xfrm>
            <a:prstGeom prst="rect">
              <a:avLst/>
            </a:prstGeom>
          </p:spPr>
        </p:pic>
      </p:grpSp>
      <p:sp>
        <p:nvSpPr>
          <p:cNvPr id="26" name="Rectangle 25">
            <a:extLst>
              <a:ext uri="{FF2B5EF4-FFF2-40B4-BE49-F238E27FC236}">
                <a16:creationId xmlns:a16="http://schemas.microsoft.com/office/drawing/2014/main" id="{247BC703-69EB-436F-AF0C-75088B7F79E9}"/>
              </a:ext>
            </a:extLst>
          </p:cNvPr>
          <p:cNvSpPr/>
          <p:nvPr/>
        </p:nvSpPr>
        <p:spPr>
          <a:xfrm>
            <a:off x="493213" y="410695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Lire et réagir aux messages dans le forum de la communauté
</a:t>
            </a:r>
            <a:endParaRPr lang="en-US" sz="900">
              <a:solidFill>
                <a:schemeClr val="bg1"/>
              </a:solidFill>
            </a:endParaRPr>
          </a:p>
        </p:txBody>
      </p:sp>
      <p:sp>
        <p:nvSpPr>
          <p:cNvPr id="27" name="Rectangle 26">
            <a:extLst>
              <a:ext uri="{FF2B5EF4-FFF2-40B4-BE49-F238E27FC236}">
                <a16:creationId xmlns:a16="http://schemas.microsoft.com/office/drawing/2014/main" id="{74EFB869-41A4-49CB-9CC6-F62F75C45BCD}"/>
              </a:ext>
            </a:extLst>
          </p:cNvPr>
          <p:cNvSpPr/>
          <p:nvPr/>
        </p:nvSpPr>
        <p:spPr>
          <a:xfrm>
            <a:off x="493213" y="472309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a:solidFill>
                  <a:schemeClr val="bg1"/>
                </a:solidFill>
              </a:rPr>
              <a:t>📅 Assister à un événement communautaire
</a:t>
            </a:r>
            <a:endParaRPr lang="en-US" sz="900">
              <a:solidFill>
                <a:schemeClr val="bg1"/>
              </a:solidFill>
            </a:endParaRPr>
          </a:p>
        </p:txBody>
      </p:sp>
      <p:sp>
        <p:nvSpPr>
          <p:cNvPr id="28" name="Rectangle 27">
            <a:extLst>
              <a:ext uri="{FF2B5EF4-FFF2-40B4-BE49-F238E27FC236}">
                <a16:creationId xmlns:a16="http://schemas.microsoft.com/office/drawing/2014/main" id="{25DF1633-C173-40DA-AE4F-D2905893A555}"/>
              </a:ext>
            </a:extLst>
          </p:cNvPr>
          <p:cNvSpPr/>
          <p:nvPr/>
        </p:nvSpPr>
        <p:spPr>
          <a:xfrm>
            <a:off x="10053304" y="410695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29" name="Rectangle 28">
            <a:extLst>
              <a:ext uri="{FF2B5EF4-FFF2-40B4-BE49-F238E27FC236}">
                <a16:creationId xmlns:a16="http://schemas.microsoft.com/office/drawing/2014/main" id="{49969C2A-CC5C-4650-8E9A-169940DA37D8}"/>
              </a:ext>
            </a:extLst>
          </p:cNvPr>
          <p:cNvSpPr/>
          <p:nvPr/>
        </p:nvSpPr>
        <p:spPr>
          <a:xfrm>
            <a:off x="10050391" y="47230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un membre actuel ou un groupe de membres</a:t>
            </a:r>
            <a:endParaRPr lang="en-US" sz="900" dirty="0">
              <a:solidFill>
                <a:schemeClr val="bg1"/>
              </a:solidFill>
            </a:endParaRPr>
          </a:p>
        </p:txBody>
      </p:sp>
      <p:sp>
        <p:nvSpPr>
          <p:cNvPr id="30" name="Rectangle 29">
            <a:extLst>
              <a:ext uri="{FF2B5EF4-FFF2-40B4-BE49-F238E27FC236}">
                <a16:creationId xmlns:a16="http://schemas.microsoft.com/office/drawing/2014/main" id="{B10DC449-0E89-46B4-9B95-CEF04A19380B}"/>
              </a:ext>
            </a:extLst>
          </p:cNvPr>
          <p:cNvSpPr/>
          <p:nvPr/>
        </p:nvSpPr>
        <p:spPr>
          <a:xfrm>
            <a:off x="8150703" y="41611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Effectuer des actions pour lesquelles la Communauté a été créée </a:t>
            </a:r>
            <a:endParaRPr lang="en-US" sz="900" dirty="0">
              <a:solidFill>
                <a:schemeClr val="bg1"/>
              </a:solidFill>
            </a:endParaRPr>
          </a:p>
        </p:txBody>
      </p:sp>
      <p:sp>
        <p:nvSpPr>
          <p:cNvPr id="31" name="Rectangle 30">
            <a:extLst>
              <a:ext uri="{FF2B5EF4-FFF2-40B4-BE49-F238E27FC236}">
                <a16:creationId xmlns:a16="http://schemas.microsoft.com/office/drawing/2014/main" id="{3504A571-9B54-40F9-8DC3-ED886BC085C7}"/>
              </a:ext>
            </a:extLst>
          </p:cNvPr>
          <p:cNvSpPr/>
          <p:nvPr/>
        </p:nvSpPr>
        <p:spPr>
          <a:xfrm>
            <a:off x="6085293" y="416046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Assister à un événement communautaire</a:t>
            </a:r>
            <a:endParaRPr lang="en-US" sz="900" dirty="0">
              <a:solidFill>
                <a:schemeClr val="bg1"/>
              </a:solidFill>
            </a:endParaRPr>
          </a:p>
        </p:txBody>
      </p:sp>
      <p:sp>
        <p:nvSpPr>
          <p:cNvPr id="32" name="Rectangle 31">
            <a:extLst>
              <a:ext uri="{FF2B5EF4-FFF2-40B4-BE49-F238E27FC236}">
                <a16:creationId xmlns:a16="http://schemas.microsoft.com/office/drawing/2014/main" id="{5BA488AC-AD22-4924-A6BF-A9CCD03EA131}"/>
              </a:ext>
            </a:extLst>
          </p:cNvPr>
          <p:cNvSpPr/>
          <p:nvPr/>
        </p:nvSpPr>
        <p:spPr>
          <a:xfrm>
            <a:off x="6090107" y="475770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Suivre un mentor en tant qu’ombre pour apprendre une compétence liée à la communauté</a:t>
            </a:r>
            <a:endParaRPr lang="en-US" sz="900" dirty="0">
              <a:solidFill>
                <a:schemeClr val="bg1"/>
              </a:solidFill>
            </a:endParaRPr>
          </a:p>
        </p:txBody>
      </p:sp>
      <p:pic>
        <p:nvPicPr>
          <p:cNvPr id="44" name="Graphique 43" descr="Profil femelle contour">
            <a:extLst>
              <a:ext uri="{FF2B5EF4-FFF2-40B4-BE49-F238E27FC236}">
                <a16:creationId xmlns:a16="http://schemas.microsoft.com/office/drawing/2014/main" id="{662173B5-B648-4A84-89F1-E9BB733FCD4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201168" y="2583862"/>
            <a:ext cx="914400" cy="845138"/>
          </a:xfrm>
          <a:prstGeom prst="rect">
            <a:avLst/>
          </a:prstGeom>
        </p:spPr>
      </p:pic>
      <p:pic>
        <p:nvPicPr>
          <p:cNvPr id="45" name="Graphique 44" descr="Profil mâle contour">
            <a:extLst>
              <a:ext uri="{FF2B5EF4-FFF2-40B4-BE49-F238E27FC236}">
                <a16:creationId xmlns:a16="http://schemas.microsoft.com/office/drawing/2014/main" id="{2D8A6F7B-6094-44F3-AE37-0D6200DA0E5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866781" y="2583863"/>
            <a:ext cx="914400" cy="848318"/>
          </a:xfrm>
          <a:prstGeom prst="rect">
            <a:avLst/>
          </a:prstGeom>
        </p:spPr>
      </p:pic>
      <p:pic>
        <p:nvPicPr>
          <p:cNvPr id="48" name="Graphique 47" descr="Signe pouce en haut avec un remplissage uni">
            <a:extLst>
              <a:ext uri="{FF2B5EF4-FFF2-40B4-BE49-F238E27FC236}">
                <a16:creationId xmlns:a16="http://schemas.microsoft.com/office/drawing/2014/main" id="{F9169816-5336-4780-946C-E66D1786444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573" y="2972483"/>
            <a:ext cx="456517" cy="456517"/>
          </a:xfrm>
          <a:prstGeom prst="rect">
            <a:avLst/>
          </a:prstGeom>
        </p:spPr>
      </p:pic>
      <p:pic>
        <p:nvPicPr>
          <p:cNvPr id="49" name="Graphique 48" descr="Signe pouce en haut avec un remplissage uni">
            <a:extLst>
              <a:ext uri="{FF2B5EF4-FFF2-40B4-BE49-F238E27FC236}">
                <a16:creationId xmlns:a16="http://schemas.microsoft.com/office/drawing/2014/main" id="{4C3515AF-997B-49E1-9839-FE7EA59E9B5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1197537" y="2927626"/>
            <a:ext cx="454183" cy="456517"/>
          </a:xfrm>
          <a:prstGeom prst="rect">
            <a:avLst/>
          </a:prstGeom>
        </p:spPr>
      </p:pic>
      <p:sp>
        <p:nvSpPr>
          <p:cNvPr id="50" name="Rectangle 49">
            <a:extLst>
              <a:ext uri="{FF2B5EF4-FFF2-40B4-BE49-F238E27FC236}">
                <a16:creationId xmlns:a16="http://schemas.microsoft.com/office/drawing/2014/main" id="{34B9B213-3EA7-41E6-92E2-4DE015D99714}"/>
              </a:ext>
            </a:extLst>
          </p:cNvPr>
          <p:cNvSpPr/>
          <p:nvPr/>
        </p:nvSpPr>
        <p:spPr>
          <a:xfrm>
            <a:off x="8150704" y="475843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pic>
        <p:nvPicPr>
          <p:cNvPr id="52" name="Graphique 51" descr="Centre d’appels avec un remplissage uni">
            <a:extLst>
              <a:ext uri="{FF2B5EF4-FFF2-40B4-BE49-F238E27FC236}">
                <a16:creationId xmlns:a16="http://schemas.microsoft.com/office/drawing/2014/main" id="{2F2A129A-61B9-43D8-A20A-C18D6A311C7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65707" y="2496576"/>
            <a:ext cx="914400" cy="914400"/>
          </a:xfrm>
          <a:prstGeom prst="rect">
            <a:avLst/>
          </a:prstGeom>
        </p:spPr>
      </p:pic>
      <p:pic>
        <p:nvPicPr>
          <p:cNvPr id="53" name="Graphique 52" descr="Centre d’appels avec un remplissage uni">
            <a:extLst>
              <a:ext uri="{FF2B5EF4-FFF2-40B4-BE49-F238E27FC236}">
                <a16:creationId xmlns:a16="http://schemas.microsoft.com/office/drawing/2014/main" id="{C2CEF563-23E2-42CC-A24F-FBF1AF5019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20189" y="2483525"/>
            <a:ext cx="914400" cy="914400"/>
          </a:xfrm>
          <a:prstGeom prst="rect">
            <a:avLst/>
          </a:prstGeom>
        </p:spPr>
      </p:pic>
      <p:sp>
        <p:nvSpPr>
          <p:cNvPr id="34" name="Rectangle 33">
            <a:extLst>
              <a:ext uri="{FF2B5EF4-FFF2-40B4-BE49-F238E27FC236}">
                <a16:creationId xmlns:a16="http://schemas.microsoft.com/office/drawing/2014/main" id="{21F04E9D-E8AC-438C-9D99-33DEE18455D5}"/>
              </a:ext>
            </a:extLst>
          </p:cNvPr>
          <p:cNvSpPr/>
          <p:nvPr/>
        </p:nvSpPr>
        <p:spPr>
          <a:xfrm>
            <a:off x="4270243" y="3404500"/>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Connecteur</a:t>
            </a:r>
            <a:endParaRPr lang="en-US" sz="1000" dirty="0">
              <a:solidFill>
                <a:schemeClr val="bg1"/>
              </a:solidFill>
            </a:endParaRPr>
          </a:p>
        </p:txBody>
      </p:sp>
      <p:sp>
        <p:nvSpPr>
          <p:cNvPr id="35" name="Rectangle 34">
            <a:extLst>
              <a:ext uri="{FF2B5EF4-FFF2-40B4-BE49-F238E27FC236}">
                <a16:creationId xmlns:a16="http://schemas.microsoft.com/office/drawing/2014/main" id="{A4E84284-90CE-4E5C-9DC5-A22A7209B7DC}"/>
              </a:ext>
            </a:extLst>
          </p:cNvPr>
          <p:cNvSpPr/>
          <p:nvPr/>
        </p:nvSpPr>
        <p:spPr>
          <a:xfrm>
            <a:off x="4208743" y="414298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a:solidFill>
                  <a:schemeClr val="bg1"/>
                </a:solidFill>
              </a:rPr>
              <a:t>🤝Présenter les membres les uns aux autres
</a:t>
            </a:r>
            <a:endParaRPr lang="en-US" sz="900">
              <a:solidFill>
                <a:schemeClr val="bg1"/>
              </a:solidFill>
            </a:endParaRPr>
          </a:p>
        </p:txBody>
      </p:sp>
      <p:sp>
        <p:nvSpPr>
          <p:cNvPr id="36" name="Rectangle 35">
            <a:extLst>
              <a:ext uri="{FF2B5EF4-FFF2-40B4-BE49-F238E27FC236}">
                <a16:creationId xmlns:a16="http://schemas.microsoft.com/office/drawing/2014/main" id="{D91B2316-59AC-4674-9C13-5CABF2ADA34B}"/>
              </a:ext>
            </a:extLst>
          </p:cNvPr>
          <p:cNvSpPr/>
          <p:nvPr/>
        </p:nvSpPr>
        <p:spPr>
          <a:xfrm>
            <a:off x="4199136" y="472639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bg1"/>
                </a:solidFill>
              </a:rPr>
              <a:t>🤝 Présenter des membres (en tant que membres) en dehors de la Communauté
</a:t>
            </a:r>
            <a:endParaRPr lang="en-US" sz="900">
              <a:solidFill>
                <a:schemeClr val="bg1"/>
              </a:solidFill>
            </a:endParaRPr>
          </a:p>
        </p:txBody>
      </p:sp>
      <p:pic>
        <p:nvPicPr>
          <p:cNvPr id="37" name="Graphique 36" descr="Profil femelle contour">
            <a:extLst>
              <a:ext uri="{FF2B5EF4-FFF2-40B4-BE49-F238E27FC236}">
                <a16:creationId xmlns:a16="http://schemas.microsoft.com/office/drawing/2014/main" id="{27B21433-B7F4-44C3-82C7-211304B597E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3920640" y="2583862"/>
            <a:ext cx="914400" cy="845138"/>
          </a:xfrm>
          <a:prstGeom prst="rect">
            <a:avLst/>
          </a:prstGeom>
        </p:spPr>
      </p:pic>
      <p:pic>
        <p:nvPicPr>
          <p:cNvPr id="38" name="Graphique 37" descr="Profil mâle contour">
            <a:extLst>
              <a:ext uri="{FF2B5EF4-FFF2-40B4-BE49-F238E27FC236}">
                <a16:creationId xmlns:a16="http://schemas.microsoft.com/office/drawing/2014/main" id="{9D699778-BC3A-4275-A469-EF73FB1399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4586253" y="2583863"/>
            <a:ext cx="914400" cy="848318"/>
          </a:xfrm>
          <a:prstGeom prst="rect">
            <a:avLst/>
          </a:prstGeom>
        </p:spPr>
      </p:pic>
      <p:sp>
        <p:nvSpPr>
          <p:cNvPr id="3" name="Bulle narrative : ronde 2">
            <a:extLst>
              <a:ext uri="{FF2B5EF4-FFF2-40B4-BE49-F238E27FC236}">
                <a16:creationId xmlns:a16="http://schemas.microsoft.com/office/drawing/2014/main" id="{FBB025D3-B7BA-469E-B190-7A92D7E1A067}"/>
              </a:ext>
            </a:extLst>
          </p:cNvPr>
          <p:cNvSpPr/>
          <p:nvPr/>
        </p:nvSpPr>
        <p:spPr>
          <a:xfrm>
            <a:off x="4743678" y="2119689"/>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Bulle narrative : ronde 39">
            <a:extLst>
              <a:ext uri="{FF2B5EF4-FFF2-40B4-BE49-F238E27FC236}">
                <a16:creationId xmlns:a16="http://schemas.microsoft.com/office/drawing/2014/main" id="{A5782218-7C76-4EBE-8827-73A58527AB28}"/>
              </a:ext>
            </a:extLst>
          </p:cNvPr>
          <p:cNvSpPr/>
          <p:nvPr/>
        </p:nvSpPr>
        <p:spPr>
          <a:xfrm>
            <a:off x="3530121" y="2119688"/>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6" name="Graphique 15" descr="Utilisateur avec un remplissage uni">
            <a:extLst>
              <a:ext uri="{FF2B5EF4-FFF2-40B4-BE49-F238E27FC236}">
                <a16:creationId xmlns:a16="http://schemas.microsoft.com/office/drawing/2014/main" id="{FFEA85C1-5D0C-499E-9FBE-72FA2473532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72362" y="2156751"/>
            <a:ext cx="326774" cy="326774"/>
          </a:xfrm>
          <a:prstGeom prst="rect">
            <a:avLst/>
          </a:prstGeom>
        </p:spPr>
      </p:pic>
      <p:pic>
        <p:nvPicPr>
          <p:cNvPr id="46" name="Graphique 45" descr="Utilisateur avec un remplissage uni">
            <a:extLst>
              <a:ext uri="{FF2B5EF4-FFF2-40B4-BE49-F238E27FC236}">
                <a16:creationId xmlns:a16="http://schemas.microsoft.com/office/drawing/2014/main" id="{C77A6349-616B-40D5-B9A2-64DC9E22A71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39395" y="2156751"/>
            <a:ext cx="326774" cy="326774"/>
          </a:xfrm>
          <a:prstGeom prst="rect">
            <a:avLst/>
          </a:prstGeom>
        </p:spPr>
      </p:pic>
    </p:spTree>
    <p:extLst>
      <p:ext uri="{BB962C8B-B14F-4D97-AF65-F5344CB8AC3E}">
        <p14:creationId xmlns:p14="http://schemas.microsoft.com/office/powerpoint/2010/main" val="209496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en-US"/>
              <a:t>Examples of intermediary (usually mid level) Community Roles</a:t>
            </a:r>
          </a:p>
        </p:txBody>
      </p:sp>
      <p:sp>
        <p:nvSpPr>
          <p:cNvPr id="8" name="Rectangle 7">
            <a:extLst>
              <a:ext uri="{FF2B5EF4-FFF2-40B4-BE49-F238E27FC236}">
                <a16:creationId xmlns:a16="http://schemas.microsoft.com/office/drawing/2014/main" id="{90FEB3CB-FB45-4F17-8F54-B3E066B812F5}"/>
              </a:ext>
            </a:extLst>
          </p:cNvPr>
          <p:cNvSpPr/>
          <p:nvPr/>
        </p:nvSpPr>
        <p:spPr>
          <a:xfrm>
            <a:off x="875604"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Recruteur</a:t>
            </a:r>
            <a:r>
              <a:rPr lang="en-US" sz="1000" dirty="0">
                <a:solidFill>
                  <a:schemeClr val="bg1"/>
                </a:solidFill>
              </a:rPr>
              <a:t> 
</a:t>
            </a:r>
          </a:p>
        </p:txBody>
      </p:sp>
      <p:sp>
        <p:nvSpPr>
          <p:cNvPr id="9" name="Rectangle 8">
            <a:extLst>
              <a:ext uri="{FF2B5EF4-FFF2-40B4-BE49-F238E27FC236}">
                <a16:creationId xmlns:a16="http://schemas.microsoft.com/office/drawing/2014/main" id="{7CF535A7-262A-4C67-A207-8D33EF931D5C}"/>
              </a:ext>
            </a:extLst>
          </p:cNvPr>
          <p:cNvSpPr/>
          <p:nvPr/>
        </p:nvSpPr>
        <p:spPr>
          <a:xfrm>
            <a:off x="3317294" y="2924067"/>
            <a:ext cx="91973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1000">
                <a:solidFill>
                  <a:schemeClr val="bg1"/>
                </a:solidFill>
              </a:rPr>
              <a:t>Parrain ou marraine communautaire
</a:t>
            </a:r>
          </a:p>
        </p:txBody>
      </p:sp>
      <p:sp>
        <p:nvSpPr>
          <p:cNvPr id="10" name="Rectangle 9">
            <a:extLst>
              <a:ext uri="{FF2B5EF4-FFF2-40B4-BE49-F238E27FC236}">
                <a16:creationId xmlns:a16="http://schemas.microsoft.com/office/drawing/2014/main" id="{3739CA36-1F6E-49FF-9220-D178EBEF677E}"/>
              </a:ext>
            </a:extLst>
          </p:cNvPr>
          <p:cNvSpPr/>
          <p:nvPr/>
        </p:nvSpPr>
        <p:spPr>
          <a:xfrm>
            <a:off x="5785799" y="2924067"/>
            <a:ext cx="1059202"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1000" dirty="0" err="1">
                <a:solidFill>
                  <a:schemeClr val="bg1"/>
                </a:solidFill>
              </a:rPr>
              <a:t>Eclaireur</a:t>
            </a:r>
            <a:r>
              <a:rPr lang="en-US" sz="1000" dirty="0">
                <a:solidFill>
                  <a:schemeClr val="bg1"/>
                </a:solidFill>
              </a:rPr>
              <a:t> </a:t>
            </a:r>
            <a:r>
              <a:rPr lang="en-US" sz="1000" dirty="0" err="1">
                <a:solidFill>
                  <a:schemeClr val="bg1"/>
                </a:solidFill>
              </a:rPr>
              <a:t>communautaire</a:t>
            </a:r>
            <a:r>
              <a:rPr lang="en-US" sz="1000" dirty="0">
                <a:solidFill>
                  <a:schemeClr val="bg1"/>
                </a:solidFill>
              </a:rPr>
              <a:t>
</a:t>
            </a:r>
          </a:p>
        </p:txBody>
      </p:sp>
      <p:sp>
        <p:nvSpPr>
          <p:cNvPr id="11" name="Rectangle 10">
            <a:extLst>
              <a:ext uri="{FF2B5EF4-FFF2-40B4-BE49-F238E27FC236}">
                <a16:creationId xmlns:a16="http://schemas.microsoft.com/office/drawing/2014/main" id="{0BBEB798-6CE0-4A58-85EB-628BCDBD2701}"/>
              </a:ext>
            </a:extLst>
          </p:cNvPr>
          <p:cNvSpPr/>
          <p:nvPr/>
        </p:nvSpPr>
        <p:spPr>
          <a:xfrm>
            <a:off x="8247502"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Mentor</a:t>
            </a:r>
          </a:p>
        </p:txBody>
      </p:sp>
      <p:sp>
        <p:nvSpPr>
          <p:cNvPr id="22" name="Rectangle 21">
            <a:extLst>
              <a:ext uri="{FF2B5EF4-FFF2-40B4-BE49-F238E27FC236}">
                <a16:creationId xmlns:a16="http://schemas.microsoft.com/office/drawing/2014/main" id="{3504E75A-097D-4430-988A-8F08668CFA46}"/>
              </a:ext>
            </a:extLst>
          </p:cNvPr>
          <p:cNvSpPr/>
          <p:nvPr/>
        </p:nvSpPr>
        <p:spPr>
          <a:xfrm>
            <a:off x="2741697"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🤝Présenter les membres aux filleuls</a:t>
            </a:r>
            <a:endParaRPr lang="en-US" sz="900" dirty="0">
              <a:solidFill>
                <a:schemeClr val="bg1"/>
              </a:solidFill>
            </a:endParaRPr>
          </a:p>
        </p:txBody>
      </p:sp>
      <p:sp>
        <p:nvSpPr>
          <p:cNvPr id="23" name="Rectangle 22">
            <a:extLst>
              <a:ext uri="{FF2B5EF4-FFF2-40B4-BE49-F238E27FC236}">
                <a16:creationId xmlns:a16="http://schemas.microsoft.com/office/drawing/2014/main" id="{B4775008-9949-49F0-8FB6-CBD5BE151DC7}"/>
              </a:ext>
            </a:extLst>
          </p:cNvPr>
          <p:cNvSpPr/>
          <p:nvPr/>
        </p:nvSpPr>
        <p:spPr>
          <a:xfrm>
            <a:off x="3805388"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Présenter des filleuls (en tant que membres) en dehors de la Communauté</a:t>
            </a:r>
            <a:endParaRPr lang="en-US" sz="900" dirty="0">
              <a:solidFill>
                <a:schemeClr val="bg1"/>
              </a:solidFill>
            </a:endParaRPr>
          </a:p>
        </p:txBody>
      </p:sp>
      <p:pic>
        <p:nvPicPr>
          <p:cNvPr id="4" name="Graphique 3" descr="Femme DJ avec un remplissage uni">
            <a:extLst>
              <a:ext uri="{FF2B5EF4-FFF2-40B4-BE49-F238E27FC236}">
                <a16:creationId xmlns:a16="http://schemas.microsoft.com/office/drawing/2014/main" id="{E98D33F4-6C96-4D34-84AA-24D88128EB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9605" y="1987664"/>
            <a:ext cx="914400" cy="914400"/>
          </a:xfrm>
          <a:prstGeom prst="rect">
            <a:avLst/>
          </a:prstGeom>
        </p:spPr>
      </p:pic>
      <p:pic>
        <p:nvPicPr>
          <p:cNvPr id="6" name="Graphique 5" descr="Homme DJ avec un remplissage uni">
            <a:extLst>
              <a:ext uri="{FF2B5EF4-FFF2-40B4-BE49-F238E27FC236}">
                <a16:creationId xmlns:a16="http://schemas.microsoft.com/office/drawing/2014/main" id="{D3F9FD1C-9A66-478F-A6D2-C1B3D26507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8937" y="1987664"/>
            <a:ext cx="914400" cy="914400"/>
          </a:xfrm>
          <a:prstGeom prst="rect">
            <a:avLst/>
          </a:prstGeom>
        </p:spPr>
      </p:pic>
      <p:pic>
        <p:nvPicPr>
          <p:cNvPr id="45" name="Graphique 44" descr="Homme pilote avec un remplissage uni">
            <a:extLst>
              <a:ext uri="{FF2B5EF4-FFF2-40B4-BE49-F238E27FC236}">
                <a16:creationId xmlns:a16="http://schemas.microsoft.com/office/drawing/2014/main" id="{2C2164E3-4A79-4D03-A74C-C5D95E74E4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886" y="1987664"/>
            <a:ext cx="914400" cy="914400"/>
          </a:xfrm>
          <a:prstGeom prst="rect">
            <a:avLst/>
          </a:prstGeom>
        </p:spPr>
      </p:pic>
      <p:pic>
        <p:nvPicPr>
          <p:cNvPr id="53" name="Graphique 52" descr="Employée de bureau avec un remplissage uni">
            <a:extLst>
              <a:ext uri="{FF2B5EF4-FFF2-40B4-BE49-F238E27FC236}">
                <a16:creationId xmlns:a16="http://schemas.microsoft.com/office/drawing/2014/main" id="{5B132842-1D4E-429C-AEDB-8E8C903922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17593" y="1987664"/>
            <a:ext cx="914400" cy="914400"/>
          </a:xfrm>
          <a:prstGeom prst="rect">
            <a:avLst/>
          </a:prstGeom>
        </p:spPr>
      </p:pic>
      <p:pic>
        <p:nvPicPr>
          <p:cNvPr id="57" name="Graphique 56" descr="Femme pilote avec un remplissage uni">
            <a:extLst>
              <a:ext uri="{FF2B5EF4-FFF2-40B4-BE49-F238E27FC236}">
                <a16:creationId xmlns:a16="http://schemas.microsoft.com/office/drawing/2014/main" id="{AB6BC45D-67DC-48E3-8F0D-C573AAA5A4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5088" y="1987664"/>
            <a:ext cx="914400" cy="914400"/>
          </a:xfrm>
          <a:prstGeom prst="rect">
            <a:avLst/>
          </a:prstGeom>
        </p:spPr>
      </p:pic>
      <p:pic>
        <p:nvPicPr>
          <p:cNvPr id="65" name="Graphique 64" descr="Employé de bureau avec un remplissage uni">
            <a:extLst>
              <a:ext uri="{FF2B5EF4-FFF2-40B4-BE49-F238E27FC236}">
                <a16:creationId xmlns:a16="http://schemas.microsoft.com/office/drawing/2014/main" id="{5062F0E3-03DC-4769-9AB4-B7397E7B0C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78391" y="1987664"/>
            <a:ext cx="914400" cy="914400"/>
          </a:xfrm>
          <a:prstGeom prst="rect">
            <a:avLst/>
          </a:prstGeom>
        </p:spPr>
      </p:pic>
      <p:pic>
        <p:nvPicPr>
          <p:cNvPr id="67" name="Graphique 66" descr="Femme cowboy avec un remplissage uni">
            <a:extLst>
              <a:ext uri="{FF2B5EF4-FFF2-40B4-BE49-F238E27FC236}">
                <a16:creationId xmlns:a16="http://schemas.microsoft.com/office/drawing/2014/main" id="{734714FB-283C-492A-82DD-5BF9A4D6C1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91448" y="1987664"/>
            <a:ext cx="914400" cy="914400"/>
          </a:xfrm>
          <a:prstGeom prst="rect">
            <a:avLst/>
          </a:prstGeom>
        </p:spPr>
      </p:pic>
      <p:pic>
        <p:nvPicPr>
          <p:cNvPr id="69" name="Graphique 68" descr="Cowboy mâle avec un remplissage uni">
            <a:extLst>
              <a:ext uri="{FF2B5EF4-FFF2-40B4-BE49-F238E27FC236}">
                <a16:creationId xmlns:a16="http://schemas.microsoft.com/office/drawing/2014/main" id="{3D5259C4-8DDB-4C9E-8471-F591ADA91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29006" y="1987664"/>
            <a:ext cx="914400" cy="914400"/>
          </a:xfrm>
          <a:prstGeom prst="rect">
            <a:avLst/>
          </a:prstGeom>
        </p:spPr>
      </p:pic>
      <p:sp>
        <p:nvSpPr>
          <p:cNvPr id="35" name="Rectangle 34">
            <a:extLst>
              <a:ext uri="{FF2B5EF4-FFF2-40B4-BE49-F238E27FC236}">
                <a16:creationId xmlns:a16="http://schemas.microsoft.com/office/drawing/2014/main" id="{D4F10BFD-9CC5-41C3-BCDE-581306CB7417}"/>
              </a:ext>
            </a:extLst>
          </p:cNvPr>
          <p:cNvSpPr/>
          <p:nvPr/>
        </p:nvSpPr>
        <p:spPr>
          <a:xfrm>
            <a:off x="10081085" y="2877027"/>
            <a:ext cx="131599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Organisateur ou co-organisateur </a:t>
            </a:r>
          </a:p>
        </p:txBody>
      </p:sp>
      <p:pic>
        <p:nvPicPr>
          <p:cNvPr id="5" name="Graphique 4" descr="Homme conductrice avec un remplissage uni">
            <a:extLst>
              <a:ext uri="{FF2B5EF4-FFF2-40B4-BE49-F238E27FC236}">
                <a16:creationId xmlns:a16="http://schemas.microsoft.com/office/drawing/2014/main" id="{43ED176D-8581-4C8A-9589-C5AABE4BB50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89473" y="1987664"/>
            <a:ext cx="914400" cy="914400"/>
          </a:xfrm>
          <a:prstGeom prst="rect">
            <a:avLst/>
          </a:prstGeom>
        </p:spPr>
      </p:pic>
      <p:pic>
        <p:nvPicPr>
          <p:cNvPr id="12" name="Graphique 11" descr="Femme conductrice avec un remplissage uni">
            <a:extLst>
              <a:ext uri="{FF2B5EF4-FFF2-40B4-BE49-F238E27FC236}">
                <a16:creationId xmlns:a16="http://schemas.microsoft.com/office/drawing/2014/main" id="{DDEA225F-8E93-43C4-A60C-3917006D7D7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759525" y="1962627"/>
            <a:ext cx="914400" cy="914400"/>
          </a:xfrm>
          <a:prstGeom prst="rect">
            <a:avLst/>
          </a:prstGeom>
        </p:spPr>
      </p:pic>
      <p:sp>
        <p:nvSpPr>
          <p:cNvPr id="38" name="Rectangle 37">
            <a:extLst>
              <a:ext uri="{FF2B5EF4-FFF2-40B4-BE49-F238E27FC236}">
                <a16:creationId xmlns:a16="http://schemas.microsoft.com/office/drawing/2014/main" id="{3EB9CD8D-868A-4028-928B-567BF76ABC40}"/>
              </a:ext>
            </a:extLst>
          </p:cNvPr>
          <p:cNvSpPr/>
          <p:nvPr/>
        </p:nvSpPr>
        <p:spPr>
          <a:xfrm>
            <a:off x="854892" y="416210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à l’intégration d’un nouveau membre</a:t>
            </a:r>
            <a:endParaRPr lang="en-US" sz="900" dirty="0">
              <a:solidFill>
                <a:schemeClr val="bg1"/>
              </a:solidFill>
            </a:endParaRPr>
          </a:p>
        </p:txBody>
      </p:sp>
      <p:sp>
        <p:nvSpPr>
          <p:cNvPr id="43" name="Rectangle 42">
            <a:extLst>
              <a:ext uri="{FF2B5EF4-FFF2-40B4-BE49-F238E27FC236}">
                <a16:creationId xmlns:a16="http://schemas.microsoft.com/office/drawing/2014/main" id="{A6674CE8-B7A9-48C4-A805-F6117C4A0C63}"/>
              </a:ext>
            </a:extLst>
          </p:cNvPr>
          <p:cNvSpPr/>
          <p:nvPr/>
        </p:nvSpPr>
        <p:spPr>
          <a:xfrm>
            <a:off x="5847466" y="4186300"/>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sp>
        <p:nvSpPr>
          <p:cNvPr id="52" name="Rectangle 51">
            <a:extLst>
              <a:ext uri="{FF2B5EF4-FFF2-40B4-BE49-F238E27FC236}">
                <a16:creationId xmlns:a16="http://schemas.microsoft.com/office/drawing/2014/main" id="{B9769E55-8D58-4E28-8AFC-494B6C4AC342}"/>
              </a:ext>
            </a:extLst>
          </p:cNvPr>
          <p:cNvSpPr/>
          <p:nvPr/>
        </p:nvSpPr>
        <p:spPr>
          <a:xfrm>
            <a:off x="854892" y="478184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a:t>
            </a:r>
            <a:endParaRPr lang="en-US" sz="900" dirty="0">
              <a:solidFill>
                <a:schemeClr val="bg1"/>
              </a:solidFill>
            </a:endParaRPr>
          </a:p>
        </p:txBody>
      </p:sp>
      <p:sp>
        <p:nvSpPr>
          <p:cNvPr id="54" name="Rectangle 53">
            <a:extLst>
              <a:ext uri="{FF2B5EF4-FFF2-40B4-BE49-F238E27FC236}">
                <a16:creationId xmlns:a16="http://schemas.microsoft.com/office/drawing/2014/main" id="{BF239FD4-EB72-44B5-9EA9-A30C70096FC3}"/>
              </a:ext>
            </a:extLst>
          </p:cNvPr>
          <p:cNvSpPr/>
          <p:nvPr/>
        </p:nvSpPr>
        <p:spPr>
          <a:xfrm>
            <a:off x="854892" y="357966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Attirer de nouveaux membres</a:t>
            </a:r>
            <a:endParaRPr lang="en-US" sz="900" dirty="0">
              <a:solidFill>
                <a:schemeClr val="bg1"/>
              </a:solidFill>
            </a:endParaRPr>
          </a:p>
        </p:txBody>
      </p:sp>
      <p:sp>
        <p:nvSpPr>
          <p:cNvPr id="60" name="Rectangle 59">
            <a:extLst>
              <a:ext uri="{FF2B5EF4-FFF2-40B4-BE49-F238E27FC236}">
                <a16:creationId xmlns:a16="http://schemas.microsoft.com/office/drawing/2014/main" id="{0FC3FD7B-C36E-4D97-8001-F2D5D47A6F04}"/>
              </a:ext>
            </a:extLst>
          </p:cNvPr>
          <p:cNvSpPr/>
          <p:nvPr/>
        </p:nvSpPr>
        <p:spPr>
          <a:xfrm>
            <a:off x="5847466" y="47906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Partager du contenu lié à la communauté</a:t>
            </a:r>
            <a:endParaRPr lang="en-US" sz="900" dirty="0">
              <a:solidFill>
                <a:schemeClr val="bg1"/>
              </a:solidFill>
            </a:endParaRPr>
          </a:p>
        </p:txBody>
      </p:sp>
      <p:sp>
        <p:nvSpPr>
          <p:cNvPr id="72" name="Rectangle 71">
            <a:extLst>
              <a:ext uri="{FF2B5EF4-FFF2-40B4-BE49-F238E27FC236}">
                <a16:creationId xmlns:a16="http://schemas.microsoft.com/office/drawing/2014/main" id="{CAA0A995-9E56-4C61-AB0C-2A04E45E4244}"/>
              </a:ext>
            </a:extLst>
          </p:cNvPr>
          <p:cNvSpPr/>
          <p:nvPr/>
        </p:nvSpPr>
        <p:spPr>
          <a:xfrm>
            <a:off x="854892" y="53659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Partager les résultats des actions liées à l’objectif de la communauté</a:t>
            </a:r>
            <a:endParaRPr lang="en-US" sz="900" dirty="0">
              <a:solidFill>
                <a:schemeClr val="bg1"/>
              </a:solidFill>
            </a:endParaRPr>
          </a:p>
        </p:txBody>
      </p:sp>
      <p:sp>
        <p:nvSpPr>
          <p:cNvPr id="80" name="Rectangle 79">
            <a:extLst>
              <a:ext uri="{FF2B5EF4-FFF2-40B4-BE49-F238E27FC236}">
                <a16:creationId xmlns:a16="http://schemas.microsoft.com/office/drawing/2014/main" id="{B18CB4C2-D639-488C-937E-4193035FA0D9}"/>
              </a:ext>
            </a:extLst>
          </p:cNvPr>
          <p:cNvSpPr/>
          <p:nvPr/>
        </p:nvSpPr>
        <p:spPr>
          <a:xfrm>
            <a:off x="5847466" y="358190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Représenter la voix de la Communauté auprès des membres</a:t>
            </a:r>
            <a:endParaRPr lang="en-US" sz="900" dirty="0">
              <a:solidFill>
                <a:schemeClr val="bg1"/>
              </a:solidFill>
            </a:endParaRPr>
          </a:p>
        </p:txBody>
      </p:sp>
      <p:sp>
        <p:nvSpPr>
          <p:cNvPr id="81" name="Rectangle 80">
            <a:extLst>
              <a:ext uri="{FF2B5EF4-FFF2-40B4-BE49-F238E27FC236}">
                <a16:creationId xmlns:a16="http://schemas.microsoft.com/office/drawing/2014/main" id="{E3162D19-BBE2-4B5C-82E8-7D8646D264B7}"/>
              </a:ext>
            </a:extLst>
          </p:cNvPr>
          <p:cNvSpPr/>
          <p:nvPr/>
        </p:nvSpPr>
        <p:spPr>
          <a:xfrm>
            <a:off x="3190633" y="47606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à l’intégration des filleuls</a:t>
            </a:r>
            <a:endParaRPr lang="en-US" sz="900" dirty="0">
              <a:solidFill>
                <a:schemeClr val="bg1"/>
              </a:solidFill>
            </a:endParaRPr>
          </a:p>
        </p:txBody>
      </p:sp>
      <p:sp>
        <p:nvSpPr>
          <p:cNvPr id="82" name="Rectangle 81">
            <a:extLst>
              <a:ext uri="{FF2B5EF4-FFF2-40B4-BE49-F238E27FC236}">
                <a16:creationId xmlns:a16="http://schemas.microsoft.com/office/drawing/2014/main" id="{641F9D7E-5B03-4A82-BAEA-6217A348CB8F}"/>
              </a:ext>
            </a:extLst>
          </p:cNvPr>
          <p:cNvSpPr/>
          <p:nvPr/>
        </p:nvSpPr>
        <p:spPr>
          <a:xfrm>
            <a:off x="3190633" y="417438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au départ des filleuls</a:t>
            </a:r>
            <a:endParaRPr lang="en-US" sz="900" dirty="0">
              <a:solidFill>
                <a:schemeClr val="bg1"/>
              </a:solidFill>
            </a:endParaRPr>
          </a:p>
        </p:txBody>
      </p:sp>
      <p:sp>
        <p:nvSpPr>
          <p:cNvPr id="83" name="Rectangle 82">
            <a:extLst>
              <a:ext uri="{FF2B5EF4-FFF2-40B4-BE49-F238E27FC236}">
                <a16:creationId xmlns:a16="http://schemas.microsoft.com/office/drawing/2014/main" id="{33923E51-4B09-4A0F-ACA0-854BB071DAA5}"/>
              </a:ext>
            </a:extLst>
          </p:cNvPr>
          <p:cNvSpPr/>
          <p:nvPr/>
        </p:nvSpPr>
        <p:spPr>
          <a:xfrm>
            <a:off x="3190633" y="534701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les filleuls</a:t>
            </a:r>
            <a:endParaRPr lang="en-US" sz="900" dirty="0">
              <a:solidFill>
                <a:schemeClr val="bg1"/>
              </a:solidFill>
            </a:endParaRPr>
          </a:p>
        </p:txBody>
      </p:sp>
      <p:sp>
        <p:nvSpPr>
          <p:cNvPr id="84" name="Rectangle 83">
            <a:extLst>
              <a:ext uri="{FF2B5EF4-FFF2-40B4-BE49-F238E27FC236}">
                <a16:creationId xmlns:a16="http://schemas.microsoft.com/office/drawing/2014/main" id="{068C0905-1B28-495E-8947-C281B4E3CA76}"/>
              </a:ext>
            </a:extLst>
          </p:cNvPr>
          <p:cNvSpPr/>
          <p:nvPr/>
        </p:nvSpPr>
        <p:spPr>
          <a:xfrm>
            <a:off x="3190633" y="593332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❓Répondre aux questions des filleuls</a:t>
            </a:r>
            <a:endParaRPr lang="en-US" sz="900" dirty="0">
              <a:solidFill>
                <a:schemeClr val="bg1"/>
              </a:solidFill>
            </a:endParaRPr>
          </a:p>
        </p:txBody>
      </p:sp>
      <p:sp>
        <p:nvSpPr>
          <p:cNvPr id="85" name="Rectangle 84">
            <a:extLst>
              <a:ext uri="{FF2B5EF4-FFF2-40B4-BE49-F238E27FC236}">
                <a16:creationId xmlns:a16="http://schemas.microsoft.com/office/drawing/2014/main" id="{ABAB118B-1555-4255-8076-CAB67BEB79F9}"/>
              </a:ext>
            </a:extLst>
          </p:cNvPr>
          <p:cNvSpPr/>
          <p:nvPr/>
        </p:nvSpPr>
        <p:spPr>
          <a:xfrm>
            <a:off x="5847466" y="539509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a:t>
            </a:r>
            <a:endParaRPr lang="en-US" sz="900" dirty="0">
              <a:solidFill>
                <a:schemeClr val="bg1"/>
              </a:solidFill>
            </a:endParaRPr>
          </a:p>
        </p:txBody>
      </p:sp>
      <p:sp>
        <p:nvSpPr>
          <p:cNvPr id="86" name="Rectangle 85">
            <a:extLst>
              <a:ext uri="{FF2B5EF4-FFF2-40B4-BE49-F238E27FC236}">
                <a16:creationId xmlns:a16="http://schemas.microsoft.com/office/drawing/2014/main" id="{0EA8896E-0FC9-4877-A116-566C7F4B6FDC}"/>
              </a:ext>
            </a:extLst>
          </p:cNvPr>
          <p:cNvSpPr/>
          <p:nvPr/>
        </p:nvSpPr>
        <p:spPr>
          <a:xfrm>
            <a:off x="5847466" y="59994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une discussion dans le forum de la communauté </a:t>
            </a:r>
            <a:endParaRPr lang="en-US" sz="900" dirty="0">
              <a:solidFill>
                <a:schemeClr val="bg1"/>
              </a:solidFill>
            </a:endParaRPr>
          </a:p>
        </p:txBody>
      </p:sp>
      <p:sp>
        <p:nvSpPr>
          <p:cNvPr id="87" name="Rectangle 86">
            <a:extLst>
              <a:ext uri="{FF2B5EF4-FFF2-40B4-BE49-F238E27FC236}">
                <a16:creationId xmlns:a16="http://schemas.microsoft.com/office/drawing/2014/main" id="{3E69CB7E-A68E-4931-A8B3-25B548DD7EAE}"/>
              </a:ext>
            </a:extLst>
          </p:cNvPr>
          <p:cNvSpPr/>
          <p:nvPr/>
        </p:nvSpPr>
        <p:spPr>
          <a:xfrm>
            <a:off x="8194964" y="356242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Transmettre des connaissances sur une compétence liée à l’objet de la communauté </a:t>
            </a:r>
            <a:endParaRPr lang="en-US" sz="900" dirty="0">
              <a:solidFill>
                <a:schemeClr val="bg1"/>
              </a:solidFill>
            </a:endParaRPr>
          </a:p>
        </p:txBody>
      </p:sp>
      <p:sp>
        <p:nvSpPr>
          <p:cNvPr id="88" name="Rectangle 87">
            <a:extLst>
              <a:ext uri="{FF2B5EF4-FFF2-40B4-BE49-F238E27FC236}">
                <a16:creationId xmlns:a16="http://schemas.microsoft.com/office/drawing/2014/main" id="{4A087856-AD3D-4439-9A89-383E7D1D095A}"/>
              </a:ext>
            </a:extLst>
          </p:cNvPr>
          <p:cNvSpPr/>
          <p:nvPr/>
        </p:nvSpPr>
        <p:spPr>
          <a:xfrm>
            <a:off x="8201272" y="418526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Développer une compétence liée à l’objet de la communauté</a:t>
            </a:r>
            <a:endParaRPr lang="en-US" sz="900" dirty="0">
              <a:solidFill>
                <a:schemeClr val="bg1"/>
              </a:solidFill>
            </a:endParaRPr>
          </a:p>
        </p:txBody>
      </p:sp>
      <p:sp>
        <p:nvSpPr>
          <p:cNvPr id="89" name="Rectangle 88">
            <a:extLst>
              <a:ext uri="{FF2B5EF4-FFF2-40B4-BE49-F238E27FC236}">
                <a16:creationId xmlns:a16="http://schemas.microsoft.com/office/drawing/2014/main" id="{7D6C37D5-B412-4A2D-8967-A3ADEE9D77D8}"/>
              </a:ext>
            </a:extLst>
          </p:cNvPr>
          <p:cNvSpPr/>
          <p:nvPr/>
        </p:nvSpPr>
        <p:spPr>
          <a:xfrm>
            <a:off x="8194964" y="480810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❓Répondre aux questions sur le forum de la Communauté</a:t>
            </a:r>
            <a:endParaRPr lang="en-US" sz="900" dirty="0">
              <a:solidFill>
                <a:schemeClr val="bg1"/>
              </a:solidFill>
            </a:endParaRPr>
          </a:p>
        </p:txBody>
      </p:sp>
      <p:sp>
        <p:nvSpPr>
          <p:cNvPr id="90" name="Rectangle 89">
            <a:extLst>
              <a:ext uri="{FF2B5EF4-FFF2-40B4-BE49-F238E27FC236}">
                <a16:creationId xmlns:a16="http://schemas.microsoft.com/office/drawing/2014/main" id="{3B0E76F3-10C9-4E27-A1F5-D1D410B33B7B}"/>
              </a:ext>
            </a:extLst>
          </p:cNvPr>
          <p:cNvSpPr/>
          <p:nvPr/>
        </p:nvSpPr>
        <p:spPr>
          <a:xfrm>
            <a:off x="10240639" y="352127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Tree>
    <p:extLst>
      <p:ext uri="{BB962C8B-B14F-4D97-AF65-F5344CB8AC3E}">
        <p14:creationId xmlns:p14="http://schemas.microsoft.com/office/powerpoint/2010/main" val="382214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Exemples de rôles communautaires avancés (généralement de haut niveau)</a:t>
            </a:r>
            <a:endParaRPr lang="en-US" dirty="0"/>
          </a:p>
        </p:txBody>
      </p:sp>
      <p:sp>
        <p:nvSpPr>
          <p:cNvPr id="8" name="Rectangle 7">
            <a:extLst>
              <a:ext uri="{FF2B5EF4-FFF2-40B4-BE49-F238E27FC236}">
                <a16:creationId xmlns:a16="http://schemas.microsoft.com/office/drawing/2014/main" id="{90FEB3CB-FB45-4F17-8F54-B3E066B812F5}"/>
              </a:ext>
            </a:extLst>
          </p:cNvPr>
          <p:cNvSpPr/>
          <p:nvPr/>
        </p:nvSpPr>
        <p:spPr>
          <a:xfrm>
            <a:off x="5481134"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OPS
</a:t>
            </a:r>
          </a:p>
        </p:txBody>
      </p:sp>
      <p:sp>
        <p:nvSpPr>
          <p:cNvPr id="9" name="Rectangle 8">
            <a:extLst>
              <a:ext uri="{FF2B5EF4-FFF2-40B4-BE49-F238E27FC236}">
                <a16:creationId xmlns:a16="http://schemas.microsoft.com/office/drawing/2014/main" id="{7CF535A7-262A-4C67-A207-8D33EF931D5C}"/>
              </a:ext>
            </a:extLst>
          </p:cNvPr>
          <p:cNvSpPr/>
          <p:nvPr/>
        </p:nvSpPr>
        <p:spPr>
          <a:xfrm>
            <a:off x="7785525" y="2959124"/>
            <a:ext cx="1051699"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Booster de communauté
</a:t>
            </a:r>
          </a:p>
        </p:txBody>
      </p:sp>
      <p:sp>
        <p:nvSpPr>
          <p:cNvPr id="10" name="Rectangle 9">
            <a:extLst>
              <a:ext uri="{FF2B5EF4-FFF2-40B4-BE49-F238E27FC236}">
                <a16:creationId xmlns:a16="http://schemas.microsoft.com/office/drawing/2014/main" id="{3739CA36-1F6E-49FF-9220-D178EBEF677E}"/>
              </a:ext>
            </a:extLst>
          </p:cNvPr>
          <p:cNvSpPr/>
          <p:nvPr/>
        </p:nvSpPr>
        <p:spPr>
          <a:xfrm>
            <a:off x="10519919"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Manager</a:t>
            </a:r>
          </a:p>
        </p:txBody>
      </p:sp>
      <p:sp>
        <p:nvSpPr>
          <p:cNvPr id="11" name="Rectangle 10">
            <a:extLst>
              <a:ext uri="{FF2B5EF4-FFF2-40B4-BE49-F238E27FC236}">
                <a16:creationId xmlns:a16="http://schemas.microsoft.com/office/drawing/2014/main" id="{0BBEB798-6CE0-4A58-85EB-628BCDBD2701}"/>
              </a:ext>
            </a:extLst>
          </p:cNvPr>
          <p:cNvSpPr/>
          <p:nvPr/>
        </p:nvSpPr>
        <p:spPr>
          <a:xfrm>
            <a:off x="787288"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Expert</a:t>
            </a:r>
          </a:p>
        </p:txBody>
      </p:sp>
      <p:sp>
        <p:nvSpPr>
          <p:cNvPr id="27" name="Rectangle 26">
            <a:extLst>
              <a:ext uri="{FF2B5EF4-FFF2-40B4-BE49-F238E27FC236}">
                <a16:creationId xmlns:a16="http://schemas.microsoft.com/office/drawing/2014/main" id="{F88A7170-F469-4B43-A950-73D45AB8B26D}"/>
              </a:ext>
            </a:extLst>
          </p:cNvPr>
          <p:cNvSpPr/>
          <p:nvPr/>
        </p:nvSpPr>
        <p:spPr>
          <a:xfrm>
            <a:off x="3776444"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dirty="0">
                <a:solidFill>
                  <a:schemeClr val="bg1"/>
                </a:solidFill>
              </a:rPr>
              <a:t>📹 </a:t>
            </a:r>
            <a:r>
              <a:rPr lang="fr-FR" sz="900" dirty="0">
                <a:solidFill>
                  <a:schemeClr val="bg1"/>
                </a:solidFill>
              </a:rPr>
              <a:t>Enregistrer et éditer des vidéos, un podcast ou de la musique</a:t>
            </a:r>
            <a:endParaRPr lang="en-US" sz="900" dirty="0">
              <a:solidFill>
                <a:schemeClr val="bg1"/>
              </a:solidFill>
            </a:endParaRPr>
          </a:p>
        </p:txBody>
      </p:sp>
      <p:sp>
        <p:nvSpPr>
          <p:cNvPr id="43" name="Rectangle 42">
            <a:extLst>
              <a:ext uri="{FF2B5EF4-FFF2-40B4-BE49-F238E27FC236}">
                <a16:creationId xmlns:a16="http://schemas.microsoft.com/office/drawing/2014/main" id="{0813177B-B298-434B-A4DD-99CB2DFAC9BA}"/>
              </a:ext>
            </a:extLst>
          </p:cNvPr>
          <p:cNvSpPr/>
          <p:nvPr/>
        </p:nvSpPr>
        <p:spPr>
          <a:xfrm>
            <a:off x="3176743"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Champions du </a:t>
            </a:r>
            <a:r>
              <a:rPr lang="en-US" sz="1000" dirty="0" err="1">
                <a:solidFill>
                  <a:schemeClr val="bg1"/>
                </a:solidFill>
              </a:rPr>
              <a:t>contenu</a:t>
            </a:r>
            <a:r>
              <a:rPr lang="en-US" sz="1000" dirty="0">
                <a:solidFill>
                  <a:schemeClr val="bg1"/>
                </a:solidFill>
              </a:rPr>
              <a:t>
</a:t>
            </a:r>
          </a:p>
        </p:txBody>
      </p:sp>
      <p:pic>
        <p:nvPicPr>
          <p:cNvPr id="50" name="Graphique 49" descr="Homme électricien avec un remplissage uni">
            <a:extLst>
              <a:ext uri="{FF2B5EF4-FFF2-40B4-BE49-F238E27FC236}">
                <a16:creationId xmlns:a16="http://schemas.microsoft.com/office/drawing/2014/main" id="{AD927913-485A-4CD9-8F5E-0F80C532D8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5466" y="2003978"/>
            <a:ext cx="914400" cy="914400"/>
          </a:xfrm>
          <a:prstGeom prst="rect">
            <a:avLst/>
          </a:prstGeom>
        </p:spPr>
      </p:pic>
      <p:pic>
        <p:nvPicPr>
          <p:cNvPr id="52" name="Graphique 51" descr="Femme électricienne avec un remplissage uni">
            <a:extLst>
              <a:ext uri="{FF2B5EF4-FFF2-40B4-BE49-F238E27FC236}">
                <a16:creationId xmlns:a16="http://schemas.microsoft.com/office/drawing/2014/main" id="{E6B1028D-7485-4DD2-9B56-7A39C820F7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0702" y="2003978"/>
            <a:ext cx="914400" cy="914400"/>
          </a:xfrm>
          <a:prstGeom prst="rect">
            <a:avLst/>
          </a:prstGeom>
        </p:spPr>
      </p:pic>
      <p:pic>
        <p:nvPicPr>
          <p:cNvPr id="54" name="Graphique 53" descr="Femme capitaine avec un remplissage uni">
            <a:extLst>
              <a:ext uri="{FF2B5EF4-FFF2-40B4-BE49-F238E27FC236}">
                <a16:creationId xmlns:a16="http://schemas.microsoft.com/office/drawing/2014/main" id="{90AFD79E-7238-4B8B-99B9-4F8931AD74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11380" y="2003978"/>
            <a:ext cx="914400" cy="914400"/>
          </a:xfrm>
          <a:prstGeom prst="rect">
            <a:avLst/>
          </a:prstGeom>
        </p:spPr>
      </p:pic>
      <p:pic>
        <p:nvPicPr>
          <p:cNvPr id="56" name="Graphique 55" descr="Homme capitaine avec un remplissage uni">
            <a:extLst>
              <a:ext uri="{FF2B5EF4-FFF2-40B4-BE49-F238E27FC236}">
                <a16:creationId xmlns:a16="http://schemas.microsoft.com/office/drawing/2014/main" id="{918D310F-65CC-4996-8329-E606901D71D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26496" y="2003978"/>
            <a:ext cx="914400" cy="914400"/>
          </a:xfrm>
          <a:prstGeom prst="rect">
            <a:avLst/>
          </a:prstGeom>
        </p:spPr>
      </p:pic>
      <p:pic>
        <p:nvPicPr>
          <p:cNvPr id="58" name="Graphique 57" descr="Un artiste masculin avec un remplissage uni">
            <a:extLst>
              <a:ext uri="{FF2B5EF4-FFF2-40B4-BE49-F238E27FC236}">
                <a16:creationId xmlns:a16="http://schemas.microsoft.com/office/drawing/2014/main" id="{7BFDF9FE-EA75-4B65-A3BD-2FFAD6A0C9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37939" y="2003978"/>
            <a:ext cx="914400" cy="914400"/>
          </a:xfrm>
          <a:prstGeom prst="rect">
            <a:avLst/>
          </a:prstGeom>
        </p:spPr>
      </p:pic>
      <p:pic>
        <p:nvPicPr>
          <p:cNvPr id="60" name="Graphique 59" descr="Une artiste avec un remplissage uni">
            <a:extLst>
              <a:ext uri="{FF2B5EF4-FFF2-40B4-BE49-F238E27FC236}">
                <a16:creationId xmlns:a16="http://schemas.microsoft.com/office/drawing/2014/main" id="{3F4364D2-C5FC-4268-A05E-31CECABBF0D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87843" y="2003978"/>
            <a:ext cx="914400" cy="914400"/>
          </a:xfrm>
          <a:prstGeom prst="rect">
            <a:avLst/>
          </a:prstGeom>
        </p:spPr>
      </p:pic>
      <p:pic>
        <p:nvPicPr>
          <p:cNvPr id="62" name="Graphique 61" descr="Homme professeur avec un remplissage uni">
            <a:extLst>
              <a:ext uri="{FF2B5EF4-FFF2-40B4-BE49-F238E27FC236}">
                <a16:creationId xmlns:a16="http://schemas.microsoft.com/office/drawing/2014/main" id="{1C86D240-1A3E-4F1E-A473-9B794DB10EB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6604" y="2003978"/>
            <a:ext cx="914400" cy="914400"/>
          </a:xfrm>
          <a:prstGeom prst="rect">
            <a:avLst/>
          </a:prstGeom>
        </p:spPr>
      </p:pic>
      <p:pic>
        <p:nvPicPr>
          <p:cNvPr id="64" name="Graphique 63" descr="Femme professeur avec un remplissage uni">
            <a:extLst>
              <a:ext uri="{FF2B5EF4-FFF2-40B4-BE49-F238E27FC236}">
                <a16:creationId xmlns:a16="http://schemas.microsoft.com/office/drawing/2014/main" id="{F9C521C1-9D92-4075-A319-AC5C38C3BC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3952" y="2003978"/>
            <a:ext cx="914400" cy="914400"/>
          </a:xfrm>
          <a:prstGeom prst="rect">
            <a:avLst/>
          </a:prstGeom>
        </p:spPr>
      </p:pic>
      <p:pic>
        <p:nvPicPr>
          <p:cNvPr id="73" name="Graphique 72" descr="Serveuse avec un remplissage uni">
            <a:extLst>
              <a:ext uri="{FF2B5EF4-FFF2-40B4-BE49-F238E27FC236}">
                <a16:creationId xmlns:a16="http://schemas.microsoft.com/office/drawing/2014/main" id="{AB4CFAD3-D5AA-4C85-BE1D-63A0E6A563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83361" y="2003978"/>
            <a:ext cx="914400" cy="914400"/>
          </a:xfrm>
          <a:prstGeom prst="rect">
            <a:avLst/>
          </a:prstGeom>
        </p:spPr>
      </p:pic>
      <p:pic>
        <p:nvPicPr>
          <p:cNvPr id="75" name="Graphique 74" descr="Serveur avec un remplissage uni">
            <a:extLst>
              <a:ext uri="{FF2B5EF4-FFF2-40B4-BE49-F238E27FC236}">
                <a16:creationId xmlns:a16="http://schemas.microsoft.com/office/drawing/2014/main" id="{A16406AA-5B8B-4DA3-93F9-CCD76D2951E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33265" y="2003978"/>
            <a:ext cx="914400" cy="914400"/>
          </a:xfrm>
          <a:prstGeom prst="rect">
            <a:avLst/>
          </a:prstGeom>
        </p:spPr>
      </p:pic>
      <p:sp>
        <p:nvSpPr>
          <p:cNvPr id="80" name="Rectangle 79">
            <a:extLst>
              <a:ext uri="{FF2B5EF4-FFF2-40B4-BE49-F238E27FC236}">
                <a16:creationId xmlns:a16="http://schemas.microsoft.com/office/drawing/2014/main" id="{9F57B455-8D41-4EA5-8682-1C47C58E6569}"/>
              </a:ext>
            </a:extLst>
          </p:cNvPr>
          <p:cNvSpPr/>
          <p:nvPr/>
        </p:nvSpPr>
        <p:spPr>
          <a:xfrm>
            <a:off x="5427381" y="486201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Participer à définir les règles de fonctionnement de la Communauté</a:t>
            </a:r>
          </a:p>
        </p:txBody>
      </p:sp>
      <p:sp>
        <p:nvSpPr>
          <p:cNvPr id="51" name="Rectangle 50">
            <a:extLst>
              <a:ext uri="{FF2B5EF4-FFF2-40B4-BE49-F238E27FC236}">
                <a16:creationId xmlns:a16="http://schemas.microsoft.com/office/drawing/2014/main" id="{CA3BF4EF-349E-4B33-883B-3F38DB4B2557}"/>
              </a:ext>
            </a:extLst>
          </p:cNvPr>
          <p:cNvSpPr/>
          <p:nvPr/>
        </p:nvSpPr>
        <p:spPr>
          <a:xfrm>
            <a:off x="8358175" y="423964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à l’intégration des nouveaux membres</a:t>
            </a:r>
            <a:endParaRPr lang="en-US" sz="900" dirty="0">
              <a:solidFill>
                <a:schemeClr val="bg1"/>
              </a:solidFill>
            </a:endParaRPr>
          </a:p>
        </p:txBody>
      </p:sp>
      <p:sp>
        <p:nvSpPr>
          <p:cNvPr id="53" name="Rectangle 52">
            <a:extLst>
              <a:ext uri="{FF2B5EF4-FFF2-40B4-BE49-F238E27FC236}">
                <a16:creationId xmlns:a16="http://schemas.microsoft.com/office/drawing/2014/main" id="{B694A4CD-B2A2-4371-BC42-B7DF383E541F}"/>
              </a:ext>
            </a:extLst>
          </p:cNvPr>
          <p:cNvSpPr/>
          <p:nvPr/>
        </p:nvSpPr>
        <p:spPr>
          <a:xfrm>
            <a:off x="1272880" y="5482502"/>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
        <p:nvSpPr>
          <p:cNvPr id="55" name="Rectangle 54">
            <a:extLst>
              <a:ext uri="{FF2B5EF4-FFF2-40B4-BE49-F238E27FC236}">
                <a16:creationId xmlns:a16="http://schemas.microsoft.com/office/drawing/2014/main" id="{48B2ADA1-8BA3-497D-9D01-DE4CE02118C3}"/>
              </a:ext>
            </a:extLst>
          </p:cNvPr>
          <p:cNvSpPr/>
          <p:nvPr/>
        </p:nvSpPr>
        <p:spPr>
          <a:xfrm>
            <a:off x="5410013" y="424177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sp>
        <p:nvSpPr>
          <p:cNvPr id="57" name="Rectangle 56">
            <a:extLst>
              <a:ext uri="{FF2B5EF4-FFF2-40B4-BE49-F238E27FC236}">
                <a16:creationId xmlns:a16="http://schemas.microsoft.com/office/drawing/2014/main" id="{5479BABC-FE38-407F-9676-C1314A75BB86}"/>
              </a:ext>
            </a:extLst>
          </p:cNvPr>
          <p:cNvSpPr/>
          <p:nvPr/>
        </p:nvSpPr>
        <p:spPr>
          <a:xfrm>
            <a:off x="245507" y="4261436"/>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59" name="Rectangle 58">
            <a:extLst>
              <a:ext uri="{FF2B5EF4-FFF2-40B4-BE49-F238E27FC236}">
                <a16:creationId xmlns:a16="http://schemas.microsoft.com/office/drawing/2014/main" id="{2DB0BB38-7B84-4FE2-A87B-D3A63DC8A4D2}"/>
              </a:ext>
            </a:extLst>
          </p:cNvPr>
          <p:cNvSpPr/>
          <p:nvPr/>
        </p:nvSpPr>
        <p:spPr>
          <a:xfrm>
            <a:off x="8356922" y="3634074"/>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au départ d’un (bientôt) ancien membre</a:t>
            </a:r>
            <a:endParaRPr lang="en-US" sz="900" dirty="0">
              <a:solidFill>
                <a:schemeClr val="bg1"/>
              </a:solidFill>
            </a:endParaRPr>
          </a:p>
        </p:txBody>
      </p:sp>
      <p:sp>
        <p:nvSpPr>
          <p:cNvPr id="63" name="Rectangle 62">
            <a:extLst>
              <a:ext uri="{FF2B5EF4-FFF2-40B4-BE49-F238E27FC236}">
                <a16:creationId xmlns:a16="http://schemas.microsoft.com/office/drawing/2014/main" id="{413622AA-79FF-42E7-81AD-B3D1C86DA552}"/>
              </a:ext>
            </a:extLst>
          </p:cNvPr>
          <p:cNvSpPr/>
          <p:nvPr/>
        </p:nvSpPr>
        <p:spPr>
          <a:xfrm>
            <a:off x="7287080" y="484918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
</a:t>
            </a:r>
            <a:endParaRPr lang="en-US" sz="900" dirty="0">
              <a:solidFill>
                <a:schemeClr val="bg1"/>
              </a:solidFill>
            </a:endParaRPr>
          </a:p>
        </p:txBody>
      </p:sp>
      <p:sp>
        <p:nvSpPr>
          <p:cNvPr id="66" name="Rectangle 65">
            <a:extLst>
              <a:ext uri="{FF2B5EF4-FFF2-40B4-BE49-F238E27FC236}">
                <a16:creationId xmlns:a16="http://schemas.microsoft.com/office/drawing/2014/main" id="{1003F7D7-F20F-4202-9C78-E4FB83B42A85}"/>
              </a:ext>
            </a:extLst>
          </p:cNvPr>
          <p:cNvSpPr/>
          <p:nvPr/>
        </p:nvSpPr>
        <p:spPr>
          <a:xfrm>
            <a:off x="9891157" y="424725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Établir des partenariats avec la Communauté</a:t>
            </a:r>
            <a:endParaRPr lang="en-US" sz="900" dirty="0">
              <a:solidFill>
                <a:schemeClr val="bg1"/>
              </a:solidFill>
            </a:endParaRPr>
          </a:p>
        </p:txBody>
      </p:sp>
      <p:sp>
        <p:nvSpPr>
          <p:cNvPr id="67" name="Rectangle 66">
            <a:extLst>
              <a:ext uri="{FF2B5EF4-FFF2-40B4-BE49-F238E27FC236}">
                <a16:creationId xmlns:a16="http://schemas.microsoft.com/office/drawing/2014/main" id="{DAAD37B6-4A52-4C08-952D-20B75186CECA}"/>
              </a:ext>
            </a:extLst>
          </p:cNvPr>
          <p:cNvSpPr/>
          <p:nvPr/>
        </p:nvSpPr>
        <p:spPr>
          <a:xfrm>
            <a:off x="1303953" y="426905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des discussions dans le forum de la communauté </a:t>
            </a:r>
            <a:endParaRPr lang="en-US" sz="900" dirty="0">
              <a:solidFill>
                <a:schemeClr val="bg1"/>
              </a:solidFill>
            </a:endParaRPr>
          </a:p>
        </p:txBody>
      </p:sp>
      <p:sp>
        <p:nvSpPr>
          <p:cNvPr id="68" name="Rectangle 67">
            <a:extLst>
              <a:ext uri="{FF2B5EF4-FFF2-40B4-BE49-F238E27FC236}">
                <a16:creationId xmlns:a16="http://schemas.microsoft.com/office/drawing/2014/main" id="{E26233E1-3B5E-4F64-BA05-29498223484A}"/>
              </a:ext>
            </a:extLst>
          </p:cNvPr>
          <p:cNvSpPr/>
          <p:nvPr/>
        </p:nvSpPr>
        <p:spPr>
          <a:xfrm>
            <a:off x="7287080" y="363479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🤝Présenter les membres les uns aux autres</a:t>
            </a:r>
            <a:endParaRPr lang="en-US" sz="900" dirty="0">
              <a:solidFill>
                <a:schemeClr val="bg1"/>
              </a:solidFill>
            </a:endParaRPr>
          </a:p>
        </p:txBody>
      </p:sp>
      <p:sp>
        <p:nvSpPr>
          <p:cNvPr id="69" name="Rectangle 68">
            <a:extLst>
              <a:ext uri="{FF2B5EF4-FFF2-40B4-BE49-F238E27FC236}">
                <a16:creationId xmlns:a16="http://schemas.microsoft.com/office/drawing/2014/main" id="{3C2BF33B-5AEF-42B8-B942-CC8AC7EED608}"/>
              </a:ext>
            </a:extLst>
          </p:cNvPr>
          <p:cNvSpPr/>
          <p:nvPr/>
        </p:nvSpPr>
        <p:spPr>
          <a:xfrm>
            <a:off x="10952609" y="42423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Présenter des membres (en tant que membres) en dehors de la Communauté</a:t>
            </a:r>
            <a:endParaRPr lang="en-US" sz="900" dirty="0">
              <a:solidFill>
                <a:schemeClr val="bg1"/>
              </a:solidFill>
            </a:endParaRPr>
          </a:p>
        </p:txBody>
      </p:sp>
      <p:sp>
        <p:nvSpPr>
          <p:cNvPr id="76" name="Rectangle 75">
            <a:extLst>
              <a:ext uri="{FF2B5EF4-FFF2-40B4-BE49-F238E27FC236}">
                <a16:creationId xmlns:a16="http://schemas.microsoft.com/office/drawing/2014/main" id="{795AE4C0-67D8-46D7-BB2B-BD290EB3875E}"/>
              </a:ext>
            </a:extLst>
          </p:cNvPr>
          <p:cNvSpPr/>
          <p:nvPr/>
        </p:nvSpPr>
        <p:spPr>
          <a:xfrm>
            <a:off x="447052" y="609429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Organiser le wiki communautaire</a:t>
            </a:r>
            <a:endParaRPr lang="en-US" sz="900" dirty="0">
              <a:solidFill>
                <a:schemeClr val="bg1"/>
              </a:solidFill>
            </a:endParaRPr>
          </a:p>
        </p:txBody>
      </p:sp>
      <p:sp>
        <p:nvSpPr>
          <p:cNvPr id="78" name="Rectangle 77">
            <a:extLst>
              <a:ext uri="{FF2B5EF4-FFF2-40B4-BE49-F238E27FC236}">
                <a16:creationId xmlns:a16="http://schemas.microsoft.com/office/drawing/2014/main" id="{51DA4531-118F-4932-ADDB-CEEBC19633B2}"/>
              </a:ext>
            </a:extLst>
          </p:cNvPr>
          <p:cNvSpPr/>
          <p:nvPr/>
        </p:nvSpPr>
        <p:spPr>
          <a:xfrm>
            <a:off x="5415248" y="365152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🛠️Mettre en place des outils et des processus pour la Communauté</a:t>
            </a:r>
            <a:endParaRPr lang="en-US" sz="900" dirty="0">
              <a:solidFill>
                <a:schemeClr val="bg1"/>
              </a:solidFill>
            </a:endParaRPr>
          </a:p>
        </p:txBody>
      </p:sp>
      <p:sp>
        <p:nvSpPr>
          <p:cNvPr id="83" name="Rectangle 82">
            <a:extLst>
              <a:ext uri="{FF2B5EF4-FFF2-40B4-BE49-F238E27FC236}">
                <a16:creationId xmlns:a16="http://schemas.microsoft.com/office/drawing/2014/main" id="{94CA3EB5-6C12-405A-92B9-40594C4B6EC1}"/>
              </a:ext>
            </a:extLst>
          </p:cNvPr>
          <p:cNvSpPr/>
          <p:nvPr/>
        </p:nvSpPr>
        <p:spPr>
          <a:xfrm>
            <a:off x="10420676" y="485720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Partager les résultats des actions liées à l’objectif de la communauté</a:t>
            </a:r>
            <a:endParaRPr lang="en-US" sz="900" dirty="0">
              <a:solidFill>
                <a:schemeClr val="bg1"/>
              </a:solidFill>
            </a:endParaRPr>
          </a:p>
        </p:txBody>
      </p:sp>
      <p:sp>
        <p:nvSpPr>
          <p:cNvPr id="86" name="Rectangle 85">
            <a:extLst>
              <a:ext uri="{FF2B5EF4-FFF2-40B4-BE49-F238E27FC236}">
                <a16:creationId xmlns:a16="http://schemas.microsoft.com/office/drawing/2014/main" id="{4A216A58-EB10-4137-812B-521E6692FB7D}"/>
              </a:ext>
            </a:extLst>
          </p:cNvPr>
          <p:cNvSpPr/>
          <p:nvPr/>
        </p:nvSpPr>
        <p:spPr>
          <a:xfrm>
            <a:off x="237983" y="486826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Réussir un examen communautaire sur une compétence liée à l’objet de la communauté</a:t>
            </a:r>
            <a:endParaRPr lang="en-US" sz="900" dirty="0">
              <a:solidFill>
                <a:schemeClr val="bg1"/>
              </a:solidFill>
            </a:endParaRPr>
          </a:p>
        </p:txBody>
      </p:sp>
      <p:sp>
        <p:nvSpPr>
          <p:cNvPr id="87" name="Rectangle 86">
            <a:extLst>
              <a:ext uri="{FF2B5EF4-FFF2-40B4-BE49-F238E27FC236}">
                <a16:creationId xmlns:a16="http://schemas.microsoft.com/office/drawing/2014/main" id="{3F31D4AF-9389-45E8-9328-80055F647970}"/>
              </a:ext>
            </a:extLst>
          </p:cNvPr>
          <p:cNvSpPr/>
          <p:nvPr/>
        </p:nvSpPr>
        <p:spPr>
          <a:xfrm>
            <a:off x="1303953" y="366232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Réussir un examen externe sur une compétence liée à l’objet de la communauté</a:t>
            </a:r>
            <a:endParaRPr lang="en-US" sz="900" dirty="0">
              <a:solidFill>
                <a:schemeClr val="bg1"/>
              </a:solidFill>
            </a:endParaRPr>
          </a:p>
        </p:txBody>
      </p:sp>
      <p:sp>
        <p:nvSpPr>
          <p:cNvPr id="88" name="Rectangle 87">
            <a:extLst>
              <a:ext uri="{FF2B5EF4-FFF2-40B4-BE49-F238E27FC236}">
                <a16:creationId xmlns:a16="http://schemas.microsoft.com/office/drawing/2014/main" id="{0A54B955-75E6-496E-857C-7299E7849D52}"/>
              </a:ext>
            </a:extLst>
          </p:cNvPr>
          <p:cNvSpPr/>
          <p:nvPr/>
        </p:nvSpPr>
        <p:spPr>
          <a:xfrm>
            <a:off x="1272879" y="487577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Transmettre des connaissances sur une compétence liée à l’objet de la communauté </a:t>
            </a:r>
            <a:endParaRPr lang="en-US" sz="900" dirty="0">
              <a:solidFill>
                <a:schemeClr val="bg1"/>
              </a:solidFill>
            </a:endParaRPr>
          </a:p>
        </p:txBody>
      </p:sp>
      <p:sp>
        <p:nvSpPr>
          <p:cNvPr id="89" name="Rectangle 88">
            <a:extLst>
              <a:ext uri="{FF2B5EF4-FFF2-40B4-BE49-F238E27FC236}">
                <a16:creationId xmlns:a16="http://schemas.microsoft.com/office/drawing/2014/main" id="{03C7BDE6-2831-466C-A719-B24F954BCAF1}"/>
              </a:ext>
            </a:extLst>
          </p:cNvPr>
          <p:cNvSpPr/>
          <p:nvPr/>
        </p:nvSpPr>
        <p:spPr>
          <a:xfrm>
            <a:off x="245507" y="365387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Créer un cours / programme de formation pour la communauté</a:t>
            </a:r>
            <a:endParaRPr lang="en-US" sz="900" dirty="0">
              <a:solidFill>
                <a:schemeClr val="bg1"/>
              </a:solidFill>
            </a:endParaRPr>
          </a:p>
        </p:txBody>
      </p:sp>
      <p:sp>
        <p:nvSpPr>
          <p:cNvPr id="90" name="Rectangle 89">
            <a:extLst>
              <a:ext uri="{FF2B5EF4-FFF2-40B4-BE49-F238E27FC236}">
                <a16:creationId xmlns:a16="http://schemas.microsoft.com/office/drawing/2014/main" id="{3F0C77A0-774C-4B96-A7A7-E0AB6177EB66}"/>
              </a:ext>
            </a:extLst>
          </p:cNvPr>
          <p:cNvSpPr/>
          <p:nvPr/>
        </p:nvSpPr>
        <p:spPr>
          <a:xfrm>
            <a:off x="237983" y="547510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Réagir aux publications dans le forum de la communauté</a:t>
            </a:r>
            <a:endParaRPr lang="en-US" sz="900" dirty="0">
              <a:solidFill>
                <a:schemeClr val="bg1"/>
              </a:solidFill>
            </a:endParaRPr>
          </a:p>
        </p:txBody>
      </p:sp>
      <p:sp>
        <p:nvSpPr>
          <p:cNvPr id="91" name="Rectangle 90">
            <a:extLst>
              <a:ext uri="{FF2B5EF4-FFF2-40B4-BE49-F238E27FC236}">
                <a16:creationId xmlns:a16="http://schemas.microsoft.com/office/drawing/2014/main" id="{9CE4949D-639C-49E0-B8B0-C4E01C5955C4}"/>
              </a:ext>
            </a:extLst>
          </p:cNvPr>
          <p:cNvSpPr/>
          <p:nvPr/>
        </p:nvSpPr>
        <p:spPr>
          <a:xfrm>
            <a:off x="9891158" y="3631520"/>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Représenter la voix de la Communauté auprès des membres</a:t>
            </a:r>
            <a:endParaRPr lang="en-US" sz="900" dirty="0">
              <a:solidFill>
                <a:schemeClr val="bg1"/>
              </a:solidFill>
            </a:endParaRPr>
          </a:p>
        </p:txBody>
      </p:sp>
      <p:sp>
        <p:nvSpPr>
          <p:cNvPr id="92" name="Rectangle 91">
            <a:extLst>
              <a:ext uri="{FF2B5EF4-FFF2-40B4-BE49-F238E27FC236}">
                <a16:creationId xmlns:a16="http://schemas.microsoft.com/office/drawing/2014/main" id="{BBAE8711-E7F1-4207-BFD8-E2DB8352DD8A}"/>
              </a:ext>
            </a:extLst>
          </p:cNvPr>
          <p:cNvSpPr/>
          <p:nvPr/>
        </p:nvSpPr>
        <p:spPr>
          <a:xfrm>
            <a:off x="2717997" y="424725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Organiser le wiki communautaire</a:t>
            </a:r>
            <a:endParaRPr lang="en-US" sz="900" dirty="0">
              <a:solidFill>
                <a:schemeClr val="bg1"/>
              </a:solidFill>
            </a:endParaRPr>
          </a:p>
        </p:txBody>
      </p:sp>
      <p:sp>
        <p:nvSpPr>
          <p:cNvPr id="93" name="Rectangle 92">
            <a:extLst>
              <a:ext uri="{FF2B5EF4-FFF2-40B4-BE49-F238E27FC236}">
                <a16:creationId xmlns:a16="http://schemas.microsoft.com/office/drawing/2014/main" id="{605C665D-865A-4EA1-B44A-063372250AD2}"/>
              </a:ext>
            </a:extLst>
          </p:cNvPr>
          <p:cNvSpPr/>
          <p:nvPr/>
        </p:nvSpPr>
        <p:spPr>
          <a:xfrm>
            <a:off x="2717997" y="364063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Écrire un article pour la communauté</a:t>
            </a:r>
            <a:endParaRPr lang="en-US" sz="900" dirty="0">
              <a:solidFill>
                <a:schemeClr val="bg1"/>
              </a:solidFill>
            </a:endParaRPr>
          </a:p>
        </p:txBody>
      </p:sp>
      <p:sp>
        <p:nvSpPr>
          <p:cNvPr id="94" name="Rectangle 93">
            <a:extLst>
              <a:ext uri="{FF2B5EF4-FFF2-40B4-BE49-F238E27FC236}">
                <a16:creationId xmlns:a16="http://schemas.microsoft.com/office/drawing/2014/main" id="{FC42288B-B6D9-40D2-A950-ABC350C2EBAB}"/>
              </a:ext>
            </a:extLst>
          </p:cNvPr>
          <p:cNvSpPr/>
          <p:nvPr/>
        </p:nvSpPr>
        <p:spPr>
          <a:xfrm>
            <a:off x="3176743" y="48757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Partager du contenu lié à la communauté</a:t>
            </a:r>
            <a:endParaRPr lang="en-US" sz="900" dirty="0">
              <a:solidFill>
                <a:schemeClr val="bg1"/>
              </a:solidFill>
            </a:endParaRPr>
          </a:p>
        </p:txBody>
      </p:sp>
      <p:sp>
        <p:nvSpPr>
          <p:cNvPr id="95" name="Rectangle 94">
            <a:extLst>
              <a:ext uri="{FF2B5EF4-FFF2-40B4-BE49-F238E27FC236}">
                <a16:creationId xmlns:a16="http://schemas.microsoft.com/office/drawing/2014/main" id="{D7171CA6-904A-4CD9-9B61-62628A73ABBF}"/>
              </a:ext>
            </a:extLst>
          </p:cNvPr>
          <p:cNvSpPr/>
          <p:nvPr/>
        </p:nvSpPr>
        <p:spPr>
          <a:xfrm>
            <a:off x="3779449"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Créer une formation ou un parcours pour la Communauté</a:t>
            </a:r>
            <a:endParaRPr lang="en-US" sz="900" dirty="0">
              <a:solidFill>
                <a:schemeClr val="bg1"/>
              </a:solidFill>
            </a:endParaRPr>
          </a:p>
        </p:txBody>
      </p:sp>
      <p:sp>
        <p:nvSpPr>
          <p:cNvPr id="96" name="Rectangle 95">
            <a:extLst>
              <a:ext uri="{FF2B5EF4-FFF2-40B4-BE49-F238E27FC236}">
                <a16:creationId xmlns:a16="http://schemas.microsoft.com/office/drawing/2014/main" id="{F0B814CD-11AC-4570-9572-3AD695517B62}"/>
              </a:ext>
            </a:extLst>
          </p:cNvPr>
          <p:cNvSpPr/>
          <p:nvPr/>
        </p:nvSpPr>
        <p:spPr>
          <a:xfrm>
            <a:off x="7278783" y="423964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une discussion dans le forum de la communauté </a:t>
            </a:r>
            <a:endParaRPr lang="en-US" sz="900" dirty="0">
              <a:solidFill>
                <a:schemeClr val="bg1"/>
              </a:solidFill>
            </a:endParaRPr>
          </a:p>
        </p:txBody>
      </p:sp>
      <p:sp>
        <p:nvSpPr>
          <p:cNvPr id="97" name="Rectangle 96">
            <a:extLst>
              <a:ext uri="{FF2B5EF4-FFF2-40B4-BE49-F238E27FC236}">
                <a16:creationId xmlns:a16="http://schemas.microsoft.com/office/drawing/2014/main" id="{C1491DEF-C26B-48A7-B77E-9BD7968CF0AE}"/>
              </a:ext>
            </a:extLst>
          </p:cNvPr>
          <p:cNvSpPr/>
          <p:nvPr/>
        </p:nvSpPr>
        <p:spPr>
          <a:xfrm>
            <a:off x="7812929" y="608764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Attirer de nouveaux membres</a:t>
            </a:r>
            <a:endParaRPr lang="en-US" sz="900" dirty="0">
              <a:solidFill>
                <a:schemeClr val="bg1"/>
              </a:solidFill>
            </a:endParaRPr>
          </a:p>
        </p:txBody>
      </p:sp>
      <p:sp>
        <p:nvSpPr>
          <p:cNvPr id="98" name="Rectangle 97">
            <a:extLst>
              <a:ext uri="{FF2B5EF4-FFF2-40B4-BE49-F238E27FC236}">
                <a16:creationId xmlns:a16="http://schemas.microsoft.com/office/drawing/2014/main" id="{84034C38-87FE-43D4-B643-12AC01C58CCE}"/>
              </a:ext>
            </a:extLst>
          </p:cNvPr>
          <p:cNvSpPr/>
          <p:nvPr/>
        </p:nvSpPr>
        <p:spPr>
          <a:xfrm>
            <a:off x="8356921" y="545747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dirty="0">
                <a:solidFill>
                  <a:schemeClr val="bg1"/>
                </a:solidFill>
              </a:rPr>
              <a:t>🤡</a:t>
            </a:r>
            <a:r>
              <a:rPr lang="en-US" sz="900" dirty="0" err="1">
                <a:solidFill>
                  <a:schemeClr val="bg1"/>
                </a:solidFill>
              </a:rPr>
              <a:t>Divertir</a:t>
            </a:r>
            <a:r>
              <a:rPr lang="en-US" sz="900" dirty="0">
                <a:solidFill>
                  <a:schemeClr val="bg1"/>
                </a:solidFill>
              </a:rPr>
              <a:t> la </a:t>
            </a:r>
            <a:r>
              <a:rPr lang="en-US" sz="900" dirty="0" err="1">
                <a:solidFill>
                  <a:schemeClr val="bg1"/>
                </a:solidFill>
              </a:rPr>
              <a:t>communauté</a:t>
            </a:r>
            <a:endParaRPr lang="en-US" sz="900" dirty="0">
              <a:solidFill>
                <a:schemeClr val="bg1"/>
              </a:solidFill>
            </a:endParaRPr>
          </a:p>
        </p:txBody>
      </p:sp>
      <p:sp>
        <p:nvSpPr>
          <p:cNvPr id="99" name="Rectangle 98">
            <a:extLst>
              <a:ext uri="{FF2B5EF4-FFF2-40B4-BE49-F238E27FC236}">
                <a16:creationId xmlns:a16="http://schemas.microsoft.com/office/drawing/2014/main" id="{FF3CEC38-7AAB-48A3-8253-4302B56B0222}"/>
              </a:ext>
            </a:extLst>
          </p:cNvPr>
          <p:cNvSpPr/>
          <p:nvPr/>
        </p:nvSpPr>
        <p:spPr>
          <a:xfrm>
            <a:off x="8366141" y="483476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un membre actuel ou un groupe de membres</a:t>
            </a:r>
            <a:endParaRPr lang="en-US" sz="900" dirty="0">
              <a:solidFill>
                <a:schemeClr val="bg1"/>
              </a:solidFill>
            </a:endParaRPr>
          </a:p>
        </p:txBody>
      </p:sp>
      <p:sp>
        <p:nvSpPr>
          <p:cNvPr id="100" name="Rectangle 99">
            <a:extLst>
              <a:ext uri="{FF2B5EF4-FFF2-40B4-BE49-F238E27FC236}">
                <a16:creationId xmlns:a16="http://schemas.microsoft.com/office/drawing/2014/main" id="{3107D5D5-F2F7-45C1-A576-5E497F020087}"/>
              </a:ext>
            </a:extLst>
          </p:cNvPr>
          <p:cNvSpPr/>
          <p:nvPr/>
        </p:nvSpPr>
        <p:spPr>
          <a:xfrm>
            <a:off x="7278783" y="545981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101" name="Rectangle 100">
            <a:extLst>
              <a:ext uri="{FF2B5EF4-FFF2-40B4-BE49-F238E27FC236}">
                <a16:creationId xmlns:a16="http://schemas.microsoft.com/office/drawing/2014/main" id="{629349D7-9A95-4E30-BF47-C185EBA013DB}"/>
              </a:ext>
            </a:extLst>
          </p:cNvPr>
          <p:cNvSpPr/>
          <p:nvPr/>
        </p:nvSpPr>
        <p:spPr>
          <a:xfrm>
            <a:off x="10961798" y="363407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
        <p:nvSpPr>
          <p:cNvPr id="102" name="Rectangle 101">
            <a:extLst>
              <a:ext uri="{FF2B5EF4-FFF2-40B4-BE49-F238E27FC236}">
                <a16:creationId xmlns:a16="http://schemas.microsoft.com/office/drawing/2014/main" id="{8F7FCF95-6AF3-4651-AF3F-5E8694B92B2E}"/>
              </a:ext>
            </a:extLst>
          </p:cNvPr>
          <p:cNvSpPr/>
          <p:nvPr/>
        </p:nvSpPr>
        <p:spPr>
          <a:xfrm>
            <a:off x="10405137" y="546714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Participer à définir les règles de fonctionnement de la Communauté</a:t>
            </a:r>
          </a:p>
        </p:txBody>
      </p:sp>
    </p:spTree>
    <p:extLst>
      <p:ext uri="{BB962C8B-B14F-4D97-AF65-F5344CB8AC3E}">
        <p14:creationId xmlns:p14="http://schemas.microsoft.com/office/powerpoint/2010/main" val="3477599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BD995149-786D-4327-A4F9-3C18459BACCC}"/>
              </a:ext>
            </a:extLst>
          </p:cNvPr>
          <p:cNvSpPr txBox="1"/>
          <p:nvPr/>
        </p:nvSpPr>
        <p:spPr>
          <a:xfrm>
            <a:off x="1304047" y="1881974"/>
            <a:ext cx="1440000" cy="4823625"/>
          </a:xfrm>
          <a:prstGeom prst="rect">
            <a:avLst/>
          </a:prstGeom>
          <a:solidFill>
            <a:schemeClr val="bg1">
              <a:lumMod val="95000"/>
            </a:schemeClr>
          </a:solidFill>
        </p:spPr>
        <p:txBody>
          <a:bodyPr wrap="none" rtlCol="0">
            <a:normAutofit/>
          </a:bodyPr>
          <a:lstStyle/>
          <a:p>
            <a:pPr algn="ctr"/>
            <a:r>
              <a:rPr lang="fr-FR" sz="1100" b="1" dirty="0"/>
              <a:t>Aider à </a:t>
            </a:r>
          </a:p>
          <a:p>
            <a:pPr algn="ctr"/>
            <a:r>
              <a:rPr lang="fr-FR" sz="1100" b="1" dirty="0"/>
              <a:t>faire connaître</a:t>
            </a:r>
          </a:p>
          <a:p>
            <a:pPr algn="ctr"/>
            <a:r>
              <a:rPr lang="fr-FR" sz="1100" dirty="0"/>
              <a:t>la communauté</a:t>
            </a:r>
          </a:p>
        </p:txBody>
      </p:sp>
      <p:sp>
        <p:nvSpPr>
          <p:cNvPr id="28" name="ZoneTexte 27">
            <a:extLst>
              <a:ext uri="{FF2B5EF4-FFF2-40B4-BE49-F238E27FC236}">
                <a16:creationId xmlns:a16="http://schemas.microsoft.com/office/drawing/2014/main" id="{5C9E9820-E327-4871-B500-DCD9D8D8E902}"/>
              </a:ext>
            </a:extLst>
          </p:cNvPr>
          <p:cNvSpPr txBox="1"/>
          <p:nvPr/>
        </p:nvSpPr>
        <p:spPr>
          <a:xfrm>
            <a:off x="2777285" y="1881974"/>
            <a:ext cx="1440000" cy="4823625"/>
          </a:xfrm>
          <a:prstGeom prst="rect">
            <a:avLst/>
          </a:prstGeom>
          <a:solidFill>
            <a:schemeClr val="bg1"/>
          </a:solidFill>
          <a:ln w="38100">
            <a:solidFill>
              <a:srgbClr val="3494BA"/>
            </a:solidFill>
            <a:prstDash val="dash"/>
          </a:ln>
        </p:spPr>
        <p:txBody>
          <a:bodyPr wrap="none" rtlCol="0">
            <a:noAutofit/>
          </a:bodyPr>
          <a:lstStyle/>
          <a:p>
            <a:pPr algn="ctr"/>
            <a:r>
              <a:rPr lang="fr-FR" sz="1100" b="1"/>
              <a:t>Aider à faire </a:t>
            </a:r>
          </a:p>
          <a:p>
            <a:pPr algn="ctr"/>
            <a:r>
              <a:rPr lang="fr-FR" sz="1100" b="1"/>
              <a:t>vivre l’expérience</a:t>
            </a:r>
          </a:p>
          <a:p>
            <a:pPr algn="ctr"/>
            <a:r>
              <a:rPr lang="fr-FR" sz="1100"/>
              <a:t>de la Communauté</a:t>
            </a:r>
          </a:p>
        </p:txBody>
      </p:sp>
      <p:sp>
        <p:nvSpPr>
          <p:cNvPr id="29" name="ZoneTexte 28">
            <a:extLst>
              <a:ext uri="{FF2B5EF4-FFF2-40B4-BE49-F238E27FC236}">
                <a16:creationId xmlns:a16="http://schemas.microsoft.com/office/drawing/2014/main" id="{AD62614F-2907-446D-9F43-26A0A59AB05C}"/>
              </a:ext>
            </a:extLst>
          </p:cNvPr>
          <p:cNvSpPr txBox="1"/>
          <p:nvPr/>
        </p:nvSpPr>
        <p:spPr>
          <a:xfrm>
            <a:off x="5723761" y="1881974"/>
            <a:ext cx="1440000" cy="4823625"/>
          </a:xfrm>
          <a:prstGeom prst="rect">
            <a:avLst/>
          </a:prstGeom>
          <a:noFill/>
          <a:ln w="38100">
            <a:solidFill>
              <a:srgbClr val="EC7B2B"/>
            </a:solidFill>
            <a:prstDash val="dash"/>
          </a:ln>
        </p:spPr>
        <p:txBody>
          <a:bodyPr wrap="none" rtlCol="0">
            <a:noAutofit/>
          </a:bodyPr>
          <a:lstStyle/>
          <a:p>
            <a:pPr algn="ctr"/>
            <a:r>
              <a:rPr lang="fr-FR" sz="1100" b="1" dirty="0"/>
              <a:t>Aider à réussir </a:t>
            </a:r>
          </a:p>
          <a:p>
            <a:pPr algn="ctr"/>
            <a:r>
              <a:rPr lang="fr-FR" sz="1100" dirty="0"/>
              <a:t>grâce à </a:t>
            </a:r>
          </a:p>
          <a:p>
            <a:pPr algn="ctr"/>
            <a:r>
              <a:rPr lang="fr-FR" sz="1100" dirty="0"/>
              <a:t>la Communauté</a:t>
            </a:r>
          </a:p>
        </p:txBody>
      </p:sp>
      <p:sp>
        <p:nvSpPr>
          <p:cNvPr id="30" name="ZoneTexte 29">
            <a:extLst>
              <a:ext uri="{FF2B5EF4-FFF2-40B4-BE49-F238E27FC236}">
                <a16:creationId xmlns:a16="http://schemas.microsoft.com/office/drawing/2014/main" id="{41AB2C86-6D35-436B-9676-B5D1113F4397}"/>
              </a:ext>
            </a:extLst>
          </p:cNvPr>
          <p:cNvSpPr txBox="1"/>
          <p:nvPr/>
        </p:nvSpPr>
        <p:spPr>
          <a:xfrm>
            <a:off x="4250523" y="1881974"/>
            <a:ext cx="1440000" cy="4823625"/>
          </a:xfrm>
          <a:prstGeom prst="rect">
            <a:avLst/>
          </a:prstGeom>
          <a:solidFill>
            <a:schemeClr val="bg1">
              <a:lumMod val="95000"/>
            </a:schemeClr>
          </a:solidFill>
          <a:ln w="38100">
            <a:solidFill>
              <a:schemeClr val="accent1"/>
            </a:solidFill>
          </a:ln>
        </p:spPr>
        <p:txBody>
          <a:bodyPr wrap="none" rtlCol="0">
            <a:noAutofit/>
          </a:bodyPr>
          <a:lstStyle/>
          <a:p>
            <a:pPr algn="ctr"/>
            <a:r>
              <a:rPr lang="fr-FR" sz="1100" b="1" dirty="0"/>
              <a:t>Aider à se mettre </a:t>
            </a:r>
          </a:p>
          <a:p>
            <a:pPr algn="ctr"/>
            <a:r>
              <a:rPr lang="fr-FR" sz="1100" b="1" dirty="0"/>
              <a:t>d’accord </a:t>
            </a:r>
            <a:r>
              <a:rPr lang="fr-FR" sz="1100" dirty="0"/>
              <a:t>dans la</a:t>
            </a:r>
            <a:endParaRPr lang="fr-FR" sz="1100" b="1" dirty="0"/>
          </a:p>
          <a:p>
            <a:pPr algn="ctr"/>
            <a:r>
              <a:rPr lang="fr-FR" sz="1100" dirty="0"/>
              <a:t>Communauté</a:t>
            </a:r>
          </a:p>
        </p:txBody>
      </p:sp>
      <p:sp>
        <p:nvSpPr>
          <p:cNvPr id="31" name="ZoneTexte 30">
            <a:extLst>
              <a:ext uri="{FF2B5EF4-FFF2-40B4-BE49-F238E27FC236}">
                <a16:creationId xmlns:a16="http://schemas.microsoft.com/office/drawing/2014/main" id="{EC07FA9A-52F7-4B18-AB8B-B20544E5BF02}"/>
              </a:ext>
            </a:extLst>
          </p:cNvPr>
          <p:cNvSpPr txBox="1"/>
          <p:nvPr/>
        </p:nvSpPr>
        <p:spPr>
          <a:xfrm>
            <a:off x="7196998" y="1881974"/>
            <a:ext cx="1440000" cy="4823625"/>
          </a:xfrm>
          <a:prstGeom prst="rect">
            <a:avLst/>
          </a:prstGeom>
          <a:solidFill>
            <a:schemeClr val="bg1">
              <a:lumMod val="95000"/>
            </a:schemeClr>
          </a:solidFill>
          <a:ln w="38100">
            <a:solidFill>
              <a:srgbClr val="EC7B2B"/>
            </a:solidFill>
            <a:prstDash val="solid"/>
          </a:ln>
        </p:spPr>
        <p:txBody>
          <a:bodyPr wrap="none" rtlCol="0">
            <a:noAutofit/>
          </a:bodyPr>
          <a:lstStyle/>
          <a:p>
            <a:pPr algn="ctr"/>
            <a:r>
              <a:rPr lang="fr-FR" sz="1100" b="1" dirty="0"/>
              <a:t>Aider à créer le </a:t>
            </a:r>
          </a:p>
          <a:p>
            <a:pPr algn="ctr"/>
            <a:r>
              <a:rPr lang="fr-FR" sz="1100" b="1" dirty="0"/>
              <a:t>sentiment </a:t>
            </a:r>
          </a:p>
          <a:p>
            <a:pPr algn="ctr"/>
            <a:r>
              <a:rPr lang="fr-FR" sz="1100" b="1" dirty="0"/>
              <a:t>d’appartenance </a:t>
            </a:r>
            <a:r>
              <a:rPr lang="fr-FR" sz="1100" dirty="0"/>
              <a:t>à </a:t>
            </a:r>
          </a:p>
          <a:p>
            <a:pPr algn="ctr"/>
            <a:r>
              <a:rPr lang="fr-FR" sz="1100" dirty="0"/>
              <a:t>la Communauté</a:t>
            </a:r>
          </a:p>
        </p:txBody>
      </p:sp>
      <p:sp>
        <p:nvSpPr>
          <p:cNvPr id="10" name="Rectangle 9">
            <a:extLst>
              <a:ext uri="{FF2B5EF4-FFF2-40B4-BE49-F238E27FC236}">
                <a16:creationId xmlns:a16="http://schemas.microsoft.com/office/drawing/2014/main" id="{7583C7B6-D591-4EC6-9F45-A3B2E7150CBE}"/>
              </a:ext>
            </a:extLst>
          </p:cNvPr>
          <p:cNvSpPr/>
          <p:nvPr/>
        </p:nvSpPr>
        <p:spPr>
          <a:xfrm>
            <a:off x="1578825" y="3036298"/>
            <a:ext cx="967741" cy="7885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Connecteurs </a:t>
            </a:r>
          </a:p>
          <a:p>
            <a:pPr algn="ctr"/>
            <a:r>
              <a:rPr lang="fr-FR" sz="800" i="1" dirty="0">
                <a:solidFill>
                  <a:schemeClr val="tx1"/>
                </a:solidFill>
              </a:rPr>
              <a:t>“Nous présentons les membres les uns aux autres”</a:t>
            </a:r>
          </a:p>
        </p:txBody>
      </p:sp>
      <p:sp>
        <p:nvSpPr>
          <p:cNvPr id="19" name="Rectangle 18">
            <a:extLst>
              <a:ext uri="{FF2B5EF4-FFF2-40B4-BE49-F238E27FC236}">
                <a16:creationId xmlns:a16="http://schemas.microsoft.com/office/drawing/2014/main" id="{EA49EA4E-8A19-4FC4-A28E-BFAAC7C37DDC}"/>
              </a:ext>
            </a:extLst>
          </p:cNvPr>
          <p:cNvSpPr/>
          <p:nvPr/>
        </p:nvSpPr>
        <p:spPr>
          <a:xfrm>
            <a:off x="1590437" y="5262978"/>
            <a:ext cx="967741" cy="808257"/>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Relanceurs</a:t>
            </a:r>
          </a:p>
          <a:p>
            <a:pPr algn="ctr"/>
            <a:r>
              <a:rPr lang="fr-FR" sz="800" i="1" dirty="0">
                <a:solidFill>
                  <a:schemeClr val="tx1"/>
                </a:solidFill>
              </a:rPr>
              <a:t>“Nous gardons la communauté dans le champ d’attention des membres”</a:t>
            </a:r>
          </a:p>
        </p:txBody>
      </p:sp>
      <p:sp>
        <p:nvSpPr>
          <p:cNvPr id="27" name="Rectangle 26">
            <a:extLst>
              <a:ext uri="{FF2B5EF4-FFF2-40B4-BE49-F238E27FC236}">
                <a16:creationId xmlns:a16="http://schemas.microsoft.com/office/drawing/2014/main" id="{7A562801-822C-43EA-BE38-0AEFC595D541}"/>
              </a:ext>
            </a:extLst>
          </p:cNvPr>
          <p:cNvSpPr/>
          <p:nvPr/>
        </p:nvSpPr>
        <p:spPr>
          <a:xfrm>
            <a:off x="4486652" y="3449990"/>
            <a:ext cx="967741" cy="82426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Futuristes</a:t>
            </a:r>
          </a:p>
          <a:p>
            <a:pPr algn="ctr"/>
            <a:r>
              <a:rPr lang="fr-FR" sz="800" i="1" dirty="0">
                <a:solidFill>
                  <a:schemeClr val="tx1"/>
                </a:solidFill>
              </a:rPr>
              <a:t>“Nous aidons les membres à partager la même vision du futur collectif”</a:t>
            </a:r>
          </a:p>
        </p:txBody>
      </p:sp>
      <p:sp>
        <p:nvSpPr>
          <p:cNvPr id="35" name="Rectangle 34">
            <a:extLst>
              <a:ext uri="{FF2B5EF4-FFF2-40B4-BE49-F238E27FC236}">
                <a16:creationId xmlns:a16="http://schemas.microsoft.com/office/drawing/2014/main" id="{6EDEC46F-9B7C-4BE6-B018-339B0CB91E19}"/>
              </a:ext>
            </a:extLst>
          </p:cNvPr>
          <p:cNvSpPr/>
          <p:nvPr/>
        </p:nvSpPr>
        <p:spPr>
          <a:xfrm>
            <a:off x="5959890" y="4439794"/>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bons souvenirs</a:t>
            </a:r>
          </a:p>
          <a:p>
            <a:pPr algn="ctr"/>
            <a:r>
              <a:rPr lang="fr-FR" sz="800" i="1" dirty="0">
                <a:solidFill>
                  <a:schemeClr val="tx1"/>
                </a:solidFill>
              </a:rPr>
              <a:t>“Nous aidons à créer, enregistrer, ressortir les bons souvenirs dans la communauté”</a:t>
            </a:r>
          </a:p>
        </p:txBody>
      </p:sp>
      <p:sp>
        <p:nvSpPr>
          <p:cNvPr id="43" name="Rectangle 42">
            <a:extLst>
              <a:ext uri="{FF2B5EF4-FFF2-40B4-BE49-F238E27FC236}">
                <a16:creationId xmlns:a16="http://schemas.microsoft.com/office/drawing/2014/main" id="{C9641E24-E68B-4E94-AD7C-AAD155C47B95}"/>
              </a:ext>
            </a:extLst>
          </p:cNvPr>
          <p:cNvSpPr/>
          <p:nvPr/>
        </p:nvSpPr>
        <p:spPr>
          <a:xfrm>
            <a:off x="5959890" y="3354330"/>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la réussite collective</a:t>
            </a:r>
          </a:p>
          <a:p>
            <a:pPr algn="ctr"/>
            <a:r>
              <a:rPr lang="fr-FR" sz="800" i="1" dirty="0">
                <a:solidFill>
                  <a:schemeClr val="tx1"/>
                </a:solidFill>
              </a:rPr>
              <a:t>“Nous aidons les membres à se pousser vers les réussites collectives”</a:t>
            </a:r>
          </a:p>
        </p:txBody>
      </p:sp>
      <p:sp>
        <p:nvSpPr>
          <p:cNvPr id="51" name="Rectangle 50">
            <a:extLst>
              <a:ext uri="{FF2B5EF4-FFF2-40B4-BE49-F238E27FC236}">
                <a16:creationId xmlns:a16="http://schemas.microsoft.com/office/drawing/2014/main" id="{12AA336B-E4E8-44BC-9689-7F2AE8DA9841}"/>
              </a:ext>
            </a:extLst>
          </p:cNvPr>
          <p:cNvSpPr/>
          <p:nvPr/>
        </p:nvSpPr>
        <p:spPr>
          <a:xfrm>
            <a:off x="4486652" y="2536211"/>
            <a:ext cx="967741" cy="83139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Tiers de confiance</a:t>
            </a:r>
          </a:p>
          <a:p>
            <a:pPr algn="ctr"/>
            <a:r>
              <a:rPr lang="fr-FR" sz="800" i="1" dirty="0">
                <a:solidFill>
                  <a:schemeClr val="tx1"/>
                </a:solidFill>
              </a:rPr>
              <a:t>“Nous aidons les membres à se faire confiance les uns les autres”</a:t>
            </a:r>
          </a:p>
        </p:txBody>
      </p:sp>
      <p:sp>
        <p:nvSpPr>
          <p:cNvPr id="59" name="Rectangle 58">
            <a:extLst>
              <a:ext uri="{FF2B5EF4-FFF2-40B4-BE49-F238E27FC236}">
                <a16:creationId xmlns:a16="http://schemas.microsoft.com/office/drawing/2014/main" id="{62A22133-AFA4-4370-8679-C253B4800F1E}"/>
              </a:ext>
            </a:extLst>
          </p:cNvPr>
          <p:cNvSpPr/>
          <p:nvPr/>
        </p:nvSpPr>
        <p:spPr>
          <a:xfrm>
            <a:off x="3013414" y="3290306"/>
            <a:ext cx="967741" cy="70937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Entremetteurs</a:t>
            </a:r>
          </a:p>
          <a:p>
            <a:pPr algn="ctr"/>
            <a:r>
              <a:rPr lang="fr-FR" sz="800" i="1" dirty="0">
                <a:solidFill>
                  <a:schemeClr val="tx1"/>
                </a:solidFill>
              </a:rPr>
              <a:t>“Nous aidons les membres à s’apprécier les uns les autres”</a:t>
            </a:r>
          </a:p>
        </p:txBody>
      </p:sp>
      <p:sp>
        <p:nvSpPr>
          <p:cNvPr id="67" name="Rectangle 66">
            <a:extLst>
              <a:ext uri="{FF2B5EF4-FFF2-40B4-BE49-F238E27FC236}">
                <a16:creationId xmlns:a16="http://schemas.microsoft.com/office/drawing/2014/main" id="{1A212986-54DB-4040-AC67-17BB08C65286}"/>
              </a:ext>
            </a:extLst>
          </p:cNvPr>
          <p:cNvSpPr/>
          <p:nvPr/>
        </p:nvSpPr>
        <p:spPr>
          <a:xfrm>
            <a:off x="7440407" y="3824821"/>
            <a:ext cx="967741" cy="115287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r>
              <a:rPr lang="fr-FR" sz="800" b="1" dirty="0">
                <a:solidFill>
                  <a:schemeClr val="tx1"/>
                </a:solidFill>
              </a:rPr>
              <a:t>Porte étendards</a:t>
            </a:r>
            <a:r>
              <a:rPr lang="fr-FR" sz="800" dirty="0">
                <a:solidFill>
                  <a:schemeClr val="tx1"/>
                </a:solidFill>
              </a:rPr>
              <a:t>
</a:t>
            </a:r>
            <a:r>
              <a:rPr lang="fr-FR" sz="800" i="1" dirty="0">
                <a:solidFill>
                  <a:schemeClr val="tx1"/>
                </a:solidFill>
              </a:rPr>
              <a:t>« Nous aidons les membres à se rassembler sous la même bannière »</a:t>
            </a:r>
            <a:r>
              <a:rPr lang="fr-FR" sz="800" dirty="0">
                <a:solidFill>
                  <a:schemeClr val="tx1"/>
                </a:solidFill>
              </a:rPr>
              <a:t>
</a:t>
            </a:r>
            <a:endParaRPr lang="fr-FR" sz="800" b="1" i="1" dirty="0">
              <a:solidFill>
                <a:schemeClr val="tx1"/>
              </a:solidFill>
            </a:endParaRPr>
          </a:p>
        </p:txBody>
      </p:sp>
      <p:sp>
        <p:nvSpPr>
          <p:cNvPr id="91" name="Rectangle 90">
            <a:extLst>
              <a:ext uri="{FF2B5EF4-FFF2-40B4-BE49-F238E27FC236}">
                <a16:creationId xmlns:a16="http://schemas.microsoft.com/office/drawing/2014/main" id="{6D9CECEB-FA49-4275-9C7C-5E470407F893}"/>
              </a:ext>
            </a:extLst>
          </p:cNvPr>
          <p:cNvSpPr/>
          <p:nvPr/>
        </p:nvSpPr>
        <p:spPr>
          <a:xfrm>
            <a:off x="5959890" y="2543246"/>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 Gardiens de la solidarité</a:t>
            </a:r>
          </a:p>
          <a:p>
            <a:pPr algn="ctr"/>
            <a:r>
              <a:rPr lang="fr-FR" sz="800" i="1" dirty="0">
                <a:solidFill>
                  <a:schemeClr val="tx1"/>
                </a:solidFill>
              </a:rPr>
              <a:t>“Nous aidons les membres à se soutenir les uns les autres”</a:t>
            </a:r>
          </a:p>
        </p:txBody>
      </p:sp>
      <p:sp>
        <p:nvSpPr>
          <p:cNvPr id="102" name="Rectangle 101">
            <a:extLst>
              <a:ext uri="{FF2B5EF4-FFF2-40B4-BE49-F238E27FC236}">
                <a16:creationId xmlns:a16="http://schemas.microsoft.com/office/drawing/2014/main" id="{7FA3412C-D1F9-40A3-A96D-D429453FF4BF}"/>
              </a:ext>
            </a:extLst>
          </p:cNvPr>
          <p:cNvSpPr/>
          <p:nvPr/>
        </p:nvSpPr>
        <p:spPr>
          <a:xfrm>
            <a:off x="3013414" y="4054797"/>
            <a:ext cx="967741" cy="96696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r>
              <a:rPr lang="fr-FR" sz="800" b="1" dirty="0">
                <a:solidFill>
                  <a:schemeClr val="tx1"/>
                </a:solidFill>
              </a:rPr>
              <a:t>Idéalistes</a:t>
            </a:r>
          </a:p>
          <a:p>
            <a:pPr algn="ctr"/>
            <a:r>
              <a:rPr lang="fr-FR" sz="800" i="1" dirty="0">
                <a:solidFill>
                  <a:schemeClr val="tx1"/>
                </a:solidFill>
              </a:rPr>
              <a:t>“Nous aidons les membres à développer des exigences vis-à-vis de la Communauté”</a:t>
            </a:r>
          </a:p>
        </p:txBody>
      </p:sp>
      <p:sp>
        <p:nvSpPr>
          <p:cNvPr id="104" name="Rectangle 103">
            <a:extLst>
              <a:ext uri="{FF2B5EF4-FFF2-40B4-BE49-F238E27FC236}">
                <a16:creationId xmlns:a16="http://schemas.microsoft.com/office/drawing/2014/main" id="{3AB66B9D-B428-4C5B-B598-7D74D8815482}"/>
              </a:ext>
            </a:extLst>
          </p:cNvPr>
          <p:cNvSpPr/>
          <p:nvPr/>
        </p:nvSpPr>
        <p:spPr>
          <a:xfrm>
            <a:off x="4486652" y="4356644"/>
            <a:ext cx="967741" cy="1026418"/>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Opérationnels</a:t>
            </a:r>
          </a:p>
          <a:p>
            <a:pPr algn="ctr"/>
            <a:r>
              <a:rPr lang="fr-FR" sz="800" i="1" dirty="0">
                <a:solidFill>
                  <a:schemeClr val="tx1"/>
                </a:solidFill>
              </a:rPr>
              <a:t>“Nous améliorons l’efficacité de la communauté, ses règles et ses processus”</a:t>
            </a:r>
          </a:p>
        </p:txBody>
      </p:sp>
      <p:sp>
        <p:nvSpPr>
          <p:cNvPr id="33" name="Rectangle 32">
            <a:extLst>
              <a:ext uri="{FF2B5EF4-FFF2-40B4-BE49-F238E27FC236}">
                <a16:creationId xmlns:a16="http://schemas.microsoft.com/office/drawing/2014/main" id="{E753E7A9-4002-45FF-9759-B8DECE3912DC}"/>
              </a:ext>
            </a:extLst>
          </p:cNvPr>
          <p:cNvSpPr/>
          <p:nvPr/>
        </p:nvSpPr>
        <p:spPr>
          <a:xfrm>
            <a:off x="5959890" y="5525257"/>
            <a:ext cx="967741" cy="115137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la réalisation de soi</a:t>
            </a:r>
          </a:p>
          <a:p>
            <a:pPr algn="ctr"/>
            <a:r>
              <a:rPr lang="fr-FR" sz="800" i="1" dirty="0">
                <a:solidFill>
                  <a:schemeClr val="tx1"/>
                </a:solidFill>
              </a:rPr>
              <a:t>“Nous aidons les membres à réaliser leurs objectifs individuels via la communauté”</a:t>
            </a:r>
          </a:p>
        </p:txBody>
      </p:sp>
      <p:sp>
        <p:nvSpPr>
          <p:cNvPr id="99" name="Rectangle 98">
            <a:extLst>
              <a:ext uri="{FF2B5EF4-FFF2-40B4-BE49-F238E27FC236}">
                <a16:creationId xmlns:a16="http://schemas.microsoft.com/office/drawing/2014/main" id="{44D583E1-7EC7-41D9-9C11-E441C874E659}"/>
              </a:ext>
            </a:extLst>
          </p:cNvPr>
          <p:cNvSpPr/>
          <p:nvPr/>
        </p:nvSpPr>
        <p:spPr>
          <a:xfrm>
            <a:off x="3013414" y="5076878"/>
            <a:ext cx="967741" cy="83276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🔭Projecteurs de Vision de soi</a:t>
            </a:r>
          </a:p>
          <a:p>
            <a:pPr algn="ctr"/>
            <a:r>
              <a:rPr lang="fr-FR" sz="800" i="1" dirty="0">
                <a:solidFill>
                  <a:schemeClr val="tx1"/>
                </a:solidFill>
              </a:rPr>
              <a:t>“Nous aidons chaque membre à projeter son parcours dans la Communauté”</a:t>
            </a:r>
          </a:p>
        </p:txBody>
      </p:sp>
      <p:sp>
        <p:nvSpPr>
          <p:cNvPr id="131" name="Rectangle 130">
            <a:extLst>
              <a:ext uri="{FF2B5EF4-FFF2-40B4-BE49-F238E27FC236}">
                <a16:creationId xmlns:a16="http://schemas.microsoft.com/office/drawing/2014/main" id="{81912D9F-FFAD-4F58-B0E5-4151881031A3}"/>
              </a:ext>
            </a:extLst>
          </p:cNvPr>
          <p:cNvSpPr/>
          <p:nvPr/>
        </p:nvSpPr>
        <p:spPr>
          <a:xfrm>
            <a:off x="7436972" y="5313067"/>
            <a:ext cx="967741" cy="7739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
Motivateurs 
</a:t>
            </a:r>
            <a:r>
              <a:rPr lang="fr-FR" sz="800" i="1" dirty="0">
                <a:solidFill>
                  <a:schemeClr val="tx1"/>
                </a:solidFill>
              </a:rPr>
              <a:t>« Nous facilitons l’engagement des membres »</a:t>
            </a:r>
            <a:r>
              <a:rPr lang="fr-FR" sz="800" b="1" i="1" dirty="0">
                <a:solidFill>
                  <a:schemeClr val="tx1"/>
                </a:solidFill>
              </a:rPr>
              <a:t>
</a:t>
            </a:r>
            <a:endParaRPr lang="fr-FR" sz="800" i="1" dirty="0">
              <a:solidFill>
                <a:schemeClr val="tx1"/>
              </a:solidFill>
            </a:endParaRPr>
          </a:p>
        </p:txBody>
      </p:sp>
      <p:sp>
        <p:nvSpPr>
          <p:cNvPr id="199" name="Rectangle 198">
            <a:extLst>
              <a:ext uri="{FF2B5EF4-FFF2-40B4-BE49-F238E27FC236}">
                <a16:creationId xmlns:a16="http://schemas.microsoft.com/office/drawing/2014/main" id="{D31CE938-5509-4335-AC53-E2294568D107}"/>
              </a:ext>
            </a:extLst>
          </p:cNvPr>
          <p:cNvSpPr/>
          <p:nvPr/>
        </p:nvSpPr>
        <p:spPr>
          <a:xfrm>
            <a:off x="3013414" y="5964763"/>
            <a:ext cx="967741" cy="619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✨Ambianceurs</a:t>
            </a:r>
          </a:p>
          <a:p>
            <a:pPr algn="ctr"/>
            <a:r>
              <a:rPr lang="fr-FR" sz="800" i="1" dirty="0">
                <a:solidFill>
                  <a:schemeClr val="tx1"/>
                </a:solidFill>
              </a:rPr>
              <a:t>“Nous rendons les moments de la Communauté plus agréables”</a:t>
            </a:r>
          </a:p>
        </p:txBody>
      </p:sp>
      <p:sp>
        <p:nvSpPr>
          <p:cNvPr id="537" name="Rectangle 536">
            <a:extLst>
              <a:ext uri="{FF2B5EF4-FFF2-40B4-BE49-F238E27FC236}">
                <a16:creationId xmlns:a16="http://schemas.microsoft.com/office/drawing/2014/main" id="{BA33963F-B4DB-4275-9308-2CE7F7B62354}"/>
              </a:ext>
            </a:extLst>
          </p:cNvPr>
          <p:cNvSpPr/>
          <p:nvPr/>
        </p:nvSpPr>
        <p:spPr>
          <a:xfrm>
            <a:off x="7440406" y="2693857"/>
            <a:ext cx="967741" cy="9350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p>
          <a:p>
            <a:pPr algn="ctr"/>
            <a:r>
              <a:rPr lang="fr-FR" sz="800" b="1" dirty="0">
                <a:solidFill>
                  <a:schemeClr val="tx1"/>
                </a:solidFill>
              </a:rPr>
              <a:t>Prêcheurs</a:t>
            </a:r>
          </a:p>
          <a:p>
            <a:pPr algn="ctr"/>
            <a:r>
              <a:rPr lang="fr-FR" sz="800" dirty="0">
                <a:solidFill>
                  <a:schemeClr val="tx1"/>
                </a:solidFill>
              </a:rPr>
              <a:t>“</a:t>
            </a:r>
            <a:r>
              <a:rPr lang="fr-FR" sz="800" i="1" dirty="0">
                <a:solidFill>
                  <a:schemeClr val="tx1"/>
                </a:solidFill>
              </a:rPr>
              <a:t>Nous aidons les membres à partager leur sentiment d’appartenance</a:t>
            </a:r>
            <a:r>
              <a:rPr lang="fr-FR" sz="800" dirty="0">
                <a:solidFill>
                  <a:schemeClr val="tx1"/>
                </a:solidFill>
              </a:rPr>
              <a:t>” </a:t>
            </a:r>
          </a:p>
        </p:txBody>
      </p:sp>
      <p:sp>
        <p:nvSpPr>
          <p:cNvPr id="584" name="Rectangle 583">
            <a:extLst>
              <a:ext uri="{FF2B5EF4-FFF2-40B4-BE49-F238E27FC236}">
                <a16:creationId xmlns:a16="http://schemas.microsoft.com/office/drawing/2014/main" id="{94DB25F8-4839-4288-8C0A-75CB3739549B}"/>
              </a:ext>
            </a:extLst>
          </p:cNvPr>
          <p:cNvSpPr/>
          <p:nvPr/>
        </p:nvSpPr>
        <p:spPr>
          <a:xfrm>
            <a:off x="3013414" y="2487302"/>
            <a:ext cx="967741" cy="74788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Facilitateurs </a:t>
            </a:r>
          </a:p>
          <a:p>
            <a:pPr algn="ctr"/>
            <a:r>
              <a:rPr lang="fr-FR" sz="800" i="1" dirty="0">
                <a:solidFill>
                  <a:schemeClr val="tx1"/>
                </a:solidFill>
              </a:rPr>
              <a:t>”Nous aidons les membres à interagir les uns avec les autres”</a:t>
            </a:r>
          </a:p>
        </p:txBody>
      </p:sp>
      <p:sp>
        <p:nvSpPr>
          <p:cNvPr id="217" name="Titre 1">
            <a:extLst>
              <a:ext uri="{FF2B5EF4-FFF2-40B4-BE49-F238E27FC236}">
                <a16:creationId xmlns:a16="http://schemas.microsoft.com/office/drawing/2014/main" id="{2551ADE9-39AD-4FBE-A8DB-62C155F9EBF7}"/>
              </a:ext>
            </a:extLst>
          </p:cNvPr>
          <p:cNvSpPr>
            <a:spLocks noGrp="1"/>
          </p:cNvSpPr>
          <p:nvPr>
            <p:ph type="title"/>
          </p:nvPr>
        </p:nvSpPr>
        <p:spPr>
          <a:xfrm>
            <a:off x="1115568" y="548640"/>
            <a:ext cx="10168128" cy="1179576"/>
          </a:xfrm>
        </p:spPr>
        <p:txBody>
          <a:bodyPr>
            <a:noAutofit/>
          </a:bodyPr>
          <a:lstStyle/>
          <a:p>
            <a:r>
              <a:rPr lang="fr-FR" sz="2400"/>
              <a:t>Une autre façon de définir les rôles : Rôles liés aux indicateurs clés de la communauté</a:t>
            </a:r>
            <a:br>
              <a:rPr lang="fr-FR" sz="2400"/>
            </a:br>
            <a:r>
              <a:rPr lang="fr-FR" sz="2400"/>
              <a:t>Définir les rôles par familles d'indicateurs clés de la communauté</a:t>
            </a:r>
          </a:p>
        </p:txBody>
      </p:sp>
      <p:sp>
        <p:nvSpPr>
          <p:cNvPr id="60" name="Rectangle 59">
            <a:extLst>
              <a:ext uri="{FF2B5EF4-FFF2-40B4-BE49-F238E27FC236}">
                <a16:creationId xmlns:a16="http://schemas.microsoft.com/office/drawing/2014/main" id="{284DF82C-6E6E-4B40-9559-28D4F7CF53F5}"/>
              </a:ext>
            </a:extLst>
          </p:cNvPr>
          <p:cNvSpPr/>
          <p:nvPr/>
        </p:nvSpPr>
        <p:spPr>
          <a:xfrm>
            <a:off x="4486652" y="5465446"/>
            <a:ext cx="967741" cy="93457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Organisateurs </a:t>
            </a:r>
            <a:r>
              <a:rPr lang="fr-FR" sz="800" i="1" dirty="0">
                <a:solidFill>
                  <a:schemeClr val="tx1"/>
                </a:solidFill>
              </a:rPr>
              <a:t>“Nous aidons chaque membre à trouver un rôle cohérent et utile dans la communauté”</a:t>
            </a:r>
          </a:p>
        </p:txBody>
      </p:sp>
    </p:spTree>
    <p:extLst>
      <p:ext uri="{BB962C8B-B14F-4D97-AF65-F5344CB8AC3E}">
        <p14:creationId xmlns:p14="http://schemas.microsoft.com/office/powerpoint/2010/main" val="19967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BD995149-786D-4327-A4F9-3C18459BACCC}"/>
              </a:ext>
            </a:extLst>
          </p:cNvPr>
          <p:cNvSpPr txBox="1"/>
          <p:nvPr/>
        </p:nvSpPr>
        <p:spPr>
          <a:xfrm>
            <a:off x="1304047" y="1881974"/>
            <a:ext cx="1440000" cy="4823625"/>
          </a:xfrm>
          <a:prstGeom prst="rect">
            <a:avLst/>
          </a:prstGeom>
          <a:solidFill>
            <a:schemeClr val="bg1">
              <a:lumMod val="95000"/>
            </a:schemeClr>
          </a:solidFill>
        </p:spPr>
        <p:txBody>
          <a:bodyPr wrap="none" rtlCol="0">
            <a:normAutofit/>
          </a:bodyPr>
          <a:lstStyle/>
          <a:p>
            <a:pPr algn="ctr"/>
            <a:r>
              <a:rPr lang="fr-FR" sz="1100" b="1" dirty="0"/>
              <a:t>Aider à </a:t>
            </a:r>
          </a:p>
          <a:p>
            <a:pPr algn="ctr"/>
            <a:r>
              <a:rPr lang="fr-FR" sz="1100" b="1" dirty="0"/>
              <a:t>faire connaître</a:t>
            </a:r>
          </a:p>
          <a:p>
            <a:pPr algn="ctr"/>
            <a:r>
              <a:rPr lang="fr-FR" sz="1100" dirty="0"/>
              <a:t>la communauté</a:t>
            </a:r>
          </a:p>
        </p:txBody>
      </p:sp>
      <p:sp>
        <p:nvSpPr>
          <p:cNvPr id="28" name="ZoneTexte 27">
            <a:extLst>
              <a:ext uri="{FF2B5EF4-FFF2-40B4-BE49-F238E27FC236}">
                <a16:creationId xmlns:a16="http://schemas.microsoft.com/office/drawing/2014/main" id="{5C9E9820-E327-4871-B500-DCD9D8D8E902}"/>
              </a:ext>
            </a:extLst>
          </p:cNvPr>
          <p:cNvSpPr txBox="1"/>
          <p:nvPr/>
        </p:nvSpPr>
        <p:spPr>
          <a:xfrm>
            <a:off x="2777285" y="1881974"/>
            <a:ext cx="1440000" cy="4823625"/>
          </a:xfrm>
          <a:prstGeom prst="rect">
            <a:avLst/>
          </a:prstGeom>
          <a:solidFill>
            <a:schemeClr val="bg1"/>
          </a:solidFill>
          <a:ln w="38100">
            <a:solidFill>
              <a:srgbClr val="3494BA"/>
            </a:solidFill>
            <a:prstDash val="dash"/>
          </a:ln>
        </p:spPr>
        <p:txBody>
          <a:bodyPr wrap="none" rtlCol="0">
            <a:noAutofit/>
          </a:bodyPr>
          <a:lstStyle/>
          <a:p>
            <a:pPr algn="ctr"/>
            <a:r>
              <a:rPr lang="fr-FR" sz="1100" b="1"/>
              <a:t>Aider à faire </a:t>
            </a:r>
          </a:p>
          <a:p>
            <a:pPr algn="ctr"/>
            <a:r>
              <a:rPr lang="fr-FR" sz="1100" b="1"/>
              <a:t>vivre l’expérience</a:t>
            </a:r>
          </a:p>
          <a:p>
            <a:pPr algn="ctr"/>
            <a:r>
              <a:rPr lang="fr-FR" sz="1100"/>
              <a:t>de la Communauté</a:t>
            </a:r>
          </a:p>
        </p:txBody>
      </p:sp>
      <p:sp>
        <p:nvSpPr>
          <p:cNvPr id="29" name="ZoneTexte 28">
            <a:extLst>
              <a:ext uri="{FF2B5EF4-FFF2-40B4-BE49-F238E27FC236}">
                <a16:creationId xmlns:a16="http://schemas.microsoft.com/office/drawing/2014/main" id="{AD62614F-2907-446D-9F43-26A0A59AB05C}"/>
              </a:ext>
            </a:extLst>
          </p:cNvPr>
          <p:cNvSpPr txBox="1"/>
          <p:nvPr/>
        </p:nvSpPr>
        <p:spPr>
          <a:xfrm>
            <a:off x="5723761" y="1881974"/>
            <a:ext cx="1440000" cy="4823625"/>
          </a:xfrm>
          <a:prstGeom prst="rect">
            <a:avLst/>
          </a:prstGeom>
          <a:noFill/>
          <a:ln w="38100">
            <a:solidFill>
              <a:srgbClr val="EC7B2B"/>
            </a:solidFill>
            <a:prstDash val="dash"/>
          </a:ln>
        </p:spPr>
        <p:txBody>
          <a:bodyPr wrap="none" rtlCol="0">
            <a:noAutofit/>
          </a:bodyPr>
          <a:lstStyle/>
          <a:p>
            <a:pPr algn="ctr"/>
            <a:r>
              <a:rPr lang="fr-FR" sz="1100" b="1" dirty="0"/>
              <a:t>Aider à réussir </a:t>
            </a:r>
          </a:p>
          <a:p>
            <a:pPr algn="ctr"/>
            <a:r>
              <a:rPr lang="fr-FR" sz="1100" dirty="0"/>
              <a:t>grâce à </a:t>
            </a:r>
          </a:p>
          <a:p>
            <a:pPr algn="ctr"/>
            <a:r>
              <a:rPr lang="fr-FR" sz="1100" dirty="0"/>
              <a:t>la Communauté</a:t>
            </a:r>
          </a:p>
        </p:txBody>
      </p:sp>
      <p:sp>
        <p:nvSpPr>
          <p:cNvPr id="30" name="ZoneTexte 29">
            <a:extLst>
              <a:ext uri="{FF2B5EF4-FFF2-40B4-BE49-F238E27FC236}">
                <a16:creationId xmlns:a16="http://schemas.microsoft.com/office/drawing/2014/main" id="{41AB2C86-6D35-436B-9676-B5D1113F4397}"/>
              </a:ext>
            </a:extLst>
          </p:cNvPr>
          <p:cNvSpPr txBox="1"/>
          <p:nvPr/>
        </p:nvSpPr>
        <p:spPr>
          <a:xfrm>
            <a:off x="4250523" y="1881974"/>
            <a:ext cx="1440000" cy="4823625"/>
          </a:xfrm>
          <a:prstGeom prst="rect">
            <a:avLst/>
          </a:prstGeom>
          <a:solidFill>
            <a:schemeClr val="bg1">
              <a:lumMod val="95000"/>
            </a:schemeClr>
          </a:solidFill>
          <a:ln w="38100">
            <a:solidFill>
              <a:schemeClr val="accent1"/>
            </a:solidFill>
          </a:ln>
        </p:spPr>
        <p:txBody>
          <a:bodyPr wrap="none" rtlCol="0">
            <a:noAutofit/>
          </a:bodyPr>
          <a:lstStyle/>
          <a:p>
            <a:pPr algn="ctr"/>
            <a:r>
              <a:rPr lang="fr-FR" sz="1100" b="1" dirty="0"/>
              <a:t>Aider à se mettre </a:t>
            </a:r>
          </a:p>
          <a:p>
            <a:pPr algn="ctr"/>
            <a:r>
              <a:rPr lang="fr-FR" sz="1100" b="1" dirty="0"/>
              <a:t>d’accord </a:t>
            </a:r>
            <a:r>
              <a:rPr lang="fr-FR" sz="1100" dirty="0"/>
              <a:t>dans la</a:t>
            </a:r>
            <a:endParaRPr lang="fr-FR" sz="1100" b="1" dirty="0"/>
          </a:p>
          <a:p>
            <a:pPr algn="ctr"/>
            <a:r>
              <a:rPr lang="fr-FR" sz="1100" dirty="0"/>
              <a:t>Communauté</a:t>
            </a:r>
          </a:p>
        </p:txBody>
      </p:sp>
      <p:sp>
        <p:nvSpPr>
          <p:cNvPr id="31" name="ZoneTexte 30">
            <a:extLst>
              <a:ext uri="{FF2B5EF4-FFF2-40B4-BE49-F238E27FC236}">
                <a16:creationId xmlns:a16="http://schemas.microsoft.com/office/drawing/2014/main" id="{EC07FA9A-52F7-4B18-AB8B-B20544E5BF02}"/>
              </a:ext>
            </a:extLst>
          </p:cNvPr>
          <p:cNvSpPr txBox="1"/>
          <p:nvPr/>
        </p:nvSpPr>
        <p:spPr>
          <a:xfrm>
            <a:off x="7196998" y="1881974"/>
            <a:ext cx="1440000" cy="4823625"/>
          </a:xfrm>
          <a:prstGeom prst="rect">
            <a:avLst/>
          </a:prstGeom>
          <a:solidFill>
            <a:schemeClr val="bg1">
              <a:lumMod val="95000"/>
            </a:schemeClr>
          </a:solidFill>
          <a:ln w="38100">
            <a:solidFill>
              <a:srgbClr val="EC7B2B"/>
            </a:solidFill>
            <a:prstDash val="solid"/>
          </a:ln>
        </p:spPr>
        <p:txBody>
          <a:bodyPr wrap="none" rtlCol="0">
            <a:noAutofit/>
          </a:bodyPr>
          <a:lstStyle/>
          <a:p>
            <a:pPr algn="ctr"/>
            <a:r>
              <a:rPr lang="fr-FR" sz="1100" b="1" dirty="0"/>
              <a:t>Aider à créer le </a:t>
            </a:r>
          </a:p>
          <a:p>
            <a:pPr algn="ctr"/>
            <a:r>
              <a:rPr lang="fr-FR" sz="1100" b="1" dirty="0"/>
              <a:t>sentiment </a:t>
            </a:r>
          </a:p>
          <a:p>
            <a:pPr algn="ctr"/>
            <a:r>
              <a:rPr lang="fr-FR" sz="1100" b="1" dirty="0"/>
              <a:t>d’appartenance </a:t>
            </a:r>
            <a:r>
              <a:rPr lang="fr-FR" sz="1100" dirty="0"/>
              <a:t>à </a:t>
            </a:r>
          </a:p>
          <a:p>
            <a:pPr algn="ctr"/>
            <a:r>
              <a:rPr lang="fr-FR" sz="1100" dirty="0"/>
              <a:t>la Communauté</a:t>
            </a:r>
          </a:p>
        </p:txBody>
      </p:sp>
      <p:sp>
        <p:nvSpPr>
          <p:cNvPr id="10" name="Rectangle 9">
            <a:extLst>
              <a:ext uri="{FF2B5EF4-FFF2-40B4-BE49-F238E27FC236}">
                <a16:creationId xmlns:a16="http://schemas.microsoft.com/office/drawing/2014/main" id="{7583C7B6-D591-4EC6-9F45-A3B2E7150CBE}"/>
              </a:ext>
            </a:extLst>
          </p:cNvPr>
          <p:cNvSpPr/>
          <p:nvPr/>
        </p:nvSpPr>
        <p:spPr>
          <a:xfrm>
            <a:off x="1578825" y="3036298"/>
            <a:ext cx="967741" cy="7885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Connecteurs </a:t>
            </a:r>
          </a:p>
          <a:p>
            <a:pPr algn="ctr"/>
            <a:r>
              <a:rPr lang="fr-FR" sz="700" i="1" dirty="0">
                <a:solidFill>
                  <a:schemeClr val="tx1"/>
                </a:solidFill>
              </a:rPr>
              <a:t>“Je suis bon(-ne) pour présenter les membres les uns aux autres”</a:t>
            </a:r>
          </a:p>
        </p:txBody>
      </p:sp>
      <p:sp>
        <p:nvSpPr>
          <p:cNvPr id="19" name="Rectangle 18">
            <a:extLst>
              <a:ext uri="{FF2B5EF4-FFF2-40B4-BE49-F238E27FC236}">
                <a16:creationId xmlns:a16="http://schemas.microsoft.com/office/drawing/2014/main" id="{EA49EA4E-8A19-4FC4-A28E-BFAAC7C37DDC}"/>
              </a:ext>
            </a:extLst>
          </p:cNvPr>
          <p:cNvSpPr/>
          <p:nvPr/>
        </p:nvSpPr>
        <p:spPr>
          <a:xfrm>
            <a:off x="1590437" y="5262978"/>
            <a:ext cx="967741" cy="808257"/>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Relanceurs</a:t>
            </a:r>
          </a:p>
          <a:p>
            <a:pPr algn="ctr"/>
            <a:r>
              <a:rPr lang="fr-FR" sz="700" i="1" dirty="0">
                <a:solidFill>
                  <a:schemeClr val="tx1"/>
                </a:solidFill>
              </a:rPr>
              <a:t>“Je suis bon(-ne)s pour relancer l’attention autour des communautés”</a:t>
            </a:r>
          </a:p>
        </p:txBody>
      </p:sp>
      <p:sp>
        <p:nvSpPr>
          <p:cNvPr id="27" name="Rectangle 26">
            <a:extLst>
              <a:ext uri="{FF2B5EF4-FFF2-40B4-BE49-F238E27FC236}">
                <a16:creationId xmlns:a16="http://schemas.microsoft.com/office/drawing/2014/main" id="{7A562801-822C-43EA-BE38-0AEFC595D541}"/>
              </a:ext>
            </a:extLst>
          </p:cNvPr>
          <p:cNvSpPr/>
          <p:nvPr/>
        </p:nvSpPr>
        <p:spPr>
          <a:xfrm>
            <a:off x="4486652" y="3449990"/>
            <a:ext cx="967741" cy="82426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Futuristes</a:t>
            </a:r>
          </a:p>
          <a:p>
            <a:pPr algn="ctr"/>
            <a:r>
              <a:rPr lang="fr-FR" sz="700" i="1" dirty="0">
                <a:solidFill>
                  <a:schemeClr val="tx1"/>
                </a:solidFill>
              </a:rPr>
              <a:t>“Je suis bon(-ne) lorsqu’il s’agit de partager la même vision du futur collectif”</a:t>
            </a:r>
          </a:p>
        </p:txBody>
      </p:sp>
      <p:sp>
        <p:nvSpPr>
          <p:cNvPr id="35" name="Rectangle 34">
            <a:extLst>
              <a:ext uri="{FF2B5EF4-FFF2-40B4-BE49-F238E27FC236}">
                <a16:creationId xmlns:a16="http://schemas.microsoft.com/office/drawing/2014/main" id="{6EDEC46F-9B7C-4BE6-B018-339B0CB91E19}"/>
              </a:ext>
            </a:extLst>
          </p:cNvPr>
          <p:cNvSpPr/>
          <p:nvPr/>
        </p:nvSpPr>
        <p:spPr>
          <a:xfrm>
            <a:off x="5959890" y="4439794"/>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Gardiens de bons souvenirs</a:t>
            </a:r>
          </a:p>
          <a:p>
            <a:pPr algn="ctr"/>
            <a:r>
              <a:rPr lang="fr-FR" sz="700" i="1" dirty="0">
                <a:solidFill>
                  <a:schemeClr val="tx1"/>
                </a:solidFill>
              </a:rPr>
              <a:t>“Je suis bon(-ne) pour créer, enregistrer, ressortir les bons souvenirs dans la communauté”</a:t>
            </a:r>
          </a:p>
        </p:txBody>
      </p:sp>
      <p:sp>
        <p:nvSpPr>
          <p:cNvPr id="43" name="Rectangle 42">
            <a:extLst>
              <a:ext uri="{FF2B5EF4-FFF2-40B4-BE49-F238E27FC236}">
                <a16:creationId xmlns:a16="http://schemas.microsoft.com/office/drawing/2014/main" id="{C9641E24-E68B-4E94-AD7C-AAD155C47B95}"/>
              </a:ext>
            </a:extLst>
          </p:cNvPr>
          <p:cNvSpPr/>
          <p:nvPr/>
        </p:nvSpPr>
        <p:spPr>
          <a:xfrm>
            <a:off x="5959890" y="3354330"/>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Gardiens de la réussite collective</a:t>
            </a:r>
          </a:p>
          <a:p>
            <a:pPr algn="ctr"/>
            <a:r>
              <a:rPr lang="fr-FR" sz="700" i="1" dirty="0">
                <a:solidFill>
                  <a:schemeClr val="tx1"/>
                </a:solidFill>
              </a:rPr>
              <a:t>“Je suis bon(-ne) pour emmener vers des réussites collectives”</a:t>
            </a:r>
          </a:p>
        </p:txBody>
      </p:sp>
      <p:sp>
        <p:nvSpPr>
          <p:cNvPr id="51" name="Rectangle 50">
            <a:extLst>
              <a:ext uri="{FF2B5EF4-FFF2-40B4-BE49-F238E27FC236}">
                <a16:creationId xmlns:a16="http://schemas.microsoft.com/office/drawing/2014/main" id="{12AA336B-E4E8-44BC-9689-7F2AE8DA9841}"/>
              </a:ext>
            </a:extLst>
          </p:cNvPr>
          <p:cNvSpPr/>
          <p:nvPr/>
        </p:nvSpPr>
        <p:spPr>
          <a:xfrm>
            <a:off x="4486652" y="2536211"/>
            <a:ext cx="967741" cy="83139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Tiers de confiance</a:t>
            </a:r>
          </a:p>
          <a:p>
            <a:pPr algn="ctr"/>
            <a:r>
              <a:rPr lang="fr-FR" sz="700" i="1" dirty="0">
                <a:solidFill>
                  <a:schemeClr val="tx1"/>
                </a:solidFill>
              </a:rPr>
              <a:t>“Je suis bon(-ne) pour établir la confiance des uns envers les autres”</a:t>
            </a:r>
          </a:p>
        </p:txBody>
      </p:sp>
      <p:sp>
        <p:nvSpPr>
          <p:cNvPr id="59" name="Rectangle 58">
            <a:extLst>
              <a:ext uri="{FF2B5EF4-FFF2-40B4-BE49-F238E27FC236}">
                <a16:creationId xmlns:a16="http://schemas.microsoft.com/office/drawing/2014/main" id="{62A22133-AFA4-4370-8679-C253B4800F1E}"/>
              </a:ext>
            </a:extLst>
          </p:cNvPr>
          <p:cNvSpPr/>
          <p:nvPr/>
        </p:nvSpPr>
        <p:spPr>
          <a:xfrm>
            <a:off x="3013414" y="3290306"/>
            <a:ext cx="967741" cy="70937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a:p>
            <a:pPr algn="ctr"/>
            <a:r>
              <a:rPr lang="fr-FR" sz="700" b="1" dirty="0">
                <a:solidFill>
                  <a:schemeClr val="tx1"/>
                </a:solidFill>
              </a:rPr>
              <a:t>Entremetteurs</a:t>
            </a:r>
          </a:p>
          <a:p>
            <a:pPr algn="ctr"/>
            <a:r>
              <a:rPr lang="fr-FR" sz="700" i="1" dirty="0">
                <a:solidFill>
                  <a:schemeClr val="tx1"/>
                </a:solidFill>
              </a:rPr>
              <a:t>“Je suis bon(-ne) pour trouver les personnes qui se correspondent vraiment”</a:t>
            </a:r>
          </a:p>
        </p:txBody>
      </p:sp>
      <p:sp>
        <p:nvSpPr>
          <p:cNvPr id="67" name="Rectangle 66">
            <a:extLst>
              <a:ext uri="{FF2B5EF4-FFF2-40B4-BE49-F238E27FC236}">
                <a16:creationId xmlns:a16="http://schemas.microsoft.com/office/drawing/2014/main" id="{1A212986-54DB-4040-AC67-17BB08C65286}"/>
              </a:ext>
            </a:extLst>
          </p:cNvPr>
          <p:cNvSpPr/>
          <p:nvPr/>
        </p:nvSpPr>
        <p:spPr>
          <a:xfrm>
            <a:off x="7440407" y="3824821"/>
            <a:ext cx="967741" cy="115287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 
</a:t>
            </a:r>
            <a:r>
              <a:rPr lang="fr-FR" sz="700" b="1" dirty="0">
                <a:solidFill>
                  <a:schemeClr val="tx1"/>
                </a:solidFill>
              </a:rPr>
              <a:t>Porte étendards</a:t>
            </a:r>
            <a:r>
              <a:rPr lang="fr-FR" sz="700" dirty="0">
                <a:solidFill>
                  <a:schemeClr val="tx1"/>
                </a:solidFill>
              </a:rPr>
              <a:t>
</a:t>
            </a:r>
            <a:r>
              <a:rPr lang="fr-FR" sz="700" i="1" dirty="0">
                <a:solidFill>
                  <a:schemeClr val="tx1"/>
                </a:solidFill>
              </a:rPr>
              <a:t>« Je suis bon(-ne) se rassembler sous la même bannière »</a:t>
            </a:r>
            <a:r>
              <a:rPr lang="fr-FR" sz="700" dirty="0">
                <a:solidFill>
                  <a:schemeClr val="tx1"/>
                </a:solidFill>
              </a:rPr>
              <a:t>
</a:t>
            </a:r>
            <a:endParaRPr lang="fr-FR" sz="700" b="1" i="1" dirty="0">
              <a:solidFill>
                <a:schemeClr val="tx1"/>
              </a:solidFill>
            </a:endParaRPr>
          </a:p>
        </p:txBody>
      </p:sp>
      <p:sp>
        <p:nvSpPr>
          <p:cNvPr id="91" name="Rectangle 90">
            <a:extLst>
              <a:ext uri="{FF2B5EF4-FFF2-40B4-BE49-F238E27FC236}">
                <a16:creationId xmlns:a16="http://schemas.microsoft.com/office/drawing/2014/main" id="{6D9CECEB-FA49-4275-9C7C-5E470407F893}"/>
              </a:ext>
            </a:extLst>
          </p:cNvPr>
          <p:cNvSpPr/>
          <p:nvPr/>
        </p:nvSpPr>
        <p:spPr>
          <a:xfrm>
            <a:off x="5959890" y="2543246"/>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 Gardiens de la solidarité</a:t>
            </a:r>
          </a:p>
          <a:p>
            <a:pPr algn="ctr"/>
            <a:r>
              <a:rPr lang="fr-FR" sz="700" i="1" dirty="0">
                <a:solidFill>
                  <a:schemeClr val="tx1"/>
                </a:solidFill>
              </a:rPr>
              <a:t>“Je suis bon(-ne) pour mettre en place du soutien mutuel”</a:t>
            </a:r>
          </a:p>
        </p:txBody>
      </p:sp>
      <p:sp>
        <p:nvSpPr>
          <p:cNvPr id="102" name="Rectangle 101">
            <a:extLst>
              <a:ext uri="{FF2B5EF4-FFF2-40B4-BE49-F238E27FC236}">
                <a16:creationId xmlns:a16="http://schemas.microsoft.com/office/drawing/2014/main" id="{7FA3412C-D1F9-40A3-A96D-D429453FF4BF}"/>
              </a:ext>
            </a:extLst>
          </p:cNvPr>
          <p:cNvSpPr/>
          <p:nvPr/>
        </p:nvSpPr>
        <p:spPr>
          <a:xfrm>
            <a:off x="3013414" y="4054797"/>
            <a:ext cx="967741" cy="96696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 </a:t>
            </a:r>
            <a:r>
              <a:rPr lang="fr-FR" sz="700" b="1" dirty="0">
                <a:solidFill>
                  <a:schemeClr val="tx1"/>
                </a:solidFill>
              </a:rPr>
              <a:t>Idéalistes</a:t>
            </a:r>
          </a:p>
          <a:p>
            <a:pPr algn="ctr"/>
            <a:r>
              <a:rPr lang="fr-FR" sz="700" i="1" dirty="0">
                <a:solidFill>
                  <a:schemeClr val="tx1"/>
                </a:solidFill>
              </a:rPr>
              <a:t>“Je suis bon(-ne) pour développer et exprimer des exigences”</a:t>
            </a:r>
          </a:p>
        </p:txBody>
      </p:sp>
      <p:sp>
        <p:nvSpPr>
          <p:cNvPr id="104" name="Rectangle 103">
            <a:extLst>
              <a:ext uri="{FF2B5EF4-FFF2-40B4-BE49-F238E27FC236}">
                <a16:creationId xmlns:a16="http://schemas.microsoft.com/office/drawing/2014/main" id="{3AB66B9D-B428-4C5B-B598-7D74D8815482}"/>
              </a:ext>
            </a:extLst>
          </p:cNvPr>
          <p:cNvSpPr/>
          <p:nvPr/>
        </p:nvSpPr>
        <p:spPr>
          <a:xfrm>
            <a:off x="4486652" y="4356644"/>
            <a:ext cx="967741" cy="1026418"/>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a:p>
            <a:pPr algn="ctr"/>
            <a:r>
              <a:rPr lang="fr-FR" sz="700" b="1" dirty="0">
                <a:solidFill>
                  <a:schemeClr val="tx1"/>
                </a:solidFill>
              </a:rPr>
              <a:t>Opérationnels</a:t>
            </a:r>
          </a:p>
          <a:p>
            <a:pPr algn="ctr"/>
            <a:r>
              <a:rPr lang="fr-FR" sz="700" i="1" dirty="0">
                <a:solidFill>
                  <a:schemeClr val="tx1"/>
                </a:solidFill>
              </a:rPr>
              <a:t>“Je suis bon(-ne) pour améliorer l’efficacité de la communauté, ses règles et ses processus”</a:t>
            </a:r>
          </a:p>
        </p:txBody>
      </p:sp>
      <p:sp>
        <p:nvSpPr>
          <p:cNvPr id="33" name="Rectangle 32">
            <a:extLst>
              <a:ext uri="{FF2B5EF4-FFF2-40B4-BE49-F238E27FC236}">
                <a16:creationId xmlns:a16="http://schemas.microsoft.com/office/drawing/2014/main" id="{E753E7A9-4002-45FF-9759-B8DECE3912DC}"/>
              </a:ext>
            </a:extLst>
          </p:cNvPr>
          <p:cNvSpPr/>
          <p:nvPr/>
        </p:nvSpPr>
        <p:spPr>
          <a:xfrm>
            <a:off x="5959890" y="5525257"/>
            <a:ext cx="967741" cy="115137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Gardiens de la réalisation de soi</a:t>
            </a:r>
          </a:p>
          <a:p>
            <a:pPr algn="ctr"/>
            <a:r>
              <a:rPr lang="fr-FR" sz="700" i="1" dirty="0">
                <a:solidFill>
                  <a:schemeClr val="tx1"/>
                </a:solidFill>
              </a:rPr>
              <a:t>“Je suis bon(-ne) pour aider les personnes à réaliser leurs objectifs individuels via des communautés”</a:t>
            </a:r>
          </a:p>
        </p:txBody>
      </p:sp>
      <p:sp>
        <p:nvSpPr>
          <p:cNvPr id="99" name="Rectangle 98">
            <a:extLst>
              <a:ext uri="{FF2B5EF4-FFF2-40B4-BE49-F238E27FC236}">
                <a16:creationId xmlns:a16="http://schemas.microsoft.com/office/drawing/2014/main" id="{44D583E1-7EC7-41D9-9C11-E441C874E659}"/>
              </a:ext>
            </a:extLst>
          </p:cNvPr>
          <p:cNvSpPr/>
          <p:nvPr/>
        </p:nvSpPr>
        <p:spPr>
          <a:xfrm>
            <a:off x="3013414" y="5076878"/>
            <a:ext cx="967741" cy="83276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🔭Projecteurs de Vision de soi</a:t>
            </a:r>
          </a:p>
          <a:p>
            <a:pPr algn="ctr"/>
            <a:r>
              <a:rPr lang="fr-FR" sz="700" i="1" dirty="0">
                <a:solidFill>
                  <a:schemeClr val="tx1"/>
                </a:solidFill>
              </a:rPr>
              <a:t>“Je suis bon(-ne) pour projeter des parcours individuels dans les communautés”</a:t>
            </a:r>
          </a:p>
        </p:txBody>
      </p:sp>
      <p:sp>
        <p:nvSpPr>
          <p:cNvPr id="131" name="Rectangle 130">
            <a:extLst>
              <a:ext uri="{FF2B5EF4-FFF2-40B4-BE49-F238E27FC236}">
                <a16:creationId xmlns:a16="http://schemas.microsoft.com/office/drawing/2014/main" id="{81912D9F-FFAD-4F58-B0E5-4151881031A3}"/>
              </a:ext>
            </a:extLst>
          </p:cNvPr>
          <p:cNvSpPr/>
          <p:nvPr/>
        </p:nvSpPr>
        <p:spPr>
          <a:xfrm>
            <a:off x="7436972" y="5313067"/>
            <a:ext cx="967741" cy="7739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
Motivateurs 
</a:t>
            </a:r>
            <a:r>
              <a:rPr lang="fr-FR" sz="700" i="1" dirty="0">
                <a:solidFill>
                  <a:schemeClr val="tx1"/>
                </a:solidFill>
              </a:rPr>
              <a:t>« Je suis bon(-ne) pour générer de l’engagement dans les Communautés »</a:t>
            </a:r>
            <a:r>
              <a:rPr lang="fr-FR" sz="700" b="1" i="1" dirty="0">
                <a:solidFill>
                  <a:schemeClr val="tx1"/>
                </a:solidFill>
              </a:rPr>
              <a:t>
</a:t>
            </a:r>
            <a:endParaRPr lang="fr-FR" sz="700" i="1" dirty="0">
              <a:solidFill>
                <a:schemeClr val="tx1"/>
              </a:solidFill>
            </a:endParaRPr>
          </a:p>
        </p:txBody>
      </p:sp>
      <p:sp>
        <p:nvSpPr>
          <p:cNvPr id="199" name="Rectangle 198">
            <a:extLst>
              <a:ext uri="{FF2B5EF4-FFF2-40B4-BE49-F238E27FC236}">
                <a16:creationId xmlns:a16="http://schemas.microsoft.com/office/drawing/2014/main" id="{D31CE938-5509-4335-AC53-E2294568D107}"/>
              </a:ext>
            </a:extLst>
          </p:cNvPr>
          <p:cNvSpPr/>
          <p:nvPr/>
        </p:nvSpPr>
        <p:spPr>
          <a:xfrm>
            <a:off x="3013414" y="5964763"/>
            <a:ext cx="967741" cy="619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b="1" dirty="0">
                <a:solidFill>
                  <a:schemeClr val="tx1"/>
                </a:solidFill>
              </a:rPr>
              <a:t>✨Ambianceurs</a:t>
            </a:r>
          </a:p>
          <a:p>
            <a:pPr algn="ctr"/>
            <a:r>
              <a:rPr lang="fr-FR" sz="700" i="1" dirty="0">
                <a:solidFill>
                  <a:schemeClr val="tx1"/>
                </a:solidFill>
              </a:rPr>
              <a:t>“Je suis bon(-ne) lorsqu’il s’agit de rendre un moment collectif agréable”</a:t>
            </a:r>
          </a:p>
        </p:txBody>
      </p:sp>
      <p:sp>
        <p:nvSpPr>
          <p:cNvPr id="537" name="Rectangle 536">
            <a:extLst>
              <a:ext uri="{FF2B5EF4-FFF2-40B4-BE49-F238E27FC236}">
                <a16:creationId xmlns:a16="http://schemas.microsoft.com/office/drawing/2014/main" id="{BA33963F-B4DB-4275-9308-2CE7F7B62354}"/>
              </a:ext>
            </a:extLst>
          </p:cNvPr>
          <p:cNvSpPr/>
          <p:nvPr/>
        </p:nvSpPr>
        <p:spPr>
          <a:xfrm>
            <a:off x="7440406" y="2693857"/>
            <a:ext cx="967741" cy="9350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 </a:t>
            </a:r>
          </a:p>
          <a:p>
            <a:pPr algn="ctr"/>
            <a:r>
              <a:rPr lang="fr-FR" sz="700" b="1" dirty="0">
                <a:solidFill>
                  <a:schemeClr val="tx1"/>
                </a:solidFill>
              </a:rPr>
              <a:t>Prêcheurs</a:t>
            </a:r>
          </a:p>
          <a:p>
            <a:pPr algn="ctr"/>
            <a:r>
              <a:rPr lang="fr-FR" sz="700" dirty="0">
                <a:solidFill>
                  <a:schemeClr val="tx1"/>
                </a:solidFill>
              </a:rPr>
              <a:t>“</a:t>
            </a:r>
            <a:r>
              <a:rPr lang="fr-FR" sz="700" i="1" dirty="0">
                <a:solidFill>
                  <a:schemeClr val="tx1"/>
                </a:solidFill>
              </a:rPr>
              <a:t>Je suis bon(-ne) pour créer et partager du sentiment d’appartenance</a:t>
            </a:r>
            <a:r>
              <a:rPr lang="fr-FR" sz="700" dirty="0">
                <a:solidFill>
                  <a:schemeClr val="tx1"/>
                </a:solidFill>
              </a:rPr>
              <a:t>” </a:t>
            </a:r>
          </a:p>
        </p:txBody>
      </p:sp>
      <p:sp>
        <p:nvSpPr>
          <p:cNvPr id="584" name="Rectangle 583">
            <a:extLst>
              <a:ext uri="{FF2B5EF4-FFF2-40B4-BE49-F238E27FC236}">
                <a16:creationId xmlns:a16="http://schemas.microsoft.com/office/drawing/2014/main" id="{94DB25F8-4839-4288-8C0A-75CB3739549B}"/>
              </a:ext>
            </a:extLst>
          </p:cNvPr>
          <p:cNvSpPr/>
          <p:nvPr/>
        </p:nvSpPr>
        <p:spPr>
          <a:xfrm>
            <a:off x="3013414" y="2487302"/>
            <a:ext cx="967741" cy="74788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r>
              <a:rPr lang="fr-FR" sz="700" b="1" dirty="0">
                <a:solidFill>
                  <a:schemeClr val="tx1"/>
                </a:solidFill>
              </a:rPr>
              <a:t>Facilitateurs </a:t>
            </a:r>
          </a:p>
          <a:p>
            <a:pPr algn="ctr"/>
            <a:r>
              <a:rPr lang="fr-FR" sz="700" i="1" dirty="0">
                <a:solidFill>
                  <a:schemeClr val="tx1"/>
                </a:solidFill>
              </a:rPr>
              <a:t>”Je suis bon(-ne) dans la facilitation de moments collectifs”</a:t>
            </a:r>
          </a:p>
        </p:txBody>
      </p:sp>
      <p:sp>
        <p:nvSpPr>
          <p:cNvPr id="217" name="Titre 1">
            <a:extLst>
              <a:ext uri="{FF2B5EF4-FFF2-40B4-BE49-F238E27FC236}">
                <a16:creationId xmlns:a16="http://schemas.microsoft.com/office/drawing/2014/main" id="{2551ADE9-39AD-4FBE-A8DB-62C155F9EBF7}"/>
              </a:ext>
            </a:extLst>
          </p:cNvPr>
          <p:cNvSpPr>
            <a:spLocks noGrp="1"/>
          </p:cNvSpPr>
          <p:nvPr>
            <p:ph type="title"/>
          </p:nvPr>
        </p:nvSpPr>
        <p:spPr>
          <a:xfrm>
            <a:off x="1115568" y="548640"/>
            <a:ext cx="10168128" cy="1179576"/>
          </a:xfrm>
        </p:spPr>
        <p:txBody>
          <a:bodyPr>
            <a:noAutofit/>
          </a:bodyPr>
          <a:lstStyle/>
          <a:p>
            <a:r>
              <a:rPr lang="fr-FR" sz="2400"/>
              <a:t>Une autre façon de définir les rôles : Rôles liés aux indicateurs clés de la communauté</a:t>
            </a:r>
            <a:br>
              <a:rPr lang="fr-FR" sz="2400"/>
            </a:br>
            <a:r>
              <a:rPr lang="fr-FR" sz="2400"/>
              <a:t>Définir les rôles par familles d'indicateurs clés de la communauté</a:t>
            </a:r>
          </a:p>
        </p:txBody>
      </p:sp>
      <p:sp>
        <p:nvSpPr>
          <p:cNvPr id="60" name="Rectangle 59">
            <a:extLst>
              <a:ext uri="{FF2B5EF4-FFF2-40B4-BE49-F238E27FC236}">
                <a16:creationId xmlns:a16="http://schemas.microsoft.com/office/drawing/2014/main" id="{284DF82C-6E6E-4B40-9559-28D4F7CF53F5}"/>
              </a:ext>
            </a:extLst>
          </p:cNvPr>
          <p:cNvSpPr/>
          <p:nvPr/>
        </p:nvSpPr>
        <p:spPr>
          <a:xfrm>
            <a:off x="4486652" y="5465446"/>
            <a:ext cx="967741" cy="93457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a:p>
            <a:pPr algn="ctr"/>
            <a:r>
              <a:rPr lang="fr-FR" sz="700" b="1" dirty="0">
                <a:solidFill>
                  <a:schemeClr val="tx1"/>
                </a:solidFill>
              </a:rPr>
              <a:t>Organisateurs </a:t>
            </a:r>
            <a:r>
              <a:rPr lang="fr-FR" sz="700" i="1" dirty="0">
                <a:solidFill>
                  <a:schemeClr val="tx1"/>
                </a:solidFill>
              </a:rPr>
              <a:t>“Je suis bon(-ne) pour aider chacun à trouver un rôle cohérent et utile dans la communauté”</a:t>
            </a:r>
          </a:p>
        </p:txBody>
      </p:sp>
    </p:spTree>
    <p:extLst>
      <p:ext uri="{BB962C8B-B14F-4D97-AF65-F5344CB8AC3E}">
        <p14:creationId xmlns:p14="http://schemas.microsoft.com/office/powerpoint/2010/main" val="3292721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4924" y="320302"/>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576072" y="4599894"/>
            <a:ext cx="5589058" cy="1200329"/>
          </a:xfrm>
          <a:prstGeom prst="rect">
            <a:avLst/>
          </a:prstGeom>
          <a:noFill/>
        </p:spPr>
        <p:txBody>
          <a:bodyPr wrap="square" rtlCol="0">
            <a:spAutoFit/>
          </a:bodyPr>
          <a:lstStyle/>
          <a:p>
            <a:pPr algn="ctr"/>
            <a:r>
              <a:rPr lang="fr-FR" sz="3600" b="1" i="1" dirty="0">
                <a:solidFill>
                  <a:srgbClr val="0683AA"/>
                </a:solidFill>
              </a:rPr>
              <a:t>à vous de transmettre
</a:t>
            </a:r>
          </a:p>
        </p:txBody>
      </p:sp>
      <p:sp>
        <p:nvSpPr>
          <p:cNvPr id="2" name="Titre 1">
            <a:extLst>
              <a:ext uri="{FF2B5EF4-FFF2-40B4-BE49-F238E27FC236}">
                <a16:creationId xmlns:a16="http://schemas.microsoft.com/office/drawing/2014/main" id="{B3BCC103-6B1E-4C1D-85AF-485CD6870A5E}"/>
              </a:ext>
            </a:extLst>
          </p:cNvPr>
          <p:cNvSpPr>
            <a:spLocks noGrp="1"/>
          </p:cNvSpPr>
          <p:nvPr>
            <p:ph type="ctrTitle"/>
          </p:nvPr>
        </p:nvSpPr>
        <p:spPr/>
        <p:txBody>
          <a:bodyPr/>
          <a:lstStyle/>
          <a:p>
            <a:r>
              <a:rPr lang="en-US" dirty="0"/>
              <a:t>Annexes</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839830" cy="1325563"/>
          </a:xfrm>
        </p:spPr>
        <p:txBody>
          <a:bodyPr>
            <a:normAutofit fontScale="90000"/>
          </a:bodyPr>
          <a:lstStyle/>
          <a:p>
            <a:r>
              <a:rPr lang="fr-FR" dirty="0"/>
              <a:t>Organiser L'atelier de conception de progression dans la communauté</a:t>
            </a:r>
            <a:endParaRPr lang="en-US" dirty="0"/>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vérifier que cela correspond bien à mon besoin et mes capacités. </a:t>
            </a:r>
          </a:p>
          <a:p>
            <a:pPr algn="ctr"/>
            <a:endParaRPr lang="fr-FR" sz="1200" dirty="0">
              <a:solidFill>
                <a:schemeClr val="tx1"/>
              </a:solidFill>
            </a:endParaRPr>
          </a:p>
          <a:p>
            <a:pPr algn="ctr"/>
            <a:r>
              <a:rPr lang="fr-FR" sz="1200" dirty="0">
                <a:solidFill>
                  <a:schemeClr val="tx1"/>
                </a:solidFill>
              </a:rPr>
              <a:t>Puis pour organiser facilement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Avoir découvert la variété des récompenses (pas toujours des badges, des points ou des récompenses financières !) </a:t>
            </a:r>
          </a:p>
          <a:p>
            <a:pPr marL="0" indent="0">
              <a:buFont typeface="Arial" panose="020B0604020202020204" pitchFamily="34" charset="0"/>
              <a:buNone/>
            </a:pPr>
            <a:r>
              <a:rPr lang="fr-FR" sz="1200" dirty="0"/>
              <a:t>Avoir développé une culture générale sur les récompenses (qui peuvent être pour soi ou extérieures, collectives, ...) et sur les défis communautaires.</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Amélioration de l'engagement après la mise en place du système de niveaux</a:t>
            </a:r>
          </a:p>
          <a:p>
            <a:pPr marL="0" indent="0">
              <a:buFont typeface="Arial" panose="020B0604020202020204" pitchFamily="34" charset="0"/>
              <a:buNone/>
            </a:pPr>
            <a:r>
              <a:rPr lang="fr-FR" sz="1200" dirty="0"/>
              <a:t>Meilleure visibilité sur la progression des membres</a:t>
            </a:r>
          </a:p>
          <a:p>
            <a:pPr marL="0" indent="0">
              <a:buFont typeface="Arial" panose="020B0604020202020204" pitchFamily="34" charset="0"/>
              <a:buNone/>
            </a:pPr>
            <a:r>
              <a:rPr lang="fr-FR" sz="1200" dirty="0"/>
              <a:t>Parcours et une expérience </a:t>
            </a:r>
            <a:r>
              <a:rPr lang="fr-FR" sz="1200"/>
              <a:t>communautaires standard définis</a:t>
            </a:r>
            <a:endParaRPr lang="fr-FR"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5 participants maximum (pour plus, changez le gameplay pour distribuer les niveaux en petits groupes)</a:t>
            </a:r>
          </a:p>
          <a:p>
            <a:pPr marL="0" indent="0">
              <a:buNone/>
            </a:pPr>
            <a:r>
              <a:rPr lang="fr-FR" sz="1200" dirty="0"/>
              <a:t>Les participants idéaux doivent être des décideurs de la Communauté (il doit y en avoir au moins un)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4125668"/>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d'entreprise XYZ compte de nombreux membres qui expriment leur difficulté à se projeter. Les activités sont souvent trop faciles ou difficiles, beaucoup sont perdus et ont du mal à trouver la bonne place, même si tous reconnaissant qu’il y a de quoi faire.</a:t>
            </a:r>
          </a:p>
          <a:p>
            <a:pPr marL="0" indent="0">
              <a:buNone/>
            </a:pPr>
            <a:r>
              <a:rPr lang="fr-FR" sz="1200" dirty="0"/>
              <a:t>Les dirigeants de la communauté XYZ décident de se réunir et de définir ensemble des niveaux, qui permettent de clarifier l'expérience des membres et de concevoir leur parcours de progression. </a:t>
            </a:r>
            <a:endParaRPr lang="en-US" sz="1200" dirty="0"/>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Détails de l'expérience à un niveau donné</a:t>
            </a:r>
          </a:p>
          <a:p>
            <a:pPr marL="0" indent="0">
              <a:buFont typeface="Arial" panose="020B0604020202020204" pitchFamily="34" charset="0"/>
              <a:buNone/>
            </a:pPr>
            <a:r>
              <a:rPr lang="fr-FR" sz="1200" dirty="0"/>
              <a:t>Progression non liée aux niveaux dans la Communauté </a:t>
            </a:r>
          </a:p>
          <a:p>
            <a:pPr marL="0" indent="0">
              <a:buFont typeface="Arial" panose="020B0604020202020204" pitchFamily="34" charset="0"/>
              <a:buNone/>
            </a:pPr>
            <a:r>
              <a:rPr lang="fr-FR" sz="1200" dirty="0"/>
              <a:t>Mise en place du système de niveaux dans la vie réelle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1h min-2h max pour une session.</a:t>
            </a:r>
          </a:p>
          <a:p>
            <a:pPr marL="0" indent="0">
              <a:buFont typeface="Arial" panose="020B0604020202020204" pitchFamily="34" charset="0"/>
              <a:buNone/>
            </a:pPr>
            <a:r>
              <a:rPr lang="fr-FR" sz="1200" dirty="0"/>
              <a:t>L'objectif est de parvenir à une version testable en 2 heures maximum.</a:t>
            </a:r>
          </a:p>
          <a:p>
            <a:pPr marL="0" indent="0">
              <a:buFont typeface="Arial" panose="020B0604020202020204" pitchFamily="34" charset="0"/>
              <a:buNone/>
            </a:pPr>
            <a:r>
              <a:rPr lang="fr-FR" sz="1200" dirty="0"/>
              <a:t>Mur virtuel</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Session pour définir comment mettre en œuvre les niveaux</a:t>
            </a:r>
          </a:p>
        </p:txBody>
      </p:sp>
    </p:spTree>
    <p:extLst>
      <p:ext uri="{BB962C8B-B14F-4D97-AF65-F5344CB8AC3E}">
        <p14:creationId xmlns:p14="http://schemas.microsoft.com/office/powerpoint/2010/main" val="331422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F1A2FC91-D094-4211-AC2D-C6A5AB0BB942}"/>
              </a:ext>
            </a:extLst>
          </p:cNvPr>
          <p:cNvSpPr>
            <a:spLocks noGrp="1"/>
          </p:cNvSpPr>
          <p:nvPr>
            <p:ph type="title"/>
          </p:nvPr>
        </p:nvSpPr>
        <p:spPr/>
        <p:txBody>
          <a:bodyPr>
            <a:normAutofit fontScale="90000"/>
          </a:bodyPr>
          <a:lstStyle/>
          <a:p>
            <a:r>
              <a:rPr lang="fr-FR" sz="4000" dirty="0"/>
              <a:t>🎤Pitch à copier-coller dans les invitations</a:t>
            </a:r>
            <a:endParaRPr lang="en-US" dirty="0"/>
          </a:p>
        </p:txBody>
      </p:sp>
      <p:sp>
        <p:nvSpPr>
          <p:cNvPr id="10" name="Espace réservé du contenu 9">
            <a:extLst>
              <a:ext uri="{FF2B5EF4-FFF2-40B4-BE49-F238E27FC236}">
                <a16:creationId xmlns:a16="http://schemas.microsoft.com/office/drawing/2014/main" id="{C5A1BAC2-B39D-49A6-90CC-08B86322676A}"/>
              </a:ext>
            </a:extLst>
          </p:cNvPr>
          <p:cNvSpPr>
            <a:spLocks noGrp="1"/>
          </p:cNvSpPr>
          <p:nvPr>
            <p:ph idx="1"/>
          </p:nvPr>
        </p:nvSpPr>
        <p:spPr/>
        <p:txBody>
          <a:bodyPr>
            <a:normAutofit fontScale="47500" lnSpcReduction="20000"/>
          </a:bodyPr>
          <a:lstStyle/>
          <a:p>
            <a:pPr marL="0" indent="0">
              <a:buNone/>
            </a:pPr>
            <a:r>
              <a:rPr lang="fr-FR" sz="2800" dirty="0"/>
              <a:t>🙁« Je n’ai pas vraiment l’impression de progresser </a:t>
            </a:r>
            <a:r>
              <a:rPr lang="fr-FR" dirty="0"/>
              <a:t>dans </a:t>
            </a:r>
            <a:r>
              <a:rPr lang="fr-FR" sz="2800" dirty="0"/>
              <a:t>cette Communauté » </a:t>
            </a:r>
          </a:p>
          <a:p>
            <a:pPr marL="0" indent="0">
              <a:buNone/>
            </a:pPr>
            <a:r>
              <a:rPr lang="fr-FR" sz="2800" dirty="0"/>
              <a:t>😕« Parfois on se retrouve à faire des choses trop faciles, parfois bien trop difficiles pour là où on en est. »</a:t>
            </a:r>
          </a:p>
          <a:p>
            <a:pPr marL="0" indent="0">
              <a:buNone/>
            </a:pPr>
            <a:r>
              <a:rPr lang="fr-FR" dirty="0"/>
              <a:t>😐« </a:t>
            </a:r>
            <a:r>
              <a:rPr lang="fr-FR" sz="2800" dirty="0"/>
              <a:t> C’est bien de mélanger les niveaux pour la transmission, mais parfois c’est contre-productif</a:t>
            </a:r>
            <a:r>
              <a:rPr lang="fr-FR" dirty="0"/>
              <a:t>, et nous n’avons pas encore trouvé l’équilibre »</a:t>
            </a:r>
            <a:endParaRPr lang="fr-FR" sz="2800" dirty="0"/>
          </a:p>
          <a:p>
            <a:pPr marL="0" indent="0">
              <a:buNone/>
            </a:pPr>
            <a:r>
              <a:rPr lang="fr-FR" sz="2800" dirty="0"/>
              <a:t>😤« Il y en a qui ont reçu beaucoup de faveurs, d’autres qui n’ont rien, mais ce n’est pas au mérite, plutôt au copinage. Je ne dis pas qu’on contribue pour la reconnaissance, mais un peu de justice ne ferait pas de mal  ».</a:t>
            </a:r>
          </a:p>
          <a:p>
            <a:pPr marL="0" indent="0">
              <a:buNone/>
            </a:pPr>
            <a:r>
              <a:rPr lang="fr-FR" dirty="0"/>
              <a:t>Beaucoup de réponses peuvent gérer ces problématiques, parmi celles-ci, beaucoup de communautés qui ont duré longtemps et réussi, ont mis en place des systèmes de niveaux.</a:t>
            </a:r>
            <a:endParaRPr lang="fr-FR" sz="2800" dirty="0"/>
          </a:p>
          <a:p>
            <a:pPr marL="0" indent="0">
              <a:buNone/>
            </a:pPr>
            <a:r>
              <a:rPr lang="fr-FR" sz="2800" dirty="0"/>
              <a:t>Des groupes de scouts aux clubs de sport, en passant par les sociétés de conseil, les groupes religieux et les programmes de fidélisation des clients, de nombreuses communautés ont structuré la progression avec des syst</a:t>
            </a:r>
            <a:r>
              <a:rPr lang="fr-FR" dirty="0"/>
              <a:t>èmes de niveaux</a:t>
            </a:r>
            <a:r>
              <a:rPr lang="fr-FR" sz="2800" dirty="0"/>
              <a:t>. </a:t>
            </a:r>
          </a:p>
          <a:p>
            <a:pPr marL="0" indent="0">
              <a:buNone/>
            </a:pPr>
            <a:r>
              <a:rPr lang="fr-FR" sz="2800" dirty="0"/>
              <a:t>Votre Communauté pourrait-elle également bénéficier de niveaux ? Et si oui, comment les concevoir ? </a:t>
            </a:r>
            <a:r>
              <a:rPr lang="fr-FR" dirty="0"/>
              <a:t>Quelles questions se poser pour rendre ce système juste engageant même sur le long terme ?  </a:t>
            </a:r>
            <a:endParaRPr lang="fr-FR" sz="2800" dirty="0"/>
          </a:p>
          <a:p>
            <a:pPr marL="0" indent="0">
              <a:buNone/>
            </a:pPr>
            <a:r>
              <a:rPr lang="fr-FR" sz="2800" dirty="0"/>
              <a:t>L'atelier de conception de progression communautaires est un atelier de base pour vous aider à concevoir et à convenir de la progression au sein de votre Communauté. Il ouvre les discussions, donne des exemples et des possibilités pour que vous aussi, puissiez aider vos membres à progresser.</a:t>
            </a:r>
            <a:endParaRPr lang="en-US" sz="2800" dirty="0"/>
          </a:p>
          <a:p>
            <a:endParaRPr lang="en-US" dirty="0"/>
          </a:p>
        </p:txBody>
      </p:sp>
    </p:spTree>
    <p:extLst>
      <p:ext uri="{BB962C8B-B14F-4D97-AF65-F5344CB8AC3E}">
        <p14:creationId xmlns:p14="http://schemas.microsoft.com/office/powerpoint/2010/main" val="2815681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5155640" cy="1325563"/>
          </a:xfrm>
        </p:spPr>
        <p:txBody>
          <a:bodyPr>
            <a:noAutofit/>
          </a:bodyPr>
          <a:lstStyle/>
          <a:p>
            <a:r>
              <a:rPr lang="fr-FR" sz="2400" dirty="0"/>
              <a:t>Animation de L'atelier de conception de progression dans la communauté</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977956"/>
          </a:xfrm>
        </p:spPr>
        <p:txBody>
          <a:bodyPr/>
          <a:lstStyle/>
          <a:p>
            <a:endParaRPr lang="fr-FR" sz="14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599"/>
            <a:ext cx="5247090" cy="3978275"/>
          </a:xfrm>
        </p:spPr>
        <p:txBody>
          <a:bodyPr/>
          <a:lstStyle/>
          <a:p>
            <a:r>
              <a:rPr lang="fr-FR" sz="1000" dirty="0"/>
              <a:t>Il est recommandé de mettre des niveaux faciles à passer au début, et de s’assurer que plus les niveaux sont élevés, plus il devient difficile de monter. </a:t>
            </a:r>
          </a:p>
          <a:p>
            <a:r>
              <a:rPr lang="fr-FR" sz="1000" dirty="0"/>
              <a:t>L'idée de niveaux au sein de la Communauté et de récompenses peut être contestée sur le plan éthique par les participants qui sont plus égalitaires dans leur façon d'imaginer l'expérience communautaire. Il est recommandé dans ce cas de :</a:t>
            </a:r>
          </a:p>
          <a:p>
            <a:pPr marL="285750" indent="-285750">
              <a:buFont typeface="Arial" panose="020B0604020202020204" pitchFamily="34" charset="0"/>
              <a:buChar char="•"/>
            </a:pPr>
            <a:r>
              <a:rPr lang="fr-FR" sz="1000" dirty="0"/>
              <a:t>concevoir moins de niveaux pour moins séparer les membres</a:t>
            </a:r>
          </a:p>
          <a:p>
            <a:pPr marL="285750" indent="-285750">
              <a:buFont typeface="Arial" panose="020B0604020202020204" pitchFamily="34" charset="0"/>
              <a:buChar char="•"/>
            </a:pPr>
            <a:r>
              <a:rPr lang="fr-FR" sz="1000" dirty="0"/>
              <a:t>Utiliser les niveaux principalement pour aider à l'intégration dans la communauté.  </a:t>
            </a:r>
          </a:p>
          <a:p>
            <a:pPr marL="285750" indent="-285750">
              <a:buFont typeface="Arial" panose="020B0604020202020204" pitchFamily="34" charset="0"/>
              <a:buChar char="•"/>
            </a:pPr>
            <a:r>
              <a:rPr lang="fr-FR" sz="1000" dirty="0"/>
              <a:t>Eviter certaines formes de récompenses </a:t>
            </a:r>
          </a:p>
          <a:p>
            <a:pPr marL="285750" indent="-285750">
              <a:buFont typeface="Arial" panose="020B0604020202020204" pitchFamily="34" charset="0"/>
              <a:buChar char="•"/>
            </a:pPr>
            <a:r>
              <a:rPr lang="fr-FR" sz="1000" dirty="0"/>
              <a:t>Garder les récompenses symboliques pour les réalisations et se concentrer sur les niveaux de défis.</a:t>
            </a:r>
          </a:p>
          <a:p>
            <a:r>
              <a:rPr lang="fr-FR" sz="1000" dirty="0"/>
              <a:t>Les niveaux peuvent représenter le niveau des défis et de la difficulté, et ils ne devraient JAMAIS représenter la valeur intrinsèque des personnes. </a:t>
            </a:r>
          </a:p>
          <a:p>
            <a:r>
              <a:rPr lang="fr-FR" sz="1000" dirty="0"/>
              <a:t>Il est parfois plus facile de commencer de commencer par le premier (nouveau venu) et de se demander comment se passe l’histoire depuis cette étape.</a:t>
            </a:r>
          </a:p>
          <a:p>
            <a:r>
              <a:rPr lang="fr-FR" sz="1000" dirty="0"/>
              <a:t>Une fausse progression peut être désastreuse, donnez-lui un sens et structurez les niveaux autour d'un facteur réellement significatif dans votre Communauté (par exemple, la compétence dans une discipline) avant d'ajouter des variations.</a:t>
            </a:r>
          </a:p>
          <a:p>
            <a:endParaRPr lang="fr-FR" sz="10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978274"/>
          </a:xfrm>
        </p:spPr>
        <p:txBody>
          <a:bodyPr/>
          <a:lstStyle/>
          <a:p>
            <a:r>
              <a:rPr lang="fr-FR" sz="1400" dirty="0"/>
              <a:t>Par quels niveaux commence-t-on ?</a:t>
            </a:r>
          </a:p>
          <a:p>
            <a:r>
              <a:rPr lang="fr-FR" sz="1400" dirty="0"/>
              <a:t>Comment allez-vous communiquer les niveaux de la Communauté à tous les membres ? </a:t>
            </a:r>
          </a:p>
          <a:p>
            <a:r>
              <a:rPr lang="fr-FR" sz="1400" dirty="0"/>
              <a:t>Comment suivre les progressions ?</a:t>
            </a:r>
          </a:p>
          <a:p>
            <a:r>
              <a:rPr lang="fr-FR" sz="1400" dirty="0"/>
              <a:t>Qui assurera la maintenance de cette conception des niveaux communautaires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fr-FR" sz="1400" dirty="0"/>
              <a:t>🙋Debriefing</a:t>
            </a:r>
          </a:p>
        </p:txBody>
      </p:sp>
    </p:spTree>
    <p:extLst>
      <p:ext uri="{BB962C8B-B14F-4D97-AF65-F5344CB8AC3E}">
        <p14:creationId xmlns:p14="http://schemas.microsoft.com/office/powerpoint/2010/main" val="4006645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641351" cy="1325563"/>
          </a:xfrm>
        </p:spPr>
        <p:txBody>
          <a:bodyPr>
            <a:normAutofit fontScale="90000"/>
          </a:bodyPr>
          <a:lstStyle/>
          <a:p>
            <a:r>
              <a:rPr lang="fr-FR" dirty="0"/>
              <a:t>Adaptation de L'atelier de conception de progression dans la communauté</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695387450"/>
              </p:ext>
            </p:extLst>
          </p:nvPr>
        </p:nvGraphicFramePr>
        <p:xfrm>
          <a:off x="6961023" y="1821540"/>
          <a:ext cx="4740676" cy="4692627"/>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t>Variante : Opposants et détracteurs</a:t>
                      </a:r>
                    </a:p>
                  </a:txBody>
                  <a:tcPr/>
                </a:tc>
                <a:tc>
                  <a:txBody>
                    <a:bodyPr/>
                    <a:lstStyle/>
                    <a:p>
                      <a:r>
                        <a:rPr lang="fr-FR" sz="1100" dirty="0"/>
                        <a:t>Faire de la conception de niveaux sur les différentes personnes en dehors de la communauté, des pires détracteurs au personnes prêts à rejoindre la communauté</a:t>
                      </a:r>
                    </a:p>
                  </a:txBody>
                  <a:tcPr/>
                </a:tc>
                <a:extLst>
                  <a:ext uri="{0D108BD9-81ED-4DB2-BD59-A6C34878D82A}">
                    <a16:rowId xmlns:a16="http://schemas.microsoft.com/office/drawing/2014/main" val="4249539521"/>
                  </a:ext>
                </a:extLst>
              </a:tr>
              <a:tr h="396301">
                <a:tc>
                  <a:txBody>
                    <a:bodyPr/>
                    <a:lstStyle/>
                    <a:p>
                      <a:r>
                        <a:rPr lang="fr-FR" sz="1100" dirty="0"/>
                        <a:t>Variante : Alumni</a:t>
                      </a:r>
                    </a:p>
                  </a:txBody>
                  <a:tcPr/>
                </a:tc>
                <a:tc>
                  <a:txBody>
                    <a:bodyPr/>
                    <a:lstStyle/>
                    <a:p>
                      <a:r>
                        <a:rPr lang="fr-FR" sz="1100" dirty="0"/>
                        <a:t>Appliquer les mêmes logiques sur les parcours d’anciens membres</a:t>
                      </a:r>
                    </a:p>
                  </a:txBody>
                  <a:tcPr/>
                </a:tc>
                <a:extLst>
                  <a:ext uri="{0D108BD9-81ED-4DB2-BD59-A6C34878D82A}">
                    <a16:rowId xmlns:a16="http://schemas.microsoft.com/office/drawing/2014/main" val="1824107877"/>
                  </a:ext>
                </a:extLst>
              </a:tr>
              <a:tr h="396301">
                <a:tc>
                  <a:txBody>
                    <a:bodyPr/>
                    <a:lstStyle/>
                    <a:p>
                      <a:r>
                        <a:rPr lang="fr-FR" sz="1100" dirty="0"/>
                        <a:t>Variante : Niveaux sur les sous-communauté</a:t>
                      </a:r>
                    </a:p>
                  </a:txBody>
                  <a:tcPr/>
                </a:tc>
                <a:tc>
                  <a:txBody>
                    <a:bodyPr/>
                    <a:lstStyle/>
                    <a:p>
                      <a:r>
                        <a:rPr lang="fr-FR" sz="1100" dirty="0"/>
                        <a:t>Appliquer la même logique de conception de niveau sur des collectifs à l’intérieur de la Communauté</a:t>
                      </a:r>
                    </a:p>
                  </a:txBody>
                  <a:tcPr/>
                </a:tc>
                <a:extLst>
                  <a:ext uri="{0D108BD9-81ED-4DB2-BD59-A6C34878D82A}">
                    <a16:rowId xmlns:a16="http://schemas.microsoft.com/office/drawing/2014/main" val="1035027814"/>
                  </a:ext>
                </a:extLst>
              </a:tr>
              <a:tr h="396301">
                <a:tc>
                  <a:txBody>
                    <a:bodyPr/>
                    <a:lstStyle/>
                    <a:p>
                      <a:endParaRPr lang="fr-FR" sz="1100" dirty="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564958531"/>
              </p:ext>
            </p:extLst>
          </p:nvPr>
        </p:nvGraphicFramePr>
        <p:xfrm>
          <a:off x="362762" y="1821540"/>
          <a:ext cx="6191648" cy="265684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Première version</a:t>
                      </a:r>
                    </a:p>
                  </a:txBody>
                  <a:tcPr/>
                </a:tc>
                <a:extLst>
                  <a:ext uri="{0D108BD9-81ED-4DB2-BD59-A6C34878D82A}">
                    <a16:rowId xmlns:a16="http://schemas.microsoft.com/office/drawing/2014/main" val="2337500579"/>
                  </a:ext>
                </a:extLst>
              </a:tr>
              <a:tr h="370840">
                <a:tc>
                  <a:txBody>
                    <a:bodyPr/>
                    <a:lstStyle/>
                    <a:p>
                      <a:r>
                        <a:rPr lang="fr-FR" sz="1200" dirty="0"/>
                        <a:t>2.0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Ajout des axes de progression</a:t>
                      </a:r>
                    </a:p>
                  </a:txBody>
                  <a:tcPr/>
                </a:tc>
                <a:extLst>
                  <a:ext uri="{0D108BD9-81ED-4DB2-BD59-A6C34878D82A}">
                    <a16:rowId xmlns:a16="http://schemas.microsoft.com/office/drawing/2014/main" val="3565347869"/>
                  </a:ext>
                </a:extLst>
              </a:tr>
              <a:tr h="370840">
                <a:tc>
                  <a:txBody>
                    <a:bodyPr/>
                    <a:lstStyle/>
                    <a:p>
                      <a:r>
                        <a:rPr lang="fr-FR" sz="1200" dirty="0"/>
                        <a:t>3.0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Ajout des cartes Community </a:t>
                      </a:r>
                      <a:r>
                        <a:rPr lang="fr-FR" sz="1200" dirty="0" err="1"/>
                        <a:t>Level</a:t>
                      </a:r>
                      <a:r>
                        <a:rPr lang="fr-FR" sz="1200" dirty="0"/>
                        <a:t> Design pour faciliter l’usage </a:t>
                      </a:r>
                    </a:p>
                  </a:txBody>
                  <a:tcPr/>
                </a:tc>
                <a:extLst>
                  <a:ext uri="{0D108BD9-81ED-4DB2-BD59-A6C34878D82A}">
                    <a16:rowId xmlns:a16="http://schemas.microsoft.com/office/drawing/2014/main" val="26495474"/>
                  </a:ext>
                </a:extLst>
              </a:tr>
              <a:tr h="370840">
                <a:tc>
                  <a:txBody>
                    <a:bodyPr/>
                    <a:lstStyle/>
                    <a:p>
                      <a:r>
                        <a:rPr lang="fr-FR" sz="1200" dirty="0"/>
                        <a:t>4.0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Ajout du motivateur « Satisfaction des obligations et responsabilités existantes »</a:t>
                      </a:r>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1775347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454AC0E-490E-4E4F-B8EC-C6C7F7DC39F2}"/>
              </a:ext>
            </a:extLst>
          </p:cNvPr>
          <p:cNvSpPr>
            <a:spLocks noGrp="1"/>
          </p:cNvSpPr>
          <p:nvPr>
            <p:ph type="ctrTitle"/>
          </p:nvPr>
        </p:nvSpPr>
        <p:spPr/>
        <p:txBody>
          <a:bodyPr/>
          <a:lstStyle/>
          <a:p>
            <a:r>
              <a:rPr lang="en-US" dirty="0"/>
              <a:t>V 3.0 </a:t>
            </a:r>
          </a:p>
        </p:txBody>
      </p:sp>
      <p:sp>
        <p:nvSpPr>
          <p:cNvPr id="10" name="Sous-titre 9">
            <a:extLst>
              <a:ext uri="{FF2B5EF4-FFF2-40B4-BE49-F238E27FC236}">
                <a16:creationId xmlns:a16="http://schemas.microsoft.com/office/drawing/2014/main" id="{155B06F1-4E26-4234-8E20-50A7E75C70A6}"/>
              </a:ext>
            </a:extLst>
          </p:cNvPr>
          <p:cNvSpPr>
            <a:spLocks noGrp="1"/>
          </p:cNvSpPr>
          <p:nvPr>
            <p:ph type="subTitle" idx="1"/>
          </p:nvPr>
        </p:nvSpPr>
        <p:spPr/>
        <p:txBody>
          <a:bodyPr/>
          <a:lstStyle/>
          <a:p>
            <a:r>
              <a:rPr lang="en-US" dirty="0" err="1"/>
              <a:t>Visuels</a:t>
            </a:r>
            <a:endParaRPr lang="en-US" dirty="0"/>
          </a:p>
        </p:txBody>
      </p:sp>
    </p:spTree>
    <p:extLst>
      <p:ext uri="{BB962C8B-B14F-4D97-AF65-F5344CB8AC3E}">
        <p14:creationId xmlns:p14="http://schemas.microsoft.com/office/powerpoint/2010/main" val="3141825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èche : droite 3">
            <a:extLst>
              <a:ext uri="{FF2B5EF4-FFF2-40B4-BE49-F238E27FC236}">
                <a16:creationId xmlns:a16="http://schemas.microsoft.com/office/drawing/2014/main" id="{9020840D-C737-4192-BE47-191FE7815EE9}"/>
              </a:ext>
            </a:extLst>
          </p:cNvPr>
          <p:cNvSpPr/>
          <p:nvPr/>
        </p:nvSpPr>
        <p:spPr>
          <a:xfrm rot="20311363">
            <a:off x="6486602" y="1604251"/>
            <a:ext cx="5407092" cy="320563"/>
          </a:xfrm>
          <a:prstGeom prst="rightArrow">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Ramper avec un remplissage uni">
            <a:extLst>
              <a:ext uri="{FF2B5EF4-FFF2-40B4-BE49-F238E27FC236}">
                <a16:creationId xmlns:a16="http://schemas.microsoft.com/office/drawing/2014/main" id="{464603A7-EE89-43F8-A59F-229F8ABB1D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73958" y="2085607"/>
            <a:ext cx="603806" cy="603806"/>
          </a:xfrm>
          <a:prstGeom prst="rect">
            <a:avLst/>
          </a:prstGeom>
        </p:spPr>
      </p:pic>
      <p:pic>
        <p:nvPicPr>
          <p:cNvPr id="8" name="Graphique 7" descr="Marcher avec un remplissage uni">
            <a:extLst>
              <a:ext uri="{FF2B5EF4-FFF2-40B4-BE49-F238E27FC236}">
                <a16:creationId xmlns:a16="http://schemas.microsoft.com/office/drawing/2014/main" id="{505BB4BE-DD90-4D3C-AF85-FFD14286C5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10967" y="1777131"/>
            <a:ext cx="603806" cy="603806"/>
          </a:xfrm>
          <a:prstGeom prst="rect">
            <a:avLst/>
          </a:prstGeom>
        </p:spPr>
      </p:pic>
      <p:pic>
        <p:nvPicPr>
          <p:cNvPr id="9" name="Graphique 8" descr="Courir avec un remplissage uni">
            <a:extLst>
              <a:ext uri="{FF2B5EF4-FFF2-40B4-BE49-F238E27FC236}">
                <a16:creationId xmlns:a16="http://schemas.microsoft.com/office/drawing/2014/main" id="{CE5E1DDB-5686-4664-9998-AAE6B6C7BF1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47976" y="1468654"/>
            <a:ext cx="603806" cy="603806"/>
          </a:xfrm>
          <a:prstGeom prst="rect">
            <a:avLst/>
          </a:prstGeom>
        </p:spPr>
      </p:pic>
      <p:pic>
        <p:nvPicPr>
          <p:cNvPr id="10" name="Graphique 9" descr="Héros avec un remplissage uni">
            <a:extLst>
              <a:ext uri="{FF2B5EF4-FFF2-40B4-BE49-F238E27FC236}">
                <a16:creationId xmlns:a16="http://schemas.microsoft.com/office/drawing/2014/main" id="{20BBA436-9667-4A03-9111-A77A0AE75D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51525" y="622169"/>
            <a:ext cx="603806" cy="603806"/>
          </a:xfrm>
          <a:prstGeom prst="rect">
            <a:avLst/>
          </a:prstGeom>
        </p:spPr>
      </p:pic>
      <p:pic>
        <p:nvPicPr>
          <p:cNvPr id="11" name="Graphique 10" descr="Aspiration avec un remplissage uni">
            <a:extLst>
              <a:ext uri="{FF2B5EF4-FFF2-40B4-BE49-F238E27FC236}">
                <a16:creationId xmlns:a16="http://schemas.microsoft.com/office/drawing/2014/main" id="{773024C6-D01D-4CB7-A1C9-016C927DB5D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08869" y="994501"/>
            <a:ext cx="755372" cy="755372"/>
          </a:xfrm>
          <a:prstGeom prst="rect">
            <a:avLst/>
          </a:prstGeom>
        </p:spPr>
      </p:pic>
      <p:pic>
        <p:nvPicPr>
          <p:cNvPr id="3" name="Graphique 2" descr="Culturiste avec un remplissage uni">
            <a:extLst>
              <a:ext uri="{FF2B5EF4-FFF2-40B4-BE49-F238E27FC236}">
                <a16:creationId xmlns:a16="http://schemas.microsoft.com/office/drawing/2014/main" id="{A1EBDD16-DBA2-4CA1-A4FA-879B5D75382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6810093" y="2387510"/>
            <a:ext cx="556182" cy="914400"/>
          </a:xfrm>
          <a:prstGeom prst="rect">
            <a:avLst/>
          </a:prstGeom>
        </p:spPr>
      </p:pic>
      <p:pic>
        <p:nvPicPr>
          <p:cNvPr id="14" name="Graphique 13" descr="Culturiste avec un remplissage uni">
            <a:extLst>
              <a:ext uri="{FF2B5EF4-FFF2-40B4-BE49-F238E27FC236}">
                <a16:creationId xmlns:a16="http://schemas.microsoft.com/office/drawing/2014/main" id="{E35A1406-BC29-4F04-8D0E-EDFDBC633E0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7778700" y="2166540"/>
            <a:ext cx="556182" cy="914400"/>
          </a:xfrm>
          <a:prstGeom prst="rect">
            <a:avLst/>
          </a:prstGeom>
        </p:spPr>
      </p:pic>
      <p:pic>
        <p:nvPicPr>
          <p:cNvPr id="16" name="Graphique 15" descr="Culturiste avec un remplissage uni">
            <a:extLst>
              <a:ext uri="{FF2B5EF4-FFF2-40B4-BE49-F238E27FC236}">
                <a16:creationId xmlns:a16="http://schemas.microsoft.com/office/drawing/2014/main" id="{8C795C23-DF76-4145-BE82-CA6521AFCFA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8694578" y="1870330"/>
            <a:ext cx="556182" cy="914400"/>
          </a:xfrm>
          <a:prstGeom prst="rect">
            <a:avLst/>
          </a:prstGeom>
        </p:spPr>
      </p:pic>
      <p:pic>
        <p:nvPicPr>
          <p:cNvPr id="17" name="Graphique 16" descr="Culturiste avec un remplissage uni">
            <a:extLst>
              <a:ext uri="{FF2B5EF4-FFF2-40B4-BE49-F238E27FC236}">
                <a16:creationId xmlns:a16="http://schemas.microsoft.com/office/drawing/2014/main" id="{CA1099EE-B0A2-46B7-84A4-F6659E24738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9774516" y="1549586"/>
            <a:ext cx="556182" cy="914400"/>
          </a:xfrm>
          <a:prstGeom prst="rect">
            <a:avLst/>
          </a:prstGeom>
        </p:spPr>
      </p:pic>
      <p:pic>
        <p:nvPicPr>
          <p:cNvPr id="18" name="Graphique 17" descr="Culturiste avec un remplissage uni">
            <a:extLst>
              <a:ext uri="{FF2B5EF4-FFF2-40B4-BE49-F238E27FC236}">
                <a16:creationId xmlns:a16="http://schemas.microsoft.com/office/drawing/2014/main" id="{33EBFCDE-53CF-407C-B3AA-9AF63657FCB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10773562" y="1267955"/>
            <a:ext cx="556182" cy="914400"/>
          </a:xfrm>
          <a:prstGeom prst="rect">
            <a:avLst/>
          </a:prstGeom>
        </p:spPr>
      </p:pic>
      <p:pic>
        <p:nvPicPr>
          <p:cNvPr id="12" name="Graphique 11" descr="Aspiration avec un remplissage uni">
            <a:extLst>
              <a:ext uri="{FF2B5EF4-FFF2-40B4-BE49-F238E27FC236}">
                <a16:creationId xmlns:a16="http://schemas.microsoft.com/office/drawing/2014/main" id="{F3E311A0-DEC3-4C2A-8AFD-AE9F4C57DA5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23803" y="1561919"/>
            <a:ext cx="1519021" cy="1519021"/>
          </a:xfrm>
          <a:prstGeom prst="rect">
            <a:avLst/>
          </a:prstGeom>
        </p:spPr>
      </p:pic>
      <p:cxnSp>
        <p:nvCxnSpPr>
          <p:cNvPr id="23" name="Connecteur droit 22">
            <a:extLst>
              <a:ext uri="{FF2B5EF4-FFF2-40B4-BE49-F238E27FC236}">
                <a16:creationId xmlns:a16="http://schemas.microsoft.com/office/drawing/2014/main" id="{C9A88DF5-2082-4276-8E84-F15BE6D99143}"/>
              </a:ext>
            </a:extLst>
          </p:cNvPr>
          <p:cNvCxnSpPr>
            <a:cxnSpLocks/>
          </p:cNvCxnSpPr>
          <p:nvPr/>
        </p:nvCxnSpPr>
        <p:spPr>
          <a:xfrm flipH="1">
            <a:off x="2931541" y="1028700"/>
            <a:ext cx="630809" cy="1137840"/>
          </a:xfrm>
          <a:prstGeom prst="line">
            <a:avLst/>
          </a:prstGeom>
          <a:ln w="38100">
            <a:solidFill>
              <a:srgbClr val="EC7B2B"/>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3E47664-479A-4EF3-B5D0-A1A4BC767412}"/>
              </a:ext>
            </a:extLst>
          </p:cNvPr>
          <p:cNvSpPr/>
          <p:nvPr/>
        </p:nvSpPr>
        <p:spPr>
          <a:xfrm>
            <a:off x="3288628" y="1665412"/>
            <a:ext cx="1679612" cy="844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e 28">
            <a:extLst>
              <a:ext uri="{FF2B5EF4-FFF2-40B4-BE49-F238E27FC236}">
                <a16:creationId xmlns:a16="http://schemas.microsoft.com/office/drawing/2014/main" id="{88850E45-2579-49FB-AE0A-8E087F081634}"/>
              </a:ext>
            </a:extLst>
          </p:cNvPr>
          <p:cNvGrpSpPr/>
          <p:nvPr/>
        </p:nvGrpSpPr>
        <p:grpSpPr>
          <a:xfrm>
            <a:off x="1035311" y="3747361"/>
            <a:ext cx="4195196" cy="1926707"/>
            <a:chOff x="672079" y="3941920"/>
            <a:chExt cx="5131851" cy="2356880"/>
          </a:xfrm>
        </p:grpSpPr>
        <p:cxnSp>
          <p:nvCxnSpPr>
            <p:cNvPr id="32" name="Connecteur droit avec flèche 31">
              <a:extLst>
                <a:ext uri="{FF2B5EF4-FFF2-40B4-BE49-F238E27FC236}">
                  <a16:creationId xmlns:a16="http://schemas.microsoft.com/office/drawing/2014/main" id="{EE045837-BAE0-4878-9B9F-7E6ACB332B82}"/>
                </a:ext>
              </a:extLst>
            </p:cNvPr>
            <p:cNvCxnSpPr>
              <a:cxnSpLocks/>
            </p:cNvCxnSpPr>
            <p:nvPr/>
          </p:nvCxnSpPr>
          <p:spPr>
            <a:xfrm flipV="1">
              <a:off x="672079" y="4878161"/>
              <a:ext cx="5131851" cy="1210667"/>
            </a:xfrm>
            <a:prstGeom prst="straightConnector1">
              <a:avLst/>
            </a:prstGeom>
            <a:ln w="57150">
              <a:prstDash val="dash"/>
              <a:tailEnd type="triangle"/>
            </a:ln>
          </p:spPr>
          <p:style>
            <a:lnRef idx="1">
              <a:schemeClr val="accent1"/>
            </a:lnRef>
            <a:fillRef idx="0">
              <a:schemeClr val="accent1"/>
            </a:fillRef>
            <a:effectRef idx="0">
              <a:schemeClr val="accent1"/>
            </a:effectRef>
            <a:fontRef idx="minor">
              <a:schemeClr val="tx1"/>
            </a:fontRef>
          </p:style>
        </p:cxnSp>
        <p:pic>
          <p:nvPicPr>
            <p:cNvPr id="33" name="Graphique 32" descr="Personne confuse avec un remplissage uni">
              <a:extLst>
                <a:ext uri="{FF2B5EF4-FFF2-40B4-BE49-F238E27FC236}">
                  <a16:creationId xmlns:a16="http://schemas.microsoft.com/office/drawing/2014/main" id="{5D5409E6-A0A5-4D77-8A6A-69CDC6B8A54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650062" y="5119115"/>
              <a:ext cx="940978" cy="940978"/>
            </a:xfrm>
            <a:prstGeom prst="rect">
              <a:avLst/>
            </a:prstGeom>
          </p:spPr>
        </p:pic>
        <p:pic>
          <p:nvPicPr>
            <p:cNvPr id="35" name="Graphique 34" descr="Réussite du groupe avec un remplissage uni">
              <a:extLst>
                <a:ext uri="{FF2B5EF4-FFF2-40B4-BE49-F238E27FC236}">
                  <a16:creationId xmlns:a16="http://schemas.microsoft.com/office/drawing/2014/main" id="{E91B0500-0AAA-4BCD-B411-8928B903B7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73862" y="3941920"/>
              <a:ext cx="1492354" cy="1492354"/>
            </a:xfrm>
            <a:prstGeom prst="rect">
              <a:avLst/>
            </a:prstGeom>
          </p:spPr>
        </p:pic>
        <p:pic>
          <p:nvPicPr>
            <p:cNvPr id="36" name="Graphique 35" descr="Personne confuse avec un remplissage uni">
              <a:extLst>
                <a:ext uri="{FF2B5EF4-FFF2-40B4-BE49-F238E27FC236}">
                  <a16:creationId xmlns:a16="http://schemas.microsoft.com/office/drawing/2014/main" id="{F865E691-A989-43BE-823E-928D4C6B2A1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524662" y="4922795"/>
              <a:ext cx="940978" cy="940978"/>
            </a:xfrm>
            <a:prstGeom prst="rect">
              <a:avLst/>
            </a:prstGeom>
          </p:spPr>
        </p:pic>
        <p:pic>
          <p:nvPicPr>
            <p:cNvPr id="37" name="Graphique 36" descr="Personne confuse avec un remplissage uni">
              <a:extLst>
                <a:ext uri="{FF2B5EF4-FFF2-40B4-BE49-F238E27FC236}">
                  <a16:creationId xmlns:a16="http://schemas.microsoft.com/office/drawing/2014/main" id="{2861E328-C613-41FE-8D27-FE1ECFCE4FD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01789" y="5357822"/>
              <a:ext cx="940978" cy="940978"/>
            </a:xfrm>
            <a:prstGeom prst="rect">
              <a:avLst/>
            </a:prstGeom>
          </p:spPr>
        </p:pic>
        <p:pic>
          <p:nvPicPr>
            <p:cNvPr id="39" name="Graphique 38" descr="Personne confuse avec un remplissage uni">
              <a:extLst>
                <a:ext uri="{FF2B5EF4-FFF2-40B4-BE49-F238E27FC236}">
                  <a16:creationId xmlns:a16="http://schemas.microsoft.com/office/drawing/2014/main" id="{D76E923B-967A-420F-98AC-D047EA5FA64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338349" y="4712516"/>
              <a:ext cx="940978" cy="940978"/>
            </a:xfrm>
            <a:prstGeom prst="rect">
              <a:avLst/>
            </a:prstGeom>
          </p:spPr>
        </p:pic>
        <p:pic>
          <p:nvPicPr>
            <p:cNvPr id="40" name="Graphique 39" descr="Personne confuse avec un remplissage uni">
              <a:extLst>
                <a:ext uri="{FF2B5EF4-FFF2-40B4-BE49-F238E27FC236}">
                  <a16:creationId xmlns:a16="http://schemas.microsoft.com/office/drawing/2014/main" id="{9A3C9C2C-C423-4365-B855-18693FF94F3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279571" y="4502237"/>
              <a:ext cx="940978" cy="940978"/>
            </a:xfrm>
            <a:prstGeom prst="rect">
              <a:avLst/>
            </a:prstGeom>
          </p:spPr>
        </p:pic>
      </p:grpSp>
      <p:pic>
        <p:nvPicPr>
          <p:cNvPr id="44" name="Graphique 43" descr="Culturiste avec un remplissage uni">
            <a:extLst>
              <a:ext uri="{FF2B5EF4-FFF2-40B4-BE49-F238E27FC236}">
                <a16:creationId xmlns:a16="http://schemas.microsoft.com/office/drawing/2014/main" id="{3D0DCA6B-5C25-445E-8B26-6E10CD5B37E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3530747" y="850083"/>
            <a:ext cx="556182" cy="914400"/>
          </a:xfrm>
          <a:prstGeom prst="rect">
            <a:avLst/>
          </a:prstGeom>
        </p:spPr>
      </p:pic>
      <p:pic>
        <p:nvPicPr>
          <p:cNvPr id="45" name="Graphique 44" descr="Culturiste avec un remplissage uni">
            <a:extLst>
              <a:ext uri="{FF2B5EF4-FFF2-40B4-BE49-F238E27FC236}">
                <a16:creationId xmlns:a16="http://schemas.microsoft.com/office/drawing/2014/main" id="{6B8636F5-6B2D-41C4-BE5D-71944D0DE41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1118168" y="5502419"/>
            <a:ext cx="556182" cy="914400"/>
          </a:xfrm>
          <a:prstGeom prst="rect">
            <a:avLst/>
          </a:prstGeom>
        </p:spPr>
      </p:pic>
      <p:pic>
        <p:nvPicPr>
          <p:cNvPr id="46" name="Graphique 45" descr="Culturiste avec un remplissage uni">
            <a:extLst>
              <a:ext uri="{FF2B5EF4-FFF2-40B4-BE49-F238E27FC236}">
                <a16:creationId xmlns:a16="http://schemas.microsoft.com/office/drawing/2014/main" id="{E63EF67E-8944-426D-8DF7-8923A23EC6B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1954317" y="5264533"/>
            <a:ext cx="556182" cy="914400"/>
          </a:xfrm>
          <a:prstGeom prst="rect">
            <a:avLst/>
          </a:prstGeom>
        </p:spPr>
      </p:pic>
      <p:pic>
        <p:nvPicPr>
          <p:cNvPr id="47" name="Graphique 46" descr="Culturiste avec un remplissage uni">
            <a:extLst>
              <a:ext uri="{FF2B5EF4-FFF2-40B4-BE49-F238E27FC236}">
                <a16:creationId xmlns:a16="http://schemas.microsoft.com/office/drawing/2014/main" id="{76966D53-B670-4522-82E7-D3A0FC396ED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2651849" y="5104045"/>
            <a:ext cx="556182" cy="914400"/>
          </a:xfrm>
          <a:prstGeom prst="rect">
            <a:avLst/>
          </a:prstGeom>
        </p:spPr>
      </p:pic>
      <p:pic>
        <p:nvPicPr>
          <p:cNvPr id="48" name="Graphique 47" descr="Culturiste avec un remplissage uni">
            <a:extLst>
              <a:ext uri="{FF2B5EF4-FFF2-40B4-BE49-F238E27FC236}">
                <a16:creationId xmlns:a16="http://schemas.microsoft.com/office/drawing/2014/main" id="{E244E310-AE35-47C7-B16A-02B0B413E04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28"/>
              </a:ext>
            </a:extLst>
          </a:blip>
          <a:srcRect l="19416" r="19759"/>
          <a:stretch/>
        </p:blipFill>
        <p:spPr>
          <a:xfrm>
            <a:off x="3337175" y="4970139"/>
            <a:ext cx="556182" cy="914400"/>
          </a:xfrm>
          <a:prstGeom prst="rect">
            <a:avLst/>
          </a:prstGeom>
        </p:spPr>
      </p:pic>
      <p:pic>
        <p:nvPicPr>
          <p:cNvPr id="49" name="Graphique 48" descr="Aspiration avec un remplissage uni">
            <a:extLst>
              <a:ext uri="{FF2B5EF4-FFF2-40B4-BE49-F238E27FC236}">
                <a16:creationId xmlns:a16="http://schemas.microsoft.com/office/drawing/2014/main" id="{3B6F2F67-212F-4979-8594-999F63B3CE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575371" y="4774588"/>
            <a:ext cx="1519021" cy="1519021"/>
          </a:xfrm>
          <a:prstGeom prst="rect">
            <a:avLst/>
          </a:prstGeom>
        </p:spPr>
      </p:pic>
      <p:cxnSp>
        <p:nvCxnSpPr>
          <p:cNvPr id="50" name="Connecteur droit 49">
            <a:extLst>
              <a:ext uri="{FF2B5EF4-FFF2-40B4-BE49-F238E27FC236}">
                <a16:creationId xmlns:a16="http://schemas.microsoft.com/office/drawing/2014/main" id="{4D8C7FAC-CDA1-48EA-B62D-6A6CF09C1BCF}"/>
              </a:ext>
            </a:extLst>
          </p:cNvPr>
          <p:cNvCxnSpPr>
            <a:cxnSpLocks/>
          </p:cNvCxnSpPr>
          <p:nvPr/>
        </p:nvCxnSpPr>
        <p:spPr>
          <a:xfrm flipH="1">
            <a:off x="8583109" y="4241369"/>
            <a:ext cx="630809" cy="1137840"/>
          </a:xfrm>
          <a:prstGeom prst="line">
            <a:avLst/>
          </a:prstGeom>
          <a:ln w="38100">
            <a:solidFill>
              <a:srgbClr val="EC7B2B"/>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26F1438-F2D2-41B4-AFF8-612DBE1C3988}"/>
              </a:ext>
            </a:extLst>
          </p:cNvPr>
          <p:cNvSpPr/>
          <p:nvPr/>
        </p:nvSpPr>
        <p:spPr>
          <a:xfrm>
            <a:off x="8940196" y="4878081"/>
            <a:ext cx="1679612" cy="844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que 51" descr="Culturiste avec un remplissage uni">
            <a:extLst>
              <a:ext uri="{FF2B5EF4-FFF2-40B4-BE49-F238E27FC236}">
                <a16:creationId xmlns:a16="http://schemas.microsoft.com/office/drawing/2014/main" id="{86C136BB-CA4A-40E4-A983-7D260E40988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416" r="19759"/>
          <a:stretch/>
        </p:blipFill>
        <p:spPr>
          <a:xfrm>
            <a:off x="9182315" y="4062752"/>
            <a:ext cx="556182" cy="914400"/>
          </a:xfrm>
          <a:prstGeom prst="rect">
            <a:avLst/>
          </a:prstGeom>
        </p:spPr>
      </p:pic>
      <p:grpSp>
        <p:nvGrpSpPr>
          <p:cNvPr id="56" name="Groupe 55">
            <a:extLst>
              <a:ext uri="{FF2B5EF4-FFF2-40B4-BE49-F238E27FC236}">
                <a16:creationId xmlns:a16="http://schemas.microsoft.com/office/drawing/2014/main" id="{E351EFD8-7CB7-4812-BEA1-15A0A0017D9F}"/>
              </a:ext>
            </a:extLst>
          </p:cNvPr>
          <p:cNvGrpSpPr/>
          <p:nvPr/>
        </p:nvGrpSpPr>
        <p:grpSpPr>
          <a:xfrm rot="20144844" flipH="1">
            <a:off x="7774268" y="5144995"/>
            <a:ext cx="609246" cy="832497"/>
            <a:chOff x="7200852" y="4774588"/>
            <a:chExt cx="675898" cy="832497"/>
          </a:xfrm>
        </p:grpSpPr>
        <p:grpSp>
          <p:nvGrpSpPr>
            <p:cNvPr id="54" name="Groupe 53">
              <a:extLst>
                <a:ext uri="{FF2B5EF4-FFF2-40B4-BE49-F238E27FC236}">
                  <a16:creationId xmlns:a16="http://schemas.microsoft.com/office/drawing/2014/main" id="{942FA562-1605-48EC-BA00-D3F551FE38AE}"/>
                </a:ext>
              </a:extLst>
            </p:cNvPr>
            <p:cNvGrpSpPr/>
            <p:nvPr/>
          </p:nvGrpSpPr>
          <p:grpSpPr>
            <a:xfrm>
              <a:off x="7200852" y="4774588"/>
              <a:ext cx="675898" cy="832497"/>
              <a:chOff x="7198470" y="4783197"/>
              <a:chExt cx="675898" cy="832497"/>
            </a:xfrm>
          </p:grpSpPr>
          <p:pic>
            <p:nvPicPr>
              <p:cNvPr id="31" name="Graphique 30" descr="Golf avec un remplissage uni">
                <a:extLst>
                  <a:ext uri="{FF2B5EF4-FFF2-40B4-BE49-F238E27FC236}">
                    <a16:creationId xmlns:a16="http://schemas.microsoft.com/office/drawing/2014/main" id="{8FFDE10A-C44A-46E7-8F45-0609CA0EBCDD}"/>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t="16984" r="39413"/>
              <a:stretch/>
            </p:blipFill>
            <p:spPr>
              <a:xfrm>
                <a:off x="7198470" y="4856591"/>
                <a:ext cx="554007" cy="759103"/>
              </a:xfrm>
              <a:prstGeom prst="rect">
                <a:avLst/>
              </a:prstGeom>
            </p:spPr>
          </p:pic>
          <p:sp>
            <p:nvSpPr>
              <p:cNvPr id="53" name="Rectangle 52">
                <a:extLst>
                  <a:ext uri="{FF2B5EF4-FFF2-40B4-BE49-F238E27FC236}">
                    <a16:creationId xmlns:a16="http://schemas.microsoft.com/office/drawing/2014/main" id="{B6953DB6-FD53-4D28-8B1D-B9E299941564}"/>
                  </a:ext>
                </a:extLst>
              </p:cNvPr>
              <p:cNvSpPr/>
              <p:nvPr/>
            </p:nvSpPr>
            <p:spPr>
              <a:xfrm rot="1700186">
                <a:off x="7402565" y="4783197"/>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C1482134-C7A8-48EC-9F8D-7509D7C7EC13}"/>
                  </a:ext>
                </a:extLst>
              </p:cNvPr>
              <p:cNvSpPr/>
              <p:nvPr/>
            </p:nvSpPr>
            <p:spPr>
              <a:xfrm rot="20134822">
                <a:off x="7317169" y="5091077"/>
                <a:ext cx="287845" cy="589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Rectangle 56">
              <a:extLst>
                <a:ext uri="{FF2B5EF4-FFF2-40B4-BE49-F238E27FC236}">
                  <a16:creationId xmlns:a16="http://schemas.microsoft.com/office/drawing/2014/main" id="{94683B4A-ADD2-41E3-BF1E-184F6C58A107}"/>
                </a:ext>
              </a:extLst>
            </p:cNvPr>
            <p:cNvSpPr/>
            <p:nvPr/>
          </p:nvSpPr>
          <p:spPr>
            <a:xfrm rot="4631257">
              <a:off x="7533668" y="5074331"/>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e 58">
            <a:extLst>
              <a:ext uri="{FF2B5EF4-FFF2-40B4-BE49-F238E27FC236}">
                <a16:creationId xmlns:a16="http://schemas.microsoft.com/office/drawing/2014/main" id="{01E2EDD4-6E57-4A0D-9C4E-E8B3C3ECF2AB}"/>
              </a:ext>
            </a:extLst>
          </p:cNvPr>
          <p:cNvGrpSpPr/>
          <p:nvPr/>
        </p:nvGrpSpPr>
        <p:grpSpPr>
          <a:xfrm rot="20144844" flipH="1">
            <a:off x="7469355" y="5263571"/>
            <a:ext cx="609246" cy="832497"/>
            <a:chOff x="7200852" y="4774588"/>
            <a:chExt cx="675898" cy="832497"/>
          </a:xfrm>
        </p:grpSpPr>
        <p:grpSp>
          <p:nvGrpSpPr>
            <p:cNvPr id="60" name="Groupe 59">
              <a:extLst>
                <a:ext uri="{FF2B5EF4-FFF2-40B4-BE49-F238E27FC236}">
                  <a16:creationId xmlns:a16="http://schemas.microsoft.com/office/drawing/2014/main" id="{4173AAC2-8088-4421-9924-65F355974803}"/>
                </a:ext>
              </a:extLst>
            </p:cNvPr>
            <p:cNvGrpSpPr/>
            <p:nvPr/>
          </p:nvGrpSpPr>
          <p:grpSpPr>
            <a:xfrm>
              <a:off x="7200852" y="4774588"/>
              <a:ext cx="675898" cy="832497"/>
              <a:chOff x="7198470" y="4783197"/>
              <a:chExt cx="675898" cy="832497"/>
            </a:xfrm>
          </p:grpSpPr>
          <p:pic>
            <p:nvPicPr>
              <p:cNvPr id="62" name="Graphique 61" descr="Golf avec un remplissage uni">
                <a:extLst>
                  <a:ext uri="{FF2B5EF4-FFF2-40B4-BE49-F238E27FC236}">
                    <a16:creationId xmlns:a16="http://schemas.microsoft.com/office/drawing/2014/main" id="{66A89A4D-C812-4C0F-81D5-82A1D32068C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t="16984" r="39413"/>
              <a:stretch/>
            </p:blipFill>
            <p:spPr>
              <a:xfrm>
                <a:off x="7198470" y="4856591"/>
                <a:ext cx="554007" cy="759103"/>
              </a:xfrm>
              <a:prstGeom prst="rect">
                <a:avLst/>
              </a:prstGeom>
            </p:spPr>
          </p:pic>
          <p:sp>
            <p:nvSpPr>
              <p:cNvPr id="63" name="Rectangle 62">
                <a:extLst>
                  <a:ext uri="{FF2B5EF4-FFF2-40B4-BE49-F238E27FC236}">
                    <a16:creationId xmlns:a16="http://schemas.microsoft.com/office/drawing/2014/main" id="{9985740C-4EAE-4A35-8515-C703EBDC5AEC}"/>
                  </a:ext>
                </a:extLst>
              </p:cNvPr>
              <p:cNvSpPr/>
              <p:nvPr/>
            </p:nvSpPr>
            <p:spPr>
              <a:xfrm rot="1700186">
                <a:off x="7402565" y="4783197"/>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ADC8575C-07B3-4EFE-B85F-91A7DA0F7A9F}"/>
                  </a:ext>
                </a:extLst>
              </p:cNvPr>
              <p:cNvSpPr/>
              <p:nvPr/>
            </p:nvSpPr>
            <p:spPr>
              <a:xfrm rot="20134822">
                <a:off x="7317169" y="5091077"/>
                <a:ext cx="287845" cy="589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 name="Rectangle 60">
              <a:extLst>
                <a:ext uri="{FF2B5EF4-FFF2-40B4-BE49-F238E27FC236}">
                  <a16:creationId xmlns:a16="http://schemas.microsoft.com/office/drawing/2014/main" id="{E5DE9808-E789-4CCD-8957-A2143FC76D45}"/>
                </a:ext>
              </a:extLst>
            </p:cNvPr>
            <p:cNvSpPr/>
            <p:nvPr/>
          </p:nvSpPr>
          <p:spPr>
            <a:xfrm rot="4631257">
              <a:off x="7533668" y="5074331"/>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e 64">
            <a:extLst>
              <a:ext uri="{FF2B5EF4-FFF2-40B4-BE49-F238E27FC236}">
                <a16:creationId xmlns:a16="http://schemas.microsoft.com/office/drawing/2014/main" id="{B6C4E178-9D11-4D43-A6A7-73B9C37DB086}"/>
              </a:ext>
            </a:extLst>
          </p:cNvPr>
          <p:cNvGrpSpPr/>
          <p:nvPr/>
        </p:nvGrpSpPr>
        <p:grpSpPr>
          <a:xfrm rot="20144844" flipH="1">
            <a:off x="7188431" y="5367866"/>
            <a:ext cx="609246" cy="832497"/>
            <a:chOff x="7200852" y="4774588"/>
            <a:chExt cx="675898" cy="832497"/>
          </a:xfrm>
        </p:grpSpPr>
        <p:grpSp>
          <p:nvGrpSpPr>
            <p:cNvPr id="66" name="Groupe 65">
              <a:extLst>
                <a:ext uri="{FF2B5EF4-FFF2-40B4-BE49-F238E27FC236}">
                  <a16:creationId xmlns:a16="http://schemas.microsoft.com/office/drawing/2014/main" id="{C610CF2F-3B21-4BCC-BB9A-D620475B49FF}"/>
                </a:ext>
              </a:extLst>
            </p:cNvPr>
            <p:cNvGrpSpPr/>
            <p:nvPr/>
          </p:nvGrpSpPr>
          <p:grpSpPr>
            <a:xfrm>
              <a:off x="7200852" y="4774588"/>
              <a:ext cx="675898" cy="832497"/>
              <a:chOff x="7198470" y="4783197"/>
              <a:chExt cx="675898" cy="832497"/>
            </a:xfrm>
          </p:grpSpPr>
          <p:pic>
            <p:nvPicPr>
              <p:cNvPr id="68" name="Graphique 67" descr="Golf avec un remplissage uni">
                <a:extLst>
                  <a:ext uri="{FF2B5EF4-FFF2-40B4-BE49-F238E27FC236}">
                    <a16:creationId xmlns:a16="http://schemas.microsoft.com/office/drawing/2014/main" id="{7C584C3F-2E27-4D1E-8E54-E8D5623F7AE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t="16984" r="39413"/>
              <a:stretch/>
            </p:blipFill>
            <p:spPr>
              <a:xfrm>
                <a:off x="7198470" y="4856591"/>
                <a:ext cx="554007" cy="759103"/>
              </a:xfrm>
              <a:prstGeom prst="rect">
                <a:avLst/>
              </a:prstGeom>
            </p:spPr>
          </p:pic>
          <p:sp>
            <p:nvSpPr>
              <p:cNvPr id="69" name="Rectangle 68">
                <a:extLst>
                  <a:ext uri="{FF2B5EF4-FFF2-40B4-BE49-F238E27FC236}">
                    <a16:creationId xmlns:a16="http://schemas.microsoft.com/office/drawing/2014/main" id="{3849E95A-1A78-4C82-BCDD-0CCC953E92A8}"/>
                  </a:ext>
                </a:extLst>
              </p:cNvPr>
              <p:cNvSpPr/>
              <p:nvPr/>
            </p:nvSpPr>
            <p:spPr>
              <a:xfrm rot="1700186">
                <a:off x="7402565" y="4783197"/>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67A436D6-7A68-460B-9EB1-F7DC82D58936}"/>
                  </a:ext>
                </a:extLst>
              </p:cNvPr>
              <p:cNvSpPr/>
              <p:nvPr/>
            </p:nvSpPr>
            <p:spPr>
              <a:xfrm rot="20134822">
                <a:off x="7317169" y="5091077"/>
                <a:ext cx="287845" cy="589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Rectangle 66">
              <a:extLst>
                <a:ext uri="{FF2B5EF4-FFF2-40B4-BE49-F238E27FC236}">
                  <a16:creationId xmlns:a16="http://schemas.microsoft.com/office/drawing/2014/main" id="{3FC83446-8F6F-4449-B461-E7F99ACCBE86}"/>
                </a:ext>
              </a:extLst>
            </p:cNvPr>
            <p:cNvSpPr/>
            <p:nvPr/>
          </p:nvSpPr>
          <p:spPr>
            <a:xfrm rot="4631257">
              <a:off x="7533668" y="5074331"/>
              <a:ext cx="471803" cy="872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1" name="Connecteur droit 70">
            <a:extLst>
              <a:ext uri="{FF2B5EF4-FFF2-40B4-BE49-F238E27FC236}">
                <a16:creationId xmlns:a16="http://schemas.microsoft.com/office/drawing/2014/main" id="{D31C6BE7-37A7-4AF9-AF06-9B23BA876CDE}"/>
              </a:ext>
            </a:extLst>
          </p:cNvPr>
          <p:cNvCxnSpPr>
            <a:cxnSpLocks/>
            <a:endCxn id="70" idx="1"/>
          </p:cNvCxnSpPr>
          <p:nvPr/>
        </p:nvCxnSpPr>
        <p:spPr>
          <a:xfrm flipH="1">
            <a:off x="7652292" y="5377848"/>
            <a:ext cx="952691" cy="306842"/>
          </a:xfrm>
          <a:prstGeom prst="line">
            <a:avLst/>
          </a:prstGeom>
          <a:ln w="38100">
            <a:solidFill>
              <a:srgbClr val="EC7B2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59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que 57" descr="Culturiste avec un remplissage uni">
            <a:extLst>
              <a:ext uri="{FF2B5EF4-FFF2-40B4-BE49-F238E27FC236}">
                <a16:creationId xmlns:a16="http://schemas.microsoft.com/office/drawing/2014/main" id="{F731FA0C-FD09-4986-8111-3D954954A2D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416" r="19759"/>
          <a:stretch/>
        </p:blipFill>
        <p:spPr>
          <a:xfrm>
            <a:off x="2365092" y="1292422"/>
            <a:ext cx="1279807" cy="2104087"/>
          </a:xfrm>
          <a:prstGeom prst="rect">
            <a:avLst/>
          </a:prstGeom>
        </p:spPr>
      </p:pic>
      <p:pic>
        <p:nvPicPr>
          <p:cNvPr id="5" name="Graphique 4" descr="Outils d'exploitation minière avec un remplissage uni">
            <a:extLst>
              <a:ext uri="{FF2B5EF4-FFF2-40B4-BE49-F238E27FC236}">
                <a16:creationId xmlns:a16="http://schemas.microsoft.com/office/drawing/2014/main" id="{4B9CC7B4-C3E1-43C6-BF66-9FBF0BFCB7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47795" y="713821"/>
            <a:ext cx="914400" cy="914400"/>
          </a:xfrm>
          <a:prstGeom prst="rect">
            <a:avLst/>
          </a:prstGeom>
        </p:spPr>
      </p:pic>
      <p:pic>
        <p:nvPicPr>
          <p:cNvPr id="72" name="Graphique 71" descr="Culturiste avec un remplissage uni">
            <a:extLst>
              <a:ext uri="{FF2B5EF4-FFF2-40B4-BE49-F238E27FC236}">
                <a16:creationId xmlns:a16="http://schemas.microsoft.com/office/drawing/2014/main" id="{A7B3D913-2155-4233-9821-F989F2A2812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9" r="19758"/>
          <a:stretch/>
        </p:blipFill>
        <p:spPr>
          <a:xfrm>
            <a:off x="8432414" y="1171021"/>
            <a:ext cx="1211791" cy="2104087"/>
          </a:xfrm>
          <a:prstGeom prst="rect">
            <a:avLst/>
          </a:prstGeom>
        </p:spPr>
      </p:pic>
      <p:pic>
        <p:nvPicPr>
          <p:cNvPr id="13" name="Graphique 12" descr="Calendrier journalier avec un remplissage uni">
            <a:extLst>
              <a:ext uri="{FF2B5EF4-FFF2-40B4-BE49-F238E27FC236}">
                <a16:creationId xmlns:a16="http://schemas.microsoft.com/office/drawing/2014/main" id="{D4ED8D08-05DE-4D00-8851-CEE687514D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60268" y="890107"/>
            <a:ext cx="658358" cy="658358"/>
          </a:xfrm>
          <a:prstGeom prst="rect">
            <a:avLst/>
          </a:prstGeom>
        </p:spPr>
      </p:pic>
      <p:pic>
        <p:nvPicPr>
          <p:cNvPr id="73" name="Graphique 72" descr="Culturiste avec un remplissage uni">
            <a:extLst>
              <a:ext uri="{FF2B5EF4-FFF2-40B4-BE49-F238E27FC236}">
                <a16:creationId xmlns:a16="http://schemas.microsoft.com/office/drawing/2014/main" id="{CAD0F0A5-EF70-463E-84F5-5ECD5D1F08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9" r="19758"/>
          <a:stretch/>
        </p:blipFill>
        <p:spPr>
          <a:xfrm>
            <a:off x="2365092" y="4509077"/>
            <a:ext cx="1211791" cy="2104087"/>
          </a:xfrm>
          <a:prstGeom prst="rect">
            <a:avLst/>
          </a:prstGeom>
        </p:spPr>
      </p:pic>
      <p:pic>
        <p:nvPicPr>
          <p:cNvPr id="74" name="Graphique 73" descr="Calendrier journalier avec un remplissage uni">
            <a:extLst>
              <a:ext uri="{FF2B5EF4-FFF2-40B4-BE49-F238E27FC236}">
                <a16:creationId xmlns:a16="http://schemas.microsoft.com/office/drawing/2014/main" id="{CEB672F1-33F2-4BE0-B2DF-12CB12417BA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3659"/>
          <a:stretch/>
        </p:blipFill>
        <p:spPr>
          <a:xfrm>
            <a:off x="2201101" y="3690813"/>
            <a:ext cx="1539771" cy="1329459"/>
          </a:xfrm>
          <a:prstGeom prst="rect">
            <a:avLst/>
          </a:prstGeom>
        </p:spPr>
      </p:pic>
      <p:pic>
        <p:nvPicPr>
          <p:cNvPr id="76" name="Graphique 75" descr="Culturiste avec un remplissage uni">
            <a:extLst>
              <a:ext uri="{FF2B5EF4-FFF2-40B4-BE49-F238E27FC236}">
                <a16:creationId xmlns:a16="http://schemas.microsoft.com/office/drawing/2014/main" id="{1E24BEFA-FAF6-448A-8D60-BE8C516A52B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9" t="19840" r="19758"/>
          <a:stretch/>
        </p:blipFill>
        <p:spPr>
          <a:xfrm>
            <a:off x="7162660" y="4536281"/>
            <a:ext cx="1211791" cy="1686634"/>
          </a:xfrm>
          <a:prstGeom prst="rect">
            <a:avLst/>
          </a:prstGeom>
        </p:spPr>
      </p:pic>
      <p:pic>
        <p:nvPicPr>
          <p:cNvPr id="77" name="Graphique 76" descr="Réussite du groupe avec un remplissage uni">
            <a:extLst>
              <a:ext uri="{FF2B5EF4-FFF2-40B4-BE49-F238E27FC236}">
                <a16:creationId xmlns:a16="http://schemas.microsoft.com/office/drawing/2014/main" id="{F554384B-8773-452F-8064-386BA55B3F0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26908" y="5020272"/>
            <a:ext cx="1219973" cy="1219973"/>
          </a:xfrm>
          <a:prstGeom prst="rect">
            <a:avLst/>
          </a:prstGeom>
        </p:spPr>
      </p:pic>
      <p:pic>
        <p:nvPicPr>
          <p:cNvPr id="20" name="Graphique 19" descr="Microphone avec un remplissage uni">
            <a:extLst>
              <a:ext uri="{FF2B5EF4-FFF2-40B4-BE49-F238E27FC236}">
                <a16:creationId xmlns:a16="http://schemas.microsoft.com/office/drawing/2014/main" id="{8E408B90-A2B6-43A8-80B1-343A4FE4D67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r="45320"/>
          <a:stretch/>
        </p:blipFill>
        <p:spPr>
          <a:xfrm rot="18606629" flipH="1">
            <a:off x="8097379" y="4656414"/>
            <a:ext cx="446592" cy="727716"/>
          </a:xfrm>
          <a:prstGeom prst="rect">
            <a:avLst/>
          </a:prstGeom>
        </p:spPr>
      </p:pic>
      <p:pic>
        <p:nvPicPr>
          <p:cNvPr id="22" name="Graphique 21" descr="Conférencier avec un remplissage uni">
            <a:extLst>
              <a:ext uri="{FF2B5EF4-FFF2-40B4-BE49-F238E27FC236}">
                <a16:creationId xmlns:a16="http://schemas.microsoft.com/office/drawing/2014/main" id="{FE46D8F2-8E8D-4D8D-89E1-C27504D4387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35157" b="-1"/>
          <a:stretch/>
        </p:blipFill>
        <p:spPr>
          <a:xfrm>
            <a:off x="7592567" y="5251096"/>
            <a:ext cx="1679694" cy="1089176"/>
          </a:xfrm>
          <a:prstGeom prst="rect">
            <a:avLst/>
          </a:prstGeom>
        </p:spPr>
      </p:pic>
    </p:spTree>
    <p:extLst>
      <p:ext uri="{BB962C8B-B14F-4D97-AF65-F5344CB8AC3E}">
        <p14:creationId xmlns:p14="http://schemas.microsoft.com/office/powerpoint/2010/main" val="2320687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ulle de discussion avec un remplissage uni">
            <a:extLst>
              <a:ext uri="{FF2B5EF4-FFF2-40B4-BE49-F238E27FC236}">
                <a16:creationId xmlns:a16="http://schemas.microsoft.com/office/drawing/2014/main" id="{E9AB93AB-96F6-4375-A3EE-18D45DBA99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651269" y="459798"/>
            <a:ext cx="1540984" cy="1422446"/>
          </a:xfrm>
          <a:prstGeom prst="rect">
            <a:avLst/>
          </a:prstGeom>
        </p:spPr>
      </p:pic>
      <p:pic>
        <p:nvPicPr>
          <p:cNvPr id="18" name="Graphique 17" descr="Culturiste avec un remplissage uni">
            <a:extLst>
              <a:ext uri="{FF2B5EF4-FFF2-40B4-BE49-F238E27FC236}">
                <a16:creationId xmlns:a16="http://schemas.microsoft.com/office/drawing/2014/main" id="{A45DE75C-7024-4B28-B603-C53680A8E22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4190694" y="1623691"/>
            <a:ext cx="1211791" cy="1686634"/>
          </a:xfrm>
          <a:prstGeom prst="rect">
            <a:avLst/>
          </a:prstGeom>
        </p:spPr>
      </p:pic>
      <p:pic>
        <p:nvPicPr>
          <p:cNvPr id="19" name="Graphique 18" descr="Personne confuse avec un remplissage uni">
            <a:extLst>
              <a:ext uri="{FF2B5EF4-FFF2-40B4-BE49-F238E27FC236}">
                <a16:creationId xmlns:a16="http://schemas.microsoft.com/office/drawing/2014/main" id="{DC91A4B1-239F-446C-AEB5-F6E591717B5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5571" y="1428065"/>
            <a:ext cx="1705229" cy="1705229"/>
          </a:xfrm>
          <a:prstGeom prst="rect">
            <a:avLst/>
          </a:prstGeom>
        </p:spPr>
      </p:pic>
      <p:sp>
        <p:nvSpPr>
          <p:cNvPr id="9" name="Bulle narrative : ronde 8">
            <a:extLst>
              <a:ext uri="{FF2B5EF4-FFF2-40B4-BE49-F238E27FC236}">
                <a16:creationId xmlns:a16="http://schemas.microsoft.com/office/drawing/2014/main" id="{56D58151-650D-4DE2-BCA9-AF99A5E6A75B}"/>
              </a:ext>
            </a:extLst>
          </p:cNvPr>
          <p:cNvSpPr/>
          <p:nvPr/>
        </p:nvSpPr>
        <p:spPr>
          <a:xfrm>
            <a:off x="1738185" y="492018"/>
            <a:ext cx="1282700" cy="957693"/>
          </a:xfrm>
          <a:prstGeom prst="wedgeEllipseCallout">
            <a:avLst>
              <a:gd name="adj1" fmla="val -37665"/>
              <a:gd name="adj2" fmla="val 5321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que 24" descr="Badge point d’interrogation avec un remplissage uni">
            <a:extLst>
              <a:ext uri="{FF2B5EF4-FFF2-40B4-BE49-F238E27FC236}">
                <a16:creationId xmlns:a16="http://schemas.microsoft.com/office/drawing/2014/main" id="{CE2EECE3-3202-4B7E-8D29-E1AA490ED2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13493" y="549922"/>
            <a:ext cx="914400" cy="914400"/>
          </a:xfrm>
          <a:prstGeom prst="rect">
            <a:avLst/>
          </a:prstGeom>
        </p:spPr>
      </p:pic>
      <p:pic>
        <p:nvPicPr>
          <p:cNvPr id="30" name="Graphique 29" descr="Personne confuse avec un remplissage uni">
            <a:extLst>
              <a:ext uri="{FF2B5EF4-FFF2-40B4-BE49-F238E27FC236}">
                <a16:creationId xmlns:a16="http://schemas.microsoft.com/office/drawing/2014/main" id="{1ED7046E-381B-4281-A907-4C4149902A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36516" y="1064939"/>
            <a:ext cx="2068355" cy="2068355"/>
          </a:xfrm>
          <a:prstGeom prst="rect">
            <a:avLst/>
          </a:prstGeom>
        </p:spPr>
      </p:pic>
      <p:pic>
        <p:nvPicPr>
          <p:cNvPr id="31" name="Graphique 30" descr="Personne confuse avec un remplissage uni">
            <a:extLst>
              <a:ext uri="{FF2B5EF4-FFF2-40B4-BE49-F238E27FC236}">
                <a16:creationId xmlns:a16="http://schemas.microsoft.com/office/drawing/2014/main" id="{D1E3A062-F8A4-43A8-BD7A-3578AFD825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97955" y="1166491"/>
            <a:ext cx="2068355" cy="2068355"/>
          </a:xfrm>
          <a:prstGeom prst="rect">
            <a:avLst/>
          </a:prstGeom>
        </p:spPr>
      </p:pic>
      <p:pic>
        <p:nvPicPr>
          <p:cNvPr id="32" name="Graphique 31" descr="Diplôme roulé avec un remplissage uni">
            <a:extLst>
              <a:ext uri="{FF2B5EF4-FFF2-40B4-BE49-F238E27FC236}">
                <a16:creationId xmlns:a16="http://schemas.microsoft.com/office/drawing/2014/main" id="{EF4A3AC7-CE3F-4365-A8D9-2FF47A4C3E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83391" y="1529331"/>
            <a:ext cx="914400" cy="914400"/>
          </a:xfrm>
          <a:prstGeom prst="rect">
            <a:avLst/>
          </a:prstGeom>
        </p:spPr>
      </p:pic>
      <p:pic>
        <p:nvPicPr>
          <p:cNvPr id="33" name="Graphique 32" descr="Toque d'étudiant avec un remplissage uni">
            <a:extLst>
              <a:ext uri="{FF2B5EF4-FFF2-40B4-BE49-F238E27FC236}">
                <a16:creationId xmlns:a16="http://schemas.microsoft.com/office/drawing/2014/main" id="{DB449593-1804-4657-B00D-7D6ACA7DBC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9292" y="803650"/>
            <a:ext cx="725681" cy="725681"/>
          </a:xfrm>
          <a:prstGeom prst="rect">
            <a:avLst/>
          </a:prstGeom>
        </p:spPr>
      </p:pic>
      <p:pic>
        <p:nvPicPr>
          <p:cNvPr id="37" name="Graphique 36" descr="Culturiste avec un remplissage uni">
            <a:extLst>
              <a:ext uri="{FF2B5EF4-FFF2-40B4-BE49-F238E27FC236}">
                <a16:creationId xmlns:a16="http://schemas.microsoft.com/office/drawing/2014/main" id="{12CBD5D8-0C51-40D1-A875-4807D76C860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8357944" y="1958294"/>
            <a:ext cx="994574" cy="1384300"/>
          </a:xfrm>
          <a:prstGeom prst="rect">
            <a:avLst/>
          </a:prstGeom>
        </p:spPr>
      </p:pic>
      <p:sp>
        <p:nvSpPr>
          <p:cNvPr id="16" name="Flèche : droite 15">
            <a:extLst>
              <a:ext uri="{FF2B5EF4-FFF2-40B4-BE49-F238E27FC236}">
                <a16:creationId xmlns:a16="http://schemas.microsoft.com/office/drawing/2014/main" id="{8DB09F5B-36B3-4473-A670-9D20FCA736B7}"/>
              </a:ext>
            </a:extLst>
          </p:cNvPr>
          <p:cNvSpPr/>
          <p:nvPr/>
        </p:nvSpPr>
        <p:spPr>
          <a:xfrm>
            <a:off x="8068891" y="1413285"/>
            <a:ext cx="1750835" cy="72568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9" name="Graphique 38" descr="Personne confuse avec un remplissage uni">
            <a:extLst>
              <a:ext uri="{FF2B5EF4-FFF2-40B4-BE49-F238E27FC236}">
                <a16:creationId xmlns:a16="http://schemas.microsoft.com/office/drawing/2014/main" id="{E3B004D9-7521-451E-83EC-F25E11F893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4007" y="4182095"/>
            <a:ext cx="2068355" cy="2068355"/>
          </a:xfrm>
          <a:prstGeom prst="rect">
            <a:avLst/>
          </a:prstGeom>
        </p:spPr>
      </p:pic>
      <p:pic>
        <p:nvPicPr>
          <p:cNvPr id="40" name="Graphique 39" descr="Diplôme roulé avec un remplissage uni">
            <a:extLst>
              <a:ext uri="{FF2B5EF4-FFF2-40B4-BE49-F238E27FC236}">
                <a16:creationId xmlns:a16="http://schemas.microsoft.com/office/drawing/2014/main" id="{EB81A6EA-6E67-4234-9E5D-80900185D6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57542" y="4474218"/>
            <a:ext cx="1277256" cy="1277256"/>
          </a:xfrm>
          <a:prstGeom prst="rect">
            <a:avLst/>
          </a:prstGeom>
        </p:spPr>
      </p:pic>
      <p:pic>
        <p:nvPicPr>
          <p:cNvPr id="41" name="Graphique 40" descr="Toque d'étudiant avec un remplissage uni">
            <a:extLst>
              <a:ext uri="{FF2B5EF4-FFF2-40B4-BE49-F238E27FC236}">
                <a16:creationId xmlns:a16="http://schemas.microsoft.com/office/drawing/2014/main" id="{7A91B6AC-D2E1-408C-BDEF-78D8CECD170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87217" y="3495474"/>
            <a:ext cx="1584327" cy="1584327"/>
          </a:xfrm>
          <a:prstGeom prst="rect">
            <a:avLst/>
          </a:prstGeom>
        </p:spPr>
      </p:pic>
      <p:pic>
        <p:nvPicPr>
          <p:cNvPr id="42" name="Graphique 41" descr="Culturiste avec un remplissage uni">
            <a:extLst>
              <a:ext uri="{FF2B5EF4-FFF2-40B4-BE49-F238E27FC236}">
                <a16:creationId xmlns:a16="http://schemas.microsoft.com/office/drawing/2014/main" id="{FD81F0D9-FEC6-4116-BAE3-0F68816FE49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2825435" y="5075450"/>
            <a:ext cx="994574" cy="1384300"/>
          </a:xfrm>
          <a:prstGeom prst="rect">
            <a:avLst/>
          </a:prstGeom>
        </p:spPr>
      </p:pic>
      <p:sp>
        <p:nvSpPr>
          <p:cNvPr id="43" name="Flèche : droite 42">
            <a:extLst>
              <a:ext uri="{FF2B5EF4-FFF2-40B4-BE49-F238E27FC236}">
                <a16:creationId xmlns:a16="http://schemas.microsoft.com/office/drawing/2014/main" id="{1A38580A-7C5A-4FE8-B432-B0F6E4801DEB}"/>
              </a:ext>
            </a:extLst>
          </p:cNvPr>
          <p:cNvSpPr/>
          <p:nvPr/>
        </p:nvSpPr>
        <p:spPr>
          <a:xfrm>
            <a:off x="2536382" y="4530441"/>
            <a:ext cx="1750835" cy="72568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4" name="Graphique 43" descr="Badge point d’interrogation avec un remplissage uni">
            <a:extLst>
              <a:ext uri="{FF2B5EF4-FFF2-40B4-BE49-F238E27FC236}">
                <a16:creationId xmlns:a16="http://schemas.microsoft.com/office/drawing/2014/main" id="{EB6903E8-855E-4645-AADC-C193727A071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865522" y="3809059"/>
            <a:ext cx="914400" cy="914400"/>
          </a:xfrm>
          <a:prstGeom prst="rect">
            <a:avLst/>
          </a:prstGeom>
        </p:spPr>
      </p:pic>
      <p:grpSp>
        <p:nvGrpSpPr>
          <p:cNvPr id="45" name="Groupe 44">
            <a:extLst>
              <a:ext uri="{FF2B5EF4-FFF2-40B4-BE49-F238E27FC236}">
                <a16:creationId xmlns:a16="http://schemas.microsoft.com/office/drawing/2014/main" id="{27C7CBDB-2E44-4673-A87C-CB8285F68A23}"/>
              </a:ext>
            </a:extLst>
          </p:cNvPr>
          <p:cNvGrpSpPr/>
          <p:nvPr/>
        </p:nvGrpSpPr>
        <p:grpSpPr>
          <a:xfrm>
            <a:off x="7045814" y="4071994"/>
            <a:ext cx="3945208" cy="1505452"/>
            <a:chOff x="8047422" y="4023112"/>
            <a:chExt cx="3835815" cy="1463708"/>
          </a:xfrm>
        </p:grpSpPr>
        <p:pic>
          <p:nvPicPr>
            <p:cNvPr id="46" name="Graphique 45" descr="Employée de bureau avec un remplissage uni">
              <a:extLst>
                <a:ext uri="{FF2B5EF4-FFF2-40B4-BE49-F238E27FC236}">
                  <a16:creationId xmlns:a16="http://schemas.microsoft.com/office/drawing/2014/main" id="{BFA438C5-CEE2-4AFE-B718-C2A2172940B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6614" t="5228" r="16437" b="9344"/>
            <a:stretch/>
          </p:blipFill>
          <p:spPr>
            <a:xfrm>
              <a:off x="8047422" y="4284976"/>
              <a:ext cx="941882" cy="1201844"/>
            </a:xfrm>
            <a:prstGeom prst="rect">
              <a:avLst/>
            </a:prstGeom>
          </p:spPr>
        </p:pic>
        <p:pic>
          <p:nvPicPr>
            <p:cNvPr id="47" name="Graphique 46" descr="Écolier avec un remplissage uni">
              <a:extLst>
                <a:ext uri="{FF2B5EF4-FFF2-40B4-BE49-F238E27FC236}">
                  <a16:creationId xmlns:a16="http://schemas.microsoft.com/office/drawing/2014/main" id="{751FF3A4-5114-44F0-B09E-49A75EDB9BB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3541" t="12103" r="23440" b="13876"/>
            <a:stretch/>
          </p:blipFill>
          <p:spPr>
            <a:xfrm>
              <a:off x="11026327" y="4290506"/>
              <a:ext cx="856910" cy="1196314"/>
            </a:xfrm>
            <a:prstGeom prst="rect">
              <a:avLst/>
            </a:prstGeom>
          </p:spPr>
        </p:pic>
        <p:sp>
          <p:nvSpPr>
            <p:cNvPr id="49" name="Bulle narrative : rectangle 48">
              <a:extLst>
                <a:ext uri="{FF2B5EF4-FFF2-40B4-BE49-F238E27FC236}">
                  <a16:creationId xmlns:a16="http://schemas.microsoft.com/office/drawing/2014/main" id="{BBDA7272-B947-44C5-8F77-6408CD713C3A}"/>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Bulle narrative : rectangle 49">
              <a:extLst>
                <a:ext uri="{FF2B5EF4-FFF2-40B4-BE49-F238E27FC236}">
                  <a16:creationId xmlns:a16="http://schemas.microsoft.com/office/drawing/2014/main" id="{AD31FA5F-5A54-4F35-8BEB-901B3C18D49A}"/>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 name="Graphique 50" descr="Employée de bureau avec un remplissage uni">
              <a:extLst>
                <a:ext uri="{FF2B5EF4-FFF2-40B4-BE49-F238E27FC236}">
                  <a16:creationId xmlns:a16="http://schemas.microsoft.com/office/drawing/2014/main" id="{349910E3-A6AA-4DBD-921A-FEA66D7D0534}"/>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6614" t="5228" r="16437" b="9344"/>
            <a:stretch/>
          </p:blipFill>
          <p:spPr>
            <a:xfrm>
              <a:off x="10520171" y="4107088"/>
              <a:ext cx="345718" cy="441137"/>
            </a:xfrm>
            <a:prstGeom prst="rect">
              <a:avLst/>
            </a:prstGeom>
          </p:spPr>
        </p:pic>
        <p:pic>
          <p:nvPicPr>
            <p:cNvPr id="52" name="Graphique 51" descr="Écolier avec un remplissage uni">
              <a:extLst>
                <a:ext uri="{FF2B5EF4-FFF2-40B4-BE49-F238E27FC236}">
                  <a16:creationId xmlns:a16="http://schemas.microsoft.com/office/drawing/2014/main" id="{923BB215-7815-449D-AE9F-912D57172AE6}"/>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3541" t="12103" r="23440" b="13876"/>
            <a:stretch/>
          </p:blipFill>
          <p:spPr>
            <a:xfrm>
              <a:off x="9209802" y="4134441"/>
              <a:ext cx="325742" cy="454762"/>
            </a:xfrm>
            <a:prstGeom prst="rect">
              <a:avLst/>
            </a:prstGeom>
          </p:spPr>
        </p:pic>
      </p:grpSp>
      <p:pic>
        <p:nvPicPr>
          <p:cNvPr id="53" name="Graphique 52" descr="Culturiste avec un remplissage uni">
            <a:extLst>
              <a:ext uri="{FF2B5EF4-FFF2-40B4-BE49-F238E27FC236}">
                <a16:creationId xmlns:a16="http://schemas.microsoft.com/office/drawing/2014/main" id="{69A1EADB-75C0-4BC5-83A0-D1B24B2C02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649" t="19840" r="19758"/>
          <a:stretch/>
        </p:blipFill>
        <p:spPr>
          <a:xfrm>
            <a:off x="8520643" y="4862898"/>
            <a:ext cx="1211791" cy="1686634"/>
          </a:xfrm>
          <a:prstGeom prst="rect">
            <a:avLst/>
          </a:prstGeom>
        </p:spPr>
      </p:pic>
    </p:spTree>
    <p:extLst>
      <p:ext uri="{BB962C8B-B14F-4D97-AF65-F5344CB8AC3E}">
        <p14:creationId xmlns:p14="http://schemas.microsoft.com/office/powerpoint/2010/main" val="138968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Aspiration avec un remplissage uni">
            <a:extLst>
              <a:ext uri="{FF2B5EF4-FFF2-40B4-BE49-F238E27FC236}">
                <a16:creationId xmlns:a16="http://schemas.microsoft.com/office/drawing/2014/main" id="{73A71EB8-459F-41B0-95D5-46FFDA92E71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1202543"/>
            <a:ext cx="2271548" cy="1928749"/>
          </a:xfrm>
          <a:prstGeom prst="rect">
            <a:avLst/>
          </a:prstGeom>
        </p:spPr>
      </p:pic>
      <p:pic>
        <p:nvPicPr>
          <p:cNvPr id="18" name="Graphique 17" descr="Diplôme roulé avec un remplissage uni">
            <a:extLst>
              <a:ext uri="{FF2B5EF4-FFF2-40B4-BE49-F238E27FC236}">
                <a16:creationId xmlns:a16="http://schemas.microsoft.com/office/drawing/2014/main" id="{FDFAAD5A-F4F7-420D-9C41-A0B3EEEA63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45930" y="354157"/>
            <a:ext cx="1277256" cy="1277256"/>
          </a:xfrm>
          <a:prstGeom prst="rect">
            <a:avLst/>
          </a:prstGeom>
        </p:spPr>
      </p:pic>
      <p:pic>
        <p:nvPicPr>
          <p:cNvPr id="21" name="Graphique 20" descr="Réussite du groupe avec un remplissage uni">
            <a:extLst>
              <a:ext uri="{FF2B5EF4-FFF2-40B4-BE49-F238E27FC236}">
                <a16:creationId xmlns:a16="http://schemas.microsoft.com/office/drawing/2014/main" id="{A2F10EE5-28CC-4E8E-8AE4-CD3C6C2851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946944"/>
            <a:ext cx="1575859" cy="1575859"/>
          </a:xfrm>
          <a:prstGeom prst="rect">
            <a:avLst/>
          </a:prstGeom>
        </p:spPr>
      </p:pic>
      <p:pic>
        <p:nvPicPr>
          <p:cNvPr id="23" name="Graphique 22" descr="Aspiration avec un remplissage uni">
            <a:extLst>
              <a:ext uri="{FF2B5EF4-FFF2-40B4-BE49-F238E27FC236}">
                <a16:creationId xmlns:a16="http://schemas.microsoft.com/office/drawing/2014/main" id="{167775C4-F11A-4823-8CDD-5861197F81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1099082"/>
            <a:ext cx="2271548" cy="1928749"/>
          </a:xfrm>
          <a:prstGeom prst="rect">
            <a:avLst/>
          </a:prstGeom>
        </p:spPr>
      </p:pic>
      <p:pic>
        <p:nvPicPr>
          <p:cNvPr id="24" name="Graphique 23" descr="Diplôme roulé avec un remplissage uni">
            <a:extLst>
              <a:ext uri="{FF2B5EF4-FFF2-40B4-BE49-F238E27FC236}">
                <a16:creationId xmlns:a16="http://schemas.microsoft.com/office/drawing/2014/main" id="{A050E221-6631-4221-8A36-E3081E2102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8430" y="250696"/>
            <a:ext cx="1277256" cy="1277256"/>
          </a:xfrm>
          <a:prstGeom prst="rect">
            <a:avLst/>
          </a:prstGeom>
        </p:spPr>
      </p:pic>
      <p:pic>
        <p:nvPicPr>
          <p:cNvPr id="6" name="Graphique 5" descr="Groupe de personnes avec un remplissage uni">
            <a:extLst>
              <a:ext uri="{FF2B5EF4-FFF2-40B4-BE49-F238E27FC236}">
                <a16:creationId xmlns:a16="http://schemas.microsoft.com/office/drawing/2014/main" id="{C67828C7-2EAC-4C16-9C75-34852EACB9E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460297"/>
            <a:ext cx="1849506" cy="1849506"/>
          </a:xfrm>
          <a:prstGeom prst="rect">
            <a:avLst/>
          </a:prstGeom>
        </p:spPr>
      </p:pic>
      <p:pic>
        <p:nvPicPr>
          <p:cNvPr id="28" name="Graphique 27" descr="Aspiration avec un remplissage uni">
            <a:extLst>
              <a:ext uri="{FF2B5EF4-FFF2-40B4-BE49-F238E27FC236}">
                <a16:creationId xmlns:a16="http://schemas.microsoft.com/office/drawing/2014/main" id="{4921A247-550B-463B-AEB5-A0DBA0AAFE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4594938"/>
            <a:ext cx="2271548" cy="1928749"/>
          </a:xfrm>
          <a:prstGeom prst="rect">
            <a:avLst/>
          </a:prstGeom>
        </p:spPr>
      </p:pic>
      <p:pic>
        <p:nvPicPr>
          <p:cNvPr id="30" name="Graphique 29" descr="Réussite du groupe avec un remplissage uni">
            <a:extLst>
              <a:ext uri="{FF2B5EF4-FFF2-40B4-BE49-F238E27FC236}">
                <a16:creationId xmlns:a16="http://schemas.microsoft.com/office/drawing/2014/main" id="{CD8E3E23-5416-40FA-83AC-79444F0FFF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4339339"/>
            <a:ext cx="1575859" cy="1575859"/>
          </a:xfrm>
          <a:prstGeom prst="rect">
            <a:avLst/>
          </a:prstGeom>
        </p:spPr>
      </p:pic>
      <p:pic>
        <p:nvPicPr>
          <p:cNvPr id="31" name="Graphique 30" descr="Aspiration avec un remplissage uni">
            <a:extLst>
              <a:ext uri="{FF2B5EF4-FFF2-40B4-BE49-F238E27FC236}">
                <a16:creationId xmlns:a16="http://schemas.microsoft.com/office/drawing/2014/main" id="{2BFEEAF4-7C80-4C85-8A7C-E03CB1101E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4491477"/>
            <a:ext cx="2271548" cy="1928749"/>
          </a:xfrm>
          <a:prstGeom prst="rect">
            <a:avLst/>
          </a:prstGeom>
        </p:spPr>
      </p:pic>
      <p:pic>
        <p:nvPicPr>
          <p:cNvPr id="33" name="Graphique 32" descr="Groupe de personnes avec un remplissage uni">
            <a:extLst>
              <a:ext uri="{FF2B5EF4-FFF2-40B4-BE49-F238E27FC236}">
                <a16:creationId xmlns:a16="http://schemas.microsoft.com/office/drawing/2014/main" id="{0E71CAC7-0CFC-4D51-B222-B34CD683BE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3852692"/>
            <a:ext cx="1849506" cy="1849506"/>
          </a:xfrm>
          <a:prstGeom prst="rect">
            <a:avLst/>
          </a:prstGeom>
        </p:spPr>
      </p:pic>
      <p:pic>
        <p:nvPicPr>
          <p:cNvPr id="35" name="Graphique 34" descr="Badge point d’interrogation avec un remplissage uni">
            <a:extLst>
              <a:ext uri="{FF2B5EF4-FFF2-40B4-BE49-F238E27FC236}">
                <a16:creationId xmlns:a16="http://schemas.microsoft.com/office/drawing/2014/main" id="{B3CC6A98-B49B-42A0-BFE3-B6509C9205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0631" y="3700711"/>
            <a:ext cx="1277256" cy="1277256"/>
          </a:xfrm>
          <a:prstGeom prst="rect">
            <a:avLst/>
          </a:prstGeom>
        </p:spPr>
      </p:pic>
      <p:pic>
        <p:nvPicPr>
          <p:cNvPr id="36" name="Graphique 35" descr="Badge point d’interrogation avec un remplissage uni">
            <a:extLst>
              <a:ext uri="{FF2B5EF4-FFF2-40B4-BE49-F238E27FC236}">
                <a16:creationId xmlns:a16="http://schemas.microsoft.com/office/drawing/2014/main" id="{0C85D56A-54EE-4D89-9B0C-A7B2A72ED2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93530" y="3609889"/>
            <a:ext cx="1277256" cy="1277256"/>
          </a:xfrm>
          <a:prstGeom prst="rect">
            <a:avLst/>
          </a:prstGeom>
        </p:spPr>
      </p:pic>
      <p:pic>
        <p:nvPicPr>
          <p:cNvPr id="37" name="Graphique 36" descr="Diplôme roulé avec un remplissage uni">
            <a:extLst>
              <a:ext uri="{FF2B5EF4-FFF2-40B4-BE49-F238E27FC236}">
                <a16:creationId xmlns:a16="http://schemas.microsoft.com/office/drawing/2014/main" id="{193DB3F5-B308-44E5-857E-C8BAF66FAEE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3042"/>
          <a:stretch/>
        </p:blipFill>
        <p:spPr>
          <a:xfrm>
            <a:off x="3897279" y="3638486"/>
            <a:ext cx="853564" cy="742246"/>
          </a:xfrm>
          <a:prstGeom prst="rect">
            <a:avLst/>
          </a:prstGeom>
        </p:spPr>
      </p:pic>
      <p:pic>
        <p:nvPicPr>
          <p:cNvPr id="39" name="Graphique 38" descr="Diplôme roulé avec un remplissage uni">
            <a:extLst>
              <a:ext uri="{FF2B5EF4-FFF2-40B4-BE49-F238E27FC236}">
                <a16:creationId xmlns:a16="http://schemas.microsoft.com/office/drawing/2014/main" id="{3ECF7A5D-0799-4CF5-806E-8FC2E7AD25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042"/>
          <a:stretch/>
        </p:blipFill>
        <p:spPr>
          <a:xfrm>
            <a:off x="9311162" y="3627830"/>
            <a:ext cx="853564" cy="742246"/>
          </a:xfrm>
          <a:prstGeom prst="rect">
            <a:avLst/>
          </a:prstGeom>
        </p:spPr>
      </p:pic>
    </p:spTree>
    <p:extLst>
      <p:ext uri="{BB962C8B-B14F-4D97-AF65-F5344CB8AC3E}">
        <p14:creationId xmlns:p14="http://schemas.microsoft.com/office/powerpoint/2010/main" val="3661584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Aspiration avec un remplissage uni">
            <a:extLst>
              <a:ext uri="{FF2B5EF4-FFF2-40B4-BE49-F238E27FC236}">
                <a16:creationId xmlns:a16="http://schemas.microsoft.com/office/drawing/2014/main" id="{73A71EB8-459F-41B0-95D5-46FFDA92E71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1202543"/>
            <a:ext cx="2271548" cy="1928749"/>
          </a:xfrm>
          <a:prstGeom prst="rect">
            <a:avLst/>
          </a:prstGeom>
        </p:spPr>
      </p:pic>
      <p:pic>
        <p:nvPicPr>
          <p:cNvPr id="18" name="Graphique 17" descr="Diplôme roulé avec un remplissage uni">
            <a:extLst>
              <a:ext uri="{FF2B5EF4-FFF2-40B4-BE49-F238E27FC236}">
                <a16:creationId xmlns:a16="http://schemas.microsoft.com/office/drawing/2014/main" id="{FDFAAD5A-F4F7-420D-9C41-A0B3EEEA63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45930" y="354157"/>
            <a:ext cx="1277256" cy="1277256"/>
          </a:xfrm>
          <a:prstGeom prst="rect">
            <a:avLst/>
          </a:prstGeom>
        </p:spPr>
      </p:pic>
      <p:pic>
        <p:nvPicPr>
          <p:cNvPr id="21" name="Graphique 20" descr="Réussite du groupe avec un remplissage uni">
            <a:extLst>
              <a:ext uri="{FF2B5EF4-FFF2-40B4-BE49-F238E27FC236}">
                <a16:creationId xmlns:a16="http://schemas.microsoft.com/office/drawing/2014/main" id="{A2F10EE5-28CC-4E8E-8AE4-CD3C6C2851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946944"/>
            <a:ext cx="1575859" cy="1575859"/>
          </a:xfrm>
          <a:prstGeom prst="rect">
            <a:avLst/>
          </a:prstGeom>
        </p:spPr>
      </p:pic>
      <p:pic>
        <p:nvPicPr>
          <p:cNvPr id="23" name="Graphique 22" descr="Aspiration avec un remplissage uni">
            <a:extLst>
              <a:ext uri="{FF2B5EF4-FFF2-40B4-BE49-F238E27FC236}">
                <a16:creationId xmlns:a16="http://schemas.microsoft.com/office/drawing/2014/main" id="{167775C4-F11A-4823-8CDD-5861197F81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1099082"/>
            <a:ext cx="2271548" cy="1928749"/>
          </a:xfrm>
          <a:prstGeom prst="rect">
            <a:avLst/>
          </a:prstGeom>
        </p:spPr>
      </p:pic>
      <p:pic>
        <p:nvPicPr>
          <p:cNvPr id="24" name="Graphique 23" descr="Diplôme roulé avec un remplissage uni">
            <a:extLst>
              <a:ext uri="{FF2B5EF4-FFF2-40B4-BE49-F238E27FC236}">
                <a16:creationId xmlns:a16="http://schemas.microsoft.com/office/drawing/2014/main" id="{A050E221-6631-4221-8A36-E3081E2102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8430" y="250696"/>
            <a:ext cx="1277256" cy="1277256"/>
          </a:xfrm>
          <a:prstGeom prst="rect">
            <a:avLst/>
          </a:prstGeom>
        </p:spPr>
      </p:pic>
      <p:pic>
        <p:nvPicPr>
          <p:cNvPr id="6" name="Graphique 5" descr="Groupe de personnes avec un remplissage uni">
            <a:extLst>
              <a:ext uri="{FF2B5EF4-FFF2-40B4-BE49-F238E27FC236}">
                <a16:creationId xmlns:a16="http://schemas.microsoft.com/office/drawing/2014/main" id="{C67828C7-2EAC-4C16-9C75-34852EACB9E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460297"/>
            <a:ext cx="1849506" cy="1849506"/>
          </a:xfrm>
          <a:prstGeom prst="rect">
            <a:avLst/>
          </a:prstGeom>
        </p:spPr>
      </p:pic>
      <p:pic>
        <p:nvPicPr>
          <p:cNvPr id="28" name="Graphique 27" descr="Aspiration avec un remplissage uni">
            <a:extLst>
              <a:ext uri="{FF2B5EF4-FFF2-40B4-BE49-F238E27FC236}">
                <a16:creationId xmlns:a16="http://schemas.microsoft.com/office/drawing/2014/main" id="{4921A247-550B-463B-AEB5-A0DBA0AAFE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1678152" y="4594938"/>
            <a:ext cx="2271548" cy="1928749"/>
          </a:xfrm>
          <a:prstGeom prst="rect">
            <a:avLst/>
          </a:prstGeom>
        </p:spPr>
      </p:pic>
      <p:pic>
        <p:nvPicPr>
          <p:cNvPr id="30" name="Graphique 29" descr="Réussite du groupe avec un remplissage uni">
            <a:extLst>
              <a:ext uri="{FF2B5EF4-FFF2-40B4-BE49-F238E27FC236}">
                <a16:creationId xmlns:a16="http://schemas.microsoft.com/office/drawing/2014/main" id="{CD8E3E23-5416-40FA-83AC-79444F0FFF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418" y="4339339"/>
            <a:ext cx="1575859" cy="1575859"/>
          </a:xfrm>
          <a:prstGeom prst="rect">
            <a:avLst/>
          </a:prstGeom>
        </p:spPr>
      </p:pic>
      <p:pic>
        <p:nvPicPr>
          <p:cNvPr id="31" name="Graphique 30" descr="Aspiration avec un remplissage uni">
            <a:extLst>
              <a:ext uri="{FF2B5EF4-FFF2-40B4-BE49-F238E27FC236}">
                <a16:creationId xmlns:a16="http://schemas.microsoft.com/office/drawing/2014/main" id="{2BFEEAF4-7C80-4C85-8A7C-E03CB1101E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091"/>
          <a:stretch/>
        </p:blipFill>
        <p:spPr>
          <a:xfrm>
            <a:off x="7170652" y="4491477"/>
            <a:ext cx="2271548" cy="1928749"/>
          </a:xfrm>
          <a:prstGeom prst="rect">
            <a:avLst/>
          </a:prstGeom>
        </p:spPr>
      </p:pic>
      <p:pic>
        <p:nvPicPr>
          <p:cNvPr id="33" name="Graphique 32" descr="Groupe de personnes avec un remplissage uni">
            <a:extLst>
              <a:ext uri="{FF2B5EF4-FFF2-40B4-BE49-F238E27FC236}">
                <a16:creationId xmlns:a16="http://schemas.microsoft.com/office/drawing/2014/main" id="{0E71CAC7-0CFC-4D51-B222-B34CD683BE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9358" y="3852692"/>
            <a:ext cx="1849506" cy="1849506"/>
          </a:xfrm>
          <a:prstGeom prst="rect">
            <a:avLst/>
          </a:prstGeom>
        </p:spPr>
      </p:pic>
      <p:pic>
        <p:nvPicPr>
          <p:cNvPr id="35" name="Graphique 34" descr="Badge point d’interrogation avec un remplissage uni">
            <a:extLst>
              <a:ext uri="{FF2B5EF4-FFF2-40B4-BE49-F238E27FC236}">
                <a16:creationId xmlns:a16="http://schemas.microsoft.com/office/drawing/2014/main" id="{B3CC6A98-B49B-42A0-BFE3-B6509C9205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0631" y="3700711"/>
            <a:ext cx="1277256" cy="1277256"/>
          </a:xfrm>
          <a:prstGeom prst="rect">
            <a:avLst/>
          </a:prstGeom>
        </p:spPr>
      </p:pic>
      <p:pic>
        <p:nvPicPr>
          <p:cNvPr id="36" name="Graphique 35" descr="Badge point d’interrogation avec un remplissage uni">
            <a:extLst>
              <a:ext uri="{FF2B5EF4-FFF2-40B4-BE49-F238E27FC236}">
                <a16:creationId xmlns:a16="http://schemas.microsoft.com/office/drawing/2014/main" id="{0C85D56A-54EE-4D89-9B0C-A7B2A72ED2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93530" y="3609889"/>
            <a:ext cx="1277256" cy="1277256"/>
          </a:xfrm>
          <a:prstGeom prst="rect">
            <a:avLst/>
          </a:prstGeom>
        </p:spPr>
      </p:pic>
      <p:pic>
        <p:nvPicPr>
          <p:cNvPr id="37" name="Graphique 36" descr="Diplôme roulé avec un remplissage uni">
            <a:extLst>
              <a:ext uri="{FF2B5EF4-FFF2-40B4-BE49-F238E27FC236}">
                <a16:creationId xmlns:a16="http://schemas.microsoft.com/office/drawing/2014/main" id="{193DB3F5-B308-44E5-857E-C8BAF66FAEE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3042"/>
          <a:stretch/>
        </p:blipFill>
        <p:spPr>
          <a:xfrm>
            <a:off x="3897279" y="3638486"/>
            <a:ext cx="853564" cy="742246"/>
          </a:xfrm>
          <a:prstGeom prst="rect">
            <a:avLst/>
          </a:prstGeom>
        </p:spPr>
      </p:pic>
      <p:pic>
        <p:nvPicPr>
          <p:cNvPr id="39" name="Graphique 38" descr="Diplôme roulé avec un remplissage uni">
            <a:extLst>
              <a:ext uri="{FF2B5EF4-FFF2-40B4-BE49-F238E27FC236}">
                <a16:creationId xmlns:a16="http://schemas.microsoft.com/office/drawing/2014/main" id="{3ECF7A5D-0799-4CF5-806E-8FC2E7AD25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042"/>
          <a:stretch/>
        </p:blipFill>
        <p:spPr>
          <a:xfrm>
            <a:off x="9311162" y="3627830"/>
            <a:ext cx="853564" cy="742246"/>
          </a:xfrm>
          <a:prstGeom prst="rect">
            <a:avLst/>
          </a:prstGeom>
        </p:spPr>
      </p:pic>
    </p:spTree>
    <p:extLst>
      <p:ext uri="{BB962C8B-B14F-4D97-AF65-F5344CB8AC3E}">
        <p14:creationId xmlns:p14="http://schemas.microsoft.com/office/powerpoint/2010/main" val="3625837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Marketing avec un remplissage uni">
            <a:extLst>
              <a:ext uri="{FF2B5EF4-FFF2-40B4-BE49-F238E27FC236}">
                <a16:creationId xmlns:a16="http://schemas.microsoft.com/office/drawing/2014/main" id="{D19A61BA-9369-407B-B1B5-D63DB843DF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20854" y="333388"/>
            <a:ext cx="2152356" cy="2152356"/>
          </a:xfrm>
          <a:prstGeom prst="rect">
            <a:avLst/>
          </a:prstGeom>
        </p:spPr>
      </p:pic>
      <p:pic>
        <p:nvPicPr>
          <p:cNvPr id="25" name="Graphique 24" descr="Marcher avec un remplissage uni">
            <a:extLst>
              <a:ext uri="{FF2B5EF4-FFF2-40B4-BE49-F238E27FC236}">
                <a16:creationId xmlns:a16="http://schemas.microsoft.com/office/drawing/2014/main" id="{EC188756-FD65-47C7-9ED8-92A54C0BFF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1047" y="1145280"/>
            <a:ext cx="1402013" cy="1402013"/>
          </a:xfrm>
          <a:prstGeom prst="rect">
            <a:avLst/>
          </a:prstGeom>
        </p:spPr>
      </p:pic>
      <p:pic>
        <p:nvPicPr>
          <p:cNvPr id="26" name="Graphique 25" descr="Marcher avec un remplissage uni">
            <a:extLst>
              <a:ext uri="{FF2B5EF4-FFF2-40B4-BE49-F238E27FC236}">
                <a16:creationId xmlns:a16="http://schemas.microsoft.com/office/drawing/2014/main" id="{42704F93-8036-40CA-A5A3-5CA1668507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1279" y="1864948"/>
            <a:ext cx="1402013" cy="1402013"/>
          </a:xfrm>
          <a:prstGeom prst="rect">
            <a:avLst/>
          </a:prstGeom>
        </p:spPr>
      </p:pic>
      <p:pic>
        <p:nvPicPr>
          <p:cNvPr id="27" name="Graphique 26" descr="Marcher avec un remplissage uni">
            <a:extLst>
              <a:ext uri="{FF2B5EF4-FFF2-40B4-BE49-F238E27FC236}">
                <a16:creationId xmlns:a16="http://schemas.microsoft.com/office/drawing/2014/main" id="{098CAD6F-275F-40A0-8BA1-03AB42FF9A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0272" y="1569888"/>
            <a:ext cx="1402013" cy="1402013"/>
          </a:xfrm>
          <a:prstGeom prst="rect">
            <a:avLst/>
          </a:prstGeom>
        </p:spPr>
      </p:pic>
      <p:pic>
        <p:nvPicPr>
          <p:cNvPr id="29" name="Graphique 28" descr="Réussite du groupe avec un remplissage uni">
            <a:extLst>
              <a:ext uri="{FF2B5EF4-FFF2-40B4-BE49-F238E27FC236}">
                <a16:creationId xmlns:a16="http://schemas.microsoft.com/office/drawing/2014/main" id="{CE727C5C-6710-4605-8CEE-8AC4F4B5217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12901"/>
          <a:stretch/>
        </p:blipFill>
        <p:spPr>
          <a:xfrm>
            <a:off x="3322299" y="1433543"/>
            <a:ext cx="1962966" cy="1709707"/>
          </a:xfrm>
          <a:prstGeom prst="rect">
            <a:avLst/>
          </a:prstGeom>
        </p:spPr>
      </p:pic>
      <p:pic>
        <p:nvPicPr>
          <p:cNvPr id="32" name="Graphique 31" descr="Marketing avec un remplissage uni">
            <a:extLst>
              <a:ext uri="{FF2B5EF4-FFF2-40B4-BE49-F238E27FC236}">
                <a16:creationId xmlns:a16="http://schemas.microsoft.com/office/drawing/2014/main" id="{BE9A0D84-EF5D-4912-9389-024DDA9C17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81004" y="493710"/>
            <a:ext cx="2152356" cy="2152356"/>
          </a:xfrm>
          <a:prstGeom prst="rect">
            <a:avLst/>
          </a:prstGeom>
        </p:spPr>
      </p:pic>
      <p:pic>
        <p:nvPicPr>
          <p:cNvPr id="40" name="Graphique 39" descr="Marketing avec un remplissage uni">
            <a:extLst>
              <a:ext uri="{FF2B5EF4-FFF2-40B4-BE49-F238E27FC236}">
                <a16:creationId xmlns:a16="http://schemas.microsoft.com/office/drawing/2014/main" id="{B1230037-8188-4A83-BE3D-2E233E2633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8830340" y="493710"/>
            <a:ext cx="2040380" cy="2152356"/>
          </a:xfrm>
          <a:prstGeom prst="rect">
            <a:avLst/>
          </a:prstGeom>
        </p:spPr>
      </p:pic>
      <p:pic>
        <p:nvPicPr>
          <p:cNvPr id="7" name="Graphique 6" descr="Poignée de main avec un remplissage uni">
            <a:extLst>
              <a:ext uri="{FF2B5EF4-FFF2-40B4-BE49-F238E27FC236}">
                <a16:creationId xmlns:a16="http://schemas.microsoft.com/office/drawing/2014/main" id="{01E617FF-5749-4793-AD51-BB0A12A369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38539" y="1613205"/>
            <a:ext cx="1275664" cy="1275664"/>
          </a:xfrm>
          <a:prstGeom prst="rect">
            <a:avLst/>
          </a:prstGeom>
        </p:spPr>
      </p:pic>
      <p:sp>
        <p:nvSpPr>
          <p:cNvPr id="8" name="Rectangle 7">
            <a:extLst>
              <a:ext uri="{FF2B5EF4-FFF2-40B4-BE49-F238E27FC236}">
                <a16:creationId xmlns:a16="http://schemas.microsoft.com/office/drawing/2014/main" id="{0B7A4130-1A4D-4FC9-B71B-1A8FF5333608}"/>
              </a:ext>
            </a:extLst>
          </p:cNvPr>
          <p:cNvSpPr/>
          <p:nvPr/>
        </p:nvSpPr>
        <p:spPr>
          <a:xfrm rot="1724399">
            <a:off x="7885161" y="1748666"/>
            <a:ext cx="945179" cy="232564"/>
          </a:xfrm>
          <a:prstGeom prst="rect">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D8042B3-A2B6-4D4A-BEAC-BDB7DCA255F7}"/>
              </a:ext>
            </a:extLst>
          </p:cNvPr>
          <p:cNvSpPr/>
          <p:nvPr/>
        </p:nvSpPr>
        <p:spPr>
          <a:xfrm rot="8763655">
            <a:off x="9489029" y="1717539"/>
            <a:ext cx="945179" cy="23256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que 41" descr="Marketing avec un remplissage uni">
            <a:extLst>
              <a:ext uri="{FF2B5EF4-FFF2-40B4-BE49-F238E27FC236}">
                <a16:creationId xmlns:a16="http://schemas.microsoft.com/office/drawing/2014/main" id="{EC28E556-E1EA-481C-946E-5598865DA87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6825"/>
          <a:stretch/>
        </p:blipFill>
        <p:spPr>
          <a:xfrm>
            <a:off x="2177855" y="4296818"/>
            <a:ext cx="1574995" cy="2152356"/>
          </a:xfrm>
          <a:prstGeom prst="rect">
            <a:avLst/>
          </a:prstGeom>
        </p:spPr>
      </p:pic>
      <p:pic>
        <p:nvPicPr>
          <p:cNvPr id="10" name="Graphique 9" descr="Copie conforme avec un remplissage uni">
            <a:extLst>
              <a:ext uri="{FF2B5EF4-FFF2-40B4-BE49-F238E27FC236}">
                <a16:creationId xmlns:a16="http://schemas.microsoft.com/office/drawing/2014/main" id="{125EEFFE-B1DE-4E01-9E4C-45F1944FE7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326370">
            <a:off x="3922599" y="3888175"/>
            <a:ext cx="710459" cy="710459"/>
          </a:xfrm>
          <a:prstGeom prst="rect">
            <a:avLst/>
          </a:prstGeom>
        </p:spPr>
      </p:pic>
      <p:pic>
        <p:nvPicPr>
          <p:cNvPr id="12" name="Graphique 11" descr="Réseau en ligne avec un remplissage uni">
            <a:extLst>
              <a:ext uri="{FF2B5EF4-FFF2-40B4-BE49-F238E27FC236}">
                <a16:creationId xmlns:a16="http://schemas.microsoft.com/office/drawing/2014/main" id="{805A8812-AB88-442B-A205-67EE19FCF63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080551" y="4296818"/>
            <a:ext cx="914400" cy="914400"/>
          </a:xfrm>
          <a:prstGeom prst="rect">
            <a:avLst/>
          </a:prstGeom>
        </p:spPr>
      </p:pic>
      <p:pic>
        <p:nvPicPr>
          <p:cNvPr id="44" name="Graphique 43" descr="Employée de bureau avec un remplissage uni">
            <a:extLst>
              <a:ext uri="{FF2B5EF4-FFF2-40B4-BE49-F238E27FC236}">
                <a16:creationId xmlns:a16="http://schemas.microsoft.com/office/drawing/2014/main" id="{CE8BB9FE-2AFC-4BF5-822C-A0E2752E9D2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6614" t="5228" r="16437" b="9344"/>
          <a:stretch/>
        </p:blipFill>
        <p:spPr>
          <a:xfrm>
            <a:off x="6924275" y="4018319"/>
            <a:ext cx="968743" cy="1236120"/>
          </a:xfrm>
          <a:prstGeom prst="rect">
            <a:avLst/>
          </a:prstGeom>
        </p:spPr>
      </p:pic>
      <p:pic>
        <p:nvPicPr>
          <p:cNvPr id="45" name="Graphique 44" descr="Écolier avec un remplissage uni">
            <a:extLst>
              <a:ext uri="{FF2B5EF4-FFF2-40B4-BE49-F238E27FC236}">
                <a16:creationId xmlns:a16="http://schemas.microsoft.com/office/drawing/2014/main" id="{279AF889-28EF-4984-A4A8-762630E2EF72}"/>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3541" t="12103" r="23440" b="13876"/>
          <a:stretch/>
        </p:blipFill>
        <p:spPr>
          <a:xfrm>
            <a:off x="6557057" y="4757780"/>
            <a:ext cx="881348" cy="1230432"/>
          </a:xfrm>
          <a:prstGeom prst="rect">
            <a:avLst/>
          </a:prstGeom>
        </p:spPr>
      </p:pic>
      <p:sp>
        <p:nvSpPr>
          <p:cNvPr id="46" name="Bulle narrative : rectangle 45">
            <a:extLst>
              <a:ext uri="{FF2B5EF4-FFF2-40B4-BE49-F238E27FC236}">
                <a16:creationId xmlns:a16="http://schemas.microsoft.com/office/drawing/2014/main" id="{94A1A9C4-1A59-4399-9941-AFB466D1FF98}"/>
              </a:ext>
            </a:extLst>
          </p:cNvPr>
          <p:cNvSpPr/>
          <p:nvPr/>
        </p:nvSpPr>
        <p:spPr>
          <a:xfrm>
            <a:off x="8189676" y="3832427"/>
            <a:ext cx="888350" cy="642856"/>
          </a:xfrm>
          <a:prstGeom prst="wedgeRectCallout">
            <a:avLst>
              <a:gd name="adj1" fmla="val 1668"/>
              <a:gd name="adj2" fmla="val 902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Bulle narrative : rectangle 46">
            <a:extLst>
              <a:ext uri="{FF2B5EF4-FFF2-40B4-BE49-F238E27FC236}">
                <a16:creationId xmlns:a16="http://schemas.microsoft.com/office/drawing/2014/main" id="{8AA2160D-F016-41A5-AA11-ECC0D885C865}"/>
              </a:ext>
            </a:extLst>
          </p:cNvPr>
          <p:cNvSpPr/>
          <p:nvPr/>
        </p:nvSpPr>
        <p:spPr>
          <a:xfrm flipH="1">
            <a:off x="9225862" y="3823754"/>
            <a:ext cx="888350" cy="642856"/>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Employée de bureau avec un remplissage uni">
            <a:extLst>
              <a:ext uri="{FF2B5EF4-FFF2-40B4-BE49-F238E27FC236}">
                <a16:creationId xmlns:a16="http://schemas.microsoft.com/office/drawing/2014/main" id="{7E2D7302-9EA4-4955-BDEC-E49705EF07C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6614" t="5228" r="16437" b="9344"/>
          <a:stretch/>
        </p:blipFill>
        <p:spPr>
          <a:xfrm>
            <a:off x="9478814" y="3952124"/>
            <a:ext cx="355577" cy="453718"/>
          </a:xfrm>
          <a:prstGeom prst="rect">
            <a:avLst/>
          </a:prstGeom>
        </p:spPr>
      </p:pic>
      <p:pic>
        <p:nvPicPr>
          <p:cNvPr id="49" name="Graphique 48" descr="Écolier avec un remplissage uni">
            <a:extLst>
              <a:ext uri="{FF2B5EF4-FFF2-40B4-BE49-F238E27FC236}">
                <a16:creationId xmlns:a16="http://schemas.microsoft.com/office/drawing/2014/main" id="{F7515F08-4636-44CB-9C71-F8C64445D371}"/>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23541" t="12103" r="23440" b="13876"/>
          <a:stretch/>
        </p:blipFill>
        <p:spPr>
          <a:xfrm>
            <a:off x="8478021" y="3942079"/>
            <a:ext cx="335032" cy="467731"/>
          </a:xfrm>
          <a:prstGeom prst="rect">
            <a:avLst/>
          </a:prstGeom>
        </p:spPr>
      </p:pic>
      <p:pic>
        <p:nvPicPr>
          <p:cNvPr id="51" name="Graphique 50" descr="Marketing avec un remplissage uni">
            <a:extLst>
              <a:ext uri="{FF2B5EF4-FFF2-40B4-BE49-F238E27FC236}">
                <a16:creationId xmlns:a16="http://schemas.microsoft.com/office/drawing/2014/main" id="{80FAC59A-8B73-48D8-8711-3FDD226922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2020" y="4421064"/>
            <a:ext cx="2152356" cy="2152356"/>
          </a:xfrm>
          <a:prstGeom prst="rect">
            <a:avLst/>
          </a:prstGeom>
        </p:spPr>
      </p:pic>
      <p:pic>
        <p:nvPicPr>
          <p:cNvPr id="52" name="Graphique 51" descr="Groupe de personnes avec un remplissage uni">
            <a:extLst>
              <a:ext uri="{FF2B5EF4-FFF2-40B4-BE49-F238E27FC236}">
                <a16:creationId xmlns:a16="http://schemas.microsoft.com/office/drawing/2014/main" id="{0FA52CEF-CC4E-45E3-A088-2FF1FDDA380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135472" y="4655762"/>
            <a:ext cx="1457482" cy="1457482"/>
          </a:xfrm>
          <a:prstGeom prst="rect">
            <a:avLst/>
          </a:prstGeom>
        </p:spPr>
      </p:pic>
    </p:spTree>
    <p:extLst>
      <p:ext uri="{BB962C8B-B14F-4D97-AF65-F5344CB8AC3E}">
        <p14:creationId xmlns:p14="http://schemas.microsoft.com/office/powerpoint/2010/main" val="2234863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Marketing avec un remplissage uni">
            <a:extLst>
              <a:ext uri="{FF2B5EF4-FFF2-40B4-BE49-F238E27FC236}">
                <a16:creationId xmlns:a16="http://schemas.microsoft.com/office/drawing/2014/main" id="{D19A61BA-9369-407B-B1B5-D63DB843DF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051" y="1115830"/>
            <a:ext cx="2152356" cy="2152356"/>
          </a:xfrm>
          <a:prstGeom prst="rect">
            <a:avLst/>
          </a:prstGeom>
        </p:spPr>
      </p:pic>
      <p:pic>
        <p:nvPicPr>
          <p:cNvPr id="3" name="Graphique 2" descr="Vlog avec un remplissage uni">
            <a:extLst>
              <a:ext uri="{FF2B5EF4-FFF2-40B4-BE49-F238E27FC236}">
                <a16:creationId xmlns:a16="http://schemas.microsoft.com/office/drawing/2014/main" id="{0AD7C049-BC4D-4D5E-ABE9-6861E2C588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2999" y="906571"/>
            <a:ext cx="1025824" cy="1025824"/>
          </a:xfrm>
          <a:prstGeom prst="rect">
            <a:avLst/>
          </a:prstGeom>
        </p:spPr>
      </p:pic>
      <p:pic>
        <p:nvPicPr>
          <p:cNvPr id="6" name="Graphique 5" descr="Commande vocale contour">
            <a:extLst>
              <a:ext uri="{FF2B5EF4-FFF2-40B4-BE49-F238E27FC236}">
                <a16:creationId xmlns:a16="http://schemas.microsoft.com/office/drawing/2014/main" id="{65B98467-30EE-4485-AB1A-75FAC364AD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94736" y="2131272"/>
            <a:ext cx="1025824" cy="1025824"/>
          </a:xfrm>
          <a:prstGeom prst="rect">
            <a:avLst/>
          </a:prstGeom>
        </p:spPr>
      </p:pic>
      <p:pic>
        <p:nvPicPr>
          <p:cNvPr id="11" name="Graphique 10" descr="Journal avec un remplissage uni">
            <a:extLst>
              <a:ext uri="{FF2B5EF4-FFF2-40B4-BE49-F238E27FC236}">
                <a16:creationId xmlns:a16="http://schemas.microsoft.com/office/drawing/2014/main" id="{DA9D5997-1B48-42EF-99E6-5E604997D91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99531" y="616381"/>
            <a:ext cx="1025824" cy="1025824"/>
          </a:xfrm>
          <a:prstGeom prst="rect">
            <a:avLst/>
          </a:prstGeom>
        </p:spPr>
      </p:pic>
      <p:pic>
        <p:nvPicPr>
          <p:cNvPr id="33" name="Graphique 32" descr="Marketing avec un remplissage uni">
            <a:extLst>
              <a:ext uri="{FF2B5EF4-FFF2-40B4-BE49-F238E27FC236}">
                <a16:creationId xmlns:a16="http://schemas.microsoft.com/office/drawing/2014/main" id="{7BF28FED-7B1D-477E-9421-5EA684778B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96044" y="444247"/>
            <a:ext cx="1973932" cy="1973932"/>
          </a:xfrm>
          <a:prstGeom prst="rect">
            <a:avLst/>
          </a:prstGeom>
        </p:spPr>
      </p:pic>
      <p:pic>
        <p:nvPicPr>
          <p:cNvPr id="35" name="Graphique 34" descr="Calendrier journalier avec un remplissage uni">
            <a:extLst>
              <a:ext uri="{FF2B5EF4-FFF2-40B4-BE49-F238E27FC236}">
                <a16:creationId xmlns:a16="http://schemas.microsoft.com/office/drawing/2014/main" id="{DB73E4CD-DEAA-4BB3-BDD4-E58D7500E53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90356" y="389760"/>
            <a:ext cx="1624437" cy="1624437"/>
          </a:xfrm>
          <a:prstGeom prst="rect">
            <a:avLst/>
          </a:prstGeom>
        </p:spPr>
      </p:pic>
      <p:pic>
        <p:nvPicPr>
          <p:cNvPr id="36" name="Graphique 35" descr="Marketing avec un remplissage uni">
            <a:extLst>
              <a:ext uri="{FF2B5EF4-FFF2-40B4-BE49-F238E27FC236}">
                <a16:creationId xmlns:a16="http://schemas.microsoft.com/office/drawing/2014/main" id="{617A4C46-717F-40A5-BB2E-A0E9642C1C2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832529" y="1470134"/>
            <a:ext cx="1223567" cy="1223567"/>
          </a:xfrm>
          <a:prstGeom prst="rect">
            <a:avLst/>
          </a:prstGeom>
        </p:spPr>
      </p:pic>
      <p:pic>
        <p:nvPicPr>
          <p:cNvPr id="37" name="Graphique 36" descr="Marketing avec un remplissage uni">
            <a:extLst>
              <a:ext uri="{FF2B5EF4-FFF2-40B4-BE49-F238E27FC236}">
                <a16:creationId xmlns:a16="http://schemas.microsoft.com/office/drawing/2014/main" id="{70D286D7-FEC8-48B2-AE4B-E9E06E1360E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75269" y="1298063"/>
            <a:ext cx="1223567" cy="1223567"/>
          </a:xfrm>
          <a:prstGeom prst="rect">
            <a:avLst/>
          </a:prstGeom>
        </p:spPr>
      </p:pic>
      <p:pic>
        <p:nvPicPr>
          <p:cNvPr id="39" name="Graphique 38" descr="Marketing avec un remplissage uni">
            <a:extLst>
              <a:ext uri="{FF2B5EF4-FFF2-40B4-BE49-F238E27FC236}">
                <a16:creationId xmlns:a16="http://schemas.microsoft.com/office/drawing/2014/main" id="{CB429196-BD1C-4BBC-A638-F38CE5DD9FD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89789" y="2029473"/>
            <a:ext cx="1223567" cy="1223567"/>
          </a:xfrm>
          <a:prstGeom prst="rect">
            <a:avLst/>
          </a:prstGeom>
        </p:spPr>
      </p:pic>
      <p:pic>
        <p:nvPicPr>
          <p:cNvPr id="43" name="Graphique 42" descr="Marketing avec un remplissage uni">
            <a:extLst>
              <a:ext uri="{FF2B5EF4-FFF2-40B4-BE49-F238E27FC236}">
                <a16:creationId xmlns:a16="http://schemas.microsoft.com/office/drawing/2014/main" id="{F8582308-FDC4-434C-92EF-1A201D0BD7D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87616" y="2190213"/>
            <a:ext cx="1223567" cy="1223567"/>
          </a:xfrm>
          <a:prstGeom prst="rect">
            <a:avLst/>
          </a:prstGeom>
        </p:spPr>
      </p:pic>
      <p:pic>
        <p:nvPicPr>
          <p:cNvPr id="50" name="Graphique 49" descr="Réussite du groupe avec un remplissage uni">
            <a:extLst>
              <a:ext uri="{FF2B5EF4-FFF2-40B4-BE49-F238E27FC236}">
                <a16:creationId xmlns:a16="http://schemas.microsoft.com/office/drawing/2014/main" id="{6551DF4E-ECA7-423A-889F-1957B31B496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12901"/>
          <a:stretch/>
        </p:blipFill>
        <p:spPr>
          <a:xfrm>
            <a:off x="7674561" y="824925"/>
            <a:ext cx="462015" cy="402406"/>
          </a:xfrm>
          <a:prstGeom prst="rect">
            <a:avLst/>
          </a:prstGeom>
        </p:spPr>
      </p:pic>
      <p:pic>
        <p:nvPicPr>
          <p:cNvPr id="54" name="Graphique 53" descr="Bulle de discussion avec un remplissage uni">
            <a:extLst>
              <a:ext uri="{FF2B5EF4-FFF2-40B4-BE49-F238E27FC236}">
                <a16:creationId xmlns:a16="http://schemas.microsoft.com/office/drawing/2014/main" id="{C0D4A0B4-67F4-4F23-BE7C-712A95BB8F6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0350"/>
          <a:stretch/>
        </p:blipFill>
        <p:spPr>
          <a:xfrm>
            <a:off x="2038855" y="4390355"/>
            <a:ext cx="1095300" cy="991335"/>
          </a:xfrm>
          <a:prstGeom prst="rect">
            <a:avLst/>
          </a:prstGeom>
        </p:spPr>
      </p:pic>
      <p:pic>
        <p:nvPicPr>
          <p:cNvPr id="55" name="Graphique 54" descr="Réussite du groupe avec un remplissage uni">
            <a:extLst>
              <a:ext uri="{FF2B5EF4-FFF2-40B4-BE49-F238E27FC236}">
                <a16:creationId xmlns:a16="http://schemas.microsoft.com/office/drawing/2014/main" id="{4BE3579E-0332-4A20-B2D3-2402658296A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12901"/>
          <a:stretch/>
        </p:blipFill>
        <p:spPr>
          <a:xfrm>
            <a:off x="3161505" y="4459665"/>
            <a:ext cx="1873689" cy="1631947"/>
          </a:xfrm>
          <a:prstGeom prst="rect">
            <a:avLst/>
          </a:prstGeom>
        </p:spPr>
      </p:pic>
      <p:pic>
        <p:nvPicPr>
          <p:cNvPr id="56" name="Graphique 55" descr="Bulle de discussion avec un remplissage uni">
            <a:extLst>
              <a:ext uri="{FF2B5EF4-FFF2-40B4-BE49-F238E27FC236}">
                <a16:creationId xmlns:a16="http://schemas.microsoft.com/office/drawing/2014/main" id="{659DBFE7-683E-4C8C-8024-CB6EED6267C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a:off x="3311038" y="4281843"/>
            <a:ext cx="637298" cy="576806"/>
          </a:xfrm>
          <a:prstGeom prst="rect">
            <a:avLst/>
          </a:prstGeom>
        </p:spPr>
      </p:pic>
      <p:pic>
        <p:nvPicPr>
          <p:cNvPr id="57" name="Graphique 56" descr="Bulle de discussion avec un remplissage uni">
            <a:extLst>
              <a:ext uri="{FF2B5EF4-FFF2-40B4-BE49-F238E27FC236}">
                <a16:creationId xmlns:a16="http://schemas.microsoft.com/office/drawing/2014/main" id="{13835275-9105-487C-A07A-C21F2414F04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flipH="1">
            <a:off x="3519129" y="3793948"/>
            <a:ext cx="605458" cy="576806"/>
          </a:xfrm>
          <a:prstGeom prst="rect">
            <a:avLst/>
          </a:prstGeom>
        </p:spPr>
      </p:pic>
      <p:pic>
        <p:nvPicPr>
          <p:cNvPr id="58" name="Graphique 57" descr="Bulle de discussion avec un remplissage uni">
            <a:extLst>
              <a:ext uri="{FF2B5EF4-FFF2-40B4-BE49-F238E27FC236}">
                <a16:creationId xmlns:a16="http://schemas.microsoft.com/office/drawing/2014/main" id="{5F06173C-54BE-42C9-9ED3-0B16F1C3DD9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flipH="1">
            <a:off x="4390980" y="4334306"/>
            <a:ext cx="605458" cy="576806"/>
          </a:xfrm>
          <a:prstGeom prst="rect">
            <a:avLst/>
          </a:prstGeom>
        </p:spPr>
      </p:pic>
      <p:pic>
        <p:nvPicPr>
          <p:cNvPr id="59" name="Graphique 58" descr="Bulle de discussion avec un remplissage uni">
            <a:extLst>
              <a:ext uri="{FF2B5EF4-FFF2-40B4-BE49-F238E27FC236}">
                <a16:creationId xmlns:a16="http://schemas.microsoft.com/office/drawing/2014/main" id="{714DB428-7F5B-49D1-A23F-1B6E9F10950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0350"/>
          <a:stretch/>
        </p:blipFill>
        <p:spPr>
          <a:xfrm>
            <a:off x="4058184" y="4036751"/>
            <a:ext cx="637298" cy="576806"/>
          </a:xfrm>
          <a:prstGeom prst="rect">
            <a:avLst/>
          </a:prstGeom>
        </p:spPr>
      </p:pic>
      <p:pic>
        <p:nvPicPr>
          <p:cNvPr id="14" name="Graphique 13" descr="Enseignant avec un remplissage uni">
            <a:extLst>
              <a:ext uri="{FF2B5EF4-FFF2-40B4-BE49-F238E27FC236}">
                <a16:creationId xmlns:a16="http://schemas.microsoft.com/office/drawing/2014/main" id="{93F510F3-88F5-43E4-86B0-6F3089CA08D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01147" y="4178951"/>
            <a:ext cx="1938175" cy="1938175"/>
          </a:xfrm>
          <a:prstGeom prst="rect">
            <a:avLst/>
          </a:prstGeom>
        </p:spPr>
      </p:pic>
      <p:pic>
        <p:nvPicPr>
          <p:cNvPr id="60" name="Graphique 59" descr="Enseignant avec un remplissage uni">
            <a:extLst>
              <a:ext uri="{FF2B5EF4-FFF2-40B4-BE49-F238E27FC236}">
                <a16:creationId xmlns:a16="http://schemas.microsoft.com/office/drawing/2014/main" id="{CF27666C-00E2-40F2-A967-B66C7AFDFF1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7515" b="15346"/>
          <a:stretch/>
        </p:blipFill>
        <p:spPr>
          <a:xfrm>
            <a:off x="6683652" y="3719588"/>
            <a:ext cx="4407201" cy="2958972"/>
          </a:xfrm>
          <a:prstGeom prst="rect">
            <a:avLst/>
          </a:prstGeom>
        </p:spPr>
      </p:pic>
      <p:pic>
        <p:nvPicPr>
          <p:cNvPr id="61" name="Graphique 60" descr="Journal avec un remplissage uni">
            <a:extLst>
              <a:ext uri="{FF2B5EF4-FFF2-40B4-BE49-F238E27FC236}">
                <a16:creationId xmlns:a16="http://schemas.microsoft.com/office/drawing/2014/main" id="{A3557953-656A-4589-B629-97BA8D553FD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187481" y="4108637"/>
            <a:ext cx="1500023" cy="1500023"/>
          </a:xfrm>
          <a:prstGeom prst="rect">
            <a:avLst/>
          </a:prstGeom>
        </p:spPr>
      </p:pic>
    </p:spTree>
    <p:extLst>
      <p:ext uri="{BB962C8B-B14F-4D97-AF65-F5344CB8AC3E}">
        <p14:creationId xmlns:p14="http://schemas.microsoft.com/office/powerpoint/2010/main" val="2873556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Enseignant avec un remplissage uni">
            <a:extLst>
              <a:ext uri="{FF2B5EF4-FFF2-40B4-BE49-F238E27FC236}">
                <a16:creationId xmlns:a16="http://schemas.microsoft.com/office/drawing/2014/main" id="{CF27666C-00E2-40F2-A967-B66C7AFDFF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683652" y="3719588"/>
            <a:ext cx="4407201" cy="2958972"/>
          </a:xfrm>
          <a:prstGeom prst="rect">
            <a:avLst/>
          </a:prstGeom>
        </p:spPr>
      </p:pic>
      <p:pic>
        <p:nvPicPr>
          <p:cNvPr id="26" name="Graphique 25" descr="Enseignant avec un remplissage uni">
            <a:extLst>
              <a:ext uri="{FF2B5EF4-FFF2-40B4-BE49-F238E27FC236}">
                <a16:creationId xmlns:a16="http://schemas.microsoft.com/office/drawing/2014/main" id="{61AA7D6B-1ED8-4652-9AD9-EF11801824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828557" y="425715"/>
            <a:ext cx="4407201" cy="2958972"/>
          </a:xfrm>
          <a:prstGeom prst="rect">
            <a:avLst/>
          </a:prstGeom>
        </p:spPr>
      </p:pic>
      <p:pic>
        <p:nvPicPr>
          <p:cNvPr id="27" name="Graphique 26" descr="Enseignant avec un remplissage uni">
            <a:extLst>
              <a:ext uri="{FF2B5EF4-FFF2-40B4-BE49-F238E27FC236}">
                <a16:creationId xmlns:a16="http://schemas.microsoft.com/office/drawing/2014/main" id="{16A48955-34B2-49F1-9CDD-5414200305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1131125" y="385462"/>
            <a:ext cx="4407201" cy="2958972"/>
          </a:xfrm>
          <a:prstGeom prst="rect">
            <a:avLst/>
          </a:prstGeom>
        </p:spPr>
      </p:pic>
      <p:pic>
        <p:nvPicPr>
          <p:cNvPr id="28" name="Graphique 27" descr="Enseignant avec un remplissage uni">
            <a:extLst>
              <a:ext uri="{FF2B5EF4-FFF2-40B4-BE49-F238E27FC236}">
                <a16:creationId xmlns:a16="http://schemas.microsoft.com/office/drawing/2014/main" id="{DF246B29-EBC1-45D6-BF3C-CD1AEDADC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1131125" y="3691088"/>
            <a:ext cx="4407201" cy="2958972"/>
          </a:xfrm>
          <a:prstGeom prst="rect">
            <a:avLst/>
          </a:prstGeom>
        </p:spPr>
      </p:pic>
      <p:pic>
        <p:nvPicPr>
          <p:cNvPr id="29" name="Graphique 28" descr="Commande vocale contour">
            <a:extLst>
              <a:ext uri="{FF2B5EF4-FFF2-40B4-BE49-F238E27FC236}">
                <a16:creationId xmlns:a16="http://schemas.microsoft.com/office/drawing/2014/main" id="{4607322D-4B8F-4874-8A16-8AD05EA940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51811" y="3807672"/>
            <a:ext cx="1886914" cy="1886914"/>
          </a:xfrm>
          <a:prstGeom prst="rect">
            <a:avLst/>
          </a:prstGeom>
        </p:spPr>
      </p:pic>
      <p:pic>
        <p:nvPicPr>
          <p:cNvPr id="30" name="Graphique 29" descr="Vlog avec un remplissage uni">
            <a:extLst>
              <a:ext uri="{FF2B5EF4-FFF2-40B4-BE49-F238E27FC236}">
                <a16:creationId xmlns:a16="http://schemas.microsoft.com/office/drawing/2014/main" id="{80743978-9C5D-4606-9BD4-19D6B84F07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81400" y="593627"/>
            <a:ext cx="1527098" cy="1527098"/>
          </a:xfrm>
          <a:prstGeom prst="rect">
            <a:avLst/>
          </a:prstGeom>
        </p:spPr>
      </p:pic>
      <p:pic>
        <p:nvPicPr>
          <p:cNvPr id="5" name="Graphique 4" descr="Loupe avec un remplissage uni">
            <a:extLst>
              <a:ext uri="{FF2B5EF4-FFF2-40B4-BE49-F238E27FC236}">
                <a16:creationId xmlns:a16="http://schemas.microsoft.com/office/drawing/2014/main" id="{BC8E46D0-0599-46DC-8F79-5E7FC99E493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8811051" y="385462"/>
            <a:ext cx="2104598" cy="2097130"/>
          </a:xfrm>
          <a:prstGeom prst="rect">
            <a:avLst/>
          </a:prstGeom>
        </p:spPr>
      </p:pic>
      <p:grpSp>
        <p:nvGrpSpPr>
          <p:cNvPr id="7" name="Groupe 6">
            <a:extLst>
              <a:ext uri="{FF2B5EF4-FFF2-40B4-BE49-F238E27FC236}">
                <a16:creationId xmlns:a16="http://schemas.microsoft.com/office/drawing/2014/main" id="{E7A35C63-AA3E-4C88-BC51-437CDDAB96F1}"/>
              </a:ext>
            </a:extLst>
          </p:cNvPr>
          <p:cNvGrpSpPr/>
          <p:nvPr/>
        </p:nvGrpSpPr>
        <p:grpSpPr>
          <a:xfrm>
            <a:off x="9734712" y="858578"/>
            <a:ext cx="672268" cy="793568"/>
            <a:chOff x="2872999" y="616381"/>
            <a:chExt cx="2152356" cy="2540715"/>
          </a:xfrm>
        </p:grpSpPr>
        <p:pic>
          <p:nvPicPr>
            <p:cNvPr id="40" name="Graphique 39" descr="Vlog avec un remplissage uni">
              <a:extLst>
                <a:ext uri="{FF2B5EF4-FFF2-40B4-BE49-F238E27FC236}">
                  <a16:creationId xmlns:a16="http://schemas.microsoft.com/office/drawing/2014/main" id="{D83D55F6-5838-4FB0-BF16-78D83E6058F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72999" y="906571"/>
              <a:ext cx="1025824" cy="1025824"/>
            </a:xfrm>
            <a:prstGeom prst="rect">
              <a:avLst/>
            </a:prstGeom>
          </p:spPr>
        </p:pic>
        <p:pic>
          <p:nvPicPr>
            <p:cNvPr id="41" name="Graphique 40" descr="Commande vocale contour">
              <a:extLst>
                <a:ext uri="{FF2B5EF4-FFF2-40B4-BE49-F238E27FC236}">
                  <a16:creationId xmlns:a16="http://schemas.microsoft.com/office/drawing/2014/main" id="{6BA379F7-149C-4174-9512-86767621673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94736" y="2131272"/>
              <a:ext cx="1025824" cy="1025824"/>
            </a:xfrm>
            <a:prstGeom prst="rect">
              <a:avLst/>
            </a:prstGeom>
          </p:spPr>
        </p:pic>
        <p:pic>
          <p:nvPicPr>
            <p:cNvPr id="42" name="Graphique 41" descr="Journal avec un remplissage uni">
              <a:extLst>
                <a:ext uri="{FF2B5EF4-FFF2-40B4-BE49-F238E27FC236}">
                  <a16:creationId xmlns:a16="http://schemas.microsoft.com/office/drawing/2014/main" id="{A0D36E19-9392-4A28-8EC2-82FF2BBB022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999531" y="616381"/>
              <a:ext cx="1025824" cy="1025824"/>
            </a:xfrm>
            <a:prstGeom prst="rect">
              <a:avLst/>
            </a:prstGeom>
          </p:spPr>
        </p:pic>
      </p:grpSp>
      <p:pic>
        <p:nvPicPr>
          <p:cNvPr id="44" name="Graphique 43" descr="Employée de bureau avec un remplissage uni">
            <a:extLst>
              <a:ext uri="{FF2B5EF4-FFF2-40B4-BE49-F238E27FC236}">
                <a16:creationId xmlns:a16="http://schemas.microsoft.com/office/drawing/2014/main" id="{30D1DF78-1A67-466C-ABAE-E6AF7C288D0F}"/>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6614" t="5228" r="16437" b="9344"/>
          <a:stretch/>
        </p:blipFill>
        <p:spPr>
          <a:xfrm>
            <a:off x="9384953" y="3770301"/>
            <a:ext cx="1675922" cy="2138483"/>
          </a:xfrm>
          <a:prstGeom prst="rect">
            <a:avLst/>
          </a:prstGeom>
        </p:spPr>
      </p:pic>
      <p:pic>
        <p:nvPicPr>
          <p:cNvPr id="45" name="Graphique 44" descr="Microphone avec un remplissage uni">
            <a:extLst>
              <a:ext uri="{FF2B5EF4-FFF2-40B4-BE49-F238E27FC236}">
                <a16:creationId xmlns:a16="http://schemas.microsoft.com/office/drawing/2014/main" id="{CBADA6F2-7F4A-4908-AB30-90CEF1CEB33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 r="44011"/>
          <a:stretch/>
        </p:blipFill>
        <p:spPr>
          <a:xfrm rot="2873050" flipH="1">
            <a:off x="8935818" y="4563755"/>
            <a:ext cx="866461" cy="1615867"/>
          </a:xfrm>
          <a:prstGeom prst="rect">
            <a:avLst/>
          </a:prstGeom>
        </p:spPr>
      </p:pic>
    </p:spTree>
    <p:extLst>
      <p:ext uri="{BB962C8B-B14F-4D97-AF65-F5344CB8AC3E}">
        <p14:creationId xmlns:p14="http://schemas.microsoft.com/office/powerpoint/2010/main" val="4204911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Enseignant avec un remplissage uni">
            <a:extLst>
              <a:ext uri="{FF2B5EF4-FFF2-40B4-BE49-F238E27FC236}">
                <a16:creationId xmlns:a16="http://schemas.microsoft.com/office/drawing/2014/main" id="{CF27666C-00E2-40F2-A967-B66C7AFDFF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683652" y="3719588"/>
            <a:ext cx="4407201" cy="2958972"/>
          </a:xfrm>
          <a:prstGeom prst="rect">
            <a:avLst/>
          </a:prstGeom>
        </p:spPr>
      </p:pic>
      <p:pic>
        <p:nvPicPr>
          <p:cNvPr id="26" name="Graphique 25" descr="Enseignant avec un remplissage uni">
            <a:extLst>
              <a:ext uri="{FF2B5EF4-FFF2-40B4-BE49-F238E27FC236}">
                <a16:creationId xmlns:a16="http://schemas.microsoft.com/office/drawing/2014/main" id="{61AA7D6B-1ED8-4652-9AD9-EF11801824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6828557" y="425715"/>
            <a:ext cx="4407201" cy="2958972"/>
          </a:xfrm>
          <a:prstGeom prst="rect">
            <a:avLst/>
          </a:prstGeom>
        </p:spPr>
      </p:pic>
      <p:pic>
        <p:nvPicPr>
          <p:cNvPr id="27" name="Graphique 26" descr="Enseignant avec un remplissage uni">
            <a:extLst>
              <a:ext uri="{FF2B5EF4-FFF2-40B4-BE49-F238E27FC236}">
                <a16:creationId xmlns:a16="http://schemas.microsoft.com/office/drawing/2014/main" id="{16A48955-34B2-49F1-9CDD-5414200305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1131125" y="385462"/>
            <a:ext cx="4407201" cy="2958972"/>
          </a:xfrm>
          <a:prstGeom prst="rect">
            <a:avLst/>
          </a:prstGeom>
        </p:spPr>
      </p:pic>
      <p:pic>
        <p:nvPicPr>
          <p:cNvPr id="28" name="Graphique 27" descr="Enseignant avec un remplissage uni">
            <a:extLst>
              <a:ext uri="{FF2B5EF4-FFF2-40B4-BE49-F238E27FC236}">
                <a16:creationId xmlns:a16="http://schemas.microsoft.com/office/drawing/2014/main" id="{DF246B29-EBC1-45D6-BF3C-CD1AEDADC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7515" b="15346"/>
          <a:stretch/>
        </p:blipFill>
        <p:spPr>
          <a:xfrm>
            <a:off x="721551" y="5267325"/>
            <a:ext cx="1872650" cy="1257287"/>
          </a:xfrm>
          <a:prstGeom prst="rect">
            <a:avLst/>
          </a:prstGeom>
        </p:spPr>
      </p:pic>
      <p:pic>
        <p:nvPicPr>
          <p:cNvPr id="19" name="Graphique 18" descr="Réseau en ligne avec un remplissage uni">
            <a:extLst>
              <a:ext uri="{FF2B5EF4-FFF2-40B4-BE49-F238E27FC236}">
                <a16:creationId xmlns:a16="http://schemas.microsoft.com/office/drawing/2014/main" id="{7C9F33AB-758E-401A-8562-54ACDF288F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10193" y="791912"/>
            <a:ext cx="1418931" cy="1418931"/>
          </a:xfrm>
          <a:prstGeom prst="rect">
            <a:avLst/>
          </a:prstGeom>
        </p:spPr>
      </p:pic>
      <p:pic>
        <p:nvPicPr>
          <p:cNvPr id="3" name="Graphique 2" descr="Crayon avec un remplissage uni">
            <a:extLst>
              <a:ext uri="{FF2B5EF4-FFF2-40B4-BE49-F238E27FC236}">
                <a16:creationId xmlns:a16="http://schemas.microsoft.com/office/drawing/2014/main" id="{30FF0AA6-2628-4FAF-B1A2-CC07783208C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1046858">
            <a:off x="4183549" y="699009"/>
            <a:ext cx="1261847" cy="1261847"/>
          </a:xfrm>
          <a:prstGeom prst="rect">
            <a:avLst/>
          </a:prstGeom>
        </p:spPr>
      </p:pic>
      <p:grpSp>
        <p:nvGrpSpPr>
          <p:cNvPr id="22" name="Groupe 21">
            <a:extLst>
              <a:ext uri="{FF2B5EF4-FFF2-40B4-BE49-F238E27FC236}">
                <a16:creationId xmlns:a16="http://schemas.microsoft.com/office/drawing/2014/main" id="{2F2B8717-724A-4859-A24B-D35EE581E7FC}"/>
              </a:ext>
            </a:extLst>
          </p:cNvPr>
          <p:cNvGrpSpPr/>
          <p:nvPr/>
        </p:nvGrpSpPr>
        <p:grpSpPr>
          <a:xfrm>
            <a:off x="1842953" y="3675499"/>
            <a:ext cx="3695373" cy="2797039"/>
            <a:chOff x="8759496" y="4003672"/>
            <a:chExt cx="2702282" cy="2045364"/>
          </a:xfrm>
        </p:grpSpPr>
        <p:grpSp>
          <p:nvGrpSpPr>
            <p:cNvPr id="24" name="Groupe 23">
              <a:extLst>
                <a:ext uri="{FF2B5EF4-FFF2-40B4-BE49-F238E27FC236}">
                  <a16:creationId xmlns:a16="http://schemas.microsoft.com/office/drawing/2014/main" id="{1C9BF040-8181-4D68-A1F7-43976397B58C}"/>
                </a:ext>
              </a:extLst>
            </p:cNvPr>
            <p:cNvGrpSpPr/>
            <p:nvPr/>
          </p:nvGrpSpPr>
          <p:grpSpPr>
            <a:xfrm>
              <a:off x="9869433" y="4078843"/>
              <a:ext cx="553998" cy="354825"/>
              <a:chOff x="10207355" y="-838290"/>
              <a:chExt cx="1169718" cy="749181"/>
            </a:xfrm>
          </p:grpSpPr>
          <p:pic>
            <p:nvPicPr>
              <p:cNvPr id="49" name="Graphique 48" descr="Internet avec un remplissage uni">
                <a:extLst>
                  <a:ext uri="{FF2B5EF4-FFF2-40B4-BE49-F238E27FC236}">
                    <a16:creationId xmlns:a16="http://schemas.microsoft.com/office/drawing/2014/main" id="{BC6333CB-8D70-4390-91A3-D3F797BF067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8648" b="17305"/>
              <a:stretch/>
            </p:blipFill>
            <p:spPr>
              <a:xfrm>
                <a:off x="10207355" y="-838290"/>
                <a:ext cx="1169718" cy="749181"/>
              </a:xfrm>
              <a:prstGeom prst="rect">
                <a:avLst/>
              </a:prstGeom>
            </p:spPr>
          </p:pic>
          <p:grpSp>
            <p:nvGrpSpPr>
              <p:cNvPr id="50" name="Groupe 49">
                <a:extLst>
                  <a:ext uri="{FF2B5EF4-FFF2-40B4-BE49-F238E27FC236}">
                    <a16:creationId xmlns:a16="http://schemas.microsoft.com/office/drawing/2014/main" id="{C6AA8F6F-2AFF-440F-A261-D56F8AE01319}"/>
                  </a:ext>
                </a:extLst>
              </p:cNvPr>
              <p:cNvGrpSpPr/>
              <p:nvPr/>
            </p:nvGrpSpPr>
            <p:grpSpPr>
              <a:xfrm>
                <a:off x="10601790" y="-754719"/>
                <a:ext cx="415604" cy="447710"/>
                <a:chOff x="5046941" y="2636554"/>
                <a:chExt cx="550624" cy="593160"/>
              </a:xfrm>
            </p:grpSpPr>
            <p:pic>
              <p:nvPicPr>
                <p:cNvPr id="51" name="Graphique 50" descr="Monde avec un remplissage uni">
                  <a:extLst>
                    <a:ext uri="{FF2B5EF4-FFF2-40B4-BE49-F238E27FC236}">
                      <a16:creationId xmlns:a16="http://schemas.microsoft.com/office/drawing/2014/main" id="{A824F141-FA28-46C3-9A84-2CC719D1D1A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2" name="Graphique 51" descr="Monde avec un remplissage uni">
                  <a:extLst>
                    <a:ext uri="{FF2B5EF4-FFF2-40B4-BE49-F238E27FC236}">
                      <a16:creationId xmlns:a16="http://schemas.microsoft.com/office/drawing/2014/main" id="{2F9210A8-87CA-44C1-BC51-9AE69647D85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25" name="Groupe 24">
              <a:extLst>
                <a:ext uri="{FF2B5EF4-FFF2-40B4-BE49-F238E27FC236}">
                  <a16:creationId xmlns:a16="http://schemas.microsoft.com/office/drawing/2014/main" id="{9C2AB23E-2845-42DC-8EBD-EB3C04B8F6EA}"/>
                </a:ext>
              </a:extLst>
            </p:cNvPr>
            <p:cNvGrpSpPr/>
            <p:nvPr/>
          </p:nvGrpSpPr>
          <p:grpSpPr>
            <a:xfrm>
              <a:off x="8759496" y="4003672"/>
              <a:ext cx="2702282" cy="2045364"/>
              <a:chOff x="8954422" y="758182"/>
              <a:chExt cx="2702282" cy="2045364"/>
            </a:xfrm>
          </p:grpSpPr>
          <p:pic>
            <p:nvPicPr>
              <p:cNvPr id="31" name="Graphique 30" descr="Programmeur avec un remplissage uni">
                <a:extLst>
                  <a:ext uri="{FF2B5EF4-FFF2-40B4-BE49-F238E27FC236}">
                    <a16:creationId xmlns:a16="http://schemas.microsoft.com/office/drawing/2014/main" id="{96EBE10A-B88D-4646-B0DC-500FFB16B0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54422" y="758182"/>
                <a:ext cx="663886" cy="663886"/>
              </a:xfrm>
              <a:prstGeom prst="rect">
                <a:avLst/>
              </a:prstGeom>
            </p:spPr>
          </p:pic>
          <p:pic>
            <p:nvPicPr>
              <p:cNvPr id="33" name="Graphique 32" descr="Base de données avec un remplissage uni">
                <a:extLst>
                  <a:ext uri="{FF2B5EF4-FFF2-40B4-BE49-F238E27FC236}">
                    <a16:creationId xmlns:a16="http://schemas.microsoft.com/office/drawing/2014/main" id="{878E4D12-C656-461C-9EE6-67E92009E27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85272" y="1095373"/>
                <a:ext cx="914400" cy="914400"/>
              </a:xfrm>
              <a:prstGeom prst="rect">
                <a:avLst/>
              </a:prstGeom>
            </p:spPr>
          </p:pic>
          <p:pic>
            <p:nvPicPr>
              <p:cNvPr id="35" name="Graphique 34" descr="Programmeur avec un remplissage uni">
                <a:extLst>
                  <a:ext uri="{FF2B5EF4-FFF2-40B4-BE49-F238E27FC236}">
                    <a16:creationId xmlns:a16="http://schemas.microsoft.com/office/drawing/2014/main" id="{EEBECF65-A50C-47BC-AB86-98D276B0DB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027235" y="2139660"/>
                <a:ext cx="663886" cy="663886"/>
              </a:xfrm>
              <a:prstGeom prst="rect">
                <a:avLst/>
              </a:prstGeom>
            </p:spPr>
          </p:pic>
          <p:pic>
            <p:nvPicPr>
              <p:cNvPr id="36" name="Graphique 35" descr="Programmeur avec un remplissage uni">
                <a:extLst>
                  <a:ext uri="{FF2B5EF4-FFF2-40B4-BE49-F238E27FC236}">
                    <a16:creationId xmlns:a16="http://schemas.microsoft.com/office/drawing/2014/main" id="{80FAE6DE-3561-4281-AF11-86AD81F398C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42610" y="1653518"/>
                <a:ext cx="663886" cy="663886"/>
              </a:xfrm>
              <a:prstGeom prst="rect">
                <a:avLst/>
              </a:prstGeom>
            </p:spPr>
          </p:pic>
          <p:pic>
            <p:nvPicPr>
              <p:cNvPr id="37" name="Graphique 36" descr="Programmatrice avec un remplissage uni">
                <a:extLst>
                  <a:ext uri="{FF2B5EF4-FFF2-40B4-BE49-F238E27FC236}">
                    <a16:creationId xmlns:a16="http://schemas.microsoft.com/office/drawing/2014/main" id="{D1D2C43B-172A-4109-BF16-63896A4D562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992818" y="763430"/>
                <a:ext cx="663886" cy="663886"/>
              </a:xfrm>
              <a:prstGeom prst="rect">
                <a:avLst/>
              </a:prstGeom>
            </p:spPr>
          </p:pic>
          <p:cxnSp>
            <p:nvCxnSpPr>
              <p:cNvPr id="39" name="Connecteur : en angle 38">
                <a:extLst>
                  <a:ext uri="{FF2B5EF4-FFF2-40B4-BE49-F238E27FC236}">
                    <a16:creationId xmlns:a16="http://schemas.microsoft.com/office/drawing/2014/main" id="{C6FFF793-9933-4F31-8E2F-F8DE0892B9B9}"/>
                  </a:ext>
                </a:extLst>
              </p:cNvPr>
              <p:cNvCxnSpPr>
                <a:cxnSpLocks/>
              </p:cNvCxnSpPr>
              <p:nvPr/>
            </p:nvCxnSpPr>
            <p:spPr>
              <a:xfrm>
                <a:off x="9503307" y="1042259"/>
                <a:ext cx="668774" cy="511062"/>
              </a:xfrm>
              <a:prstGeom prst="bentConnector3">
                <a:avLst>
                  <a:gd name="adj1" fmla="val 50000"/>
                </a:avLst>
              </a:prstGeom>
              <a:solidFill>
                <a:srgbClr val="3494BA"/>
              </a:solidFill>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 name="Connecteur : en angle 42">
                <a:extLst>
                  <a:ext uri="{FF2B5EF4-FFF2-40B4-BE49-F238E27FC236}">
                    <a16:creationId xmlns:a16="http://schemas.microsoft.com/office/drawing/2014/main" id="{31DDA121-50B2-4979-9979-D09F55895625}"/>
                  </a:ext>
                </a:extLst>
              </p:cNvPr>
              <p:cNvCxnSpPr>
                <a:cxnSpLocks/>
              </p:cNvCxnSpPr>
              <p:nvPr/>
            </p:nvCxnSpPr>
            <p:spPr>
              <a:xfrm flipV="1">
                <a:off x="9518229" y="1730944"/>
                <a:ext cx="509006" cy="365574"/>
              </a:xfrm>
              <a:prstGeom prst="bentConnector3">
                <a:avLst>
                  <a:gd name="adj1" fmla="val 50000"/>
                </a:avLst>
              </a:prstGeom>
              <a:ln w="19050">
                <a:solidFill>
                  <a:srgbClr val="EC7B2B"/>
                </a:solidFill>
                <a:prstDash val="sysDash"/>
              </a:ln>
            </p:spPr>
            <p:style>
              <a:lnRef idx="1">
                <a:schemeClr val="accent1"/>
              </a:lnRef>
              <a:fillRef idx="0">
                <a:schemeClr val="accent1"/>
              </a:fillRef>
              <a:effectRef idx="0">
                <a:schemeClr val="accent1"/>
              </a:effectRef>
              <a:fontRef idx="minor">
                <a:schemeClr val="tx1"/>
              </a:fontRef>
            </p:style>
          </p:cxnSp>
          <p:cxnSp>
            <p:nvCxnSpPr>
              <p:cNvPr id="46" name="Connecteur : en angle 45">
                <a:extLst>
                  <a:ext uri="{FF2B5EF4-FFF2-40B4-BE49-F238E27FC236}">
                    <a16:creationId xmlns:a16="http://schemas.microsoft.com/office/drawing/2014/main" id="{CC909CD3-0632-441C-B516-48B2F1381F86}"/>
                  </a:ext>
                </a:extLst>
              </p:cNvPr>
              <p:cNvCxnSpPr>
                <a:cxnSpLocks/>
              </p:cNvCxnSpPr>
              <p:nvPr/>
            </p:nvCxnSpPr>
            <p:spPr>
              <a:xfrm>
                <a:off x="10609951" y="1707850"/>
                <a:ext cx="553773" cy="493867"/>
              </a:xfrm>
              <a:prstGeom prst="bentConnector3">
                <a:avLst>
                  <a:gd name="adj1" fmla="val 50000"/>
                </a:avLst>
              </a:prstGeom>
              <a:solidFill>
                <a:srgbClr val="3494BA"/>
              </a:solidFill>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 name="Connecteur : en angle 46">
                <a:extLst>
                  <a:ext uri="{FF2B5EF4-FFF2-40B4-BE49-F238E27FC236}">
                    <a16:creationId xmlns:a16="http://schemas.microsoft.com/office/drawing/2014/main" id="{6E605378-5950-4EF6-8518-F25347A5B38C}"/>
                  </a:ext>
                </a:extLst>
              </p:cNvPr>
              <p:cNvCxnSpPr>
                <a:cxnSpLocks/>
              </p:cNvCxnSpPr>
              <p:nvPr/>
            </p:nvCxnSpPr>
            <p:spPr>
              <a:xfrm flipV="1">
                <a:off x="10627926" y="1253435"/>
                <a:ext cx="443834" cy="337267"/>
              </a:xfrm>
              <a:prstGeom prst="bentConnector3">
                <a:avLst>
                  <a:gd name="adj1" fmla="val 50000"/>
                </a:avLst>
              </a:prstGeom>
              <a:solidFill>
                <a:srgbClr val="3494BA"/>
              </a:solidFill>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B29E2646-411A-4642-960A-6A1AD0E9AD79}"/>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53" name="Graphique 52" descr="Internet avec un remplissage uni">
            <a:extLst>
              <a:ext uri="{FF2B5EF4-FFF2-40B4-BE49-F238E27FC236}">
                <a16:creationId xmlns:a16="http://schemas.microsoft.com/office/drawing/2014/main" id="{EC74C00B-0C27-4FF2-84E5-68A615D91C7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8648" b="17305"/>
          <a:stretch/>
        </p:blipFill>
        <p:spPr>
          <a:xfrm>
            <a:off x="8693166" y="791912"/>
            <a:ext cx="2277428" cy="1458647"/>
          </a:xfrm>
          <a:prstGeom prst="rect">
            <a:avLst/>
          </a:prstGeom>
        </p:spPr>
      </p:pic>
      <p:grpSp>
        <p:nvGrpSpPr>
          <p:cNvPr id="6" name="Groupe 5">
            <a:extLst>
              <a:ext uri="{FF2B5EF4-FFF2-40B4-BE49-F238E27FC236}">
                <a16:creationId xmlns:a16="http://schemas.microsoft.com/office/drawing/2014/main" id="{1E17233D-8ED9-45E8-BCA7-E08940B32065}"/>
              </a:ext>
            </a:extLst>
          </p:cNvPr>
          <p:cNvGrpSpPr/>
          <p:nvPr/>
        </p:nvGrpSpPr>
        <p:grpSpPr>
          <a:xfrm>
            <a:off x="7767381" y="4136608"/>
            <a:ext cx="2895589" cy="1250444"/>
            <a:chOff x="6236516" y="803650"/>
            <a:chExt cx="5629794" cy="2431196"/>
          </a:xfrm>
          <a:solidFill>
            <a:srgbClr val="3494BA"/>
          </a:solidFill>
        </p:grpSpPr>
        <p:pic>
          <p:nvPicPr>
            <p:cNvPr id="54" name="Graphique 53" descr="Personne confuse avec un remplissage uni">
              <a:extLst>
                <a:ext uri="{FF2B5EF4-FFF2-40B4-BE49-F238E27FC236}">
                  <a16:creationId xmlns:a16="http://schemas.microsoft.com/office/drawing/2014/main" id="{A2721F9F-9311-4C59-B645-2B51A0D566C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236516" y="1064939"/>
              <a:ext cx="2068355" cy="2068355"/>
            </a:xfrm>
            <a:prstGeom prst="rect">
              <a:avLst/>
            </a:prstGeom>
          </p:spPr>
        </p:pic>
        <p:pic>
          <p:nvPicPr>
            <p:cNvPr id="55" name="Graphique 54" descr="Personne confuse avec un remplissage uni">
              <a:extLst>
                <a:ext uri="{FF2B5EF4-FFF2-40B4-BE49-F238E27FC236}">
                  <a16:creationId xmlns:a16="http://schemas.microsoft.com/office/drawing/2014/main" id="{94FD8780-6742-4BC5-B91B-6B2931E1171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797955" y="1166491"/>
              <a:ext cx="2068355" cy="2068355"/>
            </a:xfrm>
            <a:prstGeom prst="rect">
              <a:avLst/>
            </a:prstGeom>
          </p:spPr>
        </p:pic>
        <p:pic>
          <p:nvPicPr>
            <p:cNvPr id="56" name="Graphique 55" descr="Diplôme roulé avec un remplissage uni">
              <a:extLst>
                <a:ext uri="{FF2B5EF4-FFF2-40B4-BE49-F238E27FC236}">
                  <a16:creationId xmlns:a16="http://schemas.microsoft.com/office/drawing/2014/main" id="{7880C991-395E-468D-A6BF-E76F24879EC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783391" y="1529331"/>
              <a:ext cx="914400" cy="914400"/>
            </a:xfrm>
            <a:prstGeom prst="rect">
              <a:avLst/>
            </a:prstGeom>
          </p:spPr>
        </p:pic>
        <p:pic>
          <p:nvPicPr>
            <p:cNvPr id="57" name="Graphique 56" descr="Toque d'étudiant avec un remplissage uni">
              <a:extLst>
                <a:ext uri="{FF2B5EF4-FFF2-40B4-BE49-F238E27FC236}">
                  <a16:creationId xmlns:a16="http://schemas.microsoft.com/office/drawing/2014/main" id="{8EF07606-D87A-4D42-A7A8-C0AC85F5F5C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469292" y="803650"/>
              <a:ext cx="725681" cy="725681"/>
            </a:xfrm>
            <a:prstGeom prst="rect">
              <a:avLst/>
            </a:prstGeom>
          </p:spPr>
        </p:pic>
        <p:sp>
          <p:nvSpPr>
            <p:cNvPr id="58" name="Flèche : droite 57">
              <a:extLst>
                <a:ext uri="{FF2B5EF4-FFF2-40B4-BE49-F238E27FC236}">
                  <a16:creationId xmlns:a16="http://schemas.microsoft.com/office/drawing/2014/main" id="{930A805D-53B9-4F76-AAA0-C5AB12520671}"/>
                </a:ext>
              </a:extLst>
            </p:cNvPr>
            <p:cNvSpPr/>
            <p:nvPr/>
          </p:nvSpPr>
          <p:spPr>
            <a:xfrm>
              <a:off x="8068891" y="1413285"/>
              <a:ext cx="1750835" cy="725681"/>
            </a:xfrm>
            <a:prstGeom prst="rightArrow">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3399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2D6137E2-2199-4EE6-AEF8-9B64A2854B50}"/>
              </a:ext>
            </a:extLst>
          </p:cNvPr>
          <p:cNvGrpSpPr/>
          <p:nvPr/>
        </p:nvGrpSpPr>
        <p:grpSpPr>
          <a:xfrm>
            <a:off x="1765043" y="438138"/>
            <a:ext cx="2735732" cy="2853620"/>
            <a:chOff x="1779118" y="1041004"/>
            <a:chExt cx="2100481" cy="2190995"/>
          </a:xfrm>
        </p:grpSpPr>
        <p:pic>
          <p:nvPicPr>
            <p:cNvPr id="40" name="Graphique 39" descr="Globe terrestre : Europe et Afrique avec un remplissage uni">
              <a:extLst>
                <a:ext uri="{FF2B5EF4-FFF2-40B4-BE49-F238E27FC236}">
                  <a16:creationId xmlns:a16="http://schemas.microsoft.com/office/drawing/2014/main" id="{D22896FE-1650-4A69-B6B4-B5CEDBAF0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3989" y="1041004"/>
              <a:ext cx="1549486" cy="1549486"/>
            </a:xfrm>
            <a:prstGeom prst="rect">
              <a:avLst/>
            </a:prstGeom>
          </p:spPr>
        </p:pic>
        <p:pic>
          <p:nvPicPr>
            <p:cNvPr id="41" name="Graphique 40" descr="Main ouverte avec un remplissage uni">
              <a:extLst>
                <a:ext uri="{FF2B5EF4-FFF2-40B4-BE49-F238E27FC236}">
                  <a16:creationId xmlns:a16="http://schemas.microsoft.com/office/drawing/2014/main" id="{4A8E1A04-3E03-408F-B698-ACB98D5E957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1779118" y="1682512"/>
              <a:ext cx="2100481" cy="1549487"/>
            </a:xfrm>
            <a:prstGeom prst="rect">
              <a:avLst/>
            </a:prstGeom>
          </p:spPr>
        </p:pic>
      </p:grpSp>
      <p:pic>
        <p:nvPicPr>
          <p:cNvPr id="44" name="Graphique 43" descr="Main ouverte avec un remplissage uni">
            <a:extLst>
              <a:ext uri="{FF2B5EF4-FFF2-40B4-BE49-F238E27FC236}">
                <a16:creationId xmlns:a16="http://schemas.microsoft.com/office/drawing/2014/main" id="{3A510BF1-9784-4263-9A00-8B0F796F1A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7691225" y="1197458"/>
            <a:ext cx="2735732" cy="2018100"/>
          </a:xfrm>
          <a:prstGeom prst="rect">
            <a:avLst/>
          </a:prstGeom>
        </p:spPr>
      </p:pic>
      <p:pic>
        <p:nvPicPr>
          <p:cNvPr id="5" name="Graphique 4" descr="Tendance à la hausse avec un remplissage uni">
            <a:extLst>
              <a:ext uri="{FF2B5EF4-FFF2-40B4-BE49-F238E27FC236}">
                <a16:creationId xmlns:a16="http://schemas.microsoft.com/office/drawing/2014/main" id="{D059A1DB-FB83-45C6-958C-B380A242939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2020"/>
          <a:stretch/>
        </p:blipFill>
        <p:spPr>
          <a:xfrm>
            <a:off x="7954464" y="636830"/>
            <a:ext cx="2128703" cy="1872849"/>
          </a:xfrm>
          <a:prstGeom prst="rect">
            <a:avLst/>
          </a:prstGeom>
        </p:spPr>
      </p:pic>
      <p:pic>
        <p:nvPicPr>
          <p:cNvPr id="45" name="Graphique 44" descr="Réussite du groupe avec un remplissage uni">
            <a:extLst>
              <a:ext uri="{FF2B5EF4-FFF2-40B4-BE49-F238E27FC236}">
                <a16:creationId xmlns:a16="http://schemas.microsoft.com/office/drawing/2014/main" id="{D5296430-FC71-4263-81CB-A8C6F899829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2427"/>
          <a:stretch/>
        </p:blipFill>
        <p:spPr>
          <a:xfrm>
            <a:off x="8353852" y="204974"/>
            <a:ext cx="1575860" cy="749681"/>
          </a:xfrm>
          <a:prstGeom prst="rect">
            <a:avLst/>
          </a:prstGeom>
        </p:spPr>
      </p:pic>
      <p:pic>
        <p:nvPicPr>
          <p:cNvPr id="59" name="Graphique 58" descr="Calendrier mensuel contour">
            <a:extLst>
              <a:ext uri="{FF2B5EF4-FFF2-40B4-BE49-F238E27FC236}">
                <a16:creationId xmlns:a16="http://schemas.microsoft.com/office/drawing/2014/main" id="{BFF78BCF-1E6B-409B-AF13-21F9FA52EF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75179" y="3680340"/>
            <a:ext cx="2822448" cy="2822448"/>
          </a:xfrm>
          <a:prstGeom prst="rect">
            <a:avLst/>
          </a:prstGeom>
        </p:spPr>
      </p:pic>
      <p:pic>
        <p:nvPicPr>
          <p:cNvPr id="61" name="Graphique 60" descr="Coche avec un remplissage uni">
            <a:extLst>
              <a:ext uri="{FF2B5EF4-FFF2-40B4-BE49-F238E27FC236}">
                <a16:creationId xmlns:a16="http://schemas.microsoft.com/office/drawing/2014/main" id="{A271A2C5-5962-4C6A-8DCA-151D3C3B15F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49342" y="4532126"/>
            <a:ext cx="356615" cy="356615"/>
          </a:xfrm>
          <a:prstGeom prst="rect">
            <a:avLst/>
          </a:prstGeom>
        </p:spPr>
      </p:pic>
      <p:pic>
        <p:nvPicPr>
          <p:cNvPr id="62" name="Graphique 61" descr="Coche avec un remplissage uni">
            <a:extLst>
              <a:ext uri="{FF2B5EF4-FFF2-40B4-BE49-F238E27FC236}">
                <a16:creationId xmlns:a16="http://schemas.microsoft.com/office/drawing/2014/main" id="{9163ADC7-2148-4696-80F9-DB6DC2BEEE3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8095" y="4532126"/>
            <a:ext cx="356615" cy="356615"/>
          </a:xfrm>
          <a:prstGeom prst="rect">
            <a:avLst/>
          </a:prstGeom>
        </p:spPr>
      </p:pic>
      <p:pic>
        <p:nvPicPr>
          <p:cNvPr id="63" name="Graphique 62" descr="Coche avec un remplissage uni">
            <a:extLst>
              <a:ext uri="{FF2B5EF4-FFF2-40B4-BE49-F238E27FC236}">
                <a16:creationId xmlns:a16="http://schemas.microsoft.com/office/drawing/2014/main" id="{049EF5FE-7FC7-4219-B174-61CC6CC132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108132" y="4532126"/>
            <a:ext cx="356615" cy="356615"/>
          </a:xfrm>
          <a:prstGeom prst="rect">
            <a:avLst/>
          </a:prstGeom>
        </p:spPr>
      </p:pic>
      <p:pic>
        <p:nvPicPr>
          <p:cNvPr id="64" name="Graphique 63" descr="Coche avec un remplissage uni">
            <a:extLst>
              <a:ext uri="{FF2B5EF4-FFF2-40B4-BE49-F238E27FC236}">
                <a16:creationId xmlns:a16="http://schemas.microsoft.com/office/drawing/2014/main" id="{96616363-A787-4B58-B214-DACBD4F928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00982" y="4532125"/>
            <a:ext cx="356615" cy="356615"/>
          </a:xfrm>
          <a:prstGeom prst="rect">
            <a:avLst/>
          </a:prstGeom>
        </p:spPr>
      </p:pic>
      <p:pic>
        <p:nvPicPr>
          <p:cNvPr id="65" name="Graphique 64" descr="Coche avec un remplissage uni">
            <a:extLst>
              <a:ext uri="{FF2B5EF4-FFF2-40B4-BE49-F238E27FC236}">
                <a16:creationId xmlns:a16="http://schemas.microsoft.com/office/drawing/2014/main" id="{9E33C4F6-52C6-4450-97A2-27DF37ABBB6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56492" y="4888740"/>
            <a:ext cx="356615" cy="356615"/>
          </a:xfrm>
          <a:prstGeom prst="rect">
            <a:avLst/>
          </a:prstGeom>
        </p:spPr>
      </p:pic>
      <p:pic>
        <p:nvPicPr>
          <p:cNvPr id="66" name="Graphique 65" descr="Coche avec un remplissage uni">
            <a:extLst>
              <a:ext uri="{FF2B5EF4-FFF2-40B4-BE49-F238E27FC236}">
                <a16:creationId xmlns:a16="http://schemas.microsoft.com/office/drawing/2014/main" id="{A48A6FF2-1E65-49D2-A781-748AC51C684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15245" y="4888740"/>
            <a:ext cx="356615" cy="356615"/>
          </a:xfrm>
          <a:prstGeom prst="rect">
            <a:avLst/>
          </a:prstGeom>
        </p:spPr>
      </p:pic>
      <p:pic>
        <p:nvPicPr>
          <p:cNvPr id="67" name="Graphique 66" descr="Coche avec un remplissage uni">
            <a:extLst>
              <a:ext uri="{FF2B5EF4-FFF2-40B4-BE49-F238E27FC236}">
                <a16:creationId xmlns:a16="http://schemas.microsoft.com/office/drawing/2014/main" id="{C03E3445-9E05-4096-A3B6-EDC80ADAACE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15282" y="4888740"/>
            <a:ext cx="356615" cy="356615"/>
          </a:xfrm>
          <a:prstGeom prst="rect">
            <a:avLst/>
          </a:prstGeom>
        </p:spPr>
      </p:pic>
      <p:pic>
        <p:nvPicPr>
          <p:cNvPr id="68" name="Graphique 67" descr="Coche avec un remplissage uni">
            <a:extLst>
              <a:ext uri="{FF2B5EF4-FFF2-40B4-BE49-F238E27FC236}">
                <a16:creationId xmlns:a16="http://schemas.microsoft.com/office/drawing/2014/main" id="{3CBF32C5-A251-46FB-89D0-C945DBE10B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108132" y="4888739"/>
            <a:ext cx="356615" cy="356615"/>
          </a:xfrm>
          <a:prstGeom prst="rect">
            <a:avLst/>
          </a:prstGeom>
        </p:spPr>
      </p:pic>
      <p:pic>
        <p:nvPicPr>
          <p:cNvPr id="69" name="Graphique 68" descr="Coche avec un remplissage uni">
            <a:extLst>
              <a:ext uri="{FF2B5EF4-FFF2-40B4-BE49-F238E27FC236}">
                <a16:creationId xmlns:a16="http://schemas.microsoft.com/office/drawing/2014/main" id="{A93258E1-4C0D-4B8F-B4D2-05605F99B0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56492" y="5145599"/>
            <a:ext cx="356615" cy="356615"/>
          </a:xfrm>
          <a:prstGeom prst="rect">
            <a:avLst/>
          </a:prstGeom>
        </p:spPr>
      </p:pic>
      <p:pic>
        <p:nvPicPr>
          <p:cNvPr id="70" name="Graphique 69" descr="Coche avec un remplissage uni">
            <a:extLst>
              <a:ext uri="{FF2B5EF4-FFF2-40B4-BE49-F238E27FC236}">
                <a16:creationId xmlns:a16="http://schemas.microsoft.com/office/drawing/2014/main" id="{76AA04FE-0C78-47AD-A813-933ABCE453E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15245" y="5145599"/>
            <a:ext cx="356615" cy="356615"/>
          </a:xfrm>
          <a:prstGeom prst="rect">
            <a:avLst/>
          </a:prstGeom>
        </p:spPr>
      </p:pic>
      <p:pic>
        <p:nvPicPr>
          <p:cNvPr id="71" name="Graphique 70" descr="Coche avec un remplissage uni">
            <a:extLst>
              <a:ext uri="{FF2B5EF4-FFF2-40B4-BE49-F238E27FC236}">
                <a16:creationId xmlns:a16="http://schemas.microsoft.com/office/drawing/2014/main" id="{E7E23CD7-9544-472D-920D-84DF6EB6EA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15282" y="5145599"/>
            <a:ext cx="356615" cy="356615"/>
          </a:xfrm>
          <a:prstGeom prst="rect">
            <a:avLst/>
          </a:prstGeom>
        </p:spPr>
      </p:pic>
      <p:pic>
        <p:nvPicPr>
          <p:cNvPr id="72" name="Graphique 71" descr="Coche avec un remplissage uni">
            <a:extLst>
              <a:ext uri="{FF2B5EF4-FFF2-40B4-BE49-F238E27FC236}">
                <a16:creationId xmlns:a16="http://schemas.microsoft.com/office/drawing/2014/main" id="{2162AA42-647B-44CD-A1B0-B4BEE3D33A3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50424" y="4846037"/>
            <a:ext cx="356615" cy="356615"/>
          </a:xfrm>
          <a:prstGeom prst="rect">
            <a:avLst/>
          </a:prstGeom>
        </p:spPr>
      </p:pic>
      <p:pic>
        <p:nvPicPr>
          <p:cNvPr id="8" name="Graphique 7" descr="Héros avec un remplissage uni">
            <a:extLst>
              <a:ext uri="{FF2B5EF4-FFF2-40B4-BE49-F238E27FC236}">
                <a16:creationId xmlns:a16="http://schemas.microsoft.com/office/drawing/2014/main" id="{163DAE50-69FD-440C-A65F-2DEB82206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278720">
            <a:off x="675346" y="4400878"/>
            <a:ext cx="1539988" cy="1539988"/>
          </a:xfrm>
          <a:prstGeom prst="rect">
            <a:avLst/>
          </a:prstGeom>
        </p:spPr>
      </p:pic>
      <p:pic>
        <p:nvPicPr>
          <p:cNvPr id="73" name="Graphique 72" descr="Héros avec un remplissage uni">
            <a:extLst>
              <a:ext uri="{FF2B5EF4-FFF2-40B4-BE49-F238E27FC236}">
                <a16:creationId xmlns:a16="http://schemas.microsoft.com/office/drawing/2014/main" id="{72BE45C1-D309-4996-B2B6-7C42AFEBF79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278720">
            <a:off x="9844016" y="4118745"/>
            <a:ext cx="1539988" cy="1539988"/>
          </a:xfrm>
          <a:prstGeom prst="rect">
            <a:avLst/>
          </a:prstGeom>
        </p:spPr>
      </p:pic>
      <p:pic>
        <p:nvPicPr>
          <p:cNvPr id="74" name="Graphique 73" descr="Calendrier mensuel contour">
            <a:extLst>
              <a:ext uri="{FF2B5EF4-FFF2-40B4-BE49-F238E27FC236}">
                <a16:creationId xmlns:a16="http://schemas.microsoft.com/office/drawing/2014/main" id="{21E9B2B0-A781-41AA-8E8F-1220E56645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96204" y="3692818"/>
            <a:ext cx="2822448" cy="2822448"/>
          </a:xfrm>
          <a:prstGeom prst="rect">
            <a:avLst/>
          </a:prstGeom>
        </p:spPr>
      </p:pic>
      <p:pic>
        <p:nvPicPr>
          <p:cNvPr id="76" name="Graphique 75" descr="Coche avec un remplissage uni">
            <a:extLst>
              <a:ext uri="{FF2B5EF4-FFF2-40B4-BE49-F238E27FC236}">
                <a16:creationId xmlns:a16="http://schemas.microsoft.com/office/drawing/2014/main" id="{D47AB8E9-A7B2-40CB-A6D1-24EC78CFE23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70367" y="4544604"/>
            <a:ext cx="356615" cy="356615"/>
          </a:xfrm>
          <a:prstGeom prst="rect">
            <a:avLst/>
          </a:prstGeom>
        </p:spPr>
      </p:pic>
      <p:pic>
        <p:nvPicPr>
          <p:cNvPr id="77" name="Graphique 76" descr="Coche avec un remplissage uni">
            <a:extLst>
              <a:ext uri="{FF2B5EF4-FFF2-40B4-BE49-F238E27FC236}">
                <a16:creationId xmlns:a16="http://schemas.microsoft.com/office/drawing/2014/main" id="{F59912C1-268E-4DB2-94A9-53CB6589FB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9120" y="4544604"/>
            <a:ext cx="356615" cy="356615"/>
          </a:xfrm>
          <a:prstGeom prst="rect">
            <a:avLst/>
          </a:prstGeom>
        </p:spPr>
      </p:pic>
      <p:pic>
        <p:nvPicPr>
          <p:cNvPr id="78" name="Graphique 77" descr="Coche avec un remplissage uni">
            <a:extLst>
              <a:ext uri="{FF2B5EF4-FFF2-40B4-BE49-F238E27FC236}">
                <a16:creationId xmlns:a16="http://schemas.microsoft.com/office/drawing/2014/main" id="{7F6B90AF-1E31-46A6-9676-E1C5E4EACEE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29157" y="4544604"/>
            <a:ext cx="356615" cy="356615"/>
          </a:xfrm>
          <a:prstGeom prst="rect">
            <a:avLst/>
          </a:prstGeom>
        </p:spPr>
      </p:pic>
      <p:pic>
        <p:nvPicPr>
          <p:cNvPr id="79" name="Graphique 78" descr="Coche avec un remplissage uni">
            <a:extLst>
              <a:ext uri="{FF2B5EF4-FFF2-40B4-BE49-F238E27FC236}">
                <a16:creationId xmlns:a16="http://schemas.microsoft.com/office/drawing/2014/main" id="{0E84FA87-7712-4D4E-AC32-4AB007AA82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22007" y="4544603"/>
            <a:ext cx="356615" cy="356615"/>
          </a:xfrm>
          <a:prstGeom prst="rect">
            <a:avLst/>
          </a:prstGeom>
        </p:spPr>
      </p:pic>
      <p:pic>
        <p:nvPicPr>
          <p:cNvPr id="80" name="Graphique 79" descr="Coche avec un remplissage uni">
            <a:extLst>
              <a:ext uri="{FF2B5EF4-FFF2-40B4-BE49-F238E27FC236}">
                <a16:creationId xmlns:a16="http://schemas.microsoft.com/office/drawing/2014/main" id="{06BA145C-910A-4388-9012-0A9A80240E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77517" y="4901218"/>
            <a:ext cx="356615" cy="356615"/>
          </a:xfrm>
          <a:prstGeom prst="rect">
            <a:avLst/>
          </a:prstGeom>
        </p:spPr>
      </p:pic>
      <p:pic>
        <p:nvPicPr>
          <p:cNvPr id="81" name="Graphique 80" descr="Coche avec un remplissage uni">
            <a:extLst>
              <a:ext uri="{FF2B5EF4-FFF2-40B4-BE49-F238E27FC236}">
                <a16:creationId xmlns:a16="http://schemas.microsoft.com/office/drawing/2014/main" id="{4BF8B24F-6A16-469E-A5C5-CF6DCA7242D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36270" y="4901218"/>
            <a:ext cx="356615" cy="356615"/>
          </a:xfrm>
          <a:prstGeom prst="rect">
            <a:avLst/>
          </a:prstGeom>
        </p:spPr>
      </p:pic>
      <p:pic>
        <p:nvPicPr>
          <p:cNvPr id="82" name="Graphique 81" descr="Coche avec un remplissage uni">
            <a:extLst>
              <a:ext uri="{FF2B5EF4-FFF2-40B4-BE49-F238E27FC236}">
                <a16:creationId xmlns:a16="http://schemas.microsoft.com/office/drawing/2014/main" id="{651B5034-7B2D-4990-AA87-B9CAB003A0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36307" y="4901218"/>
            <a:ext cx="356615" cy="356615"/>
          </a:xfrm>
          <a:prstGeom prst="rect">
            <a:avLst/>
          </a:prstGeom>
        </p:spPr>
      </p:pic>
      <p:pic>
        <p:nvPicPr>
          <p:cNvPr id="83" name="Graphique 82" descr="Coche avec un remplissage uni">
            <a:extLst>
              <a:ext uri="{FF2B5EF4-FFF2-40B4-BE49-F238E27FC236}">
                <a16:creationId xmlns:a16="http://schemas.microsoft.com/office/drawing/2014/main" id="{C0DB4507-8F5E-4015-9A03-5494963133A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29157" y="4901217"/>
            <a:ext cx="356615" cy="356615"/>
          </a:xfrm>
          <a:prstGeom prst="rect">
            <a:avLst/>
          </a:prstGeom>
        </p:spPr>
      </p:pic>
      <p:pic>
        <p:nvPicPr>
          <p:cNvPr id="84" name="Graphique 83" descr="Coche avec un remplissage uni">
            <a:extLst>
              <a:ext uri="{FF2B5EF4-FFF2-40B4-BE49-F238E27FC236}">
                <a16:creationId xmlns:a16="http://schemas.microsoft.com/office/drawing/2014/main" id="{97147573-3291-4220-A7DC-F5EAB06962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77517" y="5158077"/>
            <a:ext cx="356615" cy="356615"/>
          </a:xfrm>
          <a:prstGeom prst="rect">
            <a:avLst/>
          </a:prstGeom>
        </p:spPr>
      </p:pic>
      <p:pic>
        <p:nvPicPr>
          <p:cNvPr id="85" name="Graphique 84" descr="Coche avec un remplissage uni">
            <a:extLst>
              <a:ext uri="{FF2B5EF4-FFF2-40B4-BE49-F238E27FC236}">
                <a16:creationId xmlns:a16="http://schemas.microsoft.com/office/drawing/2014/main" id="{DD6689E9-9189-4869-B8F1-6D6AC9916C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36270" y="5158077"/>
            <a:ext cx="356615" cy="356615"/>
          </a:xfrm>
          <a:prstGeom prst="rect">
            <a:avLst/>
          </a:prstGeom>
        </p:spPr>
      </p:pic>
      <p:pic>
        <p:nvPicPr>
          <p:cNvPr id="86" name="Graphique 85" descr="Coche avec un remplissage uni">
            <a:extLst>
              <a:ext uri="{FF2B5EF4-FFF2-40B4-BE49-F238E27FC236}">
                <a16:creationId xmlns:a16="http://schemas.microsoft.com/office/drawing/2014/main" id="{558D8A2C-69EA-45DB-9F8A-4955117071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36307" y="5158077"/>
            <a:ext cx="356615" cy="356615"/>
          </a:xfrm>
          <a:prstGeom prst="rect">
            <a:avLst/>
          </a:prstGeom>
        </p:spPr>
      </p:pic>
      <p:pic>
        <p:nvPicPr>
          <p:cNvPr id="87" name="Graphique 86" descr="Coche avec un remplissage uni">
            <a:extLst>
              <a:ext uri="{FF2B5EF4-FFF2-40B4-BE49-F238E27FC236}">
                <a16:creationId xmlns:a16="http://schemas.microsoft.com/office/drawing/2014/main" id="{982866A6-625F-4F6D-B29C-8355485908E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71449" y="4858515"/>
            <a:ext cx="356615" cy="356615"/>
          </a:xfrm>
          <a:prstGeom prst="rect">
            <a:avLst/>
          </a:prstGeom>
        </p:spPr>
      </p:pic>
      <p:cxnSp>
        <p:nvCxnSpPr>
          <p:cNvPr id="10" name="Connecteur droit 9">
            <a:extLst>
              <a:ext uri="{FF2B5EF4-FFF2-40B4-BE49-F238E27FC236}">
                <a16:creationId xmlns:a16="http://schemas.microsoft.com/office/drawing/2014/main" id="{9389F77F-07E9-4439-A970-B4DFCC2496AF}"/>
              </a:ext>
            </a:extLst>
          </p:cNvPr>
          <p:cNvCxnSpPr/>
          <p:nvPr/>
        </p:nvCxnSpPr>
        <p:spPr>
          <a:xfrm>
            <a:off x="8772525" y="4314825"/>
            <a:ext cx="1743075" cy="53121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8" name="Connecteur droit 87">
            <a:extLst>
              <a:ext uri="{FF2B5EF4-FFF2-40B4-BE49-F238E27FC236}">
                <a16:creationId xmlns:a16="http://schemas.microsoft.com/office/drawing/2014/main" id="{38199BB1-9F24-4930-82B0-4E5F198664F9}"/>
              </a:ext>
            </a:extLst>
          </p:cNvPr>
          <p:cNvCxnSpPr>
            <a:cxnSpLocks/>
          </p:cNvCxnSpPr>
          <p:nvPr/>
        </p:nvCxnSpPr>
        <p:spPr>
          <a:xfrm flipV="1">
            <a:off x="8745282" y="4846037"/>
            <a:ext cx="1743075" cy="834614"/>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726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Héros avec un remplissage uni">
            <a:extLst>
              <a:ext uri="{FF2B5EF4-FFF2-40B4-BE49-F238E27FC236}">
                <a16:creationId xmlns:a16="http://schemas.microsoft.com/office/drawing/2014/main" id="{163DAE50-69FD-440C-A65F-2DEB82206C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278720">
            <a:off x="796891" y="1658935"/>
            <a:ext cx="1539988" cy="1539988"/>
          </a:xfrm>
          <a:prstGeom prst="rect">
            <a:avLst/>
          </a:prstGeom>
        </p:spPr>
      </p:pic>
      <p:pic>
        <p:nvPicPr>
          <p:cNvPr id="47" name="Graphique 46" descr="Pièces de puzzle avec un remplissage uni">
            <a:extLst>
              <a:ext uri="{FF2B5EF4-FFF2-40B4-BE49-F238E27FC236}">
                <a16:creationId xmlns:a16="http://schemas.microsoft.com/office/drawing/2014/main" id="{9FD39C42-A016-412F-9EF0-4787ACC514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80280" y="938080"/>
            <a:ext cx="1021443" cy="1021443"/>
          </a:xfrm>
          <a:prstGeom prst="rect">
            <a:avLst/>
          </a:prstGeom>
        </p:spPr>
      </p:pic>
      <p:pic>
        <p:nvPicPr>
          <p:cNvPr id="48" name="Graphique 47" descr="Personne avec une idée avec un remplissage uni">
            <a:extLst>
              <a:ext uri="{FF2B5EF4-FFF2-40B4-BE49-F238E27FC236}">
                <a16:creationId xmlns:a16="http://schemas.microsoft.com/office/drawing/2014/main" id="{95DF110A-6C92-4960-B3D9-876642D661A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66885" y="333388"/>
            <a:ext cx="1021443" cy="1021443"/>
          </a:xfrm>
          <a:prstGeom prst="rect">
            <a:avLst/>
          </a:prstGeom>
        </p:spPr>
      </p:pic>
      <p:pic>
        <p:nvPicPr>
          <p:cNvPr id="49" name="Graphique 48" descr="Personne avec une idée avec un remplissage uni">
            <a:extLst>
              <a:ext uri="{FF2B5EF4-FFF2-40B4-BE49-F238E27FC236}">
                <a16:creationId xmlns:a16="http://schemas.microsoft.com/office/drawing/2014/main" id="{4BD0F3CF-D321-4C51-B8AA-4E51F42A0A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4063351" y="333388"/>
            <a:ext cx="1021443" cy="1021443"/>
          </a:xfrm>
          <a:prstGeom prst="rect">
            <a:avLst/>
          </a:prstGeom>
        </p:spPr>
      </p:pic>
      <p:pic>
        <p:nvPicPr>
          <p:cNvPr id="50" name="Graphique 49" descr="Personne avec une idée avec un remplissage uni">
            <a:extLst>
              <a:ext uri="{FF2B5EF4-FFF2-40B4-BE49-F238E27FC236}">
                <a16:creationId xmlns:a16="http://schemas.microsoft.com/office/drawing/2014/main" id="{C4EACA3A-ED99-4C43-9780-5CE930C375F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4165503" y="1465598"/>
            <a:ext cx="1021443" cy="1021443"/>
          </a:xfrm>
          <a:prstGeom prst="rect">
            <a:avLst/>
          </a:prstGeom>
        </p:spPr>
      </p:pic>
      <p:sp>
        <p:nvSpPr>
          <p:cNvPr id="51" name="Flèche : droite 50">
            <a:extLst>
              <a:ext uri="{FF2B5EF4-FFF2-40B4-BE49-F238E27FC236}">
                <a16:creationId xmlns:a16="http://schemas.microsoft.com/office/drawing/2014/main" id="{DE0569DC-881A-4D20-8682-A94200C721CB}"/>
              </a:ext>
            </a:extLst>
          </p:cNvPr>
          <p:cNvSpPr/>
          <p:nvPr/>
        </p:nvSpPr>
        <p:spPr>
          <a:xfrm rot="2206194">
            <a:off x="2508709" y="905037"/>
            <a:ext cx="370998" cy="3579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FE104E97-209A-413C-84F2-1F70C1AD1A23}"/>
              </a:ext>
            </a:extLst>
          </p:cNvPr>
          <p:cNvSpPr/>
          <p:nvPr/>
        </p:nvSpPr>
        <p:spPr>
          <a:xfrm rot="12821513">
            <a:off x="3828481" y="1735829"/>
            <a:ext cx="370998" cy="3579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èche : droite 52">
            <a:extLst>
              <a:ext uri="{FF2B5EF4-FFF2-40B4-BE49-F238E27FC236}">
                <a16:creationId xmlns:a16="http://schemas.microsoft.com/office/drawing/2014/main" id="{6E2DF98F-ABEF-46C1-BD00-857881043CC1}"/>
              </a:ext>
            </a:extLst>
          </p:cNvPr>
          <p:cNvSpPr/>
          <p:nvPr/>
        </p:nvSpPr>
        <p:spPr>
          <a:xfrm rot="8309331">
            <a:off x="3780097" y="905038"/>
            <a:ext cx="370998" cy="3579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èche : droite 53">
            <a:extLst>
              <a:ext uri="{FF2B5EF4-FFF2-40B4-BE49-F238E27FC236}">
                <a16:creationId xmlns:a16="http://schemas.microsoft.com/office/drawing/2014/main" id="{B46AF7FC-43ED-4A54-89D0-3AEC5AAA8567}"/>
              </a:ext>
            </a:extLst>
          </p:cNvPr>
          <p:cNvSpPr/>
          <p:nvPr/>
        </p:nvSpPr>
        <p:spPr>
          <a:xfrm rot="19228309">
            <a:off x="2508710" y="1767696"/>
            <a:ext cx="370998" cy="357932"/>
          </a:xfrm>
          <a:prstGeom prst="right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095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Label avec un remplissage uni">
            <a:extLst>
              <a:ext uri="{FF2B5EF4-FFF2-40B4-BE49-F238E27FC236}">
                <a16:creationId xmlns:a16="http://schemas.microsoft.com/office/drawing/2014/main" id="{34A8E43A-4513-4060-BC53-1D8D73AA65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3307" y="530439"/>
            <a:ext cx="2195699" cy="2195699"/>
          </a:xfrm>
          <a:prstGeom prst="rect">
            <a:avLst/>
          </a:prstGeom>
        </p:spPr>
      </p:pic>
      <p:sp>
        <p:nvSpPr>
          <p:cNvPr id="11" name="Explosion : 8 points 10">
            <a:extLst>
              <a:ext uri="{FF2B5EF4-FFF2-40B4-BE49-F238E27FC236}">
                <a16:creationId xmlns:a16="http://schemas.microsoft.com/office/drawing/2014/main" id="{01E17224-C0BB-4255-9317-328F921F2E70}"/>
              </a:ext>
            </a:extLst>
          </p:cNvPr>
          <p:cNvSpPr/>
          <p:nvPr/>
        </p:nvSpPr>
        <p:spPr>
          <a:xfrm>
            <a:off x="8571389" y="1169367"/>
            <a:ext cx="2618913" cy="1951874"/>
          </a:xfrm>
          <a:prstGeom prst="irregularSeal1">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Cadeau avec un remplissage uni">
            <a:extLst>
              <a:ext uri="{FF2B5EF4-FFF2-40B4-BE49-F238E27FC236}">
                <a16:creationId xmlns:a16="http://schemas.microsoft.com/office/drawing/2014/main" id="{8A8AA4A8-147F-49BA-85F3-123EE5F13B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3460" y="4105106"/>
            <a:ext cx="2175475" cy="2175475"/>
          </a:xfrm>
          <a:prstGeom prst="rect">
            <a:avLst/>
          </a:prstGeom>
        </p:spPr>
      </p:pic>
      <p:pic>
        <p:nvPicPr>
          <p:cNvPr id="16" name="Graphique 15" descr="Coffre au trésor avec un remplissage uni">
            <a:extLst>
              <a:ext uri="{FF2B5EF4-FFF2-40B4-BE49-F238E27FC236}">
                <a16:creationId xmlns:a16="http://schemas.microsoft.com/office/drawing/2014/main" id="{16A9BD6D-DB11-4BE5-8885-5F87B4A8374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6829" y="445178"/>
            <a:ext cx="914400" cy="914400"/>
          </a:xfrm>
          <a:prstGeom prst="rect">
            <a:avLst/>
          </a:prstGeom>
        </p:spPr>
      </p:pic>
      <p:pic>
        <p:nvPicPr>
          <p:cNvPr id="28" name="Graphique 27" descr="Coffre au trésor avec un remplissage uni">
            <a:extLst>
              <a:ext uri="{FF2B5EF4-FFF2-40B4-BE49-F238E27FC236}">
                <a16:creationId xmlns:a16="http://schemas.microsoft.com/office/drawing/2014/main" id="{F7295C83-1E39-4474-8BE5-9E42A4E9166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6892" y="445178"/>
            <a:ext cx="914400" cy="914400"/>
          </a:xfrm>
          <a:prstGeom prst="rect">
            <a:avLst/>
          </a:prstGeom>
        </p:spPr>
      </p:pic>
      <p:pic>
        <p:nvPicPr>
          <p:cNvPr id="29" name="Graphique 28" descr="Coffre au trésor avec un remplissage uni">
            <a:extLst>
              <a:ext uri="{FF2B5EF4-FFF2-40B4-BE49-F238E27FC236}">
                <a16:creationId xmlns:a16="http://schemas.microsoft.com/office/drawing/2014/main" id="{F263746A-0CCB-4BAE-B6B0-16E5479C574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6892" y="3874550"/>
            <a:ext cx="914400" cy="914400"/>
          </a:xfrm>
          <a:prstGeom prst="rect">
            <a:avLst/>
          </a:prstGeom>
        </p:spPr>
      </p:pic>
      <p:pic>
        <p:nvPicPr>
          <p:cNvPr id="30" name="Graphique 29" descr="Coffre au trésor avec un remplissage uni">
            <a:extLst>
              <a:ext uri="{FF2B5EF4-FFF2-40B4-BE49-F238E27FC236}">
                <a16:creationId xmlns:a16="http://schemas.microsoft.com/office/drawing/2014/main" id="{F063BF28-B00A-478F-A978-3496525D91C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6829" y="3859568"/>
            <a:ext cx="914400" cy="914400"/>
          </a:xfrm>
          <a:prstGeom prst="rect">
            <a:avLst/>
          </a:prstGeom>
        </p:spPr>
      </p:pic>
      <p:grpSp>
        <p:nvGrpSpPr>
          <p:cNvPr id="31" name="Groupe 30">
            <a:extLst>
              <a:ext uri="{FF2B5EF4-FFF2-40B4-BE49-F238E27FC236}">
                <a16:creationId xmlns:a16="http://schemas.microsoft.com/office/drawing/2014/main" id="{79412500-40D5-4960-B8EA-629DCCB13911}"/>
              </a:ext>
            </a:extLst>
          </p:cNvPr>
          <p:cNvGrpSpPr/>
          <p:nvPr/>
        </p:nvGrpSpPr>
        <p:grpSpPr>
          <a:xfrm>
            <a:off x="7491205" y="3874550"/>
            <a:ext cx="3935601" cy="2630724"/>
            <a:chOff x="7890841" y="6635193"/>
            <a:chExt cx="2946828" cy="1969786"/>
          </a:xfrm>
        </p:grpSpPr>
        <p:pic>
          <p:nvPicPr>
            <p:cNvPr id="33" name="Graphique 32" descr="Bague avec un remplissage uni">
              <a:extLst>
                <a:ext uri="{FF2B5EF4-FFF2-40B4-BE49-F238E27FC236}">
                  <a16:creationId xmlns:a16="http://schemas.microsoft.com/office/drawing/2014/main" id="{19C341BC-9BA6-40CE-B86D-26AF350496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90841" y="7395021"/>
              <a:ext cx="914400" cy="914400"/>
            </a:xfrm>
            <a:prstGeom prst="rect">
              <a:avLst/>
            </a:prstGeom>
          </p:spPr>
        </p:pic>
        <p:pic>
          <p:nvPicPr>
            <p:cNvPr id="35" name="Graphique 34" descr="Cravate avec un remplissage uni">
              <a:extLst>
                <a:ext uri="{FF2B5EF4-FFF2-40B4-BE49-F238E27FC236}">
                  <a16:creationId xmlns:a16="http://schemas.microsoft.com/office/drawing/2014/main" id="{DEDC0401-94C5-47BC-90D3-FA83BD73FDC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23269" y="7034692"/>
              <a:ext cx="914400" cy="914400"/>
            </a:xfrm>
            <a:prstGeom prst="rect">
              <a:avLst/>
            </a:prstGeom>
          </p:spPr>
        </p:pic>
        <p:pic>
          <p:nvPicPr>
            <p:cNvPr id="36" name="Graphique 35" descr="Chemise avec un remplissage uni">
              <a:extLst>
                <a:ext uri="{FF2B5EF4-FFF2-40B4-BE49-F238E27FC236}">
                  <a16:creationId xmlns:a16="http://schemas.microsoft.com/office/drawing/2014/main" id="{0075A9DA-840F-4B3E-BB86-E828F6D1F6A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52907" y="7690579"/>
              <a:ext cx="914400" cy="914400"/>
            </a:xfrm>
            <a:prstGeom prst="rect">
              <a:avLst/>
            </a:prstGeom>
          </p:spPr>
        </p:pic>
        <p:pic>
          <p:nvPicPr>
            <p:cNvPr id="37" name="Graphique 36" descr="Casquette de baseball avec un remplissage uni">
              <a:extLst>
                <a:ext uri="{FF2B5EF4-FFF2-40B4-BE49-F238E27FC236}">
                  <a16:creationId xmlns:a16="http://schemas.microsoft.com/office/drawing/2014/main" id="{445C0C4F-BDCF-4906-B849-D8B192B6204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58809" y="6635193"/>
              <a:ext cx="914400" cy="914400"/>
            </a:xfrm>
            <a:prstGeom prst="rect">
              <a:avLst/>
            </a:prstGeom>
          </p:spPr>
        </p:pic>
      </p:grpSp>
      <p:pic>
        <p:nvPicPr>
          <p:cNvPr id="18" name="Graphique 17" descr="Euro avec un remplissage uni">
            <a:extLst>
              <a:ext uri="{FF2B5EF4-FFF2-40B4-BE49-F238E27FC236}">
                <a16:creationId xmlns:a16="http://schemas.microsoft.com/office/drawing/2014/main" id="{A51595D6-CB91-4DDF-A393-11194586F22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61127" y="577419"/>
            <a:ext cx="2591019" cy="2591019"/>
          </a:xfrm>
          <a:prstGeom prst="rect">
            <a:avLst/>
          </a:prstGeom>
        </p:spPr>
      </p:pic>
    </p:spTree>
    <p:extLst>
      <p:ext uri="{BB962C8B-B14F-4D97-AF65-F5344CB8AC3E}">
        <p14:creationId xmlns:p14="http://schemas.microsoft.com/office/powerpoint/2010/main" val="2858999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offre au trésor avec un remplissage uni">
            <a:extLst>
              <a:ext uri="{FF2B5EF4-FFF2-40B4-BE49-F238E27FC236}">
                <a16:creationId xmlns:a16="http://schemas.microsoft.com/office/drawing/2014/main" id="{E25ABDA9-DEF1-4EB6-A40D-F826A0ED2E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445178"/>
            <a:ext cx="914400" cy="914400"/>
          </a:xfrm>
          <a:prstGeom prst="rect">
            <a:avLst/>
          </a:prstGeom>
        </p:spPr>
      </p:pic>
      <p:pic>
        <p:nvPicPr>
          <p:cNvPr id="7" name="Graphique 6" descr="Coffre au trésor avec un remplissage uni">
            <a:extLst>
              <a:ext uri="{FF2B5EF4-FFF2-40B4-BE49-F238E27FC236}">
                <a16:creationId xmlns:a16="http://schemas.microsoft.com/office/drawing/2014/main" id="{57B97247-E715-420B-86FF-D682B01F70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0" cy="914400"/>
          </a:xfrm>
          <a:prstGeom prst="rect">
            <a:avLst/>
          </a:prstGeom>
        </p:spPr>
      </p:pic>
      <p:pic>
        <p:nvPicPr>
          <p:cNvPr id="8" name="Graphique 7" descr="Coffre au trésor avec un remplissage uni">
            <a:extLst>
              <a:ext uri="{FF2B5EF4-FFF2-40B4-BE49-F238E27FC236}">
                <a16:creationId xmlns:a16="http://schemas.microsoft.com/office/drawing/2014/main" id="{77130F5C-88DF-454A-84E0-A2A2B6EE71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74550"/>
            <a:ext cx="914400" cy="914400"/>
          </a:xfrm>
          <a:prstGeom prst="rect">
            <a:avLst/>
          </a:prstGeom>
        </p:spPr>
      </p:pic>
      <p:pic>
        <p:nvPicPr>
          <p:cNvPr id="9" name="Graphique 8" descr="Coffre au trésor avec un remplissage uni">
            <a:extLst>
              <a:ext uri="{FF2B5EF4-FFF2-40B4-BE49-F238E27FC236}">
                <a16:creationId xmlns:a16="http://schemas.microsoft.com/office/drawing/2014/main" id="{77152A1E-968C-4D38-A916-BA4E59E7D7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3859568"/>
            <a:ext cx="914400" cy="914400"/>
          </a:xfrm>
          <a:prstGeom prst="rect">
            <a:avLst/>
          </a:prstGeom>
        </p:spPr>
      </p:pic>
      <p:grpSp>
        <p:nvGrpSpPr>
          <p:cNvPr id="10" name="Groupe 9">
            <a:extLst>
              <a:ext uri="{FF2B5EF4-FFF2-40B4-BE49-F238E27FC236}">
                <a16:creationId xmlns:a16="http://schemas.microsoft.com/office/drawing/2014/main" id="{26FFDCDD-1596-45BC-A427-8F85A08E9791}"/>
              </a:ext>
            </a:extLst>
          </p:cNvPr>
          <p:cNvGrpSpPr/>
          <p:nvPr/>
        </p:nvGrpSpPr>
        <p:grpSpPr>
          <a:xfrm>
            <a:off x="1767310" y="445178"/>
            <a:ext cx="3321149" cy="2746826"/>
            <a:chOff x="8682353" y="4858837"/>
            <a:chExt cx="2088284" cy="1727162"/>
          </a:xfrm>
        </p:grpSpPr>
        <p:pic>
          <p:nvPicPr>
            <p:cNvPr id="12" name="Graphique 11" descr="Stylo avec un remplissage uni">
              <a:extLst>
                <a:ext uri="{FF2B5EF4-FFF2-40B4-BE49-F238E27FC236}">
                  <a16:creationId xmlns:a16="http://schemas.microsoft.com/office/drawing/2014/main" id="{728A1295-9715-4AF8-B214-68EC415DC6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82353" y="5027065"/>
              <a:ext cx="914400" cy="914400"/>
            </a:xfrm>
            <a:prstGeom prst="rect">
              <a:avLst/>
            </a:prstGeom>
          </p:spPr>
        </p:pic>
        <p:pic>
          <p:nvPicPr>
            <p:cNvPr id="13" name="Graphique 12" descr="Calendrier à feuilles avec un remplissage uni">
              <a:extLst>
                <a:ext uri="{FF2B5EF4-FFF2-40B4-BE49-F238E27FC236}">
                  <a16:creationId xmlns:a16="http://schemas.microsoft.com/office/drawing/2014/main" id="{E116CCE5-5571-4F94-B49D-9865D0580B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03753" y="5671599"/>
              <a:ext cx="914400" cy="914400"/>
            </a:xfrm>
            <a:prstGeom prst="rect">
              <a:avLst/>
            </a:prstGeom>
          </p:spPr>
        </p:pic>
        <p:pic>
          <p:nvPicPr>
            <p:cNvPr id="14" name="Graphique 13" descr="Théière et tasse chinoises avec un remplissage uni">
              <a:extLst>
                <a:ext uri="{FF2B5EF4-FFF2-40B4-BE49-F238E27FC236}">
                  <a16:creationId xmlns:a16="http://schemas.microsoft.com/office/drawing/2014/main" id="{20308E55-97B0-4B08-969D-88613D51BB0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56237" y="4858837"/>
              <a:ext cx="914400" cy="914400"/>
            </a:xfrm>
            <a:prstGeom prst="rect">
              <a:avLst/>
            </a:prstGeom>
          </p:spPr>
        </p:pic>
      </p:grpSp>
      <p:grpSp>
        <p:nvGrpSpPr>
          <p:cNvPr id="16" name="Groupe 15">
            <a:extLst>
              <a:ext uri="{FF2B5EF4-FFF2-40B4-BE49-F238E27FC236}">
                <a16:creationId xmlns:a16="http://schemas.microsoft.com/office/drawing/2014/main" id="{972E157B-0461-4E4D-9A72-FF3A3597A8A5}"/>
              </a:ext>
            </a:extLst>
          </p:cNvPr>
          <p:cNvGrpSpPr/>
          <p:nvPr/>
        </p:nvGrpSpPr>
        <p:grpSpPr>
          <a:xfrm>
            <a:off x="8105229" y="1297364"/>
            <a:ext cx="3249114" cy="1894640"/>
            <a:chOff x="6622154" y="3366636"/>
            <a:chExt cx="3515394" cy="2049914"/>
          </a:xfrm>
        </p:grpSpPr>
        <p:pic>
          <p:nvPicPr>
            <p:cNvPr id="18" name="Graphique 17" descr="Images avec un remplissage uni">
              <a:extLst>
                <a:ext uri="{FF2B5EF4-FFF2-40B4-BE49-F238E27FC236}">
                  <a16:creationId xmlns:a16="http://schemas.microsoft.com/office/drawing/2014/main" id="{2CADB39A-6A58-41CB-B617-FEA74FB061B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49544" y="3765082"/>
              <a:ext cx="502223" cy="502223"/>
            </a:xfrm>
            <a:prstGeom prst="rect">
              <a:avLst/>
            </a:prstGeom>
          </p:spPr>
        </p:pic>
        <p:sp>
          <p:nvSpPr>
            <p:cNvPr id="19" name="Rectangle 18">
              <a:extLst>
                <a:ext uri="{FF2B5EF4-FFF2-40B4-BE49-F238E27FC236}">
                  <a16:creationId xmlns:a16="http://schemas.microsoft.com/office/drawing/2014/main" id="{1FC8306C-1FAA-4539-BA36-967965CB07C9}"/>
                </a:ext>
              </a:extLst>
            </p:cNvPr>
            <p:cNvSpPr/>
            <p:nvPr/>
          </p:nvSpPr>
          <p:spPr>
            <a:xfrm>
              <a:off x="6622154" y="3443748"/>
              <a:ext cx="739525" cy="9343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0" name="Groupe 19">
              <a:extLst>
                <a:ext uri="{FF2B5EF4-FFF2-40B4-BE49-F238E27FC236}">
                  <a16:creationId xmlns:a16="http://schemas.microsoft.com/office/drawing/2014/main" id="{E7CA3569-794D-44CF-B6C1-3E81A5DCE311}"/>
                </a:ext>
              </a:extLst>
            </p:cNvPr>
            <p:cNvGrpSpPr/>
            <p:nvPr/>
          </p:nvGrpSpPr>
          <p:grpSpPr>
            <a:xfrm>
              <a:off x="6639882" y="3456869"/>
              <a:ext cx="274393" cy="295590"/>
              <a:chOff x="5046941" y="2636554"/>
              <a:chExt cx="550624" cy="593160"/>
            </a:xfrm>
          </p:grpSpPr>
          <p:pic>
            <p:nvPicPr>
              <p:cNvPr id="30" name="Graphique 29" descr="Monde avec un remplissage uni">
                <a:extLst>
                  <a:ext uri="{FF2B5EF4-FFF2-40B4-BE49-F238E27FC236}">
                    <a16:creationId xmlns:a16="http://schemas.microsoft.com/office/drawing/2014/main" id="{0F849429-C75D-47E4-A324-449B512E307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7173" r="-1"/>
              <a:stretch/>
            </p:blipFill>
            <p:spPr>
              <a:xfrm>
                <a:off x="5046941" y="2636554"/>
                <a:ext cx="550624" cy="593160"/>
              </a:xfrm>
              <a:prstGeom prst="rect">
                <a:avLst/>
              </a:prstGeom>
            </p:spPr>
          </p:pic>
          <p:pic>
            <p:nvPicPr>
              <p:cNvPr id="31" name="Graphique 30" descr="Monde avec un remplissage uni">
                <a:extLst>
                  <a:ext uri="{FF2B5EF4-FFF2-40B4-BE49-F238E27FC236}">
                    <a16:creationId xmlns:a16="http://schemas.microsoft.com/office/drawing/2014/main" id="{022C35C5-4CF4-4A70-95FC-7890DAC07CF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29716" t="30008" r="27849" b="30408"/>
              <a:stretch/>
            </p:blipFill>
            <p:spPr>
              <a:xfrm>
                <a:off x="5180657" y="2809632"/>
                <a:ext cx="251709" cy="234792"/>
              </a:xfrm>
              <a:prstGeom prst="rect">
                <a:avLst/>
              </a:prstGeom>
            </p:spPr>
          </p:pic>
        </p:grpSp>
        <p:pic>
          <p:nvPicPr>
            <p:cNvPr id="21" name="Graphique 20" descr="Bureau avec un remplissage uni">
              <a:extLst>
                <a:ext uri="{FF2B5EF4-FFF2-40B4-BE49-F238E27FC236}">
                  <a16:creationId xmlns:a16="http://schemas.microsoft.com/office/drawing/2014/main" id="{C9031CDA-9DD4-42F3-8E78-B17D16D3F94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070114" y="4189448"/>
              <a:ext cx="1227102" cy="1227102"/>
            </a:xfrm>
            <a:prstGeom prst="rect">
              <a:avLst/>
            </a:prstGeom>
          </p:spPr>
        </p:pic>
        <p:pic>
          <p:nvPicPr>
            <p:cNvPr id="22" name="Graphique 21" descr="Ordinateur avec un remplissage uni">
              <a:extLst>
                <a:ext uri="{FF2B5EF4-FFF2-40B4-BE49-F238E27FC236}">
                  <a16:creationId xmlns:a16="http://schemas.microsoft.com/office/drawing/2014/main" id="{064CAD6E-FCB2-4CF1-A8DA-E84A6F193F2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518449" y="3646606"/>
              <a:ext cx="1619099" cy="1619099"/>
            </a:xfrm>
            <a:prstGeom prst="rect">
              <a:avLst/>
            </a:prstGeom>
          </p:spPr>
        </p:pic>
        <p:cxnSp>
          <p:nvCxnSpPr>
            <p:cNvPr id="23" name="Connecteur droit 22">
              <a:extLst>
                <a:ext uri="{FF2B5EF4-FFF2-40B4-BE49-F238E27FC236}">
                  <a16:creationId xmlns:a16="http://schemas.microsoft.com/office/drawing/2014/main" id="{2BA31C3D-5568-41FB-8DF0-D86EB4FA8B35}"/>
                </a:ext>
              </a:extLst>
            </p:cNvPr>
            <p:cNvCxnSpPr/>
            <p:nvPr/>
          </p:nvCxnSpPr>
          <p:spPr>
            <a:xfrm>
              <a:off x="8391755" y="3366636"/>
              <a:ext cx="0" cy="2003187"/>
            </a:xfrm>
            <a:prstGeom prst="line">
              <a:avLst/>
            </a:prstGeom>
          </p:spPr>
          <p:style>
            <a:lnRef idx="1">
              <a:schemeClr val="accent1"/>
            </a:lnRef>
            <a:fillRef idx="0">
              <a:schemeClr val="accent1"/>
            </a:fillRef>
            <a:effectRef idx="0">
              <a:schemeClr val="accent1"/>
            </a:effectRef>
            <a:fontRef idx="minor">
              <a:schemeClr val="tx1"/>
            </a:fontRef>
          </p:style>
        </p:cxnSp>
        <p:grpSp>
          <p:nvGrpSpPr>
            <p:cNvPr id="24" name="Groupe 23">
              <a:extLst>
                <a:ext uri="{FF2B5EF4-FFF2-40B4-BE49-F238E27FC236}">
                  <a16:creationId xmlns:a16="http://schemas.microsoft.com/office/drawing/2014/main" id="{831CE997-2238-44C6-A269-14465435250D}"/>
                </a:ext>
              </a:extLst>
            </p:cNvPr>
            <p:cNvGrpSpPr/>
            <p:nvPr/>
          </p:nvGrpSpPr>
          <p:grpSpPr>
            <a:xfrm>
              <a:off x="9737489" y="4378054"/>
              <a:ext cx="259121" cy="269634"/>
              <a:chOff x="8612108" y="2454282"/>
              <a:chExt cx="456561" cy="475084"/>
            </a:xfrm>
          </p:grpSpPr>
          <p:sp>
            <p:nvSpPr>
              <p:cNvPr id="25" name="Rectangle 24">
                <a:extLst>
                  <a:ext uri="{FF2B5EF4-FFF2-40B4-BE49-F238E27FC236}">
                    <a16:creationId xmlns:a16="http://schemas.microsoft.com/office/drawing/2014/main" id="{2BCD85C0-E766-4BC9-ABDE-AF0851B678CF}"/>
                  </a:ext>
                </a:extLst>
              </p:cNvPr>
              <p:cNvSpPr/>
              <p:nvPr/>
            </p:nvSpPr>
            <p:spPr>
              <a:xfrm>
                <a:off x="8612108" y="2454282"/>
                <a:ext cx="456561" cy="465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oupe 25">
                <a:extLst>
                  <a:ext uri="{FF2B5EF4-FFF2-40B4-BE49-F238E27FC236}">
                    <a16:creationId xmlns:a16="http://schemas.microsoft.com/office/drawing/2014/main" id="{78CCFEF9-1691-4205-B87D-323C0762F021}"/>
                  </a:ext>
                </a:extLst>
              </p:cNvPr>
              <p:cNvGrpSpPr/>
              <p:nvPr/>
            </p:nvGrpSpPr>
            <p:grpSpPr>
              <a:xfrm>
                <a:off x="8629836" y="2467403"/>
                <a:ext cx="274393" cy="295590"/>
                <a:chOff x="5046941" y="2636554"/>
                <a:chExt cx="550624" cy="593160"/>
              </a:xfrm>
            </p:grpSpPr>
            <p:pic>
              <p:nvPicPr>
                <p:cNvPr id="28" name="Graphique 27" descr="Monde avec un remplissage uni">
                  <a:extLst>
                    <a:ext uri="{FF2B5EF4-FFF2-40B4-BE49-F238E27FC236}">
                      <a16:creationId xmlns:a16="http://schemas.microsoft.com/office/drawing/2014/main" id="{5F641782-C0E4-4C91-AE8C-F166EA88FF2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7173" r="-1"/>
                <a:stretch/>
              </p:blipFill>
              <p:spPr>
                <a:xfrm>
                  <a:off x="5046941" y="2636554"/>
                  <a:ext cx="550624" cy="593160"/>
                </a:xfrm>
                <a:prstGeom prst="rect">
                  <a:avLst/>
                </a:prstGeom>
              </p:spPr>
            </p:pic>
            <p:pic>
              <p:nvPicPr>
                <p:cNvPr id="29" name="Graphique 28" descr="Monde avec un remplissage uni">
                  <a:extLst>
                    <a:ext uri="{FF2B5EF4-FFF2-40B4-BE49-F238E27FC236}">
                      <a16:creationId xmlns:a16="http://schemas.microsoft.com/office/drawing/2014/main" id="{F12C448F-FB94-4D2D-ACDD-9C9398D9075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29716" t="30008" r="27849" b="30408"/>
                <a:stretch/>
              </p:blipFill>
              <p:spPr>
                <a:xfrm>
                  <a:off x="5180657" y="2809632"/>
                  <a:ext cx="251709" cy="234792"/>
                </a:xfrm>
                <a:prstGeom prst="rect">
                  <a:avLst/>
                </a:prstGeom>
              </p:spPr>
            </p:pic>
          </p:grpSp>
          <p:pic>
            <p:nvPicPr>
              <p:cNvPr id="27" name="Graphique 26" descr="Cœur transpercé d’une flèche avec un remplissage uni">
                <a:extLst>
                  <a:ext uri="{FF2B5EF4-FFF2-40B4-BE49-F238E27FC236}">
                    <a16:creationId xmlns:a16="http://schemas.microsoft.com/office/drawing/2014/main" id="{3AD978A1-BE4E-47ED-9D94-12E2E1DDD59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39536" y="2708311"/>
                <a:ext cx="221055" cy="221055"/>
              </a:xfrm>
              <a:prstGeom prst="rect">
                <a:avLst/>
              </a:prstGeom>
            </p:spPr>
          </p:pic>
        </p:grpSp>
      </p:grpSp>
      <p:pic>
        <p:nvPicPr>
          <p:cNvPr id="32" name="Graphique 31" descr="Pièces avec un remplissage uni">
            <a:extLst>
              <a:ext uri="{FF2B5EF4-FFF2-40B4-BE49-F238E27FC236}">
                <a16:creationId xmlns:a16="http://schemas.microsoft.com/office/drawing/2014/main" id="{10A34B4F-1036-4F6B-951D-A6471C1BD3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881757" y="3791104"/>
            <a:ext cx="2679577" cy="2679577"/>
          </a:xfrm>
          <a:prstGeom prst="rect">
            <a:avLst/>
          </a:prstGeom>
        </p:spPr>
      </p:pic>
    </p:spTree>
    <p:extLst>
      <p:ext uri="{BB962C8B-B14F-4D97-AF65-F5344CB8AC3E}">
        <p14:creationId xmlns:p14="http://schemas.microsoft.com/office/powerpoint/2010/main" val="15311668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Utilisateurs avec un remplissage uni">
            <a:extLst>
              <a:ext uri="{FF2B5EF4-FFF2-40B4-BE49-F238E27FC236}">
                <a16:creationId xmlns:a16="http://schemas.microsoft.com/office/drawing/2014/main" id="{1D2E4A09-B8BF-4EAC-855A-4526C20777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445178"/>
            <a:ext cx="914400" cy="914400"/>
          </a:xfrm>
          <a:prstGeom prst="rect">
            <a:avLst/>
          </a:prstGeom>
        </p:spPr>
      </p:pic>
      <p:pic>
        <p:nvPicPr>
          <p:cNvPr id="11" name="Graphique 10" descr="Utilisateurs avec un remplissage uni">
            <a:extLst>
              <a:ext uri="{FF2B5EF4-FFF2-40B4-BE49-F238E27FC236}">
                <a16:creationId xmlns:a16="http://schemas.microsoft.com/office/drawing/2014/main" id="{314263F1-09B5-44A3-B1B7-901E4E20D8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0" cy="914400"/>
          </a:xfrm>
          <a:prstGeom prst="rect">
            <a:avLst/>
          </a:prstGeom>
        </p:spPr>
      </p:pic>
      <p:pic>
        <p:nvPicPr>
          <p:cNvPr id="12" name="Graphique 11" descr="Utilisateurs avec un remplissage uni">
            <a:extLst>
              <a:ext uri="{FF2B5EF4-FFF2-40B4-BE49-F238E27FC236}">
                <a16:creationId xmlns:a16="http://schemas.microsoft.com/office/drawing/2014/main" id="{F556CC62-D999-4107-B776-EF19B21255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59568"/>
            <a:ext cx="914400" cy="914400"/>
          </a:xfrm>
          <a:prstGeom prst="rect">
            <a:avLst/>
          </a:prstGeom>
        </p:spPr>
      </p:pic>
      <p:pic>
        <p:nvPicPr>
          <p:cNvPr id="13" name="Graphique 12" descr="Utilisateurs avec un remplissage uni">
            <a:extLst>
              <a:ext uri="{FF2B5EF4-FFF2-40B4-BE49-F238E27FC236}">
                <a16:creationId xmlns:a16="http://schemas.microsoft.com/office/drawing/2014/main" id="{2BD7AE70-58CB-4DA1-B484-E7EC38CA4E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3859568"/>
            <a:ext cx="914400" cy="914400"/>
          </a:xfrm>
          <a:prstGeom prst="rect">
            <a:avLst/>
          </a:prstGeom>
        </p:spPr>
      </p:pic>
      <p:pic>
        <p:nvPicPr>
          <p:cNvPr id="3" name="Graphique 2" descr="Médaille avec un remplissage uni">
            <a:extLst>
              <a:ext uri="{FF2B5EF4-FFF2-40B4-BE49-F238E27FC236}">
                <a16:creationId xmlns:a16="http://schemas.microsoft.com/office/drawing/2014/main" id="{34457BBC-F538-4809-A763-B94F2C0171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66900" y="578528"/>
            <a:ext cx="2638425" cy="2638425"/>
          </a:xfrm>
          <a:prstGeom prst="rect">
            <a:avLst/>
          </a:prstGeom>
        </p:spPr>
      </p:pic>
      <p:pic>
        <p:nvPicPr>
          <p:cNvPr id="5" name="Graphique 4" descr="Utilisateur avec un remplissage uni">
            <a:extLst>
              <a:ext uri="{FF2B5EF4-FFF2-40B4-BE49-F238E27FC236}">
                <a16:creationId xmlns:a16="http://schemas.microsoft.com/office/drawing/2014/main" id="{795C65C0-EF29-4BF6-B133-51C715EFA9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69995" y="784648"/>
            <a:ext cx="1822175" cy="1822175"/>
          </a:xfrm>
          <a:prstGeom prst="rect">
            <a:avLst/>
          </a:prstGeom>
        </p:spPr>
      </p:pic>
      <p:sp>
        <p:nvSpPr>
          <p:cNvPr id="17" name="Rectangle 16">
            <a:extLst>
              <a:ext uri="{FF2B5EF4-FFF2-40B4-BE49-F238E27FC236}">
                <a16:creationId xmlns:a16="http://schemas.microsoft.com/office/drawing/2014/main" id="{40653F72-1619-43D9-A7CB-C19A6E611737}"/>
              </a:ext>
            </a:extLst>
          </p:cNvPr>
          <p:cNvSpPr/>
          <p:nvPr/>
        </p:nvSpPr>
        <p:spPr>
          <a:xfrm>
            <a:off x="8121070" y="2148579"/>
            <a:ext cx="1822175" cy="656934"/>
          </a:xfrm>
          <a:prstGeom prst="rect">
            <a:avLst/>
          </a:prstGeom>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t>
            </a:r>
          </a:p>
        </p:txBody>
      </p:sp>
      <p:pic>
        <p:nvPicPr>
          <p:cNvPr id="21" name="Graphique 20" descr="Personne confuse avec un remplissage uni">
            <a:extLst>
              <a:ext uri="{FF2B5EF4-FFF2-40B4-BE49-F238E27FC236}">
                <a16:creationId xmlns:a16="http://schemas.microsoft.com/office/drawing/2014/main" id="{4E0448FA-B2A5-4B63-B565-1426BA4B34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24789" y="3904166"/>
            <a:ext cx="1495184" cy="1495184"/>
          </a:xfrm>
          <a:prstGeom prst="rect">
            <a:avLst/>
          </a:prstGeom>
        </p:spPr>
      </p:pic>
      <p:pic>
        <p:nvPicPr>
          <p:cNvPr id="22" name="Graphique 21" descr="Applaudissements avec un remplissage uni">
            <a:extLst>
              <a:ext uri="{FF2B5EF4-FFF2-40B4-BE49-F238E27FC236}">
                <a16:creationId xmlns:a16="http://schemas.microsoft.com/office/drawing/2014/main" id="{5F692CD4-0870-44C5-8FF8-06F53F19A5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7595" y="5399350"/>
            <a:ext cx="914400" cy="914400"/>
          </a:xfrm>
          <a:prstGeom prst="rect">
            <a:avLst/>
          </a:prstGeom>
        </p:spPr>
      </p:pic>
      <p:pic>
        <p:nvPicPr>
          <p:cNvPr id="23" name="Graphique 22" descr="Applaudissements avec un remplissage uni">
            <a:extLst>
              <a:ext uri="{FF2B5EF4-FFF2-40B4-BE49-F238E27FC236}">
                <a16:creationId xmlns:a16="http://schemas.microsoft.com/office/drawing/2014/main" id="{0F1D5E41-914C-4958-AA70-C59130FB257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00219" y="5759541"/>
            <a:ext cx="914400" cy="914400"/>
          </a:xfrm>
          <a:prstGeom prst="rect">
            <a:avLst/>
          </a:prstGeom>
        </p:spPr>
      </p:pic>
      <p:pic>
        <p:nvPicPr>
          <p:cNvPr id="24" name="Graphique 23" descr="Applaudissements avec un remplissage uni">
            <a:extLst>
              <a:ext uri="{FF2B5EF4-FFF2-40B4-BE49-F238E27FC236}">
                <a16:creationId xmlns:a16="http://schemas.microsoft.com/office/drawing/2014/main" id="{7069557F-DB51-49A0-B45E-5B12FF3AA34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49454" y="5408240"/>
            <a:ext cx="914400" cy="914400"/>
          </a:xfrm>
          <a:prstGeom prst="rect">
            <a:avLst/>
          </a:prstGeom>
        </p:spPr>
      </p:pic>
      <p:pic>
        <p:nvPicPr>
          <p:cNvPr id="25" name="Graphique 24" descr="Applaudissements avec un remplissage uni">
            <a:extLst>
              <a:ext uri="{FF2B5EF4-FFF2-40B4-BE49-F238E27FC236}">
                <a16:creationId xmlns:a16="http://schemas.microsoft.com/office/drawing/2014/main" id="{B745D39E-B74B-4B1F-A926-38BE2ACADEB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284416" y="5389949"/>
            <a:ext cx="914400" cy="914400"/>
          </a:xfrm>
          <a:prstGeom prst="rect">
            <a:avLst/>
          </a:prstGeom>
        </p:spPr>
      </p:pic>
      <p:pic>
        <p:nvPicPr>
          <p:cNvPr id="26" name="Graphique 25" descr="Applaudissements avec un remplissage uni">
            <a:extLst>
              <a:ext uri="{FF2B5EF4-FFF2-40B4-BE49-F238E27FC236}">
                <a16:creationId xmlns:a16="http://schemas.microsoft.com/office/drawing/2014/main" id="{EE1C34D4-427C-4DF4-8DFC-5FE1D69BF0A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05573" y="5719050"/>
            <a:ext cx="914400" cy="914400"/>
          </a:xfrm>
          <a:prstGeom prst="rect">
            <a:avLst/>
          </a:prstGeom>
        </p:spPr>
      </p:pic>
      <p:pic>
        <p:nvPicPr>
          <p:cNvPr id="27" name="Graphique 26" descr="Applaudissements avec un remplissage uni">
            <a:extLst>
              <a:ext uri="{FF2B5EF4-FFF2-40B4-BE49-F238E27FC236}">
                <a16:creationId xmlns:a16="http://schemas.microsoft.com/office/drawing/2014/main" id="{4B814B5B-2F7F-4745-B8DE-73634559F67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511391" y="5389949"/>
            <a:ext cx="914400" cy="914400"/>
          </a:xfrm>
          <a:prstGeom prst="rect">
            <a:avLst/>
          </a:prstGeom>
        </p:spPr>
      </p:pic>
      <p:pic>
        <p:nvPicPr>
          <p:cNvPr id="28" name="Graphique 27" descr="Applaudissements avec un remplissage uni">
            <a:extLst>
              <a:ext uri="{FF2B5EF4-FFF2-40B4-BE49-F238E27FC236}">
                <a16:creationId xmlns:a16="http://schemas.microsoft.com/office/drawing/2014/main" id="{30DFD4E1-07C9-4E3F-BADA-E524CDF37B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5079003" y="5567682"/>
            <a:ext cx="914400" cy="914400"/>
          </a:xfrm>
          <a:prstGeom prst="rect">
            <a:avLst/>
          </a:prstGeom>
        </p:spPr>
      </p:pic>
      <p:pic>
        <p:nvPicPr>
          <p:cNvPr id="29" name="Graphique 28" descr="Applaudissements avec un remplissage uni">
            <a:extLst>
              <a:ext uri="{FF2B5EF4-FFF2-40B4-BE49-F238E27FC236}">
                <a16:creationId xmlns:a16="http://schemas.microsoft.com/office/drawing/2014/main" id="{D77A7B88-6205-4197-ADF2-9B9D9CBB91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618364" y="4845141"/>
            <a:ext cx="914400" cy="914400"/>
          </a:xfrm>
          <a:prstGeom prst="rect">
            <a:avLst/>
          </a:prstGeom>
        </p:spPr>
      </p:pic>
      <p:pic>
        <p:nvPicPr>
          <p:cNvPr id="30" name="Graphique 29" descr="Applaudissements avec un remplissage uni">
            <a:extLst>
              <a:ext uri="{FF2B5EF4-FFF2-40B4-BE49-F238E27FC236}">
                <a16:creationId xmlns:a16="http://schemas.microsoft.com/office/drawing/2014/main" id="{31C4C120-D247-4A00-935B-A0B4110C231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5084771" y="5099071"/>
            <a:ext cx="914400" cy="914400"/>
          </a:xfrm>
          <a:prstGeom prst="rect">
            <a:avLst/>
          </a:prstGeom>
        </p:spPr>
      </p:pic>
      <p:pic>
        <p:nvPicPr>
          <p:cNvPr id="31" name="Graphique 30" descr="Applaudissements avec un remplissage uni">
            <a:extLst>
              <a:ext uri="{FF2B5EF4-FFF2-40B4-BE49-F238E27FC236}">
                <a16:creationId xmlns:a16="http://schemas.microsoft.com/office/drawing/2014/main" id="{ACA2768A-D174-4C6D-AD21-7C5F9F42F6A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3822328" y="5280310"/>
            <a:ext cx="914400" cy="914400"/>
          </a:xfrm>
          <a:prstGeom prst="rect">
            <a:avLst/>
          </a:prstGeom>
        </p:spPr>
      </p:pic>
      <p:pic>
        <p:nvPicPr>
          <p:cNvPr id="32" name="Graphique 31" descr="Applaudissements avec un remplissage uni">
            <a:extLst>
              <a:ext uri="{FF2B5EF4-FFF2-40B4-BE49-F238E27FC236}">
                <a16:creationId xmlns:a16="http://schemas.microsoft.com/office/drawing/2014/main" id="{D7730AAE-DBD0-407B-839C-1F3DE4A0CAC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4269092" y="5719050"/>
            <a:ext cx="914400" cy="914400"/>
          </a:xfrm>
          <a:prstGeom prst="rect">
            <a:avLst/>
          </a:prstGeom>
        </p:spPr>
      </p:pic>
      <p:pic>
        <p:nvPicPr>
          <p:cNvPr id="33" name="Graphique 32" descr="Applaudissements avec un remplissage uni">
            <a:extLst>
              <a:ext uri="{FF2B5EF4-FFF2-40B4-BE49-F238E27FC236}">
                <a16:creationId xmlns:a16="http://schemas.microsoft.com/office/drawing/2014/main" id="{E1206D70-7A4C-42DE-B3DB-E774C121EF1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3227498" y="5377742"/>
            <a:ext cx="914400" cy="914400"/>
          </a:xfrm>
          <a:prstGeom prst="rect">
            <a:avLst/>
          </a:prstGeom>
        </p:spPr>
      </p:pic>
      <p:pic>
        <p:nvPicPr>
          <p:cNvPr id="35" name="Graphique 34" descr="Applaudissements avec un remplissage uni">
            <a:extLst>
              <a:ext uri="{FF2B5EF4-FFF2-40B4-BE49-F238E27FC236}">
                <a16:creationId xmlns:a16="http://schemas.microsoft.com/office/drawing/2014/main" id="{CB91F310-F2AC-4636-A104-291347F69CC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3711338" y="5727256"/>
            <a:ext cx="914400" cy="914400"/>
          </a:xfrm>
          <a:prstGeom prst="rect">
            <a:avLst/>
          </a:prstGeom>
        </p:spPr>
      </p:pic>
      <p:pic>
        <p:nvPicPr>
          <p:cNvPr id="19" name="Graphique 18" descr="Couronne d'utilisateur masculine avec un remplissage uni">
            <a:extLst>
              <a:ext uri="{FF2B5EF4-FFF2-40B4-BE49-F238E27FC236}">
                <a16:creationId xmlns:a16="http://schemas.microsoft.com/office/drawing/2014/main" id="{F8F8DBC3-54F8-459F-9DC7-64108D083DF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22221" y="4103922"/>
            <a:ext cx="2352776" cy="2352776"/>
          </a:xfrm>
          <a:prstGeom prst="rect">
            <a:avLst/>
          </a:prstGeom>
        </p:spPr>
      </p:pic>
    </p:spTree>
    <p:extLst>
      <p:ext uri="{BB962C8B-B14F-4D97-AF65-F5344CB8AC3E}">
        <p14:creationId xmlns:p14="http://schemas.microsoft.com/office/powerpoint/2010/main" val="583444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Utilisateurs avec un remplissage uni">
            <a:extLst>
              <a:ext uri="{FF2B5EF4-FFF2-40B4-BE49-F238E27FC236}">
                <a16:creationId xmlns:a16="http://schemas.microsoft.com/office/drawing/2014/main" id="{D1D52D4A-812D-4D86-BE37-036BED5733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445178"/>
            <a:ext cx="914400" cy="914400"/>
          </a:xfrm>
          <a:prstGeom prst="rect">
            <a:avLst/>
          </a:prstGeom>
        </p:spPr>
      </p:pic>
      <p:pic>
        <p:nvPicPr>
          <p:cNvPr id="7" name="Graphique 6" descr="Utilisateurs avec un remplissage uni">
            <a:extLst>
              <a:ext uri="{FF2B5EF4-FFF2-40B4-BE49-F238E27FC236}">
                <a16:creationId xmlns:a16="http://schemas.microsoft.com/office/drawing/2014/main" id="{123CA01B-3BC6-4149-9055-B0E4F187CB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0" cy="914400"/>
          </a:xfrm>
          <a:prstGeom prst="rect">
            <a:avLst/>
          </a:prstGeom>
        </p:spPr>
      </p:pic>
      <p:pic>
        <p:nvPicPr>
          <p:cNvPr id="8" name="Graphique 7" descr="Utilisateurs avec un remplissage uni">
            <a:extLst>
              <a:ext uri="{FF2B5EF4-FFF2-40B4-BE49-F238E27FC236}">
                <a16:creationId xmlns:a16="http://schemas.microsoft.com/office/drawing/2014/main" id="{1FB7E255-5B5E-4944-B3BB-85EDF092DA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59568"/>
            <a:ext cx="914400" cy="914400"/>
          </a:xfrm>
          <a:prstGeom prst="rect">
            <a:avLst/>
          </a:prstGeom>
        </p:spPr>
      </p:pic>
      <p:pic>
        <p:nvPicPr>
          <p:cNvPr id="9" name="Graphique 8" descr="Utilisateurs avec un remplissage uni">
            <a:extLst>
              <a:ext uri="{FF2B5EF4-FFF2-40B4-BE49-F238E27FC236}">
                <a16:creationId xmlns:a16="http://schemas.microsoft.com/office/drawing/2014/main" id="{D605BCA6-4F91-474E-9F4E-BF1BFEC1BA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829" y="3859568"/>
            <a:ext cx="914400" cy="914400"/>
          </a:xfrm>
          <a:prstGeom prst="rect">
            <a:avLst/>
          </a:prstGeom>
        </p:spPr>
      </p:pic>
      <p:grpSp>
        <p:nvGrpSpPr>
          <p:cNvPr id="10" name="Groupe 9">
            <a:extLst>
              <a:ext uri="{FF2B5EF4-FFF2-40B4-BE49-F238E27FC236}">
                <a16:creationId xmlns:a16="http://schemas.microsoft.com/office/drawing/2014/main" id="{C44F236B-8CE5-4840-A149-780C322D6B45}"/>
              </a:ext>
            </a:extLst>
          </p:cNvPr>
          <p:cNvGrpSpPr/>
          <p:nvPr/>
        </p:nvGrpSpPr>
        <p:grpSpPr>
          <a:xfrm>
            <a:off x="1646764" y="1051853"/>
            <a:ext cx="4000911" cy="1986622"/>
            <a:chOff x="8100367" y="5065654"/>
            <a:chExt cx="3816005" cy="1894808"/>
          </a:xfrm>
          <a:solidFill>
            <a:srgbClr val="3494BA"/>
          </a:solidFill>
        </p:grpSpPr>
        <p:pic>
          <p:nvPicPr>
            <p:cNvPr id="12" name="Graphique 11" descr="Écolier avec un remplissage uni">
              <a:extLst>
                <a:ext uri="{FF2B5EF4-FFF2-40B4-BE49-F238E27FC236}">
                  <a16:creationId xmlns:a16="http://schemas.microsoft.com/office/drawing/2014/main" id="{9C485FBA-1BAC-4D49-85E3-219375109DA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541" t="12103" r="23440" b="13876"/>
            <a:stretch/>
          </p:blipFill>
          <p:spPr>
            <a:xfrm>
              <a:off x="9332062" y="5186009"/>
              <a:ext cx="980629" cy="1369036"/>
            </a:xfrm>
            <a:prstGeom prst="rect">
              <a:avLst/>
            </a:prstGeom>
          </p:spPr>
        </p:pic>
        <p:pic>
          <p:nvPicPr>
            <p:cNvPr id="13" name="Graphique 12" descr="Index pointant vers la droite vu du côté du dos de la main avec un remplissage uni">
              <a:extLst>
                <a:ext uri="{FF2B5EF4-FFF2-40B4-BE49-F238E27FC236}">
                  <a16:creationId xmlns:a16="http://schemas.microsoft.com/office/drawing/2014/main" id="{34314F53-E0B8-43AD-A176-46265C767D6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6196"/>
            <a:stretch/>
          </p:blipFill>
          <p:spPr>
            <a:xfrm rot="20438830">
              <a:off x="8100367" y="6194152"/>
              <a:ext cx="914400" cy="766310"/>
            </a:xfrm>
            <a:prstGeom prst="rect">
              <a:avLst/>
            </a:prstGeom>
          </p:spPr>
        </p:pic>
        <p:pic>
          <p:nvPicPr>
            <p:cNvPr id="14" name="Graphique 13" descr="Index pointant vers la droite vu du côté du dos de la main avec un remplissage uni">
              <a:extLst>
                <a:ext uri="{FF2B5EF4-FFF2-40B4-BE49-F238E27FC236}">
                  <a16:creationId xmlns:a16="http://schemas.microsoft.com/office/drawing/2014/main" id="{1B7F12C7-5FC7-4527-A508-76122DAA3A5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4570"/>
            <a:stretch/>
          </p:blipFill>
          <p:spPr>
            <a:xfrm rot="948840" flipH="1">
              <a:off x="11065091" y="6152068"/>
              <a:ext cx="851281" cy="781168"/>
            </a:xfrm>
            <a:prstGeom prst="rect">
              <a:avLst/>
            </a:prstGeom>
          </p:spPr>
        </p:pic>
        <p:pic>
          <p:nvPicPr>
            <p:cNvPr id="16" name="Graphique 15" descr="Index pointant vers la droite vu du côté du dos de la main avec un remplissage uni">
              <a:extLst>
                <a:ext uri="{FF2B5EF4-FFF2-40B4-BE49-F238E27FC236}">
                  <a16:creationId xmlns:a16="http://schemas.microsoft.com/office/drawing/2014/main" id="{DACFEC1C-69CB-4E5A-A22D-BDE92FD6C7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1029526" flipH="1">
              <a:off x="10927151" y="5129902"/>
              <a:ext cx="851281" cy="914400"/>
            </a:xfrm>
            <a:prstGeom prst="rect">
              <a:avLst/>
            </a:prstGeom>
          </p:spPr>
        </p:pic>
        <p:pic>
          <p:nvPicPr>
            <p:cNvPr id="17" name="Graphique 16" descr="Index pointant vers la droite vu du côté du dos de la main avec un remplissage uni">
              <a:extLst>
                <a:ext uri="{FF2B5EF4-FFF2-40B4-BE49-F238E27FC236}">
                  <a16:creationId xmlns:a16="http://schemas.microsoft.com/office/drawing/2014/main" id="{C0E74B1D-2F8B-4ECA-A4FA-A650B7519CC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2773"/>
            <a:stretch/>
          </p:blipFill>
          <p:spPr>
            <a:xfrm rot="1491851">
              <a:off x="8192849" y="5065654"/>
              <a:ext cx="914400" cy="797601"/>
            </a:xfrm>
            <a:prstGeom prst="rect">
              <a:avLst/>
            </a:prstGeom>
          </p:spPr>
        </p:pic>
        <p:sp>
          <p:nvSpPr>
            <p:cNvPr id="18" name="Explosion : 14 points 17">
              <a:extLst>
                <a:ext uri="{FF2B5EF4-FFF2-40B4-BE49-F238E27FC236}">
                  <a16:creationId xmlns:a16="http://schemas.microsoft.com/office/drawing/2014/main" id="{0777D5C4-3F96-491B-90F1-8A5BD27EF555}"/>
                </a:ext>
              </a:extLst>
            </p:cNvPr>
            <p:cNvSpPr/>
            <p:nvPr/>
          </p:nvSpPr>
          <p:spPr>
            <a:xfrm rot="20706904">
              <a:off x="9664946" y="6181033"/>
              <a:ext cx="1371601" cy="668987"/>
            </a:xfrm>
            <a:prstGeom prst="irregularSeal2">
              <a:avLst/>
            </a:pr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pic>
        <p:nvPicPr>
          <p:cNvPr id="24" name="Graphique 23" descr="Colonne grecque avec un remplissage uni">
            <a:extLst>
              <a:ext uri="{FF2B5EF4-FFF2-40B4-BE49-F238E27FC236}">
                <a16:creationId xmlns:a16="http://schemas.microsoft.com/office/drawing/2014/main" id="{104A1A51-435B-44B8-8644-55CA68A5E04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 b="11403"/>
          <a:stretch/>
        </p:blipFill>
        <p:spPr>
          <a:xfrm>
            <a:off x="8349567" y="1809046"/>
            <a:ext cx="1550766" cy="1373935"/>
          </a:xfrm>
          <a:prstGeom prst="rect">
            <a:avLst/>
          </a:prstGeom>
        </p:spPr>
      </p:pic>
      <p:pic>
        <p:nvPicPr>
          <p:cNvPr id="25" name="Graphique 24" descr="Excalibur avec un remplissage uni">
            <a:extLst>
              <a:ext uri="{FF2B5EF4-FFF2-40B4-BE49-F238E27FC236}">
                <a16:creationId xmlns:a16="http://schemas.microsoft.com/office/drawing/2014/main" id="{27C7DABC-41CA-498E-8649-49E183BA756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1848" y="1037390"/>
            <a:ext cx="914400" cy="914400"/>
          </a:xfrm>
          <a:prstGeom prst="rect">
            <a:avLst/>
          </a:prstGeom>
        </p:spPr>
      </p:pic>
      <p:grpSp>
        <p:nvGrpSpPr>
          <p:cNvPr id="33" name="Groupe 32">
            <a:extLst>
              <a:ext uri="{FF2B5EF4-FFF2-40B4-BE49-F238E27FC236}">
                <a16:creationId xmlns:a16="http://schemas.microsoft.com/office/drawing/2014/main" id="{A733527D-25F9-45C6-B969-0C2F3E0F216F}"/>
              </a:ext>
            </a:extLst>
          </p:cNvPr>
          <p:cNvGrpSpPr/>
          <p:nvPr/>
        </p:nvGrpSpPr>
        <p:grpSpPr>
          <a:xfrm>
            <a:off x="1870227" y="4940120"/>
            <a:ext cx="1183506" cy="662959"/>
            <a:chOff x="3386024" y="4091876"/>
            <a:chExt cx="1670762" cy="935903"/>
          </a:xfrm>
        </p:grpSpPr>
        <p:grpSp>
          <p:nvGrpSpPr>
            <p:cNvPr id="3" name="Groupe 2">
              <a:extLst>
                <a:ext uri="{FF2B5EF4-FFF2-40B4-BE49-F238E27FC236}">
                  <a16:creationId xmlns:a16="http://schemas.microsoft.com/office/drawing/2014/main" id="{A5E61270-2C9F-4E14-A627-58C0D4747F23}"/>
                </a:ext>
              </a:extLst>
            </p:cNvPr>
            <p:cNvGrpSpPr/>
            <p:nvPr/>
          </p:nvGrpSpPr>
          <p:grpSpPr>
            <a:xfrm>
              <a:off x="3386024" y="4091876"/>
              <a:ext cx="1670762" cy="935903"/>
              <a:chOff x="2295525" y="3965919"/>
              <a:chExt cx="1762125" cy="987081"/>
            </a:xfrm>
          </p:grpSpPr>
          <p:sp>
            <p:nvSpPr>
              <p:cNvPr id="2" name="Rectangle 1">
                <a:extLst>
                  <a:ext uri="{FF2B5EF4-FFF2-40B4-BE49-F238E27FC236}">
                    <a16:creationId xmlns:a16="http://schemas.microsoft.com/office/drawing/2014/main" id="{79820962-E5A4-40EF-9297-574E8494F4B8}"/>
                  </a:ext>
                </a:extLst>
              </p:cNvPr>
              <p:cNvSpPr/>
              <p:nvPr/>
            </p:nvSpPr>
            <p:spPr>
              <a:xfrm>
                <a:off x="2295525" y="3965919"/>
                <a:ext cx="1762125" cy="987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39774E0-C92A-46D2-9DC7-E50315C140CF}"/>
                  </a:ext>
                </a:extLst>
              </p:cNvPr>
              <p:cNvSpPr/>
              <p:nvPr/>
            </p:nvSpPr>
            <p:spPr>
              <a:xfrm>
                <a:off x="2396434" y="4091876"/>
                <a:ext cx="1569854" cy="769234"/>
              </a:xfrm>
              <a:prstGeom prst="rect">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a:t>
                </a:r>
              </a:p>
            </p:txBody>
          </p:sp>
        </p:grpSp>
        <p:pic>
          <p:nvPicPr>
            <p:cNvPr id="31" name="Graphique 30" descr="Utilisateur avec un remplissage uni">
              <a:extLst>
                <a:ext uri="{FF2B5EF4-FFF2-40B4-BE49-F238E27FC236}">
                  <a16:creationId xmlns:a16="http://schemas.microsoft.com/office/drawing/2014/main" id="{DEC7130B-C8BE-451F-8AAE-A883FABAAC6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81701" y="4330310"/>
              <a:ext cx="547077" cy="547077"/>
            </a:xfrm>
            <a:prstGeom prst="rect">
              <a:avLst/>
            </a:prstGeom>
          </p:spPr>
        </p:pic>
      </p:grpSp>
      <p:pic>
        <p:nvPicPr>
          <p:cNvPr id="5" name="Graphique 4" descr="Scène de parc contour">
            <a:extLst>
              <a:ext uri="{FF2B5EF4-FFF2-40B4-BE49-F238E27FC236}">
                <a16:creationId xmlns:a16="http://schemas.microsoft.com/office/drawing/2014/main" id="{79934720-BAB3-4F38-9675-D4D8C492051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2507" y="4707739"/>
            <a:ext cx="1833596" cy="1833596"/>
          </a:xfrm>
          <a:prstGeom prst="rect">
            <a:avLst/>
          </a:prstGeom>
        </p:spPr>
      </p:pic>
      <p:sp>
        <p:nvSpPr>
          <p:cNvPr id="35" name="Rectangle 34">
            <a:extLst>
              <a:ext uri="{FF2B5EF4-FFF2-40B4-BE49-F238E27FC236}">
                <a16:creationId xmlns:a16="http://schemas.microsoft.com/office/drawing/2014/main" id="{2B9A9507-0284-488C-8AF7-70831E7E50B5}"/>
              </a:ext>
            </a:extLst>
          </p:cNvPr>
          <p:cNvSpPr/>
          <p:nvPr/>
        </p:nvSpPr>
        <p:spPr>
          <a:xfrm>
            <a:off x="2411255" y="5603079"/>
            <a:ext cx="131920" cy="76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que 43" descr="Vieille clé avec un remplissage uni">
            <a:extLst>
              <a:ext uri="{FF2B5EF4-FFF2-40B4-BE49-F238E27FC236}">
                <a16:creationId xmlns:a16="http://schemas.microsoft.com/office/drawing/2014/main" id="{B1F30954-B4AC-46D8-8C7F-62CC478A96A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777209" y="3777922"/>
            <a:ext cx="2662191" cy="2662191"/>
          </a:xfrm>
          <a:prstGeom prst="rect">
            <a:avLst/>
          </a:prstGeom>
        </p:spPr>
      </p:pic>
    </p:spTree>
    <p:extLst>
      <p:ext uri="{BB962C8B-B14F-4D97-AF65-F5344CB8AC3E}">
        <p14:creationId xmlns:p14="http://schemas.microsoft.com/office/powerpoint/2010/main" val="2876337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9">
            <a:extLst>
              <a:ext uri="{FF2B5EF4-FFF2-40B4-BE49-F238E27FC236}">
                <a16:creationId xmlns:a16="http://schemas.microsoft.com/office/drawing/2014/main" id="{68B28A91-9DC8-449A-9D9D-23AB518705C6}"/>
              </a:ext>
            </a:extLst>
          </p:cNvPr>
          <p:cNvGrpSpPr/>
          <p:nvPr/>
        </p:nvGrpSpPr>
        <p:grpSpPr>
          <a:xfrm>
            <a:off x="406829" y="445178"/>
            <a:ext cx="1189965" cy="729492"/>
            <a:chOff x="8496164" y="663605"/>
            <a:chExt cx="2837988" cy="1739790"/>
          </a:xfrm>
        </p:grpSpPr>
        <p:pic>
          <p:nvPicPr>
            <p:cNvPr id="11" name="Graphique 10" descr="Évaluation 3 étoiles avec un remplissage uni">
              <a:extLst>
                <a:ext uri="{FF2B5EF4-FFF2-40B4-BE49-F238E27FC236}">
                  <a16:creationId xmlns:a16="http://schemas.microsoft.com/office/drawing/2014/main" id="{DEA51A4A-D559-4D30-9D52-6FF3E446F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2" name="Graphique 11" descr="Évaluation 3 étoiles avec un remplissage uni">
              <a:extLst>
                <a:ext uri="{FF2B5EF4-FFF2-40B4-BE49-F238E27FC236}">
                  <a16:creationId xmlns:a16="http://schemas.microsoft.com/office/drawing/2014/main" id="{00A70CD3-71E7-4436-A66F-9780C7E1C3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3" name="Groupe 12">
            <a:extLst>
              <a:ext uri="{FF2B5EF4-FFF2-40B4-BE49-F238E27FC236}">
                <a16:creationId xmlns:a16="http://schemas.microsoft.com/office/drawing/2014/main" id="{3052A0F3-6168-4019-B558-67B8471C812C}"/>
              </a:ext>
            </a:extLst>
          </p:cNvPr>
          <p:cNvGrpSpPr/>
          <p:nvPr/>
        </p:nvGrpSpPr>
        <p:grpSpPr>
          <a:xfrm>
            <a:off x="6366892" y="445178"/>
            <a:ext cx="1189965" cy="729492"/>
            <a:chOff x="8496164" y="663605"/>
            <a:chExt cx="2837988" cy="1739790"/>
          </a:xfrm>
        </p:grpSpPr>
        <p:pic>
          <p:nvPicPr>
            <p:cNvPr id="14" name="Graphique 13" descr="Évaluation 3 étoiles avec un remplissage uni">
              <a:extLst>
                <a:ext uri="{FF2B5EF4-FFF2-40B4-BE49-F238E27FC236}">
                  <a16:creationId xmlns:a16="http://schemas.microsoft.com/office/drawing/2014/main" id="{198F2EC1-C347-4A6F-878C-59475900D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6" name="Graphique 15" descr="Évaluation 3 étoiles avec un remplissage uni">
              <a:extLst>
                <a:ext uri="{FF2B5EF4-FFF2-40B4-BE49-F238E27FC236}">
                  <a16:creationId xmlns:a16="http://schemas.microsoft.com/office/drawing/2014/main" id="{9E4AD3E5-C9A5-49E4-94B1-A8941F280C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7" name="Groupe 16">
            <a:extLst>
              <a:ext uri="{FF2B5EF4-FFF2-40B4-BE49-F238E27FC236}">
                <a16:creationId xmlns:a16="http://schemas.microsoft.com/office/drawing/2014/main" id="{141BF173-8C94-49F0-903A-CDC8121F2338}"/>
              </a:ext>
            </a:extLst>
          </p:cNvPr>
          <p:cNvGrpSpPr/>
          <p:nvPr/>
        </p:nvGrpSpPr>
        <p:grpSpPr>
          <a:xfrm>
            <a:off x="6366892" y="3859568"/>
            <a:ext cx="1189965" cy="729492"/>
            <a:chOff x="8496164" y="663605"/>
            <a:chExt cx="2837988" cy="1739790"/>
          </a:xfrm>
        </p:grpSpPr>
        <p:pic>
          <p:nvPicPr>
            <p:cNvPr id="18" name="Graphique 17" descr="Évaluation 3 étoiles avec un remplissage uni">
              <a:extLst>
                <a:ext uri="{FF2B5EF4-FFF2-40B4-BE49-F238E27FC236}">
                  <a16:creationId xmlns:a16="http://schemas.microsoft.com/office/drawing/2014/main" id="{4B6A16ED-E95A-4475-8900-1D878B0974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9" name="Graphique 18" descr="Évaluation 3 étoiles avec un remplissage uni">
              <a:extLst>
                <a:ext uri="{FF2B5EF4-FFF2-40B4-BE49-F238E27FC236}">
                  <a16:creationId xmlns:a16="http://schemas.microsoft.com/office/drawing/2014/main" id="{47648841-DE94-426B-95FC-A8E8CB927A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20" name="Groupe 19">
            <a:extLst>
              <a:ext uri="{FF2B5EF4-FFF2-40B4-BE49-F238E27FC236}">
                <a16:creationId xmlns:a16="http://schemas.microsoft.com/office/drawing/2014/main" id="{C6E5BDA4-3E78-4875-9E88-0BD57F70670D}"/>
              </a:ext>
            </a:extLst>
          </p:cNvPr>
          <p:cNvGrpSpPr/>
          <p:nvPr/>
        </p:nvGrpSpPr>
        <p:grpSpPr>
          <a:xfrm>
            <a:off x="541338" y="3859568"/>
            <a:ext cx="1189965" cy="729492"/>
            <a:chOff x="8496164" y="663605"/>
            <a:chExt cx="2837988" cy="1739790"/>
          </a:xfrm>
        </p:grpSpPr>
        <p:pic>
          <p:nvPicPr>
            <p:cNvPr id="21" name="Graphique 20" descr="Évaluation 3 étoiles avec un remplissage uni">
              <a:extLst>
                <a:ext uri="{FF2B5EF4-FFF2-40B4-BE49-F238E27FC236}">
                  <a16:creationId xmlns:a16="http://schemas.microsoft.com/office/drawing/2014/main" id="{A406DE81-9FAA-436B-B65D-47EC9E023E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22" name="Graphique 21" descr="Évaluation 3 étoiles avec un remplissage uni">
              <a:extLst>
                <a:ext uri="{FF2B5EF4-FFF2-40B4-BE49-F238E27FC236}">
                  <a16:creationId xmlns:a16="http://schemas.microsoft.com/office/drawing/2014/main" id="{A2F751FA-9AFD-40EC-A071-842B25F6B4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pic>
        <p:nvPicPr>
          <p:cNvPr id="3" name="Graphique 2" descr="Stade avec un remplissage uni">
            <a:extLst>
              <a:ext uri="{FF2B5EF4-FFF2-40B4-BE49-F238E27FC236}">
                <a16:creationId xmlns:a16="http://schemas.microsoft.com/office/drawing/2014/main" id="{6515DD12-4EF2-4C96-8971-0DE5932D99F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9071"/>
          <a:stretch/>
        </p:blipFill>
        <p:spPr>
          <a:xfrm>
            <a:off x="1859425" y="445178"/>
            <a:ext cx="3106839" cy="2825005"/>
          </a:xfrm>
          <a:prstGeom prst="rect">
            <a:avLst/>
          </a:prstGeom>
        </p:spPr>
      </p:pic>
      <p:pic>
        <p:nvPicPr>
          <p:cNvPr id="5" name="Graphique 4" descr="Calendrier à feuilles avec un remplissage uni">
            <a:extLst>
              <a:ext uri="{FF2B5EF4-FFF2-40B4-BE49-F238E27FC236}">
                <a16:creationId xmlns:a16="http://schemas.microsoft.com/office/drawing/2014/main" id="{904257B0-6FC3-4D20-A518-BC279B99491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53376" y="333388"/>
            <a:ext cx="3038474" cy="3038474"/>
          </a:xfrm>
          <a:prstGeom prst="rect">
            <a:avLst/>
          </a:prstGeom>
        </p:spPr>
      </p:pic>
      <p:pic>
        <p:nvPicPr>
          <p:cNvPr id="26" name="Graphique 25" descr="Calendrier à feuilles avec un remplissage uni">
            <a:extLst>
              <a:ext uri="{FF2B5EF4-FFF2-40B4-BE49-F238E27FC236}">
                <a16:creationId xmlns:a16="http://schemas.microsoft.com/office/drawing/2014/main" id="{3D046849-EBAF-4186-AF6A-ECC40972934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84495" y="3639312"/>
            <a:ext cx="3038474" cy="3038474"/>
          </a:xfrm>
          <a:prstGeom prst="rect">
            <a:avLst/>
          </a:prstGeom>
        </p:spPr>
      </p:pic>
      <p:pic>
        <p:nvPicPr>
          <p:cNvPr id="27" name="Graphique 26" descr="Réussite du groupe avec un remplissage uni">
            <a:extLst>
              <a:ext uri="{FF2B5EF4-FFF2-40B4-BE49-F238E27FC236}">
                <a16:creationId xmlns:a16="http://schemas.microsoft.com/office/drawing/2014/main" id="{83212FFD-16F3-461E-A52D-F094A469F56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12901"/>
          <a:stretch/>
        </p:blipFill>
        <p:spPr>
          <a:xfrm>
            <a:off x="3266280" y="5055137"/>
            <a:ext cx="1200945" cy="1046000"/>
          </a:xfrm>
          <a:prstGeom prst="rect">
            <a:avLst/>
          </a:prstGeom>
        </p:spPr>
      </p:pic>
      <p:pic>
        <p:nvPicPr>
          <p:cNvPr id="24" name="Graphique 23" descr="Salon avec un remplissage uni">
            <a:extLst>
              <a:ext uri="{FF2B5EF4-FFF2-40B4-BE49-F238E27FC236}">
                <a16:creationId xmlns:a16="http://schemas.microsoft.com/office/drawing/2014/main" id="{BA6E5936-C7BA-4AF8-8CC2-0C819B21EC8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69490" y="5371488"/>
            <a:ext cx="914400" cy="914400"/>
          </a:xfrm>
          <a:prstGeom prst="rect">
            <a:avLst/>
          </a:prstGeom>
        </p:spPr>
      </p:pic>
      <p:pic>
        <p:nvPicPr>
          <p:cNvPr id="28" name="Graphique 27" descr="Canapé avec un remplissage uni">
            <a:extLst>
              <a:ext uri="{FF2B5EF4-FFF2-40B4-BE49-F238E27FC236}">
                <a16:creationId xmlns:a16="http://schemas.microsoft.com/office/drawing/2014/main" id="{396C2881-15FD-48D8-867B-66A87568B15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42907" y="5454312"/>
            <a:ext cx="914400" cy="914400"/>
          </a:xfrm>
          <a:prstGeom prst="rect">
            <a:avLst/>
          </a:prstGeom>
        </p:spPr>
      </p:pic>
      <p:pic>
        <p:nvPicPr>
          <p:cNvPr id="30" name="Graphique 29" descr="Vacances avec un remplissage uni">
            <a:extLst>
              <a:ext uri="{FF2B5EF4-FFF2-40B4-BE49-F238E27FC236}">
                <a16:creationId xmlns:a16="http://schemas.microsoft.com/office/drawing/2014/main" id="{EEEF4F0F-A920-4635-97E3-82DD4D30792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34322" y="4273532"/>
            <a:ext cx="914400" cy="914400"/>
          </a:xfrm>
          <a:prstGeom prst="rect">
            <a:avLst/>
          </a:prstGeom>
        </p:spPr>
      </p:pic>
      <p:pic>
        <p:nvPicPr>
          <p:cNvPr id="32" name="Graphique 31" descr="Décollage avec un remplissage uni">
            <a:extLst>
              <a:ext uri="{FF2B5EF4-FFF2-40B4-BE49-F238E27FC236}">
                <a16:creationId xmlns:a16="http://schemas.microsoft.com/office/drawing/2014/main" id="{A33294A2-EB6B-42F2-ADAE-536A4E66E77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021828" y="5186862"/>
            <a:ext cx="503349" cy="503349"/>
          </a:xfrm>
          <a:prstGeom prst="rect">
            <a:avLst/>
          </a:prstGeom>
        </p:spPr>
      </p:pic>
    </p:spTree>
    <p:extLst>
      <p:ext uri="{BB962C8B-B14F-4D97-AF65-F5344CB8AC3E}">
        <p14:creationId xmlns:p14="http://schemas.microsoft.com/office/powerpoint/2010/main" val="2099643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9">
            <a:extLst>
              <a:ext uri="{FF2B5EF4-FFF2-40B4-BE49-F238E27FC236}">
                <a16:creationId xmlns:a16="http://schemas.microsoft.com/office/drawing/2014/main" id="{68B28A91-9DC8-449A-9D9D-23AB518705C6}"/>
              </a:ext>
            </a:extLst>
          </p:cNvPr>
          <p:cNvGrpSpPr/>
          <p:nvPr/>
        </p:nvGrpSpPr>
        <p:grpSpPr>
          <a:xfrm>
            <a:off x="406829" y="445178"/>
            <a:ext cx="1189965" cy="729492"/>
            <a:chOff x="8496164" y="663605"/>
            <a:chExt cx="2837988" cy="1739790"/>
          </a:xfrm>
        </p:grpSpPr>
        <p:pic>
          <p:nvPicPr>
            <p:cNvPr id="11" name="Graphique 10" descr="Évaluation 3 étoiles avec un remplissage uni">
              <a:extLst>
                <a:ext uri="{FF2B5EF4-FFF2-40B4-BE49-F238E27FC236}">
                  <a16:creationId xmlns:a16="http://schemas.microsoft.com/office/drawing/2014/main" id="{DEA51A4A-D559-4D30-9D52-6FF3E446F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2" name="Graphique 11" descr="Évaluation 3 étoiles avec un remplissage uni">
              <a:extLst>
                <a:ext uri="{FF2B5EF4-FFF2-40B4-BE49-F238E27FC236}">
                  <a16:creationId xmlns:a16="http://schemas.microsoft.com/office/drawing/2014/main" id="{00A70CD3-71E7-4436-A66F-9780C7E1C3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3" name="Groupe 12">
            <a:extLst>
              <a:ext uri="{FF2B5EF4-FFF2-40B4-BE49-F238E27FC236}">
                <a16:creationId xmlns:a16="http://schemas.microsoft.com/office/drawing/2014/main" id="{3052A0F3-6168-4019-B558-67B8471C812C}"/>
              </a:ext>
            </a:extLst>
          </p:cNvPr>
          <p:cNvGrpSpPr/>
          <p:nvPr/>
        </p:nvGrpSpPr>
        <p:grpSpPr>
          <a:xfrm>
            <a:off x="6366892" y="445178"/>
            <a:ext cx="1189965" cy="729492"/>
            <a:chOff x="8496164" y="663605"/>
            <a:chExt cx="2837988" cy="1739790"/>
          </a:xfrm>
        </p:grpSpPr>
        <p:pic>
          <p:nvPicPr>
            <p:cNvPr id="14" name="Graphique 13" descr="Évaluation 3 étoiles avec un remplissage uni">
              <a:extLst>
                <a:ext uri="{FF2B5EF4-FFF2-40B4-BE49-F238E27FC236}">
                  <a16:creationId xmlns:a16="http://schemas.microsoft.com/office/drawing/2014/main" id="{198F2EC1-C347-4A6F-878C-59475900D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6" name="Graphique 15" descr="Évaluation 3 étoiles avec un remplissage uni">
              <a:extLst>
                <a:ext uri="{FF2B5EF4-FFF2-40B4-BE49-F238E27FC236}">
                  <a16:creationId xmlns:a16="http://schemas.microsoft.com/office/drawing/2014/main" id="{9E4AD3E5-C9A5-49E4-94B1-A8941F280C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17" name="Groupe 16">
            <a:extLst>
              <a:ext uri="{FF2B5EF4-FFF2-40B4-BE49-F238E27FC236}">
                <a16:creationId xmlns:a16="http://schemas.microsoft.com/office/drawing/2014/main" id="{141BF173-8C94-49F0-903A-CDC8121F2338}"/>
              </a:ext>
            </a:extLst>
          </p:cNvPr>
          <p:cNvGrpSpPr/>
          <p:nvPr/>
        </p:nvGrpSpPr>
        <p:grpSpPr>
          <a:xfrm>
            <a:off x="6366892" y="3859568"/>
            <a:ext cx="1189965" cy="729492"/>
            <a:chOff x="8496164" y="663605"/>
            <a:chExt cx="2837988" cy="1739790"/>
          </a:xfrm>
        </p:grpSpPr>
        <p:pic>
          <p:nvPicPr>
            <p:cNvPr id="18" name="Graphique 17" descr="Évaluation 3 étoiles avec un remplissage uni">
              <a:extLst>
                <a:ext uri="{FF2B5EF4-FFF2-40B4-BE49-F238E27FC236}">
                  <a16:creationId xmlns:a16="http://schemas.microsoft.com/office/drawing/2014/main" id="{4B6A16ED-E95A-4475-8900-1D878B0974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19" name="Graphique 18" descr="Évaluation 3 étoiles avec un remplissage uni">
              <a:extLst>
                <a:ext uri="{FF2B5EF4-FFF2-40B4-BE49-F238E27FC236}">
                  <a16:creationId xmlns:a16="http://schemas.microsoft.com/office/drawing/2014/main" id="{47648841-DE94-426B-95FC-A8E8CB927A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grpSp>
        <p:nvGrpSpPr>
          <p:cNvPr id="20" name="Groupe 19">
            <a:extLst>
              <a:ext uri="{FF2B5EF4-FFF2-40B4-BE49-F238E27FC236}">
                <a16:creationId xmlns:a16="http://schemas.microsoft.com/office/drawing/2014/main" id="{C6E5BDA4-3E78-4875-9E88-0BD57F70670D}"/>
              </a:ext>
            </a:extLst>
          </p:cNvPr>
          <p:cNvGrpSpPr/>
          <p:nvPr/>
        </p:nvGrpSpPr>
        <p:grpSpPr>
          <a:xfrm>
            <a:off x="541338" y="3859568"/>
            <a:ext cx="1189965" cy="729492"/>
            <a:chOff x="8496164" y="663605"/>
            <a:chExt cx="2837988" cy="1739790"/>
          </a:xfrm>
        </p:grpSpPr>
        <p:pic>
          <p:nvPicPr>
            <p:cNvPr id="21" name="Graphique 20" descr="Évaluation 3 étoiles avec un remplissage uni">
              <a:extLst>
                <a:ext uri="{FF2B5EF4-FFF2-40B4-BE49-F238E27FC236}">
                  <a16:creationId xmlns:a16="http://schemas.microsoft.com/office/drawing/2014/main" id="{A406DE81-9FAA-436B-B65D-47EC9E023E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164" y="663605"/>
              <a:ext cx="1739790" cy="1739790"/>
            </a:xfrm>
            <a:prstGeom prst="rect">
              <a:avLst/>
            </a:prstGeom>
          </p:spPr>
        </p:pic>
        <p:pic>
          <p:nvPicPr>
            <p:cNvPr id="22" name="Graphique 21" descr="Évaluation 3 étoiles avec un remplissage uni">
              <a:extLst>
                <a:ext uri="{FF2B5EF4-FFF2-40B4-BE49-F238E27FC236}">
                  <a16:creationId xmlns:a16="http://schemas.microsoft.com/office/drawing/2014/main" id="{A2F751FA-9AFD-40EC-A071-842B25F6B4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972"/>
            <a:stretch/>
          </p:blipFill>
          <p:spPr>
            <a:xfrm>
              <a:off x="10185399" y="663605"/>
              <a:ext cx="1148753" cy="1739790"/>
            </a:xfrm>
            <a:prstGeom prst="rect">
              <a:avLst/>
            </a:prstGeom>
          </p:spPr>
        </p:pic>
      </p:grpSp>
      <p:pic>
        <p:nvPicPr>
          <p:cNvPr id="25" name="Graphique 24" descr="Restaurant avec un remplissage uni">
            <a:extLst>
              <a:ext uri="{FF2B5EF4-FFF2-40B4-BE49-F238E27FC236}">
                <a16:creationId xmlns:a16="http://schemas.microsoft.com/office/drawing/2014/main" id="{8D044AAE-EA20-4F99-AF57-5BE045DF0B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42875" y="374837"/>
            <a:ext cx="3021672" cy="3021672"/>
          </a:xfrm>
          <a:prstGeom prst="rect">
            <a:avLst/>
          </a:prstGeom>
        </p:spPr>
      </p:pic>
      <p:pic>
        <p:nvPicPr>
          <p:cNvPr id="27" name="Graphique 26" descr="Ticket avec un remplissage uni">
            <a:extLst>
              <a:ext uri="{FF2B5EF4-FFF2-40B4-BE49-F238E27FC236}">
                <a16:creationId xmlns:a16="http://schemas.microsoft.com/office/drawing/2014/main" id="{3302A65F-D377-4867-B3E1-2DB9F4178C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67089" y="402860"/>
            <a:ext cx="2924175" cy="2924175"/>
          </a:xfrm>
          <a:prstGeom prst="rect">
            <a:avLst/>
          </a:prstGeom>
        </p:spPr>
      </p:pic>
      <p:pic>
        <p:nvPicPr>
          <p:cNvPr id="29" name="Graphique 28" descr="Banderole avec un remplissage uni">
            <a:extLst>
              <a:ext uri="{FF2B5EF4-FFF2-40B4-BE49-F238E27FC236}">
                <a16:creationId xmlns:a16="http://schemas.microsoft.com/office/drawing/2014/main" id="{E35D33CD-8C9A-4AC8-BF49-B53A516409A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4781550" y="3674660"/>
            <a:ext cx="1202639" cy="1195784"/>
          </a:xfrm>
          <a:prstGeom prst="rect">
            <a:avLst/>
          </a:prstGeom>
        </p:spPr>
      </p:pic>
      <p:pic>
        <p:nvPicPr>
          <p:cNvPr id="31" name="Graphique 30" descr="Gâteau de mariage avec un remplissage uni">
            <a:extLst>
              <a:ext uri="{FF2B5EF4-FFF2-40B4-BE49-F238E27FC236}">
                <a16:creationId xmlns:a16="http://schemas.microsoft.com/office/drawing/2014/main" id="{1DD0571E-F0D0-4D0E-8D2E-259F8528EE1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17228" y="4224314"/>
            <a:ext cx="2361224" cy="2361224"/>
          </a:xfrm>
          <a:prstGeom prst="rect">
            <a:avLst/>
          </a:prstGeom>
        </p:spPr>
      </p:pic>
      <p:pic>
        <p:nvPicPr>
          <p:cNvPr id="33" name="Graphique 32" descr="Coupes à champagne avec un remplissage uni">
            <a:extLst>
              <a:ext uri="{FF2B5EF4-FFF2-40B4-BE49-F238E27FC236}">
                <a16:creationId xmlns:a16="http://schemas.microsoft.com/office/drawing/2014/main" id="{1B6C7AD4-8D0E-4490-AFB4-03DA15CBCB1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2044" y="4713672"/>
            <a:ext cx="914400" cy="914400"/>
          </a:xfrm>
          <a:prstGeom prst="rect">
            <a:avLst/>
          </a:prstGeom>
        </p:spPr>
      </p:pic>
    </p:spTree>
    <p:extLst>
      <p:ext uri="{BB962C8B-B14F-4D97-AF65-F5344CB8AC3E}">
        <p14:creationId xmlns:p14="http://schemas.microsoft.com/office/powerpoint/2010/main" val="1272537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Poignée de main avec un remplissage uni">
            <a:extLst>
              <a:ext uri="{FF2B5EF4-FFF2-40B4-BE49-F238E27FC236}">
                <a16:creationId xmlns:a16="http://schemas.microsoft.com/office/drawing/2014/main" id="{C978D1B8-E44A-423B-85C7-04249F5D21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9" y="445178"/>
            <a:ext cx="914401" cy="914401"/>
          </a:xfrm>
          <a:prstGeom prst="rect">
            <a:avLst/>
          </a:prstGeom>
        </p:spPr>
      </p:pic>
      <p:pic>
        <p:nvPicPr>
          <p:cNvPr id="11" name="Graphique 10" descr="Poignée de main avec un remplissage uni">
            <a:extLst>
              <a:ext uri="{FF2B5EF4-FFF2-40B4-BE49-F238E27FC236}">
                <a16:creationId xmlns:a16="http://schemas.microsoft.com/office/drawing/2014/main" id="{B4AE62F9-7E37-460A-BF76-79B92B0C24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445178"/>
            <a:ext cx="914401" cy="914401"/>
          </a:xfrm>
          <a:prstGeom prst="rect">
            <a:avLst/>
          </a:prstGeom>
        </p:spPr>
      </p:pic>
      <p:pic>
        <p:nvPicPr>
          <p:cNvPr id="12" name="Graphique 11" descr="Poignée de main avec un remplissage uni">
            <a:extLst>
              <a:ext uri="{FF2B5EF4-FFF2-40B4-BE49-F238E27FC236}">
                <a16:creationId xmlns:a16="http://schemas.microsoft.com/office/drawing/2014/main" id="{ACD35416-962D-4C0B-9FF5-5B9FDA267F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2" y="3828495"/>
            <a:ext cx="914401" cy="914401"/>
          </a:xfrm>
          <a:prstGeom prst="rect">
            <a:avLst/>
          </a:prstGeom>
        </p:spPr>
      </p:pic>
      <p:pic>
        <p:nvPicPr>
          <p:cNvPr id="13" name="Graphique 12" descr="Poignée de main avec un remplissage uni">
            <a:extLst>
              <a:ext uri="{FF2B5EF4-FFF2-40B4-BE49-F238E27FC236}">
                <a16:creationId xmlns:a16="http://schemas.microsoft.com/office/drawing/2014/main" id="{A66CE248-F5F1-433A-9AC5-E49204D47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9" y="3828496"/>
            <a:ext cx="914401" cy="914401"/>
          </a:xfrm>
          <a:prstGeom prst="rect">
            <a:avLst/>
          </a:prstGeom>
        </p:spPr>
      </p:pic>
      <p:grpSp>
        <p:nvGrpSpPr>
          <p:cNvPr id="5" name="Groupe 4">
            <a:extLst>
              <a:ext uri="{FF2B5EF4-FFF2-40B4-BE49-F238E27FC236}">
                <a16:creationId xmlns:a16="http://schemas.microsoft.com/office/drawing/2014/main" id="{82D38CB5-03FE-464F-B56C-3590753ED02A}"/>
              </a:ext>
            </a:extLst>
          </p:cNvPr>
          <p:cNvGrpSpPr/>
          <p:nvPr/>
        </p:nvGrpSpPr>
        <p:grpSpPr>
          <a:xfrm>
            <a:off x="1842629" y="593451"/>
            <a:ext cx="3263140" cy="2543955"/>
            <a:chOff x="1842629" y="1305720"/>
            <a:chExt cx="2349510" cy="1831686"/>
          </a:xfrm>
        </p:grpSpPr>
        <p:pic>
          <p:nvPicPr>
            <p:cNvPr id="3" name="Graphique 2" descr="Cadeau avec un remplissage uni">
              <a:extLst>
                <a:ext uri="{FF2B5EF4-FFF2-40B4-BE49-F238E27FC236}">
                  <a16:creationId xmlns:a16="http://schemas.microsoft.com/office/drawing/2014/main" id="{60EA70B5-7212-4E37-909B-2445F30AB2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55359" y="1305720"/>
              <a:ext cx="1295400" cy="1295400"/>
            </a:xfrm>
            <a:prstGeom prst="rect">
              <a:avLst/>
            </a:prstGeom>
          </p:spPr>
        </p:pic>
        <p:pic>
          <p:nvPicPr>
            <p:cNvPr id="17" name="Graphique 16" descr="Main ouverte avec un remplissage uni">
              <a:extLst>
                <a:ext uri="{FF2B5EF4-FFF2-40B4-BE49-F238E27FC236}">
                  <a16:creationId xmlns:a16="http://schemas.microsoft.com/office/drawing/2014/main" id="{E846B169-FC54-4B85-974A-E61D5A409AC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6232"/>
            <a:stretch/>
          </p:blipFill>
          <p:spPr>
            <a:xfrm>
              <a:off x="1842629" y="1864948"/>
              <a:ext cx="1724941" cy="1272458"/>
            </a:xfrm>
            <a:prstGeom prst="rect">
              <a:avLst/>
            </a:prstGeom>
          </p:spPr>
        </p:pic>
        <p:sp>
          <p:nvSpPr>
            <p:cNvPr id="4" name="Flèche : droite 3">
              <a:extLst>
                <a:ext uri="{FF2B5EF4-FFF2-40B4-BE49-F238E27FC236}">
                  <a16:creationId xmlns:a16="http://schemas.microsoft.com/office/drawing/2014/main" id="{CA0A8FE1-233B-4AF6-96EC-43FA2949D3D3}"/>
                </a:ext>
              </a:extLst>
            </p:cNvPr>
            <p:cNvSpPr/>
            <p:nvPr/>
          </p:nvSpPr>
          <p:spPr>
            <a:xfrm>
              <a:off x="3563489" y="1803224"/>
              <a:ext cx="628650"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e 19">
            <a:extLst>
              <a:ext uri="{FF2B5EF4-FFF2-40B4-BE49-F238E27FC236}">
                <a16:creationId xmlns:a16="http://schemas.microsoft.com/office/drawing/2014/main" id="{15F4590B-E150-438D-8830-DB72E0CEF619}"/>
              </a:ext>
            </a:extLst>
          </p:cNvPr>
          <p:cNvGrpSpPr/>
          <p:nvPr/>
        </p:nvGrpSpPr>
        <p:grpSpPr>
          <a:xfrm>
            <a:off x="7043279" y="560345"/>
            <a:ext cx="3263140" cy="2543955"/>
            <a:chOff x="1842629" y="1305720"/>
            <a:chExt cx="2349510" cy="1831686"/>
          </a:xfrm>
        </p:grpSpPr>
        <p:pic>
          <p:nvPicPr>
            <p:cNvPr id="21" name="Graphique 20" descr="Cadeau avec un remplissage uni">
              <a:extLst>
                <a:ext uri="{FF2B5EF4-FFF2-40B4-BE49-F238E27FC236}">
                  <a16:creationId xmlns:a16="http://schemas.microsoft.com/office/drawing/2014/main" id="{60CDCA74-DF88-4F76-9C78-A6777FA02F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55359" y="1305720"/>
              <a:ext cx="1295400" cy="1295400"/>
            </a:xfrm>
            <a:prstGeom prst="rect">
              <a:avLst/>
            </a:prstGeom>
          </p:spPr>
        </p:pic>
        <p:pic>
          <p:nvPicPr>
            <p:cNvPr id="22" name="Graphique 21" descr="Main ouverte avec un remplissage uni">
              <a:extLst>
                <a:ext uri="{FF2B5EF4-FFF2-40B4-BE49-F238E27FC236}">
                  <a16:creationId xmlns:a16="http://schemas.microsoft.com/office/drawing/2014/main" id="{D549458D-2DD8-401F-99B6-66CC67BC327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6232"/>
            <a:stretch/>
          </p:blipFill>
          <p:spPr>
            <a:xfrm>
              <a:off x="1842629" y="1864948"/>
              <a:ext cx="1724941" cy="1272458"/>
            </a:xfrm>
            <a:prstGeom prst="rect">
              <a:avLst/>
            </a:prstGeom>
          </p:spPr>
        </p:pic>
        <p:sp>
          <p:nvSpPr>
            <p:cNvPr id="23" name="Flèche : droite 22">
              <a:extLst>
                <a:ext uri="{FF2B5EF4-FFF2-40B4-BE49-F238E27FC236}">
                  <a16:creationId xmlns:a16="http://schemas.microsoft.com/office/drawing/2014/main" id="{0FF71B45-5C1E-4AA3-AB92-4D4111A9CB6C}"/>
                </a:ext>
              </a:extLst>
            </p:cNvPr>
            <p:cNvSpPr/>
            <p:nvPr/>
          </p:nvSpPr>
          <p:spPr>
            <a:xfrm>
              <a:off x="3563489" y="1803224"/>
              <a:ext cx="628650"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Graphique 23" descr="Réussite du groupe avec un remplissage uni">
            <a:extLst>
              <a:ext uri="{FF2B5EF4-FFF2-40B4-BE49-F238E27FC236}">
                <a16:creationId xmlns:a16="http://schemas.microsoft.com/office/drawing/2014/main" id="{B6E391BC-FC1F-44A1-BCEB-7096A80BE7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06419" y="1081425"/>
            <a:ext cx="1433175" cy="1433175"/>
          </a:xfrm>
          <a:prstGeom prst="rect">
            <a:avLst/>
          </a:prstGeom>
        </p:spPr>
      </p:pic>
      <p:pic>
        <p:nvPicPr>
          <p:cNvPr id="29" name="Graphique 28" descr="Couronne d'utilisateur masculine avec un remplissage uni">
            <a:extLst>
              <a:ext uri="{FF2B5EF4-FFF2-40B4-BE49-F238E27FC236}">
                <a16:creationId xmlns:a16="http://schemas.microsoft.com/office/drawing/2014/main" id="{98A27CF6-5595-4406-9102-2E10995F5A8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48369" y="4076214"/>
            <a:ext cx="1377681" cy="1377681"/>
          </a:xfrm>
          <a:prstGeom prst="rect">
            <a:avLst/>
          </a:prstGeom>
        </p:spPr>
      </p:pic>
      <p:pic>
        <p:nvPicPr>
          <p:cNvPr id="31" name="Graphique 30" descr="Étourdi avec un remplissage uni">
            <a:extLst>
              <a:ext uri="{FF2B5EF4-FFF2-40B4-BE49-F238E27FC236}">
                <a16:creationId xmlns:a16="http://schemas.microsoft.com/office/drawing/2014/main" id="{C32EA406-54AD-4EBF-AD77-D4EBA91B424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27074" b="21529"/>
          <a:stretch/>
        </p:blipFill>
        <p:spPr>
          <a:xfrm>
            <a:off x="2158765" y="4842535"/>
            <a:ext cx="2511159" cy="1290650"/>
          </a:xfrm>
          <a:prstGeom prst="rect">
            <a:avLst/>
          </a:prstGeom>
        </p:spPr>
      </p:pic>
      <p:pic>
        <p:nvPicPr>
          <p:cNvPr id="32" name="Graphique 31" descr="Utilisateur avec un remplissage uni">
            <a:extLst>
              <a:ext uri="{FF2B5EF4-FFF2-40B4-BE49-F238E27FC236}">
                <a16:creationId xmlns:a16="http://schemas.microsoft.com/office/drawing/2014/main" id="{02A3170B-DD3A-4966-9BF1-8711BF44A94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71256" y="3972628"/>
            <a:ext cx="2565953" cy="2565953"/>
          </a:xfrm>
          <a:prstGeom prst="rect">
            <a:avLst/>
          </a:prstGeom>
        </p:spPr>
      </p:pic>
      <p:pic>
        <p:nvPicPr>
          <p:cNvPr id="27" name="Graphique 26" descr="Voyage avec un remplissage uni">
            <a:extLst>
              <a:ext uri="{FF2B5EF4-FFF2-40B4-BE49-F238E27FC236}">
                <a16:creationId xmlns:a16="http://schemas.microsoft.com/office/drawing/2014/main" id="{8770B5FB-F3BE-4814-9E8B-5AFA64EED06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78282" y="4523725"/>
            <a:ext cx="2027568" cy="2027568"/>
          </a:xfrm>
          <a:prstGeom prst="rect">
            <a:avLst/>
          </a:prstGeom>
        </p:spPr>
      </p:pic>
      <p:pic>
        <p:nvPicPr>
          <p:cNvPr id="37" name="Graphique 36" descr="Noix de coco avec un remplissage uni">
            <a:extLst>
              <a:ext uri="{FF2B5EF4-FFF2-40B4-BE49-F238E27FC236}">
                <a16:creationId xmlns:a16="http://schemas.microsoft.com/office/drawing/2014/main" id="{6B0CF2CD-99C9-431B-8A00-40DF449BDC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000302" y="4931602"/>
            <a:ext cx="478539" cy="478539"/>
          </a:xfrm>
          <a:prstGeom prst="rect">
            <a:avLst/>
          </a:prstGeom>
        </p:spPr>
      </p:pic>
      <p:pic>
        <p:nvPicPr>
          <p:cNvPr id="40" name="Graphique 39" descr="Scène tropicale avec un remplissage uni">
            <a:extLst>
              <a:ext uri="{FF2B5EF4-FFF2-40B4-BE49-F238E27FC236}">
                <a16:creationId xmlns:a16="http://schemas.microsoft.com/office/drawing/2014/main" id="{0D4E0AE9-EB16-49F1-B563-BAA93F4139F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433312" y="4386803"/>
            <a:ext cx="2202114" cy="2202114"/>
          </a:xfrm>
          <a:prstGeom prst="rect">
            <a:avLst/>
          </a:prstGeom>
        </p:spPr>
      </p:pic>
      <p:pic>
        <p:nvPicPr>
          <p:cNvPr id="42" name="Graphique 41" descr="Réussite du groupe avec un remplissage uni">
            <a:extLst>
              <a:ext uri="{FF2B5EF4-FFF2-40B4-BE49-F238E27FC236}">
                <a16:creationId xmlns:a16="http://schemas.microsoft.com/office/drawing/2014/main" id="{7132EF05-169D-4346-B3FD-5CF75F207C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95254" y="4998387"/>
            <a:ext cx="1134798" cy="1134798"/>
          </a:xfrm>
          <a:prstGeom prst="rect">
            <a:avLst/>
          </a:prstGeom>
        </p:spPr>
      </p:pic>
    </p:spTree>
    <p:extLst>
      <p:ext uri="{BB962C8B-B14F-4D97-AF65-F5344CB8AC3E}">
        <p14:creationId xmlns:p14="http://schemas.microsoft.com/office/powerpoint/2010/main" val="832962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Main ouverte avec un remplissage uni">
            <a:extLst>
              <a:ext uri="{FF2B5EF4-FFF2-40B4-BE49-F238E27FC236}">
                <a16:creationId xmlns:a16="http://schemas.microsoft.com/office/drawing/2014/main" id="{2339D999-9474-4BC8-B529-1754BB23918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6232"/>
          <a:stretch/>
        </p:blipFill>
        <p:spPr>
          <a:xfrm>
            <a:off x="1083033" y="1435109"/>
            <a:ext cx="2395701" cy="1767266"/>
          </a:xfrm>
          <a:prstGeom prst="rect">
            <a:avLst/>
          </a:prstGeom>
        </p:spPr>
      </p:pic>
      <p:pic>
        <p:nvPicPr>
          <p:cNvPr id="16" name="Graphique 15" descr="Euro avec un remplissage uni">
            <a:extLst>
              <a:ext uri="{FF2B5EF4-FFF2-40B4-BE49-F238E27FC236}">
                <a16:creationId xmlns:a16="http://schemas.microsoft.com/office/drawing/2014/main" id="{8A32A475-9578-4AD9-86FE-57FBED742D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206" y="646359"/>
            <a:ext cx="1853623" cy="1853623"/>
          </a:xfrm>
          <a:prstGeom prst="rect">
            <a:avLst/>
          </a:prstGeom>
        </p:spPr>
      </p:pic>
      <p:sp>
        <p:nvSpPr>
          <p:cNvPr id="17" name="Flèche : droite 16">
            <a:extLst>
              <a:ext uri="{FF2B5EF4-FFF2-40B4-BE49-F238E27FC236}">
                <a16:creationId xmlns:a16="http://schemas.microsoft.com/office/drawing/2014/main" id="{78F0761C-479E-429C-8E68-31B5A67F30A2}"/>
              </a:ext>
            </a:extLst>
          </p:cNvPr>
          <p:cNvSpPr/>
          <p:nvPr/>
        </p:nvSpPr>
        <p:spPr>
          <a:xfrm>
            <a:off x="3205279" y="1419178"/>
            <a:ext cx="873107" cy="8995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que 17" descr="Globe terrestre : Europe et Afrique avec un remplissage uni">
            <a:extLst>
              <a:ext uri="{FF2B5EF4-FFF2-40B4-BE49-F238E27FC236}">
                <a16:creationId xmlns:a16="http://schemas.microsoft.com/office/drawing/2014/main" id="{D5227F5B-D3D9-46DE-9384-B696425B1D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70448" y="861891"/>
            <a:ext cx="1853622" cy="1853622"/>
          </a:xfrm>
          <a:prstGeom prst="rect">
            <a:avLst/>
          </a:prstGeom>
        </p:spPr>
      </p:pic>
      <p:grpSp>
        <p:nvGrpSpPr>
          <p:cNvPr id="19" name="Groupe 18">
            <a:extLst>
              <a:ext uri="{FF2B5EF4-FFF2-40B4-BE49-F238E27FC236}">
                <a16:creationId xmlns:a16="http://schemas.microsoft.com/office/drawing/2014/main" id="{CF693EEC-AF80-4B9C-85B3-0F35C4CEC945}"/>
              </a:ext>
            </a:extLst>
          </p:cNvPr>
          <p:cNvGrpSpPr/>
          <p:nvPr/>
        </p:nvGrpSpPr>
        <p:grpSpPr>
          <a:xfrm>
            <a:off x="8145513" y="976271"/>
            <a:ext cx="2963454" cy="1624861"/>
            <a:chOff x="5679899" y="983432"/>
            <a:chExt cx="5851230" cy="3208228"/>
          </a:xfrm>
        </p:grpSpPr>
        <p:pic>
          <p:nvPicPr>
            <p:cNvPr id="20" name="Image 19">
              <a:extLst>
                <a:ext uri="{FF2B5EF4-FFF2-40B4-BE49-F238E27FC236}">
                  <a16:creationId xmlns:a16="http://schemas.microsoft.com/office/drawing/2014/main" id="{26F78BD7-59B8-4FE4-9755-5A9EA684F7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705704">
              <a:off x="5679899" y="1374028"/>
              <a:ext cx="1837537" cy="2570542"/>
            </a:xfrm>
            <a:prstGeom prst="rect">
              <a:avLst/>
            </a:prstGeom>
          </p:spPr>
        </p:pic>
        <p:grpSp>
          <p:nvGrpSpPr>
            <p:cNvPr id="21" name="Groupe 20">
              <a:extLst>
                <a:ext uri="{FF2B5EF4-FFF2-40B4-BE49-F238E27FC236}">
                  <a16:creationId xmlns:a16="http://schemas.microsoft.com/office/drawing/2014/main" id="{06A340C7-43A0-48E8-8841-2B434B7A5A99}"/>
                </a:ext>
              </a:extLst>
            </p:cNvPr>
            <p:cNvGrpSpPr/>
            <p:nvPr/>
          </p:nvGrpSpPr>
          <p:grpSpPr>
            <a:xfrm rot="1129606">
              <a:off x="6388438" y="983432"/>
              <a:ext cx="5142691" cy="3208228"/>
              <a:chOff x="5005390" y="1023794"/>
              <a:chExt cx="3175360" cy="1980924"/>
            </a:xfrm>
          </p:grpSpPr>
          <p:pic>
            <p:nvPicPr>
              <p:cNvPr id="22" name="Image 21" descr="Une image contenant texte&#10;&#10;Description générée automatiquement">
                <a:extLst>
                  <a:ext uri="{FF2B5EF4-FFF2-40B4-BE49-F238E27FC236}">
                    <a16:creationId xmlns:a16="http://schemas.microsoft.com/office/drawing/2014/main" id="{52AB744D-76E3-488C-8EDA-0E8A1B3F028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122133">
                <a:off x="5005390" y="1291373"/>
                <a:ext cx="1224774" cy="1713345"/>
              </a:xfrm>
              <a:prstGeom prst="rect">
                <a:avLst/>
              </a:prstGeom>
            </p:spPr>
          </p:pic>
          <p:pic>
            <p:nvPicPr>
              <p:cNvPr id="23" name="Image 22">
                <a:extLst>
                  <a:ext uri="{FF2B5EF4-FFF2-40B4-BE49-F238E27FC236}">
                    <a16:creationId xmlns:a16="http://schemas.microsoft.com/office/drawing/2014/main" id="{9F0EC8C4-F9B1-4546-939F-1DC4FB1C80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10037" y="1023794"/>
                <a:ext cx="1224774" cy="1713345"/>
              </a:xfrm>
              <a:prstGeom prst="rect">
                <a:avLst/>
              </a:prstGeom>
            </p:spPr>
          </p:pic>
          <p:pic>
            <p:nvPicPr>
              <p:cNvPr id="24" name="Image 23">
                <a:extLst>
                  <a:ext uri="{FF2B5EF4-FFF2-40B4-BE49-F238E27FC236}">
                    <a16:creationId xmlns:a16="http://schemas.microsoft.com/office/drawing/2014/main" id="{8A02BF0E-8F64-4009-A10E-CF81CFF99F2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478176">
                <a:off x="6250136" y="1146136"/>
                <a:ext cx="1224774" cy="1713345"/>
              </a:xfrm>
              <a:prstGeom prst="rect">
                <a:avLst/>
              </a:prstGeom>
            </p:spPr>
          </p:pic>
          <p:pic>
            <p:nvPicPr>
              <p:cNvPr id="25" name="Image 24">
                <a:extLst>
                  <a:ext uri="{FF2B5EF4-FFF2-40B4-BE49-F238E27FC236}">
                    <a16:creationId xmlns:a16="http://schemas.microsoft.com/office/drawing/2014/main" id="{0880F8F1-5B0B-4235-9DE0-2D1F47BBC5C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849747">
                <a:off x="6760743" y="1574225"/>
                <a:ext cx="1183878" cy="1656136"/>
              </a:xfrm>
              <a:prstGeom prst="rect">
                <a:avLst/>
              </a:prstGeom>
            </p:spPr>
          </p:pic>
        </p:grpSp>
      </p:grpSp>
      <p:sp>
        <p:nvSpPr>
          <p:cNvPr id="2" name="Bulle narrative : ronde 1">
            <a:extLst>
              <a:ext uri="{FF2B5EF4-FFF2-40B4-BE49-F238E27FC236}">
                <a16:creationId xmlns:a16="http://schemas.microsoft.com/office/drawing/2014/main" id="{A7DB9F3E-7F4C-4603-BF5D-6201A13C03B3}"/>
              </a:ext>
            </a:extLst>
          </p:cNvPr>
          <p:cNvSpPr/>
          <p:nvPr/>
        </p:nvSpPr>
        <p:spPr>
          <a:xfrm>
            <a:off x="2795120" y="3797077"/>
            <a:ext cx="3028950" cy="1435892"/>
          </a:xfrm>
          <a:prstGeom prst="wedgeEllipseCallout">
            <a:avLst>
              <a:gd name="adj1" fmla="val -54481"/>
              <a:gd name="adj2" fmla="val 43263"/>
            </a:avLst>
          </a:prstGeom>
          <a:solidFill>
            <a:schemeClr val="bg1"/>
          </a:solidFill>
          <a:ln w="3810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que 27" descr="Utilisateur avec un remplissage uni">
            <a:extLst>
              <a:ext uri="{FF2B5EF4-FFF2-40B4-BE49-F238E27FC236}">
                <a16:creationId xmlns:a16="http://schemas.microsoft.com/office/drawing/2014/main" id="{7D7C6FA4-9BF5-4087-9071-FACEA7B2938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052433" y="3937711"/>
            <a:ext cx="1089176" cy="1089176"/>
          </a:xfrm>
          <a:prstGeom prst="rect">
            <a:avLst/>
          </a:prstGeom>
        </p:spPr>
      </p:pic>
      <p:pic>
        <p:nvPicPr>
          <p:cNvPr id="29" name="Graphique 28" descr="Main ouverte avec un remplissage uni">
            <a:extLst>
              <a:ext uri="{FF2B5EF4-FFF2-40B4-BE49-F238E27FC236}">
                <a16:creationId xmlns:a16="http://schemas.microsoft.com/office/drawing/2014/main" id="{8AD9F74E-8B69-4AE7-8FC2-E843A99277B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6232"/>
          <a:stretch/>
        </p:blipFill>
        <p:spPr>
          <a:xfrm>
            <a:off x="4635157" y="4017309"/>
            <a:ext cx="1064809" cy="785490"/>
          </a:xfrm>
          <a:prstGeom prst="rect">
            <a:avLst/>
          </a:prstGeom>
        </p:spPr>
      </p:pic>
      <p:sp>
        <p:nvSpPr>
          <p:cNvPr id="4" name="Signe Plus 3">
            <a:extLst>
              <a:ext uri="{FF2B5EF4-FFF2-40B4-BE49-F238E27FC236}">
                <a16:creationId xmlns:a16="http://schemas.microsoft.com/office/drawing/2014/main" id="{6A2519BB-C22A-42A7-B03A-BEED3363133D}"/>
              </a:ext>
            </a:extLst>
          </p:cNvPr>
          <p:cNvSpPr/>
          <p:nvPr/>
        </p:nvSpPr>
        <p:spPr>
          <a:xfrm>
            <a:off x="4063551" y="4248150"/>
            <a:ext cx="582791" cy="55464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que 30" descr="Réussite du groupe avec un remplissage uni">
            <a:extLst>
              <a:ext uri="{FF2B5EF4-FFF2-40B4-BE49-F238E27FC236}">
                <a16:creationId xmlns:a16="http://schemas.microsoft.com/office/drawing/2014/main" id="{03A96976-E124-4293-82B2-AA87921F7C3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846523" y="5410320"/>
            <a:ext cx="933216" cy="933216"/>
          </a:xfrm>
          <a:prstGeom prst="rect">
            <a:avLst/>
          </a:prstGeom>
        </p:spPr>
      </p:pic>
      <p:pic>
        <p:nvPicPr>
          <p:cNvPr id="32" name="Graphique 31" descr="Réussite du groupe avec un remplissage uni">
            <a:extLst>
              <a:ext uri="{FF2B5EF4-FFF2-40B4-BE49-F238E27FC236}">
                <a16:creationId xmlns:a16="http://schemas.microsoft.com/office/drawing/2014/main" id="{F99AAC0E-FEF0-46A9-9082-6AE5869AA90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241480" y="5555788"/>
            <a:ext cx="933216" cy="933216"/>
          </a:xfrm>
          <a:prstGeom prst="rect">
            <a:avLst/>
          </a:prstGeom>
        </p:spPr>
      </p:pic>
      <p:pic>
        <p:nvPicPr>
          <p:cNvPr id="33" name="Graphique 32" descr="Réussite du groupe avec un remplissage uni">
            <a:extLst>
              <a:ext uri="{FF2B5EF4-FFF2-40B4-BE49-F238E27FC236}">
                <a16:creationId xmlns:a16="http://schemas.microsoft.com/office/drawing/2014/main" id="{01934BDC-9487-4B81-8C86-EDD2862E8FA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71917" y="5714637"/>
            <a:ext cx="933216" cy="933216"/>
          </a:xfrm>
          <a:prstGeom prst="rect">
            <a:avLst/>
          </a:prstGeom>
        </p:spPr>
      </p:pic>
      <p:pic>
        <p:nvPicPr>
          <p:cNvPr id="36" name="Graphique 35" descr="Homme avec un remplissage uni">
            <a:extLst>
              <a:ext uri="{FF2B5EF4-FFF2-40B4-BE49-F238E27FC236}">
                <a16:creationId xmlns:a16="http://schemas.microsoft.com/office/drawing/2014/main" id="{4CDB8916-6B85-4966-97F0-967DF91093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2534" y="4746922"/>
            <a:ext cx="1732549" cy="1732549"/>
          </a:xfrm>
          <a:prstGeom prst="rect">
            <a:avLst/>
          </a:prstGeom>
        </p:spPr>
      </p:pic>
      <p:pic>
        <p:nvPicPr>
          <p:cNvPr id="37" name="Graphique 36" descr="Microphone avec un remplissage uni">
            <a:extLst>
              <a:ext uri="{FF2B5EF4-FFF2-40B4-BE49-F238E27FC236}">
                <a16:creationId xmlns:a16="http://schemas.microsoft.com/office/drawing/2014/main" id="{2DB6FDD4-599F-46C1-A18A-AB9EB7032A12}"/>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r="45320"/>
          <a:stretch/>
        </p:blipFill>
        <p:spPr>
          <a:xfrm rot="18606629" flipH="1">
            <a:off x="2142764" y="4778921"/>
            <a:ext cx="446592" cy="727716"/>
          </a:xfrm>
          <a:prstGeom prst="rect">
            <a:avLst/>
          </a:prstGeom>
        </p:spPr>
      </p:pic>
      <p:pic>
        <p:nvPicPr>
          <p:cNvPr id="39" name="Graphique 38" descr="Conférencier avec un remplissage uni">
            <a:extLst>
              <a:ext uri="{FF2B5EF4-FFF2-40B4-BE49-F238E27FC236}">
                <a16:creationId xmlns:a16="http://schemas.microsoft.com/office/drawing/2014/main" id="{12E622FC-E830-42C5-A501-809E3D28DE4B}"/>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t="35157" b="-1"/>
          <a:stretch/>
        </p:blipFill>
        <p:spPr>
          <a:xfrm>
            <a:off x="1637952" y="5373603"/>
            <a:ext cx="1679694" cy="1089176"/>
          </a:xfrm>
          <a:prstGeom prst="rect">
            <a:avLst/>
          </a:prstGeom>
        </p:spPr>
      </p:pic>
      <p:grpSp>
        <p:nvGrpSpPr>
          <p:cNvPr id="7" name="Groupe 6">
            <a:extLst>
              <a:ext uri="{FF2B5EF4-FFF2-40B4-BE49-F238E27FC236}">
                <a16:creationId xmlns:a16="http://schemas.microsoft.com/office/drawing/2014/main" id="{B2A8226F-CB68-4078-ACC7-D05B133D5CDA}"/>
              </a:ext>
            </a:extLst>
          </p:cNvPr>
          <p:cNvGrpSpPr/>
          <p:nvPr/>
        </p:nvGrpSpPr>
        <p:grpSpPr>
          <a:xfrm>
            <a:off x="9245209" y="4058490"/>
            <a:ext cx="1088952" cy="1197318"/>
            <a:chOff x="9163452" y="3768268"/>
            <a:chExt cx="1426519" cy="1568478"/>
          </a:xfrm>
        </p:grpSpPr>
        <p:pic>
          <p:nvPicPr>
            <p:cNvPr id="40" name="Graphique 39" descr="Main ouverte avec un remplissage uni">
              <a:extLst>
                <a:ext uri="{FF2B5EF4-FFF2-40B4-BE49-F238E27FC236}">
                  <a16:creationId xmlns:a16="http://schemas.microsoft.com/office/drawing/2014/main" id="{3BE00102-0CE6-4A50-BD62-58E78716EE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6232"/>
            <a:stretch/>
          </p:blipFill>
          <p:spPr>
            <a:xfrm>
              <a:off x="9163452" y="4284428"/>
              <a:ext cx="1426519" cy="1052318"/>
            </a:xfrm>
            <a:prstGeom prst="rect">
              <a:avLst/>
            </a:prstGeom>
          </p:spPr>
        </p:pic>
        <p:pic>
          <p:nvPicPr>
            <p:cNvPr id="41" name="Graphique 40" descr="Globe terrestre : Europe et Afrique avec un remplissage uni">
              <a:extLst>
                <a:ext uri="{FF2B5EF4-FFF2-40B4-BE49-F238E27FC236}">
                  <a16:creationId xmlns:a16="http://schemas.microsoft.com/office/drawing/2014/main" id="{0453C3D6-87CD-4257-BD99-FD6135012A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83233" y="3768268"/>
              <a:ext cx="1163811" cy="1163811"/>
            </a:xfrm>
            <a:prstGeom prst="rect">
              <a:avLst/>
            </a:prstGeom>
          </p:spPr>
        </p:pic>
      </p:grpSp>
      <p:pic>
        <p:nvPicPr>
          <p:cNvPr id="42" name="Graphique 41" descr="Main ouverte avec un remplissage uni">
            <a:extLst>
              <a:ext uri="{FF2B5EF4-FFF2-40B4-BE49-F238E27FC236}">
                <a16:creationId xmlns:a16="http://schemas.microsoft.com/office/drawing/2014/main" id="{5E636A71-3ECD-4757-888B-9C97A9BE73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514" b="30205"/>
          <a:stretch/>
        </p:blipFill>
        <p:spPr>
          <a:xfrm>
            <a:off x="7037186" y="4886950"/>
            <a:ext cx="4189594" cy="1687625"/>
          </a:xfrm>
          <a:prstGeom prst="rect">
            <a:avLst/>
          </a:prstGeom>
        </p:spPr>
      </p:pic>
      <p:pic>
        <p:nvPicPr>
          <p:cNvPr id="43" name="Graphique 42" descr="Utilisateur avec un remplissage uni">
            <a:extLst>
              <a:ext uri="{FF2B5EF4-FFF2-40B4-BE49-F238E27FC236}">
                <a16:creationId xmlns:a16="http://schemas.microsoft.com/office/drawing/2014/main" id="{5756E0F4-9391-4090-9260-5F5CF0DE25E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27042" y="4230666"/>
            <a:ext cx="1089176" cy="1089176"/>
          </a:xfrm>
          <a:prstGeom prst="rect">
            <a:avLst/>
          </a:prstGeom>
        </p:spPr>
      </p:pic>
      <p:pic>
        <p:nvPicPr>
          <p:cNvPr id="44" name="Graphique 43" descr="Globe terrestre : Europe et Afrique avec un remplissage uni">
            <a:extLst>
              <a:ext uri="{FF2B5EF4-FFF2-40B4-BE49-F238E27FC236}">
                <a16:creationId xmlns:a16="http://schemas.microsoft.com/office/drawing/2014/main" id="{BD0ED808-5645-41BC-9B9B-93EFD4BCDB2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87028" y="445177"/>
            <a:ext cx="914402" cy="914402"/>
          </a:xfrm>
          <a:prstGeom prst="rect">
            <a:avLst/>
          </a:prstGeom>
        </p:spPr>
      </p:pic>
      <p:pic>
        <p:nvPicPr>
          <p:cNvPr id="45" name="Graphique 44" descr="Globe terrestre : Europe et Afrique avec un remplissage uni">
            <a:extLst>
              <a:ext uri="{FF2B5EF4-FFF2-40B4-BE49-F238E27FC236}">
                <a16:creationId xmlns:a16="http://schemas.microsoft.com/office/drawing/2014/main" id="{A9157DBB-82D9-449F-A107-6CCF847BB12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366891" y="445177"/>
            <a:ext cx="914402" cy="914402"/>
          </a:xfrm>
          <a:prstGeom prst="rect">
            <a:avLst/>
          </a:prstGeom>
        </p:spPr>
      </p:pic>
      <p:pic>
        <p:nvPicPr>
          <p:cNvPr id="46" name="Graphique 45" descr="Globe terrestre : Europe et Afrique avec un remplissage uni">
            <a:extLst>
              <a:ext uri="{FF2B5EF4-FFF2-40B4-BE49-F238E27FC236}">
                <a16:creationId xmlns:a16="http://schemas.microsoft.com/office/drawing/2014/main" id="{474A59C6-21B9-4111-9297-8136D27530B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366891" y="3828496"/>
            <a:ext cx="914402" cy="914402"/>
          </a:xfrm>
          <a:prstGeom prst="rect">
            <a:avLst/>
          </a:prstGeom>
        </p:spPr>
      </p:pic>
      <p:pic>
        <p:nvPicPr>
          <p:cNvPr id="47" name="Graphique 46" descr="Globe terrestre : Europe et Afrique avec un remplissage uni">
            <a:extLst>
              <a:ext uri="{FF2B5EF4-FFF2-40B4-BE49-F238E27FC236}">
                <a16:creationId xmlns:a16="http://schemas.microsoft.com/office/drawing/2014/main" id="{439E2CFC-DF89-49FC-8790-21D70D6C308F}"/>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87028" y="3828496"/>
            <a:ext cx="914402" cy="914402"/>
          </a:xfrm>
          <a:prstGeom prst="rect">
            <a:avLst/>
          </a:prstGeom>
        </p:spPr>
      </p:pic>
    </p:spTree>
    <p:extLst>
      <p:ext uri="{BB962C8B-B14F-4D97-AF65-F5344CB8AC3E}">
        <p14:creationId xmlns:p14="http://schemas.microsoft.com/office/powerpoint/2010/main" val="3844041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Globe terrestre : Europe et Afrique avec un remplissage uni">
            <a:extLst>
              <a:ext uri="{FF2B5EF4-FFF2-40B4-BE49-F238E27FC236}">
                <a16:creationId xmlns:a16="http://schemas.microsoft.com/office/drawing/2014/main" id="{AA6BCD5E-FB84-46BF-A42A-D46BA39E24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8" y="445177"/>
            <a:ext cx="914402" cy="914402"/>
          </a:xfrm>
          <a:prstGeom prst="rect">
            <a:avLst/>
          </a:prstGeom>
        </p:spPr>
      </p:pic>
      <p:pic>
        <p:nvPicPr>
          <p:cNvPr id="16" name="Graphique 15" descr="Globe terrestre : Europe et Afrique avec un remplissage uni">
            <a:extLst>
              <a:ext uri="{FF2B5EF4-FFF2-40B4-BE49-F238E27FC236}">
                <a16:creationId xmlns:a16="http://schemas.microsoft.com/office/drawing/2014/main" id="{8FC3BCDC-CC02-456E-BF85-EE48979F62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1" y="445177"/>
            <a:ext cx="914402" cy="914402"/>
          </a:xfrm>
          <a:prstGeom prst="rect">
            <a:avLst/>
          </a:prstGeom>
        </p:spPr>
      </p:pic>
      <p:pic>
        <p:nvPicPr>
          <p:cNvPr id="17" name="Graphique 16" descr="Globe terrestre : Europe et Afrique avec un remplissage uni">
            <a:extLst>
              <a:ext uri="{FF2B5EF4-FFF2-40B4-BE49-F238E27FC236}">
                <a16:creationId xmlns:a16="http://schemas.microsoft.com/office/drawing/2014/main" id="{1DD91B1C-178E-4599-8F22-FBACA9D659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6891" y="3828496"/>
            <a:ext cx="914402" cy="914402"/>
          </a:xfrm>
          <a:prstGeom prst="rect">
            <a:avLst/>
          </a:prstGeom>
        </p:spPr>
      </p:pic>
      <p:pic>
        <p:nvPicPr>
          <p:cNvPr id="18" name="Graphique 17" descr="Globe terrestre : Europe et Afrique avec un remplissage uni">
            <a:extLst>
              <a:ext uri="{FF2B5EF4-FFF2-40B4-BE49-F238E27FC236}">
                <a16:creationId xmlns:a16="http://schemas.microsoft.com/office/drawing/2014/main" id="{9C310D30-9DB0-4CFA-971C-A021B818C8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028" y="3828496"/>
            <a:ext cx="914402" cy="914402"/>
          </a:xfrm>
          <a:prstGeom prst="rect">
            <a:avLst/>
          </a:prstGeom>
        </p:spPr>
      </p:pic>
      <p:pic>
        <p:nvPicPr>
          <p:cNvPr id="19" name="Graphique 18" descr="Main ouverte avec un remplissage uni">
            <a:extLst>
              <a:ext uri="{FF2B5EF4-FFF2-40B4-BE49-F238E27FC236}">
                <a16:creationId xmlns:a16="http://schemas.microsoft.com/office/drawing/2014/main" id="{02FD2C5B-2B4A-426C-B298-17448B59BB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674602" y="1050400"/>
            <a:ext cx="2395701" cy="1767266"/>
          </a:xfrm>
          <a:prstGeom prst="rect">
            <a:avLst/>
          </a:prstGeom>
        </p:spPr>
      </p:pic>
      <p:pic>
        <p:nvPicPr>
          <p:cNvPr id="20" name="Graphique 19" descr="Réussite du groupe avec un remplissage uni">
            <a:extLst>
              <a:ext uri="{FF2B5EF4-FFF2-40B4-BE49-F238E27FC236}">
                <a16:creationId xmlns:a16="http://schemas.microsoft.com/office/drawing/2014/main" id="{BA3E7722-6214-4F07-8F07-89B143A286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39258" y="985189"/>
            <a:ext cx="1499834" cy="1499834"/>
          </a:xfrm>
          <a:prstGeom prst="rect">
            <a:avLst/>
          </a:prstGeom>
        </p:spPr>
      </p:pic>
      <p:sp>
        <p:nvSpPr>
          <p:cNvPr id="21" name="Flèche : droite 20">
            <a:extLst>
              <a:ext uri="{FF2B5EF4-FFF2-40B4-BE49-F238E27FC236}">
                <a16:creationId xmlns:a16="http://schemas.microsoft.com/office/drawing/2014/main" id="{991A5432-3FF7-43F2-87FA-4A83D1FB7F04}"/>
              </a:ext>
            </a:extLst>
          </p:cNvPr>
          <p:cNvSpPr/>
          <p:nvPr/>
        </p:nvSpPr>
        <p:spPr>
          <a:xfrm>
            <a:off x="3132809" y="1067575"/>
            <a:ext cx="873107" cy="8995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989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Aspiration avec un remplissage uni">
            <a:extLst>
              <a:ext uri="{FF2B5EF4-FFF2-40B4-BE49-F238E27FC236}">
                <a16:creationId xmlns:a16="http://schemas.microsoft.com/office/drawing/2014/main" id="{4E4EDCB5-BC91-4FF6-B937-85919C1D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1" name="Graphique 10" descr="Aspiration avec un remplissage uni">
            <a:extLst>
              <a:ext uri="{FF2B5EF4-FFF2-40B4-BE49-F238E27FC236}">
                <a16:creationId xmlns:a16="http://schemas.microsoft.com/office/drawing/2014/main" id="{928CEF23-DC84-4510-BA1B-A93E7B30FA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2" name="Graphique 11" descr="Aspiration avec un remplissage uni">
            <a:extLst>
              <a:ext uri="{FF2B5EF4-FFF2-40B4-BE49-F238E27FC236}">
                <a16:creationId xmlns:a16="http://schemas.microsoft.com/office/drawing/2014/main" id="{B2E4E0F8-B031-4A25-A823-38F6F6CF6F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3" name="Graphique 12" descr="Aspiration avec un remplissage uni">
            <a:extLst>
              <a:ext uri="{FF2B5EF4-FFF2-40B4-BE49-F238E27FC236}">
                <a16:creationId xmlns:a16="http://schemas.microsoft.com/office/drawing/2014/main" id="{4FE4C2D6-F31B-4FED-A74D-820F36C597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3" name="Graphique 2" descr="Classe avec un remplissage uni">
            <a:extLst>
              <a:ext uri="{FF2B5EF4-FFF2-40B4-BE49-F238E27FC236}">
                <a16:creationId xmlns:a16="http://schemas.microsoft.com/office/drawing/2014/main" id="{AB83E469-D7C9-4736-B5EC-6AECEAE02F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18754" y="648783"/>
            <a:ext cx="2168128" cy="2168128"/>
          </a:xfrm>
          <a:prstGeom prst="rect">
            <a:avLst/>
          </a:prstGeom>
        </p:spPr>
      </p:pic>
      <p:pic>
        <p:nvPicPr>
          <p:cNvPr id="5" name="Graphique 4" descr="Déverrouiller avec un remplissage uni">
            <a:extLst>
              <a:ext uri="{FF2B5EF4-FFF2-40B4-BE49-F238E27FC236}">
                <a16:creationId xmlns:a16="http://schemas.microsoft.com/office/drawing/2014/main" id="{52724F02-0847-4A00-B573-9C83A65004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840824" y="1241136"/>
            <a:ext cx="1955860" cy="2037133"/>
          </a:xfrm>
          <a:prstGeom prst="rect">
            <a:avLst/>
          </a:prstGeom>
        </p:spPr>
      </p:pic>
      <p:pic>
        <p:nvPicPr>
          <p:cNvPr id="21" name="Graphique 20" descr="Déverrouiller avec un remplissage uni">
            <a:extLst>
              <a:ext uri="{FF2B5EF4-FFF2-40B4-BE49-F238E27FC236}">
                <a16:creationId xmlns:a16="http://schemas.microsoft.com/office/drawing/2014/main" id="{08EA7D23-2713-48AA-8849-A62599D4B50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7736799" y="1657350"/>
            <a:ext cx="1534479" cy="1598242"/>
          </a:xfrm>
          <a:prstGeom prst="rect">
            <a:avLst/>
          </a:prstGeom>
        </p:spPr>
      </p:pic>
      <p:pic>
        <p:nvPicPr>
          <p:cNvPr id="9" name="Graphique 8" descr="Drapeau de golf dans un trou avec un remplissage uni">
            <a:extLst>
              <a:ext uri="{FF2B5EF4-FFF2-40B4-BE49-F238E27FC236}">
                <a16:creationId xmlns:a16="http://schemas.microsoft.com/office/drawing/2014/main" id="{2E6D0188-C51C-4FCF-BA70-43BCEB1D1A5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36024" b="58690"/>
          <a:stretch/>
        </p:blipFill>
        <p:spPr>
          <a:xfrm>
            <a:off x="10136813" y="679798"/>
            <a:ext cx="991562" cy="623789"/>
          </a:xfrm>
          <a:prstGeom prst="rect">
            <a:avLst/>
          </a:prstGeom>
        </p:spPr>
      </p:pic>
      <p:pic>
        <p:nvPicPr>
          <p:cNvPr id="22" name="Graphique 21" descr="Montagnes avec un remplissage uni">
            <a:extLst>
              <a:ext uri="{FF2B5EF4-FFF2-40B4-BE49-F238E27FC236}">
                <a16:creationId xmlns:a16="http://schemas.microsoft.com/office/drawing/2014/main" id="{F718FBAB-715F-4DE3-A8E1-D7528519C1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9258963" y="1234496"/>
            <a:ext cx="2184425" cy="1893195"/>
          </a:xfrm>
          <a:prstGeom prst="rect">
            <a:avLst/>
          </a:prstGeom>
        </p:spPr>
      </p:pic>
      <p:sp>
        <p:nvSpPr>
          <p:cNvPr id="23" name="Rectangle 22">
            <a:extLst>
              <a:ext uri="{FF2B5EF4-FFF2-40B4-BE49-F238E27FC236}">
                <a16:creationId xmlns:a16="http://schemas.microsoft.com/office/drawing/2014/main" id="{19F7B8E4-52B3-41B3-BEC4-84E2D55F6BFA}"/>
              </a:ext>
            </a:extLst>
          </p:cNvPr>
          <p:cNvSpPr/>
          <p:nvPr/>
        </p:nvSpPr>
        <p:spPr>
          <a:xfrm>
            <a:off x="10524579" y="1266457"/>
            <a:ext cx="95250" cy="3497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que 24" descr="Livre fermé avec un remplissage uni">
            <a:extLst>
              <a:ext uri="{FF2B5EF4-FFF2-40B4-BE49-F238E27FC236}">
                <a16:creationId xmlns:a16="http://schemas.microsoft.com/office/drawing/2014/main" id="{E6A35711-566E-4CE9-907B-2E14826BE29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88757" y="3724659"/>
            <a:ext cx="2865354" cy="2865354"/>
          </a:xfrm>
          <a:prstGeom prst="rect">
            <a:avLst/>
          </a:prstGeom>
        </p:spPr>
      </p:pic>
      <p:pic>
        <p:nvPicPr>
          <p:cNvPr id="29" name="Graphique 28" descr="Aspiration avec un remplissage uni">
            <a:extLst>
              <a:ext uri="{FF2B5EF4-FFF2-40B4-BE49-F238E27FC236}">
                <a16:creationId xmlns:a16="http://schemas.microsoft.com/office/drawing/2014/main" id="{9DD8E444-17C6-40FE-9A9D-1271DFB5E3D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124494" y="5206086"/>
            <a:ext cx="921562" cy="921562"/>
          </a:xfrm>
          <a:prstGeom prst="rect">
            <a:avLst/>
          </a:prstGeom>
        </p:spPr>
      </p:pic>
      <p:pic>
        <p:nvPicPr>
          <p:cNvPr id="30" name="Graphique 29" descr="Silhouette de Bouddha avec un remplissage uni">
            <a:extLst>
              <a:ext uri="{FF2B5EF4-FFF2-40B4-BE49-F238E27FC236}">
                <a16:creationId xmlns:a16="http://schemas.microsoft.com/office/drawing/2014/main" id="{E7B005B9-122D-438C-8C24-7A2DE57A020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58963" y="3742919"/>
            <a:ext cx="2408882" cy="2408882"/>
          </a:xfrm>
          <a:prstGeom prst="rect">
            <a:avLst/>
          </a:prstGeom>
        </p:spPr>
      </p:pic>
      <p:pic>
        <p:nvPicPr>
          <p:cNvPr id="31" name="Graphique 30" descr="Méditation avec un remplissage uni">
            <a:extLst>
              <a:ext uri="{FF2B5EF4-FFF2-40B4-BE49-F238E27FC236}">
                <a16:creationId xmlns:a16="http://schemas.microsoft.com/office/drawing/2014/main" id="{600FB98C-A5AF-4137-B46A-0B53E22B25C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950080" y="4764351"/>
            <a:ext cx="1508852" cy="1508852"/>
          </a:xfrm>
          <a:prstGeom prst="rect">
            <a:avLst/>
          </a:prstGeom>
        </p:spPr>
      </p:pic>
      <p:pic>
        <p:nvPicPr>
          <p:cNvPr id="33" name="Graphique 32" descr="Déverrouiller avec un remplissage uni">
            <a:extLst>
              <a:ext uri="{FF2B5EF4-FFF2-40B4-BE49-F238E27FC236}">
                <a16:creationId xmlns:a16="http://schemas.microsoft.com/office/drawing/2014/main" id="{00C0803D-366D-48F9-8101-A87B8BD936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8840570" y="4451653"/>
            <a:ext cx="1955860" cy="2037133"/>
          </a:xfrm>
          <a:prstGeom prst="rect">
            <a:avLst/>
          </a:prstGeom>
        </p:spPr>
      </p:pic>
    </p:spTree>
    <p:extLst>
      <p:ext uri="{BB962C8B-B14F-4D97-AF65-F5344CB8AC3E}">
        <p14:creationId xmlns:p14="http://schemas.microsoft.com/office/powerpoint/2010/main" val="1220501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Aspiration avec un remplissage uni">
            <a:extLst>
              <a:ext uri="{FF2B5EF4-FFF2-40B4-BE49-F238E27FC236}">
                <a16:creationId xmlns:a16="http://schemas.microsoft.com/office/drawing/2014/main" id="{4E4EDCB5-BC91-4FF6-B937-85919C1D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1" name="Graphique 10" descr="Aspiration avec un remplissage uni">
            <a:extLst>
              <a:ext uri="{FF2B5EF4-FFF2-40B4-BE49-F238E27FC236}">
                <a16:creationId xmlns:a16="http://schemas.microsoft.com/office/drawing/2014/main" id="{928CEF23-DC84-4510-BA1B-A93E7B30FA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2" name="Graphique 11" descr="Aspiration avec un remplissage uni">
            <a:extLst>
              <a:ext uri="{FF2B5EF4-FFF2-40B4-BE49-F238E27FC236}">
                <a16:creationId xmlns:a16="http://schemas.microsoft.com/office/drawing/2014/main" id="{B2E4E0F8-B031-4A25-A823-38F6F6CF6F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3" name="Graphique 12" descr="Aspiration avec un remplissage uni">
            <a:extLst>
              <a:ext uri="{FF2B5EF4-FFF2-40B4-BE49-F238E27FC236}">
                <a16:creationId xmlns:a16="http://schemas.microsoft.com/office/drawing/2014/main" id="{4FE4C2D6-F31B-4FED-A74D-820F36C597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29" name="Graphique 28" descr="Aspiration avec un remplissage uni">
            <a:extLst>
              <a:ext uri="{FF2B5EF4-FFF2-40B4-BE49-F238E27FC236}">
                <a16:creationId xmlns:a16="http://schemas.microsoft.com/office/drawing/2014/main" id="{9DD8E444-17C6-40FE-9A9D-1271DFB5E3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24494" y="5206086"/>
            <a:ext cx="921562" cy="921562"/>
          </a:xfrm>
          <a:prstGeom prst="rect">
            <a:avLst/>
          </a:prstGeom>
        </p:spPr>
      </p:pic>
      <p:pic>
        <p:nvPicPr>
          <p:cNvPr id="4" name="Graphique 3" descr="Livres avec un remplissage uni">
            <a:extLst>
              <a:ext uri="{FF2B5EF4-FFF2-40B4-BE49-F238E27FC236}">
                <a16:creationId xmlns:a16="http://schemas.microsoft.com/office/drawing/2014/main" id="{A123F8DC-D217-4AEE-9E27-B5A46DCC132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72046" y="730352"/>
            <a:ext cx="2521725" cy="2521725"/>
          </a:xfrm>
          <a:prstGeom prst="rect">
            <a:avLst/>
          </a:prstGeom>
        </p:spPr>
      </p:pic>
      <p:pic>
        <p:nvPicPr>
          <p:cNvPr id="7" name="Graphique 6" descr="Livres sur une étagère avec un remplissage uni">
            <a:extLst>
              <a:ext uri="{FF2B5EF4-FFF2-40B4-BE49-F238E27FC236}">
                <a16:creationId xmlns:a16="http://schemas.microsoft.com/office/drawing/2014/main" id="{9A56C5B2-ADDF-4E0F-BF7A-3DC21C08E59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53562" y="571401"/>
            <a:ext cx="1621650" cy="1621650"/>
          </a:xfrm>
          <a:prstGeom prst="rect">
            <a:avLst/>
          </a:prstGeom>
        </p:spPr>
      </p:pic>
      <p:pic>
        <p:nvPicPr>
          <p:cNvPr id="14" name="Graphique 13" descr="Trophée avec un remplissage uni">
            <a:extLst>
              <a:ext uri="{FF2B5EF4-FFF2-40B4-BE49-F238E27FC236}">
                <a16:creationId xmlns:a16="http://schemas.microsoft.com/office/drawing/2014/main" id="{6A252DA8-89F0-4C91-85D5-FAE5921267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579595" y="412385"/>
            <a:ext cx="2905125" cy="2905125"/>
          </a:xfrm>
          <a:prstGeom prst="rect">
            <a:avLst/>
          </a:prstGeom>
        </p:spPr>
      </p:pic>
      <p:pic>
        <p:nvPicPr>
          <p:cNvPr id="27" name="Graphique 26" descr="Déverrouiller avec un remplissage uni">
            <a:extLst>
              <a:ext uri="{FF2B5EF4-FFF2-40B4-BE49-F238E27FC236}">
                <a16:creationId xmlns:a16="http://schemas.microsoft.com/office/drawing/2014/main" id="{9CA73B34-1C1D-4DD3-8860-C8DE1E2FA91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884464" y="1214944"/>
            <a:ext cx="1955860" cy="2037133"/>
          </a:xfrm>
          <a:prstGeom prst="rect">
            <a:avLst/>
          </a:prstGeom>
        </p:spPr>
      </p:pic>
      <p:pic>
        <p:nvPicPr>
          <p:cNvPr id="17" name="Graphique 16" descr="Diplôme avec un remplissage uni">
            <a:extLst>
              <a:ext uri="{FF2B5EF4-FFF2-40B4-BE49-F238E27FC236}">
                <a16:creationId xmlns:a16="http://schemas.microsoft.com/office/drawing/2014/main" id="{C45F720D-9E59-432F-AA21-93A084CAC5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23786" y="3709383"/>
            <a:ext cx="2922977" cy="2922977"/>
          </a:xfrm>
          <a:prstGeom prst="rect">
            <a:avLst/>
          </a:prstGeom>
        </p:spPr>
      </p:pic>
      <p:sp>
        <p:nvSpPr>
          <p:cNvPr id="44" name="Bulle narrative : ronde 43">
            <a:extLst>
              <a:ext uri="{FF2B5EF4-FFF2-40B4-BE49-F238E27FC236}">
                <a16:creationId xmlns:a16="http://schemas.microsoft.com/office/drawing/2014/main" id="{EA1AF1FD-2E5B-4B9E-9CFE-A29503CC114F}"/>
              </a:ext>
            </a:extLst>
          </p:cNvPr>
          <p:cNvSpPr/>
          <p:nvPr/>
        </p:nvSpPr>
        <p:spPr>
          <a:xfrm>
            <a:off x="8366567" y="3851657"/>
            <a:ext cx="3028950" cy="1435892"/>
          </a:xfrm>
          <a:prstGeom prst="wedgeEllipseCallout">
            <a:avLst>
              <a:gd name="adj1" fmla="val -54481"/>
              <a:gd name="adj2" fmla="val 43263"/>
            </a:avLst>
          </a:prstGeom>
          <a:solidFill>
            <a:schemeClr val="bg1"/>
          </a:solidFill>
          <a:ln w="3810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Graphique 44" descr="Utilisateur avec un remplissage uni">
            <a:extLst>
              <a:ext uri="{FF2B5EF4-FFF2-40B4-BE49-F238E27FC236}">
                <a16:creationId xmlns:a16="http://schemas.microsoft.com/office/drawing/2014/main" id="{B32571CC-BF54-4DEF-8509-AF41015C44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23880" y="3992291"/>
            <a:ext cx="1089176" cy="1089176"/>
          </a:xfrm>
          <a:prstGeom prst="rect">
            <a:avLst/>
          </a:prstGeom>
        </p:spPr>
      </p:pic>
      <p:sp>
        <p:nvSpPr>
          <p:cNvPr id="47" name="Signe Plus 46">
            <a:extLst>
              <a:ext uri="{FF2B5EF4-FFF2-40B4-BE49-F238E27FC236}">
                <a16:creationId xmlns:a16="http://schemas.microsoft.com/office/drawing/2014/main" id="{8995BE5A-06BA-445E-9C5C-59C695185A00}"/>
              </a:ext>
            </a:extLst>
          </p:cNvPr>
          <p:cNvSpPr/>
          <p:nvPr/>
        </p:nvSpPr>
        <p:spPr>
          <a:xfrm>
            <a:off x="9634998" y="4302730"/>
            <a:ext cx="582791" cy="55464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Graphique 47" descr="Réussite du groupe avec un remplissage uni">
            <a:extLst>
              <a:ext uri="{FF2B5EF4-FFF2-40B4-BE49-F238E27FC236}">
                <a16:creationId xmlns:a16="http://schemas.microsoft.com/office/drawing/2014/main" id="{1E05A778-5D3B-4C15-BDDD-6B385E510F4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17970" y="5464900"/>
            <a:ext cx="933216" cy="933216"/>
          </a:xfrm>
          <a:prstGeom prst="rect">
            <a:avLst/>
          </a:prstGeom>
        </p:spPr>
      </p:pic>
      <p:pic>
        <p:nvPicPr>
          <p:cNvPr id="49" name="Graphique 48" descr="Réussite du groupe avec un remplissage uni">
            <a:extLst>
              <a:ext uri="{FF2B5EF4-FFF2-40B4-BE49-F238E27FC236}">
                <a16:creationId xmlns:a16="http://schemas.microsoft.com/office/drawing/2014/main" id="{DA5DADC0-2BE1-4A6E-B694-BB2EC1A0495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812927" y="5610368"/>
            <a:ext cx="933216" cy="933216"/>
          </a:xfrm>
          <a:prstGeom prst="rect">
            <a:avLst/>
          </a:prstGeom>
        </p:spPr>
      </p:pic>
      <p:pic>
        <p:nvPicPr>
          <p:cNvPr id="50" name="Graphique 49" descr="Réussite du groupe avec un remplissage uni">
            <a:extLst>
              <a:ext uri="{FF2B5EF4-FFF2-40B4-BE49-F238E27FC236}">
                <a16:creationId xmlns:a16="http://schemas.microsoft.com/office/drawing/2014/main" id="{345BD6A8-99A7-437B-A947-706E5A1DA5A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43364" y="5769217"/>
            <a:ext cx="933216" cy="933216"/>
          </a:xfrm>
          <a:prstGeom prst="rect">
            <a:avLst/>
          </a:prstGeom>
        </p:spPr>
      </p:pic>
      <p:pic>
        <p:nvPicPr>
          <p:cNvPr id="51" name="Graphique 50" descr="Homme avec un remplissage uni">
            <a:extLst>
              <a:ext uri="{FF2B5EF4-FFF2-40B4-BE49-F238E27FC236}">
                <a16:creationId xmlns:a16="http://schemas.microsoft.com/office/drawing/2014/main" id="{0AF5ECC1-B7EB-4C11-957A-0E87A69BD4F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703981" y="4801502"/>
            <a:ext cx="1732549" cy="1732549"/>
          </a:xfrm>
          <a:prstGeom prst="rect">
            <a:avLst/>
          </a:prstGeom>
        </p:spPr>
      </p:pic>
      <p:pic>
        <p:nvPicPr>
          <p:cNvPr id="52" name="Graphique 51" descr="Microphone avec un remplissage uni">
            <a:extLst>
              <a:ext uri="{FF2B5EF4-FFF2-40B4-BE49-F238E27FC236}">
                <a16:creationId xmlns:a16="http://schemas.microsoft.com/office/drawing/2014/main" id="{15E2A59C-F635-442E-878B-355B92F5DBA5}"/>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r="45320"/>
          <a:stretch/>
        </p:blipFill>
        <p:spPr>
          <a:xfrm rot="18606629" flipH="1">
            <a:off x="7714211" y="4833501"/>
            <a:ext cx="446592" cy="727716"/>
          </a:xfrm>
          <a:prstGeom prst="rect">
            <a:avLst/>
          </a:prstGeom>
        </p:spPr>
      </p:pic>
      <p:pic>
        <p:nvPicPr>
          <p:cNvPr id="53" name="Graphique 52" descr="Conférencier avec un remplissage uni">
            <a:extLst>
              <a:ext uri="{FF2B5EF4-FFF2-40B4-BE49-F238E27FC236}">
                <a16:creationId xmlns:a16="http://schemas.microsoft.com/office/drawing/2014/main" id="{C140F17E-5A27-49A5-9C97-6E26E3C3DC8A}"/>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35157" b="-1"/>
          <a:stretch/>
        </p:blipFill>
        <p:spPr>
          <a:xfrm>
            <a:off x="7209399" y="5428183"/>
            <a:ext cx="1679694" cy="1089176"/>
          </a:xfrm>
          <a:prstGeom prst="rect">
            <a:avLst/>
          </a:prstGeom>
        </p:spPr>
      </p:pic>
      <p:pic>
        <p:nvPicPr>
          <p:cNvPr id="54" name="Graphique 53" descr="Aspiration avec un remplissage uni">
            <a:extLst>
              <a:ext uri="{FF2B5EF4-FFF2-40B4-BE49-F238E27FC236}">
                <a16:creationId xmlns:a16="http://schemas.microsoft.com/office/drawing/2014/main" id="{665AADA1-DBD8-4424-A992-AABD753FBFE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998186" y="3992291"/>
            <a:ext cx="1089176" cy="1089176"/>
          </a:xfrm>
          <a:prstGeom prst="rect">
            <a:avLst/>
          </a:prstGeom>
        </p:spPr>
      </p:pic>
    </p:spTree>
    <p:extLst>
      <p:ext uri="{BB962C8B-B14F-4D97-AF65-F5344CB8AC3E}">
        <p14:creationId xmlns:p14="http://schemas.microsoft.com/office/powerpoint/2010/main" val="40983339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Aspiration avec un remplissage uni">
            <a:extLst>
              <a:ext uri="{FF2B5EF4-FFF2-40B4-BE49-F238E27FC236}">
                <a16:creationId xmlns:a16="http://schemas.microsoft.com/office/drawing/2014/main" id="{4E4EDCB5-BC91-4FF6-B937-85919C1D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1" name="Graphique 10" descr="Aspiration avec un remplissage uni">
            <a:extLst>
              <a:ext uri="{FF2B5EF4-FFF2-40B4-BE49-F238E27FC236}">
                <a16:creationId xmlns:a16="http://schemas.microsoft.com/office/drawing/2014/main" id="{928CEF23-DC84-4510-BA1B-A93E7B30FA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2" name="Graphique 11" descr="Aspiration avec un remplissage uni">
            <a:extLst>
              <a:ext uri="{FF2B5EF4-FFF2-40B4-BE49-F238E27FC236}">
                <a16:creationId xmlns:a16="http://schemas.microsoft.com/office/drawing/2014/main" id="{B2E4E0F8-B031-4A25-A823-38F6F6CF6F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3" name="Graphique 12" descr="Aspiration avec un remplissage uni">
            <a:extLst>
              <a:ext uri="{FF2B5EF4-FFF2-40B4-BE49-F238E27FC236}">
                <a16:creationId xmlns:a16="http://schemas.microsoft.com/office/drawing/2014/main" id="{4FE4C2D6-F31B-4FED-A74D-820F36C597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29" name="Graphique 28" descr="Aspiration avec un remplissage uni">
            <a:extLst>
              <a:ext uri="{FF2B5EF4-FFF2-40B4-BE49-F238E27FC236}">
                <a16:creationId xmlns:a16="http://schemas.microsoft.com/office/drawing/2014/main" id="{9DD8E444-17C6-40FE-9A9D-1271DFB5E3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24494" y="5206086"/>
            <a:ext cx="921562" cy="921562"/>
          </a:xfrm>
          <a:prstGeom prst="rect">
            <a:avLst/>
          </a:prstGeom>
        </p:spPr>
      </p:pic>
      <p:pic>
        <p:nvPicPr>
          <p:cNvPr id="3" name="Graphique 2" descr="Puzzle avec un remplissage uni">
            <a:extLst>
              <a:ext uri="{FF2B5EF4-FFF2-40B4-BE49-F238E27FC236}">
                <a16:creationId xmlns:a16="http://schemas.microsoft.com/office/drawing/2014/main" id="{929F2E07-2729-417E-AC48-D2B2234202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1974" y="473593"/>
            <a:ext cx="2809876" cy="2809876"/>
          </a:xfrm>
          <a:prstGeom prst="rect">
            <a:avLst/>
          </a:prstGeom>
        </p:spPr>
      </p:pic>
    </p:spTree>
    <p:extLst>
      <p:ext uri="{BB962C8B-B14F-4D97-AF65-F5344CB8AC3E}">
        <p14:creationId xmlns:p14="http://schemas.microsoft.com/office/powerpoint/2010/main" val="12378909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Sablier plein avec un remplissage uni">
            <a:extLst>
              <a:ext uri="{FF2B5EF4-FFF2-40B4-BE49-F238E27FC236}">
                <a16:creationId xmlns:a16="http://schemas.microsoft.com/office/drawing/2014/main" id="{8F8EC471-CADF-4ED0-B9D4-A3736A25DD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6" name="Graphique 15" descr="Sablier plein avec un remplissage uni">
            <a:extLst>
              <a:ext uri="{FF2B5EF4-FFF2-40B4-BE49-F238E27FC236}">
                <a16:creationId xmlns:a16="http://schemas.microsoft.com/office/drawing/2014/main" id="{FFFAF3D7-B6C6-492D-9F35-F43F6873A6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7" name="Graphique 16" descr="Sablier plein avec un remplissage uni">
            <a:extLst>
              <a:ext uri="{FF2B5EF4-FFF2-40B4-BE49-F238E27FC236}">
                <a16:creationId xmlns:a16="http://schemas.microsoft.com/office/drawing/2014/main" id="{812AFBA0-77D4-411B-85C5-451859A831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8" name="Graphique 17" descr="Sablier plein avec un remplissage uni">
            <a:extLst>
              <a:ext uri="{FF2B5EF4-FFF2-40B4-BE49-F238E27FC236}">
                <a16:creationId xmlns:a16="http://schemas.microsoft.com/office/drawing/2014/main" id="{ADCB2BA7-8872-46F0-A398-E0EC325745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3" name="Graphique 2" descr="Calendrier journalier avec un remplissage uni">
            <a:extLst>
              <a:ext uri="{FF2B5EF4-FFF2-40B4-BE49-F238E27FC236}">
                <a16:creationId xmlns:a16="http://schemas.microsoft.com/office/drawing/2014/main" id="{ADB370E6-AF57-4CD7-847B-53F71156B1E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2367" t="14276" r="12726" b="12634"/>
          <a:stretch/>
        </p:blipFill>
        <p:spPr>
          <a:xfrm>
            <a:off x="2143418" y="445177"/>
            <a:ext cx="2942931" cy="2871502"/>
          </a:xfrm>
          <a:prstGeom prst="rect">
            <a:avLst/>
          </a:prstGeom>
        </p:spPr>
      </p:pic>
      <p:pic>
        <p:nvPicPr>
          <p:cNvPr id="5" name="Graphique 4" descr="Bouclier coche avec un remplissage uni">
            <a:extLst>
              <a:ext uri="{FF2B5EF4-FFF2-40B4-BE49-F238E27FC236}">
                <a16:creationId xmlns:a16="http://schemas.microsoft.com/office/drawing/2014/main" id="{9D821DB9-C9A6-49B5-8532-9E51D78CAA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95550" y="1528663"/>
            <a:ext cx="619125" cy="619125"/>
          </a:xfrm>
          <a:prstGeom prst="rect">
            <a:avLst/>
          </a:prstGeom>
        </p:spPr>
      </p:pic>
      <p:pic>
        <p:nvPicPr>
          <p:cNvPr id="19" name="Graphique 18" descr="Bouclier coche avec un remplissage uni">
            <a:extLst>
              <a:ext uri="{FF2B5EF4-FFF2-40B4-BE49-F238E27FC236}">
                <a16:creationId xmlns:a16="http://schemas.microsoft.com/office/drawing/2014/main" id="{9A2379AB-CF36-4BE8-97D7-12E1A4E03F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30011" y="1528663"/>
            <a:ext cx="619125" cy="619125"/>
          </a:xfrm>
          <a:prstGeom prst="rect">
            <a:avLst/>
          </a:prstGeom>
        </p:spPr>
      </p:pic>
      <p:pic>
        <p:nvPicPr>
          <p:cNvPr id="20" name="Graphique 19" descr="Bouclier coche avec un remplissage uni">
            <a:extLst>
              <a:ext uri="{FF2B5EF4-FFF2-40B4-BE49-F238E27FC236}">
                <a16:creationId xmlns:a16="http://schemas.microsoft.com/office/drawing/2014/main" id="{842B6864-105B-4B22-A1D0-091300D291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77736" y="2517162"/>
            <a:ext cx="619125" cy="619125"/>
          </a:xfrm>
          <a:prstGeom prst="rect">
            <a:avLst/>
          </a:prstGeom>
        </p:spPr>
      </p:pic>
      <p:pic>
        <p:nvPicPr>
          <p:cNvPr id="21" name="Graphique 20" descr="Calendrier journalier avec un remplissage uni">
            <a:extLst>
              <a:ext uri="{FF2B5EF4-FFF2-40B4-BE49-F238E27FC236}">
                <a16:creationId xmlns:a16="http://schemas.microsoft.com/office/drawing/2014/main" id="{08336861-180A-4B1D-B355-8B3507AE044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2367" t="14276" r="12726" b="12634"/>
          <a:stretch/>
        </p:blipFill>
        <p:spPr>
          <a:xfrm>
            <a:off x="7981947" y="402474"/>
            <a:ext cx="2942931" cy="2871502"/>
          </a:xfrm>
          <a:prstGeom prst="rect">
            <a:avLst/>
          </a:prstGeom>
        </p:spPr>
      </p:pic>
      <p:sp>
        <p:nvSpPr>
          <p:cNvPr id="6" name="Rectangle 5">
            <a:extLst>
              <a:ext uri="{FF2B5EF4-FFF2-40B4-BE49-F238E27FC236}">
                <a16:creationId xmlns:a16="http://schemas.microsoft.com/office/drawing/2014/main" id="{EE62CDD5-DCC5-4831-8BC4-7C03BF69E0AF}"/>
              </a:ext>
            </a:extLst>
          </p:cNvPr>
          <p:cNvSpPr/>
          <p:nvPr/>
        </p:nvSpPr>
        <p:spPr>
          <a:xfrm>
            <a:off x="9029701" y="2038350"/>
            <a:ext cx="1695449" cy="478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D91193-4FE7-419E-8CE5-D8C73855E6AB}"/>
              </a:ext>
            </a:extLst>
          </p:cNvPr>
          <p:cNvSpPr/>
          <p:nvPr/>
        </p:nvSpPr>
        <p:spPr>
          <a:xfrm>
            <a:off x="8236821" y="2520559"/>
            <a:ext cx="792880" cy="478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que 22" descr="Main ouverte avec un remplissage uni">
            <a:extLst>
              <a:ext uri="{FF2B5EF4-FFF2-40B4-BE49-F238E27FC236}">
                <a16:creationId xmlns:a16="http://schemas.microsoft.com/office/drawing/2014/main" id="{157B8EC8-E727-4045-8D21-6A47FC96494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29514" b="30205"/>
          <a:stretch/>
        </p:blipFill>
        <p:spPr>
          <a:xfrm>
            <a:off x="1632295" y="5153472"/>
            <a:ext cx="3395431" cy="1367725"/>
          </a:xfrm>
          <a:prstGeom prst="rect">
            <a:avLst/>
          </a:prstGeom>
        </p:spPr>
      </p:pic>
      <p:pic>
        <p:nvPicPr>
          <p:cNvPr id="8" name="Graphique 7" descr="Enseignant avec un remplissage uni">
            <a:extLst>
              <a:ext uri="{FF2B5EF4-FFF2-40B4-BE49-F238E27FC236}">
                <a16:creationId xmlns:a16="http://schemas.microsoft.com/office/drawing/2014/main" id="{471CB4AB-0DE6-44B3-B5BC-4ED203FBCC2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18059"/>
          <a:stretch/>
        </p:blipFill>
        <p:spPr>
          <a:xfrm>
            <a:off x="2464335" y="3971925"/>
            <a:ext cx="2022963" cy="1657642"/>
          </a:xfrm>
          <a:prstGeom prst="rect">
            <a:avLst/>
          </a:prstGeom>
        </p:spPr>
      </p:pic>
      <p:pic>
        <p:nvPicPr>
          <p:cNvPr id="24" name="Graphique 23" descr="Taxi avec un remplissage uni">
            <a:extLst>
              <a:ext uri="{FF2B5EF4-FFF2-40B4-BE49-F238E27FC236}">
                <a16:creationId xmlns:a16="http://schemas.microsoft.com/office/drawing/2014/main" id="{EE16230C-0A31-4D76-97F9-0B4AB31BED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09361" y="3849359"/>
            <a:ext cx="1513271" cy="1513271"/>
          </a:xfrm>
          <a:prstGeom prst="rect">
            <a:avLst/>
          </a:prstGeom>
        </p:spPr>
      </p:pic>
      <p:pic>
        <p:nvPicPr>
          <p:cNvPr id="26" name="Graphique 25" descr="Homme changeant un bébé avec un remplissage uni">
            <a:extLst>
              <a:ext uri="{FF2B5EF4-FFF2-40B4-BE49-F238E27FC236}">
                <a16:creationId xmlns:a16="http://schemas.microsoft.com/office/drawing/2014/main" id="{8A6CF421-4FDA-4C8A-98D5-F6B482DE6FE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35852" y="5117456"/>
            <a:ext cx="1513271" cy="1513271"/>
          </a:xfrm>
          <a:prstGeom prst="rect">
            <a:avLst/>
          </a:prstGeom>
        </p:spPr>
      </p:pic>
      <p:pic>
        <p:nvPicPr>
          <p:cNvPr id="28" name="Graphique 27" descr="Serpillière et seau avec un remplissage uni">
            <a:extLst>
              <a:ext uri="{FF2B5EF4-FFF2-40B4-BE49-F238E27FC236}">
                <a16:creationId xmlns:a16="http://schemas.microsoft.com/office/drawing/2014/main" id="{E1343FBD-173C-472A-8620-3DC67BCB573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27892" y="3726772"/>
            <a:ext cx="1513271" cy="1513271"/>
          </a:xfrm>
          <a:prstGeom prst="rect">
            <a:avLst/>
          </a:prstGeom>
        </p:spPr>
      </p:pic>
    </p:spTree>
    <p:extLst>
      <p:ext uri="{BB962C8B-B14F-4D97-AF65-F5344CB8AC3E}">
        <p14:creationId xmlns:p14="http://schemas.microsoft.com/office/powerpoint/2010/main" val="13841496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que 13" descr="Sablier plein avec un remplissage uni">
            <a:extLst>
              <a:ext uri="{FF2B5EF4-FFF2-40B4-BE49-F238E27FC236}">
                <a16:creationId xmlns:a16="http://schemas.microsoft.com/office/drawing/2014/main" id="{8F8EC471-CADF-4ED0-B9D4-A3736A25DD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445177"/>
            <a:ext cx="921562" cy="921562"/>
          </a:xfrm>
          <a:prstGeom prst="rect">
            <a:avLst/>
          </a:prstGeom>
        </p:spPr>
      </p:pic>
      <p:pic>
        <p:nvPicPr>
          <p:cNvPr id="16" name="Graphique 15" descr="Sablier plein avec un remplissage uni">
            <a:extLst>
              <a:ext uri="{FF2B5EF4-FFF2-40B4-BE49-F238E27FC236}">
                <a16:creationId xmlns:a16="http://schemas.microsoft.com/office/drawing/2014/main" id="{FFFAF3D7-B6C6-492D-9F35-F43F6873A6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445177"/>
            <a:ext cx="921562" cy="921562"/>
          </a:xfrm>
          <a:prstGeom prst="rect">
            <a:avLst/>
          </a:prstGeom>
        </p:spPr>
      </p:pic>
      <p:pic>
        <p:nvPicPr>
          <p:cNvPr id="17" name="Graphique 16" descr="Sablier plein avec un remplissage uni">
            <a:extLst>
              <a:ext uri="{FF2B5EF4-FFF2-40B4-BE49-F238E27FC236}">
                <a16:creationId xmlns:a16="http://schemas.microsoft.com/office/drawing/2014/main" id="{812AFBA0-77D4-411B-85C5-451859A831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0133" y="3821336"/>
            <a:ext cx="921562" cy="921562"/>
          </a:xfrm>
          <a:prstGeom prst="rect">
            <a:avLst/>
          </a:prstGeom>
        </p:spPr>
      </p:pic>
      <p:pic>
        <p:nvPicPr>
          <p:cNvPr id="18" name="Graphique 17" descr="Sablier plein avec un remplissage uni">
            <a:extLst>
              <a:ext uri="{FF2B5EF4-FFF2-40B4-BE49-F238E27FC236}">
                <a16:creationId xmlns:a16="http://schemas.microsoft.com/office/drawing/2014/main" id="{ADCB2BA7-8872-46F0-A398-E0EC325745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868" y="3821336"/>
            <a:ext cx="921562" cy="921562"/>
          </a:xfrm>
          <a:prstGeom prst="rect">
            <a:avLst/>
          </a:prstGeom>
        </p:spPr>
      </p:pic>
      <p:pic>
        <p:nvPicPr>
          <p:cNvPr id="9" name="Graphique 8" descr="Contrat avec un remplissage uni">
            <a:extLst>
              <a:ext uri="{FF2B5EF4-FFF2-40B4-BE49-F238E27FC236}">
                <a16:creationId xmlns:a16="http://schemas.microsoft.com/office/drawing/2014/main" id="{3CE3697D-FC9C-41F5-9B2B-509CAA2D88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00411" y="495016"/>
            <a:ext cx="2562566" cy="2562566"/>
          </a:xfrm>
          <a:prstGeom prst="rect">
            <a:avLst/>
          </a:prstGeom>
        </p:spPr>
      </p:pic>
      <p:pic>
        <p:nvPicPr>
          <p:cNvPr id="27" name="Graphique 26" descr="Fermer avec un remplissage uni">
            <a:extLst>
              <a:ext uri="{FF2B5EF4-FFF2-40B4-BE49-F238E27FC236}">
                <a16:creationId xmlns:a16="http://schemas.microsoft.com/office/drawing/2014/main" id="{9C886644-38C1-4B2C-98F8-602659FCE2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50402" y="645007"/>
            <a:ext cx="2262583" cy="2262583"/>
          </a:xfrm>
          <a:prstGeom prst="rect">
            <a:avLst/>
          </a:prstGeom>
        </p:spPr>
      </p:pic>
      <p:pic>
        <p:nvPicPr>
          <p:cNvPr id="11" name="Graphique 10" descr="Liste de contrôle avec un remplissage uni">
            <a:extLst>
              <a:ext uri="{FF2B5EF4-FFF2-40B4-BE49-F238E27FC236}">
                <a16:creationId xmlns:a16="http://schemas.microsoft.com/office/drawing/2014/main" id="{D2CFD842-9862-4A8E-AA42-34ED1E79DD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69639" y="683030"/>
            <a:ext cx="1971959" cy="1971959"/>
          </a:xfrm>
          <a:prstGeom prst="rect">
            <a:avLst/>
          </a:prstGeom>
        </p:spPr>
      </p:pic>
      <p:pic>
        <p:nvPicPr>
          <p:cNvPr id="13" name="Graphique 12" descr="Marteau d'officiel avec un remplissage uni">
            <a:extLst>
              <a:ext uri="{FF2B5EF4-FFF2-40B4-BE49-F238E27FC236}">
                <a16:creationId xmlns:a16="http://schemas.microsoft.com/office/drawing/2014/main" id="{41EDF287-D44F-4E0C-AC11-3FF530CDE7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72575" y="1178308"/>
            <a:ext cx="1826323" cy="1826323"/>
          </a:xfrm>
          <a:prstGeom prst="rect">
            <a:avLst/>
          </a:prstGeom>
        </p:spPr>
      </p:pic>
    </p:spTree>
    <p:extLst>
      <p:ext uri="{BB962C8B-B14F-4D97-AF65-F5344CB8AC3E}">
        <p14:creationId xmlns:p14="http://schemas.microsoft.com/office/powerpoint/2010/main" val="36065657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Pinceau avec un remplissage uni">
            <a:extLst>
              <a:ext uri="{FF2B5EF4-FFF2-40B4-BE49-F238E27FC236}">
                <a16:creationId xmlns:a16="http://schemas.microsoft.com/office/drawing/2014/main" id="{DCC46035-2991-49D0-871D-F88D7A73FC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077" y="481386"/>
            <a:ext cx="849144" cy="849144"/>
          </a:xfrm>
          <a:prstGeom prst="rect">
            <a:avLst/>
          </a:prstGeom>
        </p:spPr>
      </p:pic>
      <p:pic>
        <p:nvPicPr>
          <p:cNvPr id="11" name="Graphique 10" descr="Pinceau avec un remplissage uni">
            <a:extLst>
              <a:ext uri="{FF2B5EF4-FFF2-40B4-BE49-F238E27FC236}">
                <a16:creationId xmlns:a16="http://schemas.microsoft.com/office/drawing/2014/main" id="{314CCC67-E579-412F-BF92-4989821EE8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077" y="3893754"/>
            <a:ext cx="849144" cy="849144"/>
          </a:xfrm>
          <a:prstGeom prst="rect">
            <a:avLst/>
          </a:prstGeom>
        </p:spPr>
      </p:pic>
      <p:pic>
        <p:nvPicPr>
          <p:cNvPr id="12" name="Graphique 11" descr="Pinceau avec un remplissage uni">
            <a:extLst>
              <a:ext uri="{FF2B5EF4-FFF2-40B4-BE49-F238E27FC236}">
                <a16:creationId xmlns:a16="http://schemas.microsoft.com/office/drawing/2014/main" id="{5CB67D97-6271-4172-938D-01C7F3FF5E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6342" y="3893754"/>
            <a:ext cx="849144" cy="849144"/>
          </a:xfrm>
          <a:prstGeom prst="rect">
            <a:avLst/>
          </a:prstGeom>
        </p:spPr>
      </p:pic>
      <p:pic>
        <p:nvPicPr>
          <p:cNvPr id="13" name="Graphique 12" descr="Pinceau avec un remplissage uni">
            <a:extLst>
              <a:ext uri="{FF2B5EF4-FFF2-40B4-BE49-F238E27FC236}">
                <a16:creationId xmlns:a16="http://schemas.microsoft.com/office/drawing/2014/main" id="{B5B8F12A-2FD4-4542-BE9A-5A8B2DF46C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6342" y="481386"/>
            <a:ext cx="849144" cy="849144"/>
          </a:xfrm>
          <a:prstGeom prst="rect">
            <a:avLst/>
          </a:prstGeom>
        </p:spPr>
      </p:pic>
      <p:pic>
        <p:nvPicPr>
          <p:cNvPr id="3" name="Graphique 2" descr="Chevalet contour">
            <a:extLst>
              <a:ext uri="{FF2B5EF4-FFF2-40B4-BE49-F238E27FC236}">
                <a16:creationId xmlns:a16="http://schemas.microsoft.com/office/drawing/2014/main" id="{90454ABE-43C2-4D30-8D85-EE9C930B52E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247" y="481386"/>
            <a:ext cx="2556842" cy="2556842"/>
          </a:xfrm>
          <a:prstGeom prst="rect">
            <a:avLst/>
          </a:prstGeom>
        </p:spPr>
      </p:pic>
      <p:pic>
        <p:nvPicPr>
          <p:cNvPr id="5" name="Graphique 4" descr="Palette avec un remplissage uni">
            <a:extLst>
              <a:ext uri="{FF2B5EF4-FFF2-40B4-BE49-F238E27FC236}">
                <a16:creationId xmlns:a16="http://schemas.microsoft.com/office/drawing/2014/main" id="{07F342EA-F8C6-486D-8B69-AFDDF160B4C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35878" y="1330530"/>
            <a:ext cx="1317327" cy="1317327"/>
          </a:xfrm>
          <a:prstGeom prst="rect">
            <a:avLst/>
          </a:prstGeom>
        </p:spPr>
      </p:pic>
      <p:pic>
        <p:nvPicPr>
          <p:cNvPr id="20" name="Graphique 19" descr="Ordinateur avec un remplissage uni">
            <a:extLst>
              <a:ext uri="{FF2B5EF4-FFF2-40B4-BE49-F238E27FC236}">
                <a16:creationId xmlns:a16="http://schemas.microsoft.com/office/drawing/2014/main" id="{119BEB31-335F-4AEC-8399-C63DCC03604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71768" y="1463724"/>
            <a:ext cx="1496457" cy="1496458"/>
          </a:xfrm>
          <a:prstGeom prst="rect">
            <a:avLst/>
          </a:prstGeom>
        </p:spPr>
      </p:pic>
      <p:pic>
        <p:nvPicPr>
          <p:cNvPr id="9" name="Graphique 8" descr="Retouches et couture avec un remplissage uni">
            <a:extLst>
              <a:ext uri="{FF2B5EF4-FFF2-40B4-BE49-F238E27FC236}">
                <a16:creationId xmlns:a16="http://schemas.microsoft.com/office/drawing/2014/main" id="{9B2C0959-F47B-4010-AC46-0C07903D0A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04528" y="523223"/>
            <a:ext cx="1401304" cy="1401304"/>
          </a:xfrm>
          <a:prstGeom prst="rect">
            <a:avLst/>
          </a:prstGeom>
        </p:spPr>
      </p:pic>
      <p:pic>
        <p:nvPicPr>
          <p:cNvPr id="21" name="Graphique 20" descr="Blogue avec un remplissage uni">
            <a:extLst>
              <a:ext uri="{FF2B5EF4-FFF2-40B4-BE49-F238E27FC236}">
                <a16:creationId xmlns:a16="http://schemas.microsoft.com/office/drawing/2014/main" id="{C965249D-64F6-4BD7-8163-160EB30F452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03876" y="1759807"/>
            <a:ext cx="1401304" cy="1401304"/>
          </a:xfrm>
          <a:prstGeom prst="rect">
            <a:avLst/>
          </a:prstGeom>
        </p:spPr>
      </p:pic>
      <p:pic>
        <p:nvPicPr>
          <p:cNvPr id="23" name="Graphique 22" descr="Plan avec un remplissage uni">
            <a:extLst>
              <a:ext uri="{FF2B5EF4-FFF2-40B4-BE49-F238E27FC236}">
                <a16:creationId xmlns:a16="http://schemas.microsoft.com/office/drawing/2014/main" id="{826B072F-0776-4B59-92A5-0B939A9A058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33570" y="1345277"/>
            <a:ext cx="1401304" cy="1401304"/>
          </a:xfrm>
          <a:prstGeom prst="rect">
            <a:avLst/>
          </a:prstGeom>
        </p:spPr>
      </p:pic>
      <p:pic>
        <p:nvPicPr>
          <p:cNvPr id="27" name="Graphique 26" descr="Papier avec un remplissage uni">
            <a:extLst>
              <a:ext uri="{FF2B5EF4-FFF2-40B4-BE49-F238E27FC236}">
                <a16:creationId xmlns:a16="http://schemas.microsoft.com/office/drawing/2014/main" id="{2229F25C-EB15-4750-B746-8BD771B3D14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39388" y="4378847"/>
            <a:ext cx="914400" cy="914400"/>
          </a:xfrm>
          <a:prstGeom prst="rect">
            <a:avLst/>
          </a:prstGeom>
        </p:spPr>
      </p:pic>
      <p:pic>
        <p:nvPicPr>
          <p:cNvPr id="29" name="Graphique 28" descr="Notes Post-it avec un remplissage uni">
            <a:extLst>
              <a:ext uri="{FF2B5EF4-FFF2-40B4-BE49-F238E27FC236}">
                <a16:creationId xmlns:a16="http://schemas.microsoft.com/office/drawing/2014/main" id="{9F1010DC-829A-4B18-8170-6DFFAD7039E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403082" y="5171147"/>
            <a:ext cx="914400" cy="914400"/>
          </a:xfrm>
          <a:prstGeom prst="rect">
            <a:avLst/>
          </a:prstGeom>
        </p:spPr>
      </p:pic>
      <p:pic>
        <p:nvPicPr>
          <p:cNvPr id="31" name="Graphique 30" descr="Stylo avec un remplissage uni">
            <a:extLst>
              <a:ext uri="{FF2B5EF4-FFF2-40B4-BE49-F238E27FC236}">
                <a16:creationId xmlns:a16="http://schemas.microsoft.com/office/drawing/2014/main" id="{B5CDFB75-2571-4FFE-B19D-AA43E1426A2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274771" y="4142459"/>
            <a:ext cx="914400" cy="914400"/>
          </a:xfrm>
          <a:prstGeom prst="rect">
            <a:avLst/>
          </a:prstGeom>
        </p:spPr>
      </p:pic>
      <p:pic>
        <p:nvPicPr>
          <p:cNvPr id="33" name="Graphique 32" descr="Programmatrice avec un remplissage uni">
            <a:extLst>
              <a:ext uri="{FF2B5EF4-FFF2-40B4-BE49-F238E27FC236}">
                <a16:creationId xmlns:a16="http://schemas.microsoft.com/office/drawing/2014/main" id="{36F9C5DA-887F-4783-80EF-3DA7266636B3}"/>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27276" t="63639" r="27271"/>
          <a:stretch/>
        </p:blipFill>
        <p:spPr>
          <a:xfrm>
            <a:off x="3809999" y="5171147"/>
            <a:ext cx="1181101" cy="944877"/>
          </a:xfrm>
          <a:prstGeom prst="rect">
            <a:avLst/>
          </a:prstGeom>
        </p:spPr>
      </p:pic>
      <p:pic>
        <p:nvPicPr>
          <p:cNvPr id="36" name="Graphique 35" descr="Rideaux de performance avec un remplissage uni">
            <a:extLst>
              <a:ext uri="{FF2B5EF4-FFF2-40B4-BE49-F238E27FC236}">
                <a16:creationId xmlns:a16="http://schemas.microsoft.com/office/drawing/2014/main" id="{BABE4DBC-6A32-49DE-A20A-0A37F23E0B9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2801" b="11731"/>
          <a:stretch/>
        </p:blipFill>
        <p:spPr>
          <a:xfrm>
            <a:off x="7536820" y="3774867"/>
            <a:ext cx="3656044" cy="2759146"/>
          </a:xfrm>
          <a:prstGeom prst="rect">
            <a:avLst/>
          </a:prstGeom>
        </p:spPr>
      </p:pic>
    </p:spTree>
    <p:extLst>
      <p:ext uri="{BB962C8B-B14F-4D97-AF65-F5344CB8AC3E}">
        <p14:creationId xmlns:p14="http://schemas.microsoft.com/office/powerpoint/2010/main" val="29512705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que 21" descr="Presse-papiers vérifié avec un remplissage uni">
            <a:extLst>
              <a:ext uri="{FF2B5EF4-FFF2-40B4-BE49-F238E27FC236}">
                <a16:creationId xmlns:a16="http://schemas.microsoft.com/office/drawing/2014/main" id="{8F7F16CE-5FA9-849C-4FD6-377B8DB74C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778" y="333388"/>
            <a:ext cx="932156" cy="932156"/>
          </a:xfrm>
          <a:prstGeom prst="rect">
            <a:avLst/>
          </a:prstGeom>
        </p:spPr>
      </p:pic>
      <p:pic>
        <p:nvPicPr>
          <p:cNvPr id="24" name="Graphique 23" descr="Presse-papiers vérifié avec un remplissage uni">
            <a:extLst>
              <a:ext uri="{FF2B5EF4-FFF2-40B4-BE49-F238E27FC236}">
                <a16:creationId xmlns:a16="http://schemas.microsoft.com/office/drawing/2014/main" id="{9B18FAD4-C113-9A64-865D-F3C635C70F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3442" y="333388"/>
            <a:ext cx="932156" cy="932156"/>
          </a:xfrm>
          <a:prstGeom prst="rect">
            <a:avLst/>
          </a:prstGeom>
        </p:spPr>
      </p:pic>
      <p:pic>
        <p:nvPicPr>
          <p:cNvPr id="25" name="Graphique 24" descr="Presse-papiers vérifié avec un remplissage uni">
            <a:extLst>
              <a:ext uri="{FF2B5EF4-FFF2-40B4-BE49-F238E27FC236}">
                <a16:creationId xmlns:a16="http://schemas.microsoft.com/office/drawing/2014/main" id="{6711337B-B5C2-F9BE-070E-BDE8310EB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3442" y="3639312"/>
            <a:ext cx="932156" cy="932156"/>
          </a:xfrm>
          <a:prstGeom prst="rect">
            <a:avLst/>
          </a:prstGeom>
        </p:spPr>
      </p:pic>
      <p:pic>
        <p:nvPicPr>
          <p:cNvPr id="26" name="Graphique 25" descr="Presse-papiers vérifié avec un remplissage uni">
            <a:extLst>
              <a:ext uri="{FF2B5EF4-FFF2-40B4-BE49-F238E27FC236}">
                <a16:creationId xmlns:a16="http://schemas.microsoft.com/office/drawing/2014/main" id="{D029ADAF-574F-7A16-85B3-8EB7BB6E19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778" y="3639312"/>
            <a:ext cx="932156" cy="932156"/>
          </a:xfrm>
          <a:prstGeom prst="rect">
            <a:avLst/>
          </a:prstGeom>
        </p:spPr>
      </p:pic>
      <p:pic>
        <p:nvPicPr>
          <p:cNvPr id="4" name="Graphique 3" descr="Boîte avec un remplissage uni">
            <a:extLst>
              <a:ext uri="{FF2B5EF4-FFF2-40B4-BE49-F238E27FC236}">
                <a16:creationId xmlns:a16="http://schemas.microsoft.com/office/drawing/2014/main" id="{7F279B40-6A32-A438-D11A-DE7EB370CC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403" y="4926932"/>
            <a:ext cx="914400" cy="914400"/>
          </a:xfrm>
          <a:prstGeom prst="rect">
            <a:avLst/>
          </a:prstGeom>
        </p:spPr>
      </p:pic>
      <p:pic>
        <p:nvPicPr>
          <p:cNvPr id="7" name="Graphique 6" descr="Ordinateur avec un remplissage uni">
            <a:extLst>
              <a:ext uri="{FF2B5EF4-FFF2-40B4-BE49-F238E27FC236}">
                <a16:creationId xmlns:a16="http://schemas.microsoft.com/office/drawing/2014/main" id="{C962EC4C-F816-80F4-B09E-FE7915E0390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10748" y="5077105"/>
            <a:ext cx="914400" cy="914400"/>
          </a:xfrm>
          <a:prstGeom prst="rect">
            <a:avLst/>
          </a:prstGeom>
        </p:spPr>
      </p:pic>
      <p:pic>
        <p:nvPicPr>
          <p:cNvPr id="14" name="Graphique 13" descr="Lingots d’or avec un remplissage uni">
            <a:extLst>
              <a:ext uri="{FF2B5EF4-FFF2-40B4-BE49-F238E27FC236}">
                <a16:creationId xmlns:a16="http://schemas.microsoft.com/office/drawing/2014/main" id="{6FABFFC7-9BA0-7FE7-7C81-239981CEE86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75148" y="4285306"/>
            <a:ext cx="914400" cy="914400"/>
          </a:xfrm>
          <a:prstGeom prst="rect">
            <a:avLst/>
          </a:prstGeom>
        </p:spPr>
      </p:pic>
      <p:sp>
        <p:nvSpPr>
          <p:cNvPr id="18" name="Flèche : droite 17">
            <a:extLst>
              <a:ext uri="{FF2B5EF4-FFF2-40B4-BE49-F238E27FC236}">
                <a16:creationId xmlns:a16="http://schemas.microsoft.com/office/drawing/2014/main" id="{EEB20830-DC07-18AB-2ED8-923052586C32}"/>
              </a:ext>
            </a:extLst>
          </p:cNvPr>
          <p:cNvSpPr/>
          <p:nvPr/>
        </p:nvSpPr>
        <p:spPr>
          <a:xfrm>
            <a:off x="2651318" y="4397203"/>
            <a:ext cx="1209625" cy="98542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0" name="Groupe 29">
            <a:extLst>
              <a:ext uri="{FF2B5EF4-FFF2-40B4-BE49-F238E27FC236}">
                <a16:creationId xmlns:a16="http://schemas.microsoft.com/office/drawing/2014/main" id="{9F932F05-AD59-0015-C673-5056A165A094}"/>
              </a:ext>
            </a:extLst>
          </p:cNvPr>
          <p:cNvGrpSpPr/>
          <p:nvPr/>
        </p:nvGrpSpPr>
        <p:grpSpPr>
          <a:xfrm>
            <a:off x="4021275" y="4192766"/>
            <a:ext cx="1661439" cy="1468332"/>
            <a:chOff x="4122713" y="4405508"/>
            <a:chExt cx="1277250" cy="1128797"/>
          </a:xfrm>
        </p:grpSpPr>
        <p:pic>
          <p:nvPicPr>
            <p:cNvPr id="17" name="Graphique 16" descr="Case cochée avec un remplissage uni">
              <a:extLst>
                <a:ext uri="{FF2B5EF4-FFF2-40B4-BE49-F238E27FC236}">
                  <a16:creationId xmlns:a16="http://schemas.microsoft.com/office/drawing/2014/main" id="{134525DE-A92D-87FE-6CF4-A7F07DFAABD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85563" y="4405508"/>
              <a:ext cx="914400" cy="914400"/>
            </a:xfrm>
            <a:prstGeom prst="rect">
              <a:avLst/>
            </a:prstGeom>
          </p:spPr>
        </p:pic>
        <p:pic>
          <p:nvPicPr>
            <p:cNvPr id="28" name="Graphique 27" descr="Tennis avec un remplissage uni">
              <a:extLst>
                <a:ext uri="{FF2B5EF4-FFF2-40B4-BE49-F238E27FC236}">
                  <a16:creationId xmlns:a16="http://schemas.microsoft.com/office/drawing/2014/main" id="{467BA39A-9FAB-B450-0D21-A0A87E927F6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r="36571"/>
            <a:stretch/>
          </p:blipFill>
          <p:spPr>
            <a:xfrm>
              <a:off x="4122713" y="4619905"/>
              <a:ext cx="579992" cy="914400"/>
            </a:xfrm>
            <a:prstGeom prst="rect">
              <a:avLst/>
            </a:prstGeom>
          </p:spPr>
        </p:pic>
      </p:grpSp>
      <p:sp>
        <p:nvSpPr>
          <p:cNvPr id="37" name="Flèche : droite 36">
            <a:extLst>
              <a:ext uri="{FF2B5EF4-FFF2-40B4-BE49-F238E27FC236}">
                <a16:creationId xmlns:a16="http://schemas.microsoft.com/office/drawing/2014/main" id="{E4808038-89EE-7D59-E712-7C264C438815}"/>
              </a:ext>
            </a:extLst>
          </p:cNvPr>
          <p:cNvSpPr/>
          <p:nvPr/>
        </p:nvSpPr>
        <p:spPr>
          <a:xfrm>
            <a:off x="2670473" y="1372237"/>
            <a:ext cx="1209625" cy="98542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Flèche : droite 38">
            <a:extLst>
              <a:ext uri="{FF2B5EF4-FFF2-40B4-BE49-F238E27FC236}">
                <a16:creationId xmlns:a16="http://schemas.microsoft.com/office/drawing/2014/main" id="{907E74D1-5035-7424-F927-3C4DCEFB8334}"/>
              </a:ext>
            </a:extLst>
          </p:cNvPr>
          <p:cNvSpPr/>
          <p:nvPr/>
        </p:nvSpPr>
        <p:spPr>
          <a:xfrm>
            <a:off x="8803947" y="4523549"/>
            <a:ext cx="1209625" cy="98542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Flèche : droite 39">
            <a:extLst>
              <a:ext uri="{FF2B5EF4-FFF2-40B4-BE49-F238E27FC236}">
                <a16:creationId xmlns:a16="http://schemas.microsoft.com/office/drawing/2014/main" id="{09CDE12E-18E4-90DD-1641-38BA9562D083}"/>
              </a:ext>
            </a:extLst>
          </p:cNvPr>
          <p:cNvSpPr/>
          <p:nvPr/>
        </p:nvSpPr>
        <p:spPr>
          <a:xfrm>
            <a:off x="8823102" y="1460428"/>
            <a:ext cx="1209625" cy="98542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1" name="Groupe 40">
            <a:extLst>
              <a:ext uri="{FF2B5EF4-FFF2-40B4-BE49-F238E27FC236}">
                <a16:creationId xmlns:a16="http://schemas.microsoft.com/office/drawing/2014/main" id="{D4DE3FB3-6217-89FE-8530-04A469F6E846}"/>
              </a:ext>
            </a:extLst>
          </p:cNvPr>
          <p:cNvGrpSpPr/>
          <p:nvPr/>
        </p:nvGrpSpPr>
        <p:grpSpPr>
          <a:xfrm>
            <a:off x="4021275" y="1130369"/>
            <a:ext cx="1661439" cy="1468332"/>
            <a:chOff x="4122713" y="4405508"/>
            <a:chExt cx="1277250" cy="1128797"/>
          </a:xfrm>
        </p:grpSpPr>
        <p:pic>
          <p:nvPicPr>
            <p:cNvPr id="42" name="Graphique 41" descr="Case cochée avec un remplissage uni">
              <a:extLst>
                <a:ext uri="{FF2B5EF4-FFF2-40B4-BE49-F238E27FC236}">
                  <a16:creationId xmlns:a16="http://schemas.microsoft.com/office/drawing/2014/main" id="{58DD3747-0ED4-81C7-A33F-E9BDB3DACA1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85563" y="4405508"/>
              <a:ext cx="914400" cy="914400"/>
            </a:xfrm>
            <a:prstGeom prst="rect">
              <a:avLst/>
            </a:prstGeom>
          </p:spPr>
        </p:pic>
        <p:pic>
          <p:nvPicPr>
            <p:cNvPr id="43" name="Graphique 42" descr="Tennis avec un remplissage uni">
              <a:extLst>
                <a:ext uri="{FF2B5EF4-FFF2-40B4-BE49-F238E27FC236}">
                  <a16:creationId xmlns:a16="http://schemas.microsoft.com/office/drawing/2014/main" id="{181302B6-3663-A780-8116-E485AF6A282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r="36571"/>
            <a:stretch/>
          </p:blipFill>
          <p:spPr>
            <a:xfrm>
              <a:off x="4122713" y="4619905"/>
              <a:ext cx="579992" cy="914400"/>
            </a:xfrm>
            <a:prstGeom prst="rect">
              <a:avLst/>
            </a:prstGeom>
          </p:spPr>
        </p:pic>
      </p:grpSp>
      <p:grpSp>
        <p:nvGrpSpPr>
          <p:cNvPr id="47" name="Groupe 46">
            <a:extLst>
              <a:ext uri="{FF2B5EF4-FFF2-40B4-BE49-F238E27FC236}">
                <a16:creationId xmlns:a16="http://schemas.microsoft.com/office/drawing/2014/main" id="{98A6881E-83DA-A67E-4D8E-103925839176}"/>
              </a:ext>
            </a:extLst>
          </p:cNvPr>
          <p:cNvGrpSpPr/>
          <p:nvPr/>
        </p:nvGrpSpPr>
        <p:grpSpPr>
          <a:xfrm>
            <a:off x="10084437" y="4195236"/>
            <a:ext cx="1661439" cy="1468332"/>
            <a:chOff x="4122713" y="4405508"/>
            <a:chExt cx="1277250" cy="1128797"/>
          </a:xfrm>
        </p:grpSpPr>
        <p:pic>
          <p:nvPicPr>
            <p:cNvPr id="48" name="Graphique 47" descr="Case cochée avec un remplissage uni">
              <a:extLst>
                <a:ext uri="{FF2B5EF4-FFF2-40B4-BE49-F238E27FC236}">
                  <a16:creationId xmlns:a16="http://schemas.microsoft.com/office/drawing/2014/main" id="{D076BCAC-1AAE-5CD2-A5A1-ABFC6223AA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85563" y="4405508"/>
              <a:ext cx="914400" cy="914400"/>
            </a:xfrm>
            <a:prstGeom prst="rect">
              <a:avLst/>
            </a:prstGeom>
          </p:spPr>
        </p:pic>
        <p:pic>
          <p:nvPicPr>
            <p:cNvPr id="49" name="Graphique 48" descr="Tennis avec un remplissage uni">
              <a:extLst>
                <a:ext uri="{FF2B5EF4-FFF2-40B4-BE49-F238E27FC236}">
                  <a16:creationId xmlns:a16="http://schemas.microsoft.com/office/drawing/2014/main" id="{35B313C7-DAA1-6074-F592-E8B9527BC5F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r="36571"/>
            <a:stretch/>
          </p:blipFill>
          <p:spPr>
            <a:xfrm>
              <a:off x="4122713" y="4619905"/>
              <a:ext cx="579992" cy="914400"/>
            </a:xfrm>
            <a:prstGeom prst="rect">
              <a:avLst/>
            </a:prstGeom>
          </p:spPr>
        </p:pic>
      </p:grpSp>
      <p:grpSp>
        <p:nvGrpSpPr>
          <p:cNvPr id="50" name="Groupe 49">
            <a:extLst>
              <a:ext uri="{FF2B5EF4-FFF2-40B4-BE49-F238E27FC236}">
                <a16:creationId xmlns:a16="http://schemas.microsoft.com/office/drawing/2014/main" id="{2A08D975-018E-6F43-F128-478F517B9B09}"/>
              </a:ext>
            </a:extLst>
          </p:cNvPr>
          <p:cNvGrpSpPr/>
          <p:nvPr/>
        </p:nvGrpSpPr>
        <p:grpSpPr>
          <a:xfrm>
            <a:off x="10084437" y="1094684"/>
            <a:ext cx="1661439" cy="1468332"/>
            <a:chOff x="4122713" y="4405508"/>
            <a:chExt cx="1277250" cy="1128797"/>
          </a:xfrm>
        </p:grpSpPr>
        <p:pic>
          <p:nvPicPr>
            <p:cNvPr id="51" name="Graphique 50" descr="Case cochée avec un remplissage uni">
              <a:extLst>
                <a:ext uri="{FF2B5EF4-FFF2-40B4-BE49-F238E27FC236}">
                  <a16:creationId xmlns:a16="http://schemas.microsoft.com/office/drawing/2014/main" id="{F0A60050-0C4D-1B64-7914-2FEC7521A94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85563" y="4405508"/>
              <a:ext cx="914400" cy="914400"/>
            </a:xfrm>
            <a:prstGeom prst="rect">
              <a:avLst/>
            </a:prstGeom>
          </p:spPr>
        </p:pic>
        <p:pic>
          <p:nvPicPr>
            <p:cNvPr id="52" name="Graphique 51" descr="Tennis avec un remplissage uni">
              <a:extLst>
                <a:ext uri="{FF2B5EF4-FFF2-40B4-BE49-F238E27FC236}">
                  <a16:creationId xmlns:a16="http://schemas.microsoft.com/office/drawing/2014/main" id="{CD5A0A1C-F120-2554-F5F5-C38926D70EC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r="36571"/>
            <a:stretch/>
          </p:blipFill>
          <p:spPr>
            <a:xfrm>
              <a:off x="4122713" y="4619905"/>
              <a:ext cx="579992" cy="914400"/>
            </a:xfrm>
            <a:prstGeom prst="rect">
              <a:avLst/>
            </a:prstGeom>
          </p:spPr>
        </p:pic>
      </p:grpSp>
      <p:pic>
        <p:nvPicPr>
          <p:cNvPr id="35" name="Graphique 34" descr="Sablier 30% avec un remplissage uni">
            <a:extLst>
              <a:ext uri="{FF2B5EF4-FFF2-40B4-BE49-F238E27FC236}">
                <a16:creationId xmlns:a16="http://schemas.microsoft.com/office/drawing/2014/main" id="{EF251B69-A5E9-EDA5-0E10-F9982ED4BBB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5432" y="1104555"/>
            <a:ext cx="1697165" cy="1697165"/>
          </a:xfrm>
          <a:prstGeom prst="rect">
            <a:avLst/>
          </a:prstGeom>
        </p:spPr>
      </p:pic>
      <p:pic>
        <p:nvPicPr>
          <p:cNvPr id="59" name="Graphique 58" descr="Cerveau dans une tête avec un remplissage uni">
            <a:extLst>
              <a:ext uri="{FF2B5EF4-FFF2-40B4-BE49-F238E27FC236}">
                <a16:creationId xmlns:a16="http://schemas.microsoft.com/office/drawing/2014/main" id="{8512BDA2-3131-7719-BD8C-80A8A45A02E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58992" y="4097203"/>
            <a:ext cx="914400" cy="914400"/>
          </a:xfrm>
          <a:prstGeom prst="rect">
            <a:avLst/>
          </a:prstGeom>
        </p:spPr>
      </p:pic>
      <p:pic>
        <p:nvPicPr>
          <p:cNvPr id="61" name="Graphique 60" descr="Tête avec engrenages avec un remplissage uni">
            <a:extLst>
              <a:ext uri="{FF2B5EF4-FFF2-40B4-BE49-F238E27FC236}">
                <a16:creationId xmlns:a16="http://schemas.microsoft.com/office/drawing/2014/main" id="{ED911572-1CCE-5462-3295-715D06EA398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901792" y="4942618"/>
            <a:ext cx="914400" cy="914400"/>
          </a:xfrm>
          <a:prstGeom prst="rect">
            <a:avLst/>
          </a:prstGeom>
        </p:spPr>
      </p:pic>
      <p:pic>
        <p:nvPicPr>
          <p:cNvPr id="63" name="Graphique 62" descr="Intelligence artificielle avec un remplissage uni">
            <a:extLst>
              <a:ext uri="{FF2B5EF4-FFF2-40B4-BE49-F238E27FC236}">
                <a16:creationId xmlns:a16="http://schemas.microsoft.com/office/drawing/2014/main" id="{B6FF5E4D-71E7-4444-EF99-ED001887BD1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653551" y="4922007"/>
            <a:ext cx="914400" cy="914400"/>
          </a:xfrm>
          <a:prstGeom prst="rect">
            <a:avLst/>
          </a:prstGeom>
        </p:spPr>
      </p:pic>
      <p:pic>
        <p:nvPicPr>
          <p:cNvPr id="65" name="Graphique 64" descr="Poignée de main avec un remplissage uni">
            <a:extLst>
              <a:ext uri="{FF2B5EF4-FFF2-40B4-BE49-F238E27FC236}">
                <a16:creationId xmlns:a16="http://schemas.microsoft.com/office/drawing/2014/main" id="{0B126107-0E9F-8381-4BCC-9755E42F145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586334" y="1856367"/>
            <a:ext cx="914400" cy="914400"/>
          </a:xfrm>
          <a:prstGeom prst="rect">
            <a:avLst/>
          </a:prstGeom>
        </p:spPr>
      </p:pic>
      <p:pic>
        <p:nvPicPr>
          <p:cNvPr id="67" name="Graphique 66" descr="Main ouverte avec un remplissage uni">
            <a:extLst>
              <a:ext uri="{FF2B5EF4-FFF2-40B4-BE49-F238E27FC236}">
                <a16:creationId xmlns:a16="http://schemas.microsoft.com/office/drawing/2014/main" id="{C28A9577-9FAE-D3B2-528B-E3EB96DA408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211291" y="1116002"/>
            <a:ext cx="914400" cy="914400"/>
          </a:xfrm>
          <a:prstGeom prst="rect">
            <a:avLst/>
          </a:prstGeom>
        </p:spPr>
      </p:pic>
      <p:pic>
        <p:nvPicPr>
          <p:cNvPr id="69" name="Graphique 68" descr="Marteau d'officiel avec un remplissage uni">
            <a:extLst>
              <a:ext uri="{FF2B5EF4-FFF2-40B4-BE49-F238E27FC236}">
                <a16:creationId xmlns:a16="http://schemas.microsoft.com/office/drawing/2014/main" id="{E8BED015-403F-5E61-97B8-8E47A22928A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701036" y="1826930"/>
            <a:ext cx="917621" cy="914400"/>
          </a:xfrm>
          <a:prstGeom prst="rect">
            <a:avLst/>
          </a:prstGeom>
        </p:spPr>
      </p:pic>
    </p:spTree>
    <p:extLst>
      <p:ext uri="{BB962C8B-B14F-4D97-AF65-F5344CB8AC3E}">
        <p14:creationId xmlns:p14="http://schemas.microsoft.com/office/powerpoint/2010/main" val="42948148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que 16" descr="Culturiste avec un remplissage uni">
            <a:extLst>
              <a:ext uri="{FF2B5EF4-FFF2-40B4-BE49-F238E27FC236}">
                <a16:creationId xmlns:a16="http://schemas.microsoft.com/office/drawing/2014/main" id="{33F5B8BB-1A80-4552-9326-2A22B29FB14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937" r="20317"/>
          <a:stretch/>
        </p:blipFill>
        <p:spPr>
          <a:xfrm>
            <a:off x="1793290" y="622464"/>
            <a:ext cx="1257092" cy="2104087"/>
          </a:xfrm>
          <a:prstGeom prst="rect">
            <a:avLst/>
          </a:prstGeom>
        </p:spPr>
      </p:pic>
      <p:pic>
        <p:nvPicPr>
          <p:cNvPr id="20" name="Graphique 19" descr="Main ouverte avec un remplissage uni">
            <a:extLst>
              <a:ext uri="{FF2B5EF4-FFF2-40B4-BE49-F238E27FC236}">
                <a16:creationId xmlns:a16="http://schemas.microsoft.com/office/drawing/2014/main" id="{B56A6876-21F8-4292-AE90-0BB5B2F3CC5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26232"/>
          <a:stretch/>
        </p:blipFill>
        <p:spPr>
          <a:xfrm>
            <a:off x="4818553" y="3753980"/>
            <a:ext cx="2735732" cy="2018100"/>
          </a:xfrm>
          <a:prstGeom prst="rect">
            <a:avLst/>
          </a:prstGeom>
        </p:spPr>
      </p:pic>
      <p:pic>
        <p:nvPicPr>
          <p:cNvPr id="21" name="Graphique 20" descr="Héros avec un remplissage uni">
            <a:extLst>
              <a:ext uri="{FF2B5EF4-FFF2-40B4-BE49-F238E27FC236}">
                <a16:creationId xmlns:a16="http://schemas.microsoft.com/office/drawing/2014/main" id="{8CE57686-7B83-4315-B35D-CB4B0BCE8E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278720">
            <a:off x="8817229" y="3979297"/>
            <a:ext cx="2198723" cy="2198723"/>
          </a:xfrm>
          <a:prstGeom prst="rect">
            <a:avLst/>
          </a:prstGeom>
        </p:spPr>
      </p:pic>
      <p:pic>
        <p:nvPicPr>
          <p:cNvPr id="22" name="Graphique 21" descr="Marketing avec un remplissage uni">
            <a:extLst>
              <a:ext uri="{FF2B5EF4-FFF2-40B4-BE49-F238E27FC236}">
                <a16:creationId xmlns:a16="http://schemas.microsoft.com/office/drawing/2014/main" id="{2B77F5EA-0E39-4FF1-A2EE-4A5AFAF29BC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40412" y="574195"/>
            <a:ext cx="2152356" cy="2152356"/>
          </a:xfrm>
          <a:prstGeom prst="rect">
            <a:avLst/>
          </a:prstGeom>
        </p:spPr>
      </p:pic>
      <p:pic>
        <p:nvPicPr>
          <p:cNvPr id="23" name="Graphique 22" descr="Aspiration avec un remplissage uni">
            <a:extLst>
              <a:ext uri="{FF2B5EF4-FFF2-40B4-BE49-F238E27FC236}">
                <a16:creationId xmlns:a16="http://schemas.microsoft.com/office/drawing/2014/main" id="{4A8E6166-D934-4266-9FB2-4C3DA791B7D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420"/>
          <a:stretch/>
        </p:blipFill>
        <p:spPr>
          <a:xfrm>
            <a:off x="5129058" y="426721"/>
            <a:ext cx="2271548" cy="2262004"/>
          </a:xfrm>
          <a:prstGeom prst="rect">
            <a:avLst/>
          </a:prstGeom>
        </p:spPr>
      </p:pic>
      <p:pic>
        <p:nvPicPr>
          <p:cNvPr id="24" name="Graphique 23" descr="Enseignant avec un remplissage uni">
            <a:extLst>
              <a:ext uri="{FF2B5EF4-FFF2-40B4-BE49-F238E27FC236}">
                <a16:creationId xmlns:a16="http://schemas.microsoft.com/office/drawing/2014/main" id="{2F09A428-234C-496D-A27F-3AF9068E4FE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7515" b="15346"/>
          <a:stretch/>
        </p:blipFill>
        <p:spPr>
          <a:xfrm>
            <a:off x="843959" y="3949078"/>
            <a:ext cx="3211909" cy="2156459"/>
          </a:xfrm>
          <a:prstGeom prst="rect">
            <a:avLst/>
          </a:prstGeom>
        </p:spPr>
      </p:pic>
    </p:spTree>
    <p:extLst>
      <p:ext uri="{BB962C8B-B14F-4D97-AF65-F5344CB8AC3E}">
        <p14:creationId xmlns:p14="http://schemas.microsoft.com/office/powerpoint/2010/main" val="3810579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Coffre au trésor avec un remplissage uni">
            <a:extLst>
              <a:ext uri="{FF2B5EF4-FFF2-40B4-BE49-F238E27FC236}">
                <a16:creationId xmlns:a16="http://schemas.microsoft.com/office/drawing/2014/main" id="{DA6AEF6E-FDD4-49B0-88CC-CD636E12EF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53805" y="572066"/>
            <a:ext cx="2204883" cy="2204883"/>
          </a:xfrm>
          <a:prstGeom prst="rect">
            <a:avLst/>
          </a:prstGeom>
        </p:spPr>
      </p:pic>
      <p:grpSp>
        <p:nvGrpSpPr>
          <p:cNvPr id="17" name="Groupe 16">
            <a:extLst>
              <a:ext uri="{FF2B5EF4-FFF2-40B4-BE49-F238E27FC236}">
                <a16:creationId xmlns:a16="http://schemas.microsoft.com/office/drawing/2014/main" id="{42C37C2D-C269-4725-B76B-41EF721F154A}"/>
              </a:ext>
            </a:extLst>
          </p:cNvPr>
          <p:cNvGrpSpPr/>
          <p:nvPr/>
        </p:nvGrpSpPr>
        <p:grpSpPr>
          <a:xfrm>
            <a:off x="8496164" y="663605"/>
            <a:ext cx="2837988" cy="1739790"/>
            <a:chOff x="8496164" y="663605"/>
            <a:chExt cx="2837988" cy="1739790"/>
          </a:xfrm>
        </p:grpSpPr>
        <p:pic>
          <p:nvPicPr>
            <p:cNvPr id="9" name="Graphique 8" descr="Évaluation 3 étoiles avec un remplissage uni">
              <a:extLst>
                <a:ext uri="{FF2B5EF4-FFF2-40B4-BE49-F238E27FC236}">
                  <a16:creationId xmlns:a16="http://schemas.microsoft.com/office/drawing/2014/main" id="{98A5F8F1-1C83-474E-9742-623A7593A5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6164" y="663605"/>
              <a:ext cx="1739790" cy="1739790"/>
            </a:xfrm>
            <a:prstGeom prst="rect">
              <a:avLst/>
            </a:prstGeom>
          </p:spPr>
        </p:pic>
        <p:pic>
          <p:nvPicPr>
            <p:cNvPr id="15" name="Graphique 14" descr="Évaluation 3 étoiles avec un remplissage uni">
              <a:extLst>
                <a:ext uri="{FF2B5EF4-FFF2-40B4-BE49-F238E27FC236}">
                  <a16:creationId xmlns:a16="http://schemas.microsoft.com/office/drawing/2014/main" id="{7834C292-5754-4B4D-90EA-FCB8347836D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3972"/>
            <a:stretch/>
          </p:blipFill>
          <p:spPr>
            <a:xfrm>
              <a:off x="10185399" y="663605"/>
              <a:ext cx="1148753" cy="1739790"/>
            </a:xfrm>
            <a:prstGeom prst="rect">
              <a:avLst/>
            </a:prstGeom>
          </p:spPr>
        </p:pic>
      </p:grpSp>
      <p:pic>
        <p:nvPicPr>
          <p:cNvPr id="19" name="Graphique 18" descr="Poignée de main avec un remplissage uni">
            <a:extLst>
              <a:ext uri="{FF2B5EF4-FFF2-40B4-BE49-F238E27FC236}">
                <a16:creationId xmlns:a16="http://schemas.microsoft.com/office/drawing/2014/main" id="{426B1D0C-7D61-4509-B444-F2B7537A4A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7604" y="3948267"/>
            <a:ext cx="2204883" cy="2204883"/>
          </a:xfrm>
          <a:prstGeom prst="rect">
            <a:avLst/>
          </a:prstGeom>
        </p:spPr>
      </p:pic>
      <p:pic>
        <p:nvPicPr>
          <p:cNvPr id="21" name="Graphique 20" descr="Utilisateurs avec un remplissage uni">
            <a:extLst>
              <a:ext uri="{FF2B5EF4-FFF2-40B4-BE49-F238E27FC236}">
                <a16:creationId xmlns:a16="http://schemas.microsoft.com/office/drawing/2014/main" id="{3B46B317-6A5E-4940-8ED7-A973CD978B3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33906" y="671924"/>
            <a:ext cx="2105025" cy="2105025"/>
          </a:xfrm>
          <a:prstGeom prst="rect">
            <a:avLst/>
          </a:prstGeom>
        </p:spPr>
      </p:pic>
      <p:pic>
        <p:nvPicPr>
          <p:cNvPr id="23" name="Graphique 22" descr="Globe terrestre : Europe et Afrique avec un remplissage uni">
            <a:extLst>
              <a:ext uri="{FF2B5EF4-FFF2-40B4-BE49-F238E27FC236}">
                <a16:creationId xmlns:a16="http://schemas.microsoft.com/office/drawing/2014/main" id="{49926E7E-C106-42DB-B74B-6C49F6E39F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976708" y="3840998"/>
            <a:ext cx="2419419" cy="2419419"/>
          </a:xfrm>
          <a:prstGeom prst="rect">
            <a:avLst/>
          </a:prstGeom>
        </p:spPr>
      </p:pic>
      <p:pic>
        <p:nvPicPr>
          <p:cNvPr id="29" name="Graphique 28" descr="Aspiration avec un remplissage uni">
            <a:extLst>
              <a:ext uri="{FF2B5EF4-FFF2-40B4-BE49-F238E27FC236}">
                <a16:creationId xmlns:a16="http://schemas.microsoft.com/office/drawing/2014/main" id="{AFBFAE91-0462-4BB0-87E2-E2C7A304FE6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72365" y="3708835"/>
            <a:ext cx="2551582" cy="2551582"/>
          </a:xfrm>
          <a:prstGeom prst="rect">
            <a:avLst/>
          </a:prstGeom>
        </p:spPr>
      </p:pic>
    </p:spTree>
    <p:extLst>
      <p:ext uri="{BB962C8B-B14F-4D97-AF65-F5344CB8AC3E}">
        <p14:creationId xmlns:p14="http://schemas.microsoft.com/office/powerpoint/2010/main" val="3054468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ablier plein avec un remplissage uni">
            <a:extLst>
              <a:ext uri="{FF2B5EF4-FFF2-40B4-BE49-F238E27FC236}">
                <a16:creationId xmlns:a16="http://schemas.microsoft.com/office/drawing/2014/main" id="{0FE3BFFE-6A36-40CF-B86C-36607798D6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71" y="363232"/>
            <a:ext cx="2622551" cy="2622551"/>
          </a:xfrm>
          <a:prstGeom prst="rect">
            <a:avLst/>
          </a:prstGeom>
        </p:spPr>
      </p:pic>
      <p:pic>
        <p:nvPicPr>
          <p:cNvPr id="5" name="Graphique 4" descr="Pinceau avec un remplissage uni">
            <a:extLst>
              <a:ext uri="{FF2B5EF4-FFF2-40B4-BE49-F238E27FC236}">
                <a16:creationId xmlns:a16="http://schemas.microsoft.com/office/drawing/2014/main" id="{B37928BF-7060-4D75-931B-58A911CFF5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33812" y="363232"/>
            <a:ext cx="2495687" cy="2495687"/>
          </a:xfrm>
          <a:prstGeom prst="rect">
            <a:avLst/>
          </a:prstGeom>
        </p:spPr>
      </p:pic>
      <p:pic>
        <p:nvPicPr>
          <p:cNvPr id="8" name="Graphique 7" descr="Presse-papiers vérifié avec un remplissage uni">
            <a:extLst>
              <a:ext uri="{FF2B5EF4-FFF2-40B4-BE49-F238E27FC236}">
                <a16:creationId xmlns:a16="http://schemas.microsoft.com/office/drawing/2014/main" id="{2E16E305-07E1-D1E0-BE23-DDF98797FF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75828" y="294369"/>
            <a:ext cx="2691414" cy="2691414"/>
          </a:xfrm>
          <a:prstGeom prst="rect">
            <a:avLst/>
          </a:prstGeom>
        </p:spPr>
      </p:pic>
    </p:spTree>
    <p:extLst>
      <p:ext uri="{BB962C8B-B14F-4D97-AF65-F5344CB8AC3E}">
        <p14:creationId xmlns:p14="http://schemas.microsoft.com/office/powerpoint/2010/main" val="200024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1829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3494B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460C11-9D60-4855-9E25-D6660BA04E1E}"/>
              </a:ext>
            </a:extLst>
          </p:cNvPr>
          <p:cNvSpPr/>
          <p:nvPr/>
        </p:nvSpPr>
        <p:spPr>
          <a:xfrm>
            <a:off x="772004"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1202D-95F4-463B-B835-FD82515DE163}"/>
              </a:ext>
            </a:extLst>
          </p:cNvPr>
          <p:cNvSpPr/>
          <p:nvPr/>
        </p:nvSpPr>
        <p:spPr>
          <a:xfrm>
            <a:off x="4502176"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AA5D8D-CDEA-4B7E-8C3E-83AB1198C849}"/>
              </a:ext>
            </a:extLst>
          </p:cNvPr>
          <p:cNvSpPr/>
          <p:nvPr/>
        </p:nvSpPr>
        <p:spPr>
          <a:xfrm>
            <a:off x="8232348" y="1994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1A4982-BA70-4BF6-BB1F-86AD8F4FEC2F}"/>
              </a:ext>
            </a:extLst>
          </p:cNvPr>
          <p:cNvSpPr/>
          <p:nvPr/>
        </p:nvSpPr>
        <p:spPr>
          <a:xfrm>
            <a:off x="772004"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A4E4D-D966-40C3-B56F-C8F6FDF90FA9}"/>
              </a:ext>
            </a:extLst>
          </p:cNvPr>
          <p:cNvSpPr/>
          <p:nvPr/>
        </p:nvSpPr>
        <p:spPr>
          <a:xfrm>
            <a:off x="4502176"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90C078C-4AC5-44A4-A472-C6BEC936C3F9}"/>
              </a:ext>
            </a:extLst>
          </p:cNvPr>
          <p:cNvSpPr/>
          <p:nvPr/>
        </p:nvSpPr>
        <p:spPr>
          <a:xfrm>
            <a:off x="8232348" y="3552217"/>
            <a:ext cx="3368487" cy="29501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2861631"/>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5233</TotalTime>
  <Words>5242</Words>
  <Application>Microsoft Office PowerPoint</Application>
  <PresentationFormat>Grand écran</PresentationFormat>
  <Paragraphs>588</Paragraphs>
  <Slides>65</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65</vt:i4>
      </vt:variant>
    </vt:vector>
  </HeadingPairs>
  <TitlesOfParts>
    <vt:vector size="70" baseType="lpstr">
      <vt:lpstr>Segoe UI Web (West European)</vt:lpstr>
      <vt:lpstr>Arial</vt:lpstr>
      <vt:lpstr>Avenir Next LT Pro</vt:lpstr>
      <vt:lpstr>Calibri</vt:lpstr>
      <vt:lpstr>AccentBoxVTI</vt:lpstr>
      <vt:lpstr> Atelier de conception de  Progression dans une Communauté</vt:lpstr>
      <vt:lpstr>Ce document est un contenu #OpenSeriousCommunity #OSC</vt:lpstr>
      <vt:lpstr>L'atelier de conception de progression dans la communauté en bref</vt:lpstr>
      <vt:lpstr>Inspiration :  Communautés à niveaux  Avec progression</vt:lpstr>
      <vt:lpstr>Exemples pour l'inspiration Exemple :  Les niveaux dans un groupe scout</vt:lpstr>
      <vt:lpstr>Exemples pour l'inspiration Exemple :  Niveaux dans une société de conseil</vt:lpstr>
      <vt:lpstr>Exemples pour l'inspiration Exemple :  Les niveaux du mouvement #OpenSeriousGame</vt:lpstr>
      <vt:lpstr>Exemples pour inspiration Exemple :  Niveaux dans un club de sport</vt:lpstr>
      <vt:lpstr>A vous de jouer</vt:lpstr>
      <vt:lpstr>Atelier de conception de  Niveaux</vt:lpstr>
      <vt:lpstr>L'atelier de conception de progression dans la communauté étapes par étapes</vt:lpstr>
      <vt:lpstr>L'atelier de conception de progression dans la communauté par étapes : Exemple de résultats</vt:lpstr>
      <vt:lpstr>L'atelier de conception de progression dans la communauté étapes par étapes</vt:lpstr>
      <vt:lpstr>Utilisation des résultats de l’atelier
</vt:lpstr>
      <vt:lpstr>Questions à se poser sur les récompenses
</vt:lpstr>
      <vt:lpstr>Questions à se poser sur les défis de croissance</vt:lpstr>
      <vt:lpstr>D’un chemin à plusieurs chemins
</vt:lpstr>
      <vt:lpstr>Conception de niveaux multijoueurs</vt:lpstr>
      <vt:lpstr>Ressources de l’atelier</vt:lpstr>
      <vt:lpstr>Axes classiques de progression</vt:lpstr>
      <vt:lpstr>Atelier préparatoire facultatif : prédéfinir les récompenses en fonction des motivations des membres.  Idées de récompenses communautaires</vt:lpstr>
      <vt:lpstr>Exemples de défis et d’activités
</vt:lpstr>
      <vt:lpstr>Exemples de rôles communautaires de base avec leurs activités</vt:lpstr>
      <vt:lpstr>Examples of intermediary (usually mid level) Community Roles</vt:lpstr>
      <vt:lpstr>Exemples de rôles communautaires avancés (généralement de haut niveau)</vt:lpstr>
      <vt:lpstr>Une autre façon de définir les rôles : Rôles liés aux indicateurs clés de la communauté Définir les rôles par familles d'indicateurs clés de la communauté</vt:lpstr>
      <vt:lpstr>Une autre façon de définir les rôles : Rôles liés aux indicateurs clés de la communauté Définir les rôles par familles d'indicateurs clés de la communauté</vt:lpstr>
      <vt:lpstr>Annexes</vt:lpstr>
      <vt:lpstr>Organiser L'atelier de conception de progression dans la communauté</vt:lpstr>
      <vt:lpstr>🎤Pitch à copier-coller dans les invitations</vt:lpstr>
      <vt:lpstr>Animation de L'atelier de conception de progression dans la communauté</vt:lpstr>
      <vt:lpstr>Adaptation de L'atelier de conception de progression dans la communauté</vt:lpstr>
      <vt:lpstr>V 3.0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6</cp:revision>
  <dcterms:created xsi:type="dcterms:W3CDTF">2020-12-16T10:05:09Z</dcterms:created>
  <dcterms:modified xsi:type="dcterms:W3CDTF">2022-09-25T09:24:05Z</dcterms:modified>
</cp:coreProperties>
</file>