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10"/>
  </p:notesMasterIdLst>
  <p:sldIdLst>
    <p:sldId id="629" r:id="rId2"/>
    <p:sldId id="603" r:id="rId3"/>
    <p:sldId id="631" r:id="rId4"/>
    <p:sldId id="640" r:id="rId5"/>
    <p:sldId id="638" r:id="rId6"/>
    <p:sldId id="637" r:id="rId7"/>
    <p:sldId id="639" r:id="rId8"/>
    <p:sldId id="366" r:id="rId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3"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494BA"/>
    <a:srgbClr val="EC7B2B"/>
    <a:srgbClr val="F4B183"/>
    <a:srgbClr val="FF0000"/>
    <a:srgbClr val="A6A6A6"/>
    <a:srgbClr val="FBE5D6"/>
    <a:srgbClr val="E2F0D9"/>
    <a:srgbClr val="A9D18E"/>
    <a:srgbClr val="BFBFBF"/>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0CCF1A-F8FE-460C-B3BC-62C6B006C5EA}" v="5" dt="2022-09-25T09:21:58.096"/>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94660"/>
  </p:normalViewPr>
  <p:slideViewPr>
    <p:cSldViewPr snapToGrid="0">
      <p:cViewPr varScale="1">
        <p:scale>
          <a:sx n="108" d="100"/>
          <a:sy n="108" d="100"/>
        </p:scale>
        <p:origin x="612" y="10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540CCF1A-F8FE-460C-B3BC-62C6B006C5EA}"/>
    <pc:docChg chg="custSel addSld modSld modMainMaster">
      <pc:chgData name="Alexandre Quach" userId="7bb690c8a6e028e4" providerId="LiveId" clId="{540CCF1A-F8FE-460C-B3BC-62C6B006C5EA}" dt="2022-09-25T09:21:58.096" v="10" actId="571"/>
      <pc:docMkLst>
        <pc:docMk/>
      </pc:docMkLst>
      <pc:sldChg chg="modSp add mod">
        <pc:chgData name="Alexandre Quach" userId="7bb690c8a6e028e4" providerId="LiveId" clId="{540CCF1A-F8FE-460C-B3BC-62C6B006C5EA}" dt="2022-09-25T09:21:32.075" v="2" actId="27636"/>
        <pc:sldMkLst>
          <pc:docMk/>
          <pc:sldMk cId="2719290333" sldId="603"/>
        </pc:sldMkLst>
        <pc:spChg chg="mod">
          <ac:chgData name="Alexandre Quach" userId="7bb690c8a6e028e4" providerId="LiveId" clId="{540CCF1A-F8FE-460C-B3BC-62C6B006C5EA}" dt="2022-09-25T09:21:32.075" v="2" actId="27636"/>
          <ac:spMkLst>
            <pc:docMk/>
            <pc:sldMk cId="2719290333" sldId="603"/>
            <ac:spMk id="2" creationId="{606A794F-5F08-337C-50F0-FFEFF1446E0F}"/>
          </ac:spMkLst>
        </pc:spChg>
        <pc:spChg chg="mod">
          <ac:chgData name="Alexandre Quach" userId="7bb690c8a6e028e4" providerId="LiveId" clId="{540CCF1A-F8FE-460C-B3BC-62C6B006C5EA}" dt="2022-09-25T09:21:32.074" v="1" actId="27636"/>
          <ac:spMkLst>
            <pc:docMk/>
            <pc:sldMk cId="2719290333" sldId="603"/>
            <ac:spMk id="3" creationId="{CB182D3C-1E44-118D-E03C-489E469BD4D1}"/>
          </ac:spMkLst>
        </pc:spChg>
      </pc:sldChg>
      <pc:sldMasterChg chg="addSp modSp mod modSldLayout">
        <pc:chgData name="Alexandre Quach" userId="7bb690c8a6e028e4" providerId="LiveId" clId="{540CCF1A-F8FE-460C-B3BC-62C6B006C5EA}" dt="2022-09-25T09:21:58.096" v="10" actId="571"/>
        <pc:sldMasterMkLst>
          <pc:docMk/>
          <pc:sldMasterMk cId="1904633910" sldId="2147483719"/>
        </pc:sldMasterMkLst>
        <pc:picChg chg="add mod">
          <ac:chgData name="Alexandre Quach" userId="7bb690c8a6e028e4" providerId="LiveId" clId="{540CCF1A-F8FE-460C-B3BC-62C6B006C5EA}" dt="2022-09-25T09:21:49.176" v="8" actId="14100"/>
          <ac:picMkLst>
            <pc:docMk/>
            <pc:sldMasterMk cId="1904633910" sldId="2147483719"/>
            <ac:picMk id="7" creationId="{1B65827E-95C2-2DAC-BD7E-CC76673A4A15}"/>
          </ac:picMkLst>
        </pc:picChg>
        <pc:picChg chg="add mod">
          <ac:chgData name="Alexandre Quach" userId="7bb690c8a6e028e4" providerId="LiveId" clId="{540CCF1A-F8FE-460C-B3BC-62C6B006C5EA}" dt="2022-09-25T09:21:53.194" v="9" actId="571"/>
          <ac:picMkLst>
            <pc:docMk/>
            <pc:sldMasterMk cId="1904633910" sldId="2147483719"/>
            <ac:picMk id="8" creationId="{B2BE9D15-9A72-8026-EC16-598B22063A68}"/>
          </ac:picMkLst>
        </pc:picChg>
        <pc:picChg chg="add mod">
          <ac:chgData name="Alexandre Quach" userId="7bb690c8a6e028e4" providerId="LiveId" clId="{540CCF1A-F8FE-460C-B3BC-62C6B006C5EA}" dt="2022-09-25T09:21:58.096" v="10" actId="571"/>
          <ac:picMkLst>
            <pc:docMk/>
            <pc:sldMasterMk cId="1904633910" sldId="2147483719"/>
            <ac:picMk id="9" creationId="{47188336-3843-DDDC-5189-18F3C4BD860B}"/>
          </ac:picMkLst>
        </pc:picChg>
        <pc:picChg chg="add mod">
          <ac:chgData name="Alexandre Quach" userId="7bb690c8a6e028e4" providerId="LiveId" clId="{540CCF1A-F8FE-460C-B3BC-62C6B006C5EA}" dt="2022-09-25T09:21:58.096" v="10" actId="571"/>
          <ac:picMkLst>
            <pc:docMk/>
            <pc:sldMasterMk cId="1904633910" sldId="2147483719"/>
            <ac:picMk id="10" creationId="{E985B354-50A2-7D8D-0AF9-1CD7DFAB1D9A}"/>
          </ac:picMkLst>
        </pc:picChg>
        <pc:sldLayoutChg chg="addSp delSp modSp mod">
          <pc:chgData name="Alexandre Quach" userId="7bb690c8a6e028e4" providerId="LiveId" clId="{540CCF1A-F8FE-460C-B3BC-62C6B006C5EA}" dt="2022-09-25T09:21:41.666" v="5" actId="21"/>
          <pc:sldLayoutMkLst>
            <pc:docMk/>
            <pc:sldMasterMk cId="1904633910" sldId="2147483719"/>
            <pc:sldLayoutMk cId="184789801" sldId="2147483714"/>
          </pc:sldLayoutMkLst>
          <pc:picChg chg="add del mod">
            <ac:chgData name="Alexandre Quach" userId="7bb690c8a6e028e4" providerId="LiveId" clId="{540CCF1A-F8FE-460C-B3BC-62C6B006C5EA}" dt="2022-09-25T09:21:41.666" v="5" actId="21"/>
            <ac:picMkLst>
              <pc:docMk/>
              <pc:sldMasterMk cId="1904633910" sldId="2147483719"/>
              <pc:sldLayoutMk cId="184789801" sldId="2147483714"/>
              <ac:picMk id="7" creationId="{A6A893FD-7E94-0BBF-7E20-059A3554D496}"/>
            </ac:picMkLst>
          </pc:picChg>
        </pc:sldLayoutChg>
      </pc:sldMasterChg>
    </pc:docChg>
  </pc:docChgLst>
  <pc:docChgLst>
    <pc:chgData name="Alexandre Quach" userId="7bb690c8a6e028e4" providerId="LiveId" clId="{8190983C-59DF-43F3-B9B2-1C34EE46F5B8}"/>
    <pc:docChg chg="undo custSel addSld modSld sldOrd">
      <pc:chgData name="Alexandre Quach" userId="7bb690c8a6e028e4" providerId="LiveId" clId="{8190983C-59DF-43F3-B9B2-1C34EE46F5B8}" dt="2022-03-04T08:53:34.814" v="899" actId="20577"/>
      <pc:docMkLst>
        <pc:docMk/>
      </pc:docMkLst>
      <pc:sldChg chg="modSp add mod">
        <pc:chgData name="Alexandre Quach" userId="7bb690c8a6e028e4" providerId="LiveId" clId="{8190983C-59DF-43F3-B9B2-1C34EE46F5B8}" dt="2022-03-04T08:35:59.337" v="803" actId="20577"/>
        <pc:sldMkLst>
          <pc:docMk/>
          <pc:sldMk cId="662365454" sldId="366"/>
        </pc:sldMkLst>
        <pc:spChg chg="mod">
          <ac:chgData name="Alexandre Quach" userId="7bb690c8a6e028e4" providerId="LiveId" clId="{8190983C-59DF-43F3-B9B2-1C34EE46F5B8}" dt="2022-03-04T08:35:59.337" v="803" actId="20577"/>
          <ac:spMkLst>
            <pc:docMk/>
            <pc:sldMk cId="662365454" sldId="366"/>
            <ac:spMk id="2" creationId="{EFC25294-60E0-4E12-B866-F2E1DAC21FF5}"/>
          </ac:spMkLst>
        </pc:spChg>
        <pc:graphicFrameChg chg="modGraphic">
          <ac:chgData name="Alexandre Quach" userId="7bb690c8a6e028e4" providerId="LiveId" clId="{8190983C-59DF-43F3-B9B2-1C34EE46F5B8}" dt="2022-03-04T08:35:53.343" v="768" actId="20577"/>
          <ac:graphicFrameMkLst>
            <pc:docMk/>
            <pc:sldMk cId="662365454" sldId="366"/>
            <ac:graphicFrameMk id="4" creationId="{B08BEB17-09DF-461E-9CA2-AC3AEFDC5059}"/>
          </ac:graphicFrameMkLst>
        </pc:graphicFrameChg>
      </pc:sldChg>
      <pc:sldChg chg="addSp modSp mod">
        <pc:chgData name="Alexandre Quach" userId="7bb690c8a6e028e4" providerId="LiveId" clId="{8190983C-59DF-43F3-B9B2-1C34EE46F5B8}" dt="2022-03-04T08:53:34.814" v="899" actId="20577"/>
        <pc:sldMkLst>
          <pc:docMk/>
          <pc:sldMk cId="993966662" sldId="629"/>
        </pc:sldMkLst>
        <pc:spChg chg="mod">
          <ac:chgData name="Alexandre Quach" userId="7bb690c8a6e028e4" providerId="LiveId" clId="{8190983C-59DF-43F3-B9B2-1C34EE46F5B8}" dt="2022-03-04T08:53:14.502" v="890" actId="404"/>
          <ac:spMkLst>
            <pc:docMk/>
            <pc:sldMk cId="993966662" sldId="629"/>
            <ac:spMk id="4" creationId="{535EF47E-B86E-4B3A-8928-F5F2830BE897}"/>
          </ac:spMkLst>
        </pc:spChg>
        <pc:spChg chg="mod">
          <ac:chgData name="Alexandre Quach" userId="7bb690c8a6e028e4" providerId="LiveId" clId="{8190983C-59DF-43F3-B9B2-1C34EE46F5B8}" dt="2022-03-04T08:53:34.814" v="899" actId="20577"/>
          <ac:spMkLst>
            <pc:docMk/>
            <pc:sldMk cId="993966662" sldId="629"/>
            <ac:spMk id="5" creationId="{ABE99CBA-8491-42DB-A730-F3730B4580E0}"/>
          </ac:spMkLst>
        </pc:spChg>
        <pc:picChg chg="add mod ord modCrop">
          <ac:chgData name="Alexandre Quach" userId="7bb690c8a6e028e4" providerId="LiveId" clId="{8190983C-59DF-43F3-B9B2-1C34EE46F5B8}" dt="2022-03-04T08:53:26.054" v="895" actId="1076"/>
          <ac:picMkLst>
            <pc:docMk/>
            <pc:sldMk cId="993966662" sldId="629"/>
            <ac:picMk id="3" creationId="{67C2B87A-392F-4096-9C3D-A1C8A2FE635B}"/>
          </ac:picMkLst>
        </pc:picChg>
        <pc:picChg chg="add mod">
          <ac:chgData name="Alexandre Quach" userId="7bb690c8a6e028e4" providerId="LiveId" clId="{8190983C-59DF-43F3-B9B2-1C34EE46F5B8}" dt="2022-03-04T08:51:53.806" v="851" actId="1076"/>
          <ac:picMkLst>
            <pc:docMk/>
            <pc:sldMk cId="993966662" sldId="629"/>
            <ac:picMk id="6" creationId="{5327E049-CE80-4C18-B763-F45DA3027941}"/>
          </ac:picMkLst>
        </pc:picChg>
      </pc:sldChg>
      <pc:sldChg chg="modSp mod">
        <pc:chgData name="Alexandre Quach" userId="7bb690c8a6e028e4" providerId="LiveId" clId="{8190983C-59DF-43F3-B9B2-1C34EE46F5B8}" dt="2022-03-02T14:07:18.315" v="329" actId="20577"/>
        <pc:sldMkLst>
          <pc:docMk/>
          <pc:sldMk cId="1934301015" sldId="631"/>
        </pc:sldMkLst>
        <pc:spChg chg="mod">
          <ac:chgData name="Alexandre Quach" userId="7bb690c8a6e028e4" providerId="LiveId" clId="{8190983C-59DF-43F3-B9B2-1C34EE46F5B8}" dt="2022-03-02T14:07:18.315" v="329" actId="20577"/>
          <ac:spMkLst>
            <pc:docMk/>
            <pc:sldMk cId="1934301015" sldId="631"/>
            <ac:spMk id="2" creationId="{12DFB249-4BAC-45D8-BD66-8A9B48267113}"/>
          </ac:spMkLst>
        </pc:spChg>
        <pc:spChg chg="mod">
          <ac:chgData name="Alexandre Quach" userId="7bb690c8a6e028e4" providerId="LiveId" clId="{8190983C-59DF-43F3-B9B2-1C34EE46F5B8}" dt="2022-03-02T11:33:31.860" v="89"/>
          <ac:spMkLst>
            <pc:docMk/>
            <pc:sldMk cId="1934301015" sldId="631"/>
            <ac:spMk id="4" creationId="{771A2ED0-BC5E-40C8-BA70-A120A29242E4}"/>
          </ac:spMkLst>
        </pc:spChg>
        <pc:spChg chg="mod">
          <ac:chgData name="Alexandre Quach" userId="7bb690c8a6e028e4" providerId="LiveId" clId="{8190983C-59DF-43F3-B9B2-1C34EE46F5B8}" dt="2022-03-02T11:33:31.860" v="89"/>
          <ac:spMkLst>
            <pc:docMk/>
            <pc:sldMk cId="1934301015" sldId="631"/>
            <ac:spMk id="5" creationId="{C5A03265-FE63-4865-AE8F-FD80998F4B64}"/>
          </ac:spMkLst>
        </pc:spChg>
        <pc:spChg chg="mod">
          <ac:chgData name="Alexandre Quach" userId="7bb690c8a6e028e4" providerId="LiveId" clId="{8190983C-59DF-43F3-B9B2-1C34EE46F5B8}" dt="2022-03-02T11:33:31.860" v="89"/>
          <ac:spMkLst>
            <pc:docMk/>
            <pc:sldMk cId="1934301015" sldId="631"/>
            <ac:spMk id="6" creationId="{ECEDA168-01BF-4781-89B6-40B99B35964B}"/>
          </ac:spMkLst>
        </pc:spChg>
        <pc:spChg chg="mod">
          <ac:chgData name="Alexandre Quach" userId="7bb690c8a6e028e4" providerId="LiveId" clId="{8190983C-59DF-43F3-B9B2-1C34EE46F5B8}" dt="2022-03-02T11:33:31.860" v="89"/>
          <ac:spMkLst>
            <pc:docMk/>
            <pc:sldMk cId="1934301015" sldId="631"/>
            <ac:spMk id="7" creationId="{2B8D4CE3-369C-4309-9BB8-1FEB797E901D}"/>
          </ac:spMkLst>
        </pc:spChg>
        <pc:spChg chg="mod">
          <ac:chgData name="Alexandre Quach" userId="7bb690c8a6e028e4" providerId="LiveId" clId="{8190983C-59DF-43F3-B9B2-1C34EE46F5B8}" dt="2022-03-02T11:33:31.860" v="89"/>
          <ac:spMkLst>
            <pc:docMk/>
            <pc:sldMk cId="1934301015" sldId="631"/>
            <ac:spMk id="8" creationId="{62826899-2030-4C2E-8DF4-238530F452EB}"/>
          </ac:spMkLst>
        </pc:spChg>
        <pc:spChg chg="mod">
          <ac:chgData name="Alexandre Quach" userId="7bb690c8a6e028e4" providerId="LiveId" clId="{8190983C-59DF-43F3-B9B2-1C34EE46F5B8}" dt="2022-03-02T11:33:31.860" v="89"/>
          <ac:spMkLst>
            <pc:docMk/>
            <pc:sldMk cId="1934301015" sldId="631"/>
            <ac:spMk id="9" creationId="{F9E523F1-3AD8-48C7-95E1-9206A4AA01CB}"/>
          </ac:spMkLst>
        </pc:spChg>
        <pc:spChg chg="mod">
          <ac:chgData name="Alexandre Quach" userId="7bb690c8a6e028e4" providerId="LiveId" clId="{8190983C-59DF-43F3-B9B2-1C34EE46F5B8}" dt="2022-03-02T11:33:31.860" v="89"/>
          <ac:spMkLst>
            <pc:docMk/>
            <pc:sldMk cId="1934301015" sldId="631"/>
            <ac:spMk id="10" creationId="{3597DBE5-A48E-43F7-BBDC-6F43EE96DE0B}"/>
          </ac:spMkLst>
        </pc:spChg>
        <pc:spChg chg="mod">
          <ac:chgData name="Alexandre Quach" userId="7bb690c8a6e028e4" providerId="LiveId" clId="{8190983C-59DF-43F3-B9B2-1C34EE46F5B8}" dt="2022-03-02T11:33:31.860" v="89"/>
          <ac:spMkLst>
            <pc:docMk/>
            <pc:sldMk cId="1934301015" sldId="631"/>
            <ac:spMk id="11" creationId="{A615BF2B-6D5A-47BB-B3D9-D376B2B4AAA8}"/>
          </ac:spMkLst>
        </pc:spChg>
        <pc:spChg chg="mod">
          <ac:chgData name="Alexandre Quach" userId="7bb690c8a6e028e4" providerId="LiveId" clId="{8190983C-59DF-43F3-B9B2-1C34EE46F5B8}" dt="2022-03-02T11:33:31.860" v="89"/>
          <ac:spMkLst>
            <pc:docMk/>
            <pc:sldMk cId="1934301015" sldId="631"/>
            <ac:spMk id="12" creationId="{DA6037F1-6449-497D-BDBE-E7A7E9AD874E}"/>
          </ac:spMkLst>
        </pc:spChg>
        <pc:spChg chg="mod">
          <ac:chgData name="Alexandre Quach" userId="7bb690c8a6e028e4" providerId="LiveId" clId="{8190983C-59DF-43F3-B9B2-1C34EE46F5B8}" dt="2022-03-02T11:34:09.802" v="103" actId="20577"/>
          <ac:spMkLst>
            <pc:docMk/>
            <pc:sldMk cId="1934301015" sldId="631"/>
            <ac:spMk id="17" creationId="{FB3ABFE6-6AB3-482D-BA25-6E48750D8310}"/>
          </ac:spMkLst>
        </pc:spChg>
        <pc:spChg chg="mod">
          <ac:chgData name="Alexandre Quach" userId="7bb690c8a6e028e4" providerId="LiveId" clId="{8190983C-59DF-43F3-B9B2-1C34EE46F5B8}" dt="2022-03-02T11:34:49.665" v="131" actId="20577"/>
          <ac:spMkLst>
            <pc:docMk/>
            <pc:sldMk cId="1934301015" sldId="631"/>
            <ac:spMk id="18" creationId="{5B777F07-12C3-4390-937F-CA7542F89CB4}"/>
          </ac:spMkLst>
        </pc:spChg>
        <pc:spChg chg="mod">
          <ac:chgData name="Alexandre Quach" userId="7bb690c8a6e028e4" providerId="LiveId" clId="{8190983C-59DF-43F3-B9B2-1C34EE46F5B8}" dt="2022-03-02T11:34:35.199" v="123"/>
          <ac:spMkLst>
            <pc:docMk/>
            <pc:sldMk cId="1934301015" sldId="631"/>
            <ac:spMk id="19" creationId="{3F74BB88-676A-4D43-8C37-51BA26052D46}"/>
          </ac:spMkLst>
        </pc:spChg>
        <pc:graphicFrameChg chg="mod modGraphic">
          <ac:chgData name="Alexandre Quach" userId="7bb690c8a6e028e4" providerId="LiveId" clId="{8190983C-59DF-43F3-B9B2-1C34EE46F5B8}" dt="2022-03-02T11:33:20.649" v="88"/>
          <ac:graphicFrameMkLst>
            <pc:docMk/>
            <pc:sldMk cId="1934301015" sldId="631"/>
            <ac:graphicFrameMk id="21" creationId="{CF799C34-26E8-4625-ACB9-EAC342172B11}"/>
          </ac:graphicFrameMkLst>
        </pc:graphicFrameChg>
      </pc:sldChg>
      <pc:sldChg chg="modSp mod">
        <pc:chgData name="Alexandre Quach" userId="7bb690c8a6e028e4" providerId="LiveId" clId="{8190983C-59DF-43F3-B9B2-1C34EE46F5B8}" dt="2022-03-04T08:30:25.768" v="523" actId="790"/>
        <pc:sldMkLst>
          <pc:docMk/>
          <pc:sldMk cId="2079675807" sldId="637"/>
        </pc:sldMkLst>
        <pc:spChg chg="mod">
          <ac:chgData name="Alexandre Quach" userId="7bb690c8a6e028e4" providerId="LiveId" clId="{8190983C-59DF-43F3-B9B2-1C34EE46F5B8}" dt="2022-03-02T14:07:26.729" v="331"/>
          <ac:spMkLst>
            <pc:docMk/>
            <pc:sldMk cId="2079675807" sldId="637"/>
            <ac:spMk id="2" creationId="{45AD566F-CB0A-4E87-83AB-4E86FF7F69F3}"/>
          </ac:spMkLst>
        </pc:spChg>
        <pc:spChg chg="mod">
          <ac:chgData name="Alexandre Quach" userId="7bb690c8a6e028e4" providerId="LiveId" clId="{8190983C-59DF-43F3-B9B2-1C34EE46F5B8}" dt="2022-03-04T08:29:38.991" v="466"/>
          <ac:spMkLst>
            <pc:docMk/>
            <pc:sldMk cId="2079675807" sldId="637"/>
            <ac:spMk id="3" creationId="{024D94BA-24D1-43A4-B3F2-C064D233DB3A}"/>
          </ac:spMkLst>
        </pc:spChg>
        <pc:spChg chg="mod">
          <ac:chgData name="Alexandre Quach" userId="7bb690c8a6e028e4" providerId="LiveId" clId="{8190983C-59DF-43F3-B9B2-1C34EE46F5B8}" dt="2022-03-02T11:33:31.860" v="89"/>
          <ac:spMkLst>
            <pc:docMk/>
            <pc:sldMk cId="2079675807" sldId="637"/>
            <ac:spMk id="22" creationId="{9FACCF08-66DA-4FE1-93F1-E01C6640F058}"/>
          </ac:spMkLst>
        </pc:spChg>
        <pc:spChg chg="mod">
          <ac:chgData name="Alexandre Quach" userId="7bb690c8a6e028e4" providerId="LiveId" clId="{8190983C-59DF-43F3-B9B2-1C34EE46F5B8}" dt="2022-03-02T11:33:31.860" v="89"/>
          <ac:spMkLst>
            <pc:docMk/>
            <pc:sldMk cId="2079675807" sldId="637"/>
            <ac:spMk id="23" creationId="{9EF869DD-017B-4149-8238-C4D02F4FBD68}"/>
          </ac:spMkLst>
        </pc:spChg>
        <pc:spChg chg="mod">
          <ac:chgData name="Alexandre Quach" userId="7bb690c8a6e028e4" providerId="LiveId" clId="{8190983C-59DF-43F3-B9B2-1C34EE46F5B8}" dt="2022-03-02T11:33:31.860" v="89"/>
          <ac:spMkLst>
            <pc:docMk/>
            <pc:sldMk cId="2079675807" sldId="637"/>
            <ac:spMk id="24" creationId="{F7E5FE6D-62B4-4111-9B99-D33EF3D4C2FD}"/>
          </ac:spMkLst>
        </pc:spChg>
        <pc:spChg chg="mod">
          <ac:chgData name="Alexandre Quach" userId="7bb690c8a6e028e4" providerId="LiveId" clId="{8190983C-59DF-43F3-B9B2-1C34EE46F5B8}" dt="2022-03-02T11:33:31.860" v="89"/>
          <ac:spMkLst>
            <pc:docMk/>
            <pc:sldMk cId="2079675807" sldId="637"/>
            <ac:spMk id="25" creationId="{6E943A62-1832-47BB-93F9-3D7F9E50D089}"/>
          </ac:spMkLst>
        </pc:spChg>
        <pc:spChg chg="mod">
          <ac:chgData name="Alexandre Quach" userId="7bb690c8a6e028e4" providerId="LiveId" clId="{8190983C-59DF-43F3-B9B2-1C34EE46F5B8}" dt="2022-03-02T11:33:31.860" v="89"/>
          <ac:spMkLst>
            <pc:docMk/>
            <pc:sldMk cId="2079675807" sldId="637"/>
            <ac:spMk id="26" creationId="{40B59317-2194-45BF-99F5-4795E3D45EF2}"/>
          </ac:spMkLst>
        </pc:spChg>
        <pc:spChg chg="mod">
          <ac:chgData name="Alexandre Quach" userId="7bb690c8a6e028e4" providerId="LiveId" clId="{8190983C-59DF-43F3-B9B2-1C34EE46F5B8}" dt="2022-03-02T11:33:31.860" v="89"/>
          <ac:spMkLst>
            <pc:docMk/>
            <pc:sldMk cId="2079675807" sldId="637"/>
            <ac:spMk id="27" creationId="{2F62A72F-4851-44BD-A668-12D2A4FD164C}"/>
          </ac:spMkLst>
        </pc:spChg>
        <pc:spChg chg="mod">
          <ac:chgData name="Alexandre Quach" userId="7bb690c8a6e028e4" providerId="LiveId" clId="{8190983C-59DF-43F3-B9B2-1C34EE46F5B8}" dt="2022-03-02T11:33:31.860" v="89"/>
          <ac:spMkLst>
            <pc:docMk/>
            <pc:sldMk cId="2079675807" sldId="637"/>
            <ac:spMk id="28" creationId="{0F8D61A4-5795-447D-91F9-1AE4F99EB853}"/>
          </ac:spMkLst>
        </pc:spChg>
        <pc:spChg chg="mod">
          <ac:chgData name="Alexandre Quach" userId="7bb690c8a6e028e4" providerId="LiveId" clId="{8190983C-59DF-43F3-B9B2-1C34EE46F5B8}" dt="2022-03-02T11:33:31.860" v="89"/>
          <ac:spMkLst>
            <pc:docMk/>
            <pc:sldMk cId="2079675807" sldId="637"/>
            <ac:spMk id="29" creationId="{1BC465B1-7952-4A14-ABA4-708987C9F4DD}"/>
          </ac:spMkLst>
        </pc:spChg>
        <pc:spChg chg="mod">
          <ac:chgData name="Alexandre Quach" userId="7bb690c8a6e028e4" providerId="LiveId" clId="{8190983C-59DF-43F3-B9B2-1C34EE46F5B8}" dt="2022-03-02T11:33:31.860" v="89"/>
          <ac:spMkLst>
            <pc:docMk/>
            <pc:sldMk cId="2079675807" sldId="637"/>
            <ac:spMk id="30" creationId="{0B0D3AA7-17F0-4A56-BB0A-91D4671DBD6E}"/>
          </ac:spMkLst>
        </pc:spChg>
        <pc:spChg chg="mod">
          <ac:chgData name="Alexandre Quach" userId="7bb690c8a6e028e4" providerId="LiveId" clId="{8190983C-59DF-43F3-B9B2-1C34EE46F5B8}" dt="2022-03-02T13:46:35.624" v="304"/>
          <ac:spMkLst>
            <pc:docMk/>
            <pc:sldMk cId="2079675807" sldId="637"/>
            <ac:spMk id="31" creationId="{F6BEBE48-573F-4ACA-ADC8-61964EAC68AA}"/>
          </ac:spMkLst>
        </pc:spChg>
        <pc:spChg chg="mod">
          <ac:chgData name="Alexandre Quach" userId="7bb690c8a6e028e4" providerId="LiveId" clId="{8190983C-59DF-43F3-B9B2-1C34EE46F5B8}" dt="2022-03-02T13:46:52.411" v="306"/>
          <ac:spMkLst>
            <pc:docMk/>
            <pc:sldMk cId="2079675807" sldId="637"/>
            <ac:spMk id="32" creationId="{B5363550-4FB6-4EEA-B3F5-799360A70B05}"/>
          </ac:spMkLst>
        </pc:spChg>
        <pc:spChg chg="mod">
          <ac:chgData name="Alexandre Quach" userId="7bb690c8a6e028e4" providerId="LiveId" clId="{8190983C-59DF-43F3-B9B2-1C34EE46F5B8}" dt="2022-03-02T13:46:41.724" v="305"/>
          <ac:spMkLst>
            <pc:docMk/>
            <pc:sldMk cId="2079675807" sldId="637"/>
            <ac:spMk id="33" creationId="{65560411-3204-44F2-833C-D5624BF72B54}"/>
          </ac:spMkLst>
        </pc:spChg>
        <pc:spChg chg="mod">
          <ac:chgData name="Alexandre Quach" userId="7bb690c8a6e028e4" providerId="LiveId" clId="{8190983C-59DF-43F3-B9B2-1C34EE46F5B8}" dt="2022-03-04T08:30:25.768" v="523" actId="790"/>
          <ac:spMkLst>
            <pc:docMk/>
            <pc:sldMk cId="2079675807" sldId="637"/>
            <ac:spMk id="34" creationId="{0D421C08-A0BC-49D3-AE43-37C221BC6F58}"/>
          </ac:spMkLst>
        </pc:spChg>
      </pc:sldChg>
      <pc:sldChg chg="modSp mod">
        <pc:chgData name="Alexandre Quach" userId="7bb690c8a6e028e4" providerId="LiveId" clId="{8190983C-59DF-43F3-B9B2-1C34EE46F5B8}" dt="2022-03-04T08:31:38.774" v="554" actId="20577"/>
        <pc:sldMkLst>
          <pc:docMk/>
          <pc:sldMk cId="162681531" sldId="638"/>
        </pc:sldMkLst>
        <pc:spChg chg="mod">
          <ac:chgData name="Alexandre Quach" userId="7bb690c8a6e028e4" providerId="LiveId" clId="{8190983C-59DF-43F3-B9B2-1C34EE46F5B8}" dt="2022-03-02T14:07:23.529" v="330"/>
          <ac:spMkLst>
            <pc:docMk/>
            <pc:sldMk cId="162681531" sldId="638"/>
            <ac:spMk id="2" creationId="{12DFB249-4BAC-45D8-BD66-8A9B48267113}"/>
          </ac:spMkLst>
        </pc:spChg>
        <pc:spChg chg="mod">
          <ac:chgData name="Alexandre Quach" userId="7bb690c8a6e028e4" providerId="LiveId" clId="{8190983C-59DF-43F3-B9B2-1C34EE46F5B8}" dt="2022-03-02T13:41:29.700" v="219" actId="14100"/>
          <ac:spMkLst>
            <pc:docMk/>
            <pc:sldMk cId="162681531" sldId="638"/>
            <ac:spMk id="5" creationId="{B38AFCA8-59D9-487B-9924-9956586873D6}"/>
          </ac:spMkLst>
        </pc:spChg>
        <pc:spChg chg="mod">
          <ac:chgData name="Alexandre Quach" userId="7bb690c8a6e028e4" providerId="LiveId" clId="{8190983C-59DF-43F3-B9B2-1C34EE46F5B8}" dt="2022-03-02T11:33:31.860" v="89"/>
          <ac:spMkLst>
            <pc:docMk/>
            <pc:sldMk cId="162681531" sldId="638"/>
            <ac:spMk id="8" creationId="{97A20D96-ECB9-40DC-95B9-D353ED13AE1F}"/>
          </ac:spMkLst>
        </pc:spChg>
        <pc:spChg chg="mod">
          <ac:chgData name="Alexandre Quach" userId="7bb690c8a6e028e4" providerId="LiveId" clId="{8190983C-59DF-43F3-B9B2-1C34EE46F5B8}" dt="2022-03-02T11:33:31.860" v="89"/>
          <ac:spMkLst>
            <pc:docMk/>
            <pc:sldMk cId="162681531" sldId="638"/>
            <ac:spMk id="9" creationId="{0E1226B4-3D82-43F3-9E96-5D86007F2222}"/>
          </ac:spMkLst>
        </pc:spChg>
        <pc:spChg chg="mod">
          <ac:chgData name="Alexandre Quach" userId="7bb690c8a6e028e4" providerId="LiveId" clId="{8190983C-59DF-43F3-B9B2-1C34EE46F5B8}" dt="2022-03-02T11:33:31.860" v="89"/>
          <ac:spMkLst>
            <pc:docMk/>
            <pc:sldMk cId="162681531" sldId="638"/>
            <ac:spMk id="10" creationId="{69601F33-9777-487D-BBB2-F60E100EDB9C}"/>
          </ac:spMkLst>
        </pc:spChg>
        <pc:spChg chg="mod">
          <ac:chgData name="Alexandre Quach" userId="7bb690c8a6e028e4" providerId="LiveId" clId="{8190983C-59DF-43F3-B9B2-1C34EE46F5B8}" dt="2022-03-02T11:33:31.860" v="89"/>
          <ac:spMkLst>
            <pc:docMk/>
            <pc:sldMk cId="162681531" sldId="638"/>
            <ac:spMk id="11" creationId="{D4CF5ABB-0DBA-4694-9AD3-5A0630FED2E4}"/>
          </ac:spMkLst>
        </pc:spChg>
        <pc:spChg chg="mod">
          <ac:chgData name="Alexandre Quach" userId="7bb690c8a6e028e4" providerId="LiveId" clId="{8190983C-59DF-43F3-B9B2-1C34EE46F5B8}" dt="2022-03-02T11:33:31.860" v="89"/>
          <ac:spMkLst>
            <pc:docMk/>
            <pc:sldMk cId="162681531" sldId="638"/>
            <ac:spMk id="12" creationId="{A836285C-E9F0-43FA-A8B8-B1FDF3D3AB39}"/>
          </ac:spMkLst>
        </pc:spChg>
        <pc:spChg chg="mod">
          <ac:chgData name="Alexandre Quach" userId="7bb690c8a6e028e4" providerId="LiveId" clId="{8190983C-59DF-43F3-B9B2-1C34EE46F5B8}" dt="2022-03-02T11:33:31.860" v="89"/>
          <ac:spMkLst>
            <pc:docMk/>
            <pc:sldMk cId="162681531" sldId="638"/>
            <ac:spMk id="13" creationId="{027266EF-2EA0-437D-B93A-0ADCC9E871FB}"/>
          </ac:spMkLst>
        </pc:spChg>
        <pc:spChg chg="mod">
          <ac:chgData name="Alexandre Quach" userId="7bb690c8a6e028e4" providerId="LiveId" clId="{8190983C-59DF-43F3-B9B2-1C34EE46F5B8}" dt="2022-03-02T11:33:31.860" v="89"/>
          <ac:spMkLst>
            <pc:docMk/>
            <pc:sldMk cId="162681531" sldId="638"/>
            <ac:spMk id="15" creationId="{14E2009A-EE3E-40C1-9E7C-4900A278D1A4}"/>
          </ac:spMkLst>
        </pc:spChg>
        <pc:spChg chg="mod">
          <ac:chgData name="Alexandre Quach" userId="7bb690c8a6e028e4" providerId="LiveId" clId="{8190983C-59DF-43F3-B9B2-1C34EE46F5B8}" dt="2022-03-02T11:33:31.860" v="89"/>
          <ac:spMkLst>
            <pc:docMk/>
            <pc:sldMk cId="162681531" sldId="638"/>
            <ac:spMk id="16" creationId="{FC602B76-60BA-40BD-B0FD-09D8AFB8E67B}"/>
          </ac:spMkLst>
        </pc:spChg>
        <pc:spChg chg="mod">
          <ac:chgData name="Alexandre Quach" userId="7bb690c8a6e028e4" providerId="LiveId" clId="{8190983C-59DF-43F3-B9B2-1C34EE46F5B8}" dt="2022-03-02T11:33:31.860" v="89"/>
          <ac:spMkLst>
            <pc:docMk/>
            <pc:sldMk cId="162681531" sldId="638"/>
            <ac:spMk id="17" creationId="{340B95D6-FF68-42C2-8D80-E0DFB6734968}"/>
          </ac:spMkLst>
        </pc:spChg>
        <pc:graphicFrameChg chg="mod modGraphic">
          <ac:chgData name="Alexandre Quach" userId="7bb690c8a6e028e4" providerId="LiveId" clId="{8190983C-59DF-43F3-B9B2-1C34EE46F5B8}" dt="2022-03-04T08:31:38.774" v="554" actId="20577"/>
          <ac:graphicFrameMkLst>
            <pc:docMk/>
            <pc:sldMk cId="162681531" sldId="638"/>
            <ac:graphicFrameMk id="4" creationId="{DAED6B0E-FB0E-401A-937B-75839BD83A29}"/>
          </ac:graphicFrameMkLst>
        </pc:graphicFrameChg>
      </pc:sldChg>
      <pc:sldChg chg="delSp modSp mod ord">
        <pc:chgData name="Alexandre Quach" userId="7bb690c8a6e028e4" providerId="LiveId" clId="{8190983C-59DF-43F3-B9B2-1C34EE46F5B8}" dt="2022-03-04T08:49:51.122" v="847" actId="1076"/>
        <pc:sldMkLst>
          <pc:docMk/>
          <pc:sldMk cId="1994746456" sldId="639"/>
        </pc:sldMkLst>
        <pc:spChg chg="mod">
          <ac:chgData name="Alexandre Quach" userId="7bb690c8a6e028e4" providerId="LiveId" clId="{8190983C-59DF-43F3-B9B2-1C34EE46F5B8}" dt="2022-03-04T08:35:26.019" v="725"/>
          <ac:spMkLst>
            <pc:docMk/>
            <pc:sldMk cId="1994746456" sldId="639"/>
            <ac:spMk id="2" creationId="{B4E6DB46-6E58-4E29-9F7E-AFAF6391A5C5}"/>
          </ac:spMkLst>
        </pc:spChg>
        <pc:spChg chg="mod topLvl">
          <ac:chgData name="Alexandre Quach" userId="7bb690c8a6e028e4" providerId="LiveId" clId="{8190983C-59DF-43F3-B9B2-1C34EE46F5B8}" dt="2022-03-04T08:38:40.698" v="804" actId="165"/>
          <ac:spMkLst>
            <pc:docMk/>
            <pc:sldMk cId="1994746456" sldId="639"/>
            <ac:spMk id="4" creationId="{E36960E1-E9F8-4A72-BB1B-5F31C8461639}"/>
          </ac:spMkLst>
        </pc:spChg>
        <pc:spChg chg="mod topLvl">
          <ac:chgData name="Alexandre Quach" userId="7bb690c8a6e028e4" providerId="LiveId" clId="{8190983C-59DF-43F3-B9B2-1C34EE46F5B8}" dt="2022-03-04T08:38:40.698" v="804" actId="165"/>
          <ac:spMkLst>
            <pc:docMk/>
            <pc:sldMk cId="1994746456" sldId="639"/>
            <ac:spMk id="5" creationId="{9D256386-E78C-41E2-862C-EF9A089F0241}"/>
          </ac:spMkLst>
        </pc:spChg>
        <pc:spChg chg="mod topLvl">
          <ac:chgData name="Alexandre Quach" userId="7bb690c8a6e028e4" providerId="LiveId" clId="{8190983C-59DF-43F3-B9B2-1C34EE46F5B8}" dt="2022-03-04T08:38:40.698" v="804" actId="165"/>
          <ac:spMkLst>
            <pc:docMk/>
            <pc:sldMk cId="1994746456" sldId="639"/>
            <ac:spMk id="6" creationId="{8C4CB8CC-FE53-4E7D-BDAC-9D0FF7FA6296}"/>
          </ac:spMkLst>
        </pc:spChg>
        <pc:spChg chg="mod topLvl">
          <ac:chgData name="Alexandre Quach" userId="7bb690c8a6e028e4" providerId="LiveId" clId="{8190983C-59DF-43F3-B9B2-1C34EE46F5B8}" dt="2022-03-04T08:38:40.698" v="804" actId="165"/>
          <ac:spMkLst>
            <pc:docMk/>
            <pc:sldMk cId="1994746456" sldId="639"/>
            <ac:spMk id="7" creationId="{F50379FC-DAC2-4066-9FC7-AE4BF8411E0C}"/>
          </ac:spMkLst>
        </pc:spChg>
        <pc:spChg chg="mod topLvl">
          <ac:chgData name="Alexandre Quach" userId="7bb690c8a6e028e4" providerId="LiveId" clId="{8190983C-59DF-43F3-B9B2-1C34EE46F5B8}" dt="2022-03-04T08:38:40.698" v="804" actId="165"/>
          <ac:spMkLst>
            <pc:docMk/>
            <pc:sldMk cId="1994746456" sldId="639"/>
            <ac:spMk id="8" creationId="{2B23AB4E-6AC1-4D0C-92AB-D106F7CDBA4A}"/>
          </ac:spMkLst>
        </pc:spChg>
        <pc:spChg chg="mod topLvl">
          <ac:chgData name="Alexandre Quach" userId="7bb690c8a6e028e4" providerId="LiveId" clId="{8190983C-59DF-43F3-B9B2-1C34EE46F5B8}" dt="2022-03-04T08:38:40.698" v="804" actId="165"/>
          <ac:spMkLst>
            <pc:docMk/>
            <pc:sldMk cId="1994746456" sldId="639"/>
            <ac:spMk id="9" creationId="{5CA37BAA-BA08-4DF8-B754-87519658E573}"/>
          </ac:spMkLst>
        </pc:spChg>
        <pc:spChg chg="mod topLvl">
          <ac:chgData name="Alexandre Quach" userId="7bb690c8a6e028e4" providerId="LiveId" clId="{8190983C-59DF-43F3-B9B2-1C34EE46F5B8}" dt="2022-03-04T08:38:40.698" v="804" actId="165"/>
          <ac:spMkLst>
            <pc:docMk/>
            <pc:sldMk cId="1994746456" sldId="639"/>
            <ac:spMk id="10" creationId="{BF5257C1-0F63-4A6D-877E-C1BD28CFC479}"/>
          </ac:spMkLst>
        </pc:spChg>
        <pc:spChg chg="mod topLvl">
          <ac:chgData name="Alexandre Quach" userId="7bb690c8a6e028e4" providerId="LiveId" clId="{8190983C-59DF-43F3-B9B2-1C34EE46F5B8}" dt="2022-03-04T08:38:40.698" v="804" actId="165"/>
          <ac:spMkLst>
            <pc:docMk/>
            <pc:sldMk cId="1994746456" sldId="639"/>
            <ac:spMk id="11" creationId="{4AC8B49A-7E3D-4A15-BEF7-6239A2D5C660}"/>
          </ac:spMkLst>
        </pc:spChg>
        <pc:spChg chg="mod topLvl">
          <ac:chgData name="Alexandre Quach" userId="7bb690c8a6e028e4" providerId="LiveId" clId="{8190983C-59DF-43F3-B9B2-1C34EE46F5B8}" dt="2022-03-04T08:38:40.698" v="804" actId="165"/>
          <ac:spMkLst>
            <pc:docMk/>
            <pc:sldMk cId="1994746456" sldId="639"/>
            <ac:spMk id="12" creationId="{394CA97D-B7C9-4D9A-95BA-7323DA86C1DB}"/>
          </ac:spMkLst>
        </pc:spChg>
        <pc:spChg chg="mod topLvl">
          <ac:chgData name="Alexandre Quach" userId="7bb690c8a6e028e4" providerId="LiveId" clId="{8190983C-59DF-43F3-B9B2-1C34EE46F5B8}" dt="2022-03-04T08:39:11.409" v="805" actId="165"/>
          <ac:spMkLst>
            <pc:docMk/>
            <pc:sldMk cId="1994746456" sldId="639"/>
            <ac:spMk id="13" creationId="{4414F544-F3C1-46E5-833E-5F1A518E260D}"/>
          </ac:spMkLst>
        </pc:spChg>
        <pc:spChg chg="mod topLvl">
          <ac:chgData name="Alexandre Quach" userId="7bb690c8a6e028e4" providerId="LiveId" clId="{8190983C-59DF-43F3-B9B2-1C34EE46F5B8}" dt="2022-03-04T08:39:11.409" v="805" actId="165"/>
          <ac:spMkLst>
            <pc:docMk/>
            <pc:sldMk cId="1994746456" sldId="639"/>
            <ac:spMk id="14" creationId="{69272D05-3BA4-4316-BEE5-7FB6FD6473E5}"/>
          </ac:spMkLst>
        </pc:spChg>
        <pc:spChg chg="mod topLvl">
          <ac:chgData name="Alexandre Quach" userId="7bb690c8a6e028e4" providerId="LiveId" clId="{8190983C-59DF-43F3-B9B2-1C34EE46F5B8}" dt="2022-03-04T08:39:11.409" v="805" actId="165"/>
          <ac:spMkLst>
            <pc:docMk/>
            <pc:sldMk cId="1994746456" sldId="639"/>
            <ac:spMk id="15" creationId="{EA51E396-85CA-41B2-A277-34954F37723D}"/>
          </ac:spMkLst>
        </pc:spChg>
        <pc:spChg chg="mod topLvl">
          <ac:chgData name="Alexandre Quach" userId="7bb690c8a6e028e4" providerId="LiveId" clId="{8190983C-59DF-43F3-B9B2-1C34EE46F5B8}" dt="2022-03-04T08:39:11.409" v="805" actId="165"/>
          <ac:spMkLst>
            <pc:docMk/>
            <pc:sldMk cId="1994746456" sldId="639"/>
            <ac:spMk id="16" creationId="{5519CE49-5D26-4FDC-9428-1F44FC9E940A}"/>
          </ac:spMkLst>
        </pc:spChg>
        <pc:spChg chg="mod topLvl">
          <ac:chgData name="Alexandre Quach" userId="7bb690c8a6e028e4" providerId="LiveId" clId="{8190983C-59DF-43F3-B9B2-1C34EE46F5B8}" dt="2022-03-04T08:39:11.409" v="805" actId="165"/>
          <ac:spMkLst>
            <pc:docMk/>
            <pc:sldMk cId="1994746456" sldId="639"/>
            <ac:spMk id="17" creationId="{A95C8A66-9154-4EE8-AEDA-4B4F773C5096}"/>
          </ac:spMkLst>
        </pc:spChg>
        <pc:spChg chg="mod topLvl">
          <ac:chgData name="Alexandre Quach" userId="7bb690c8a6e028e4" providerId="LiveId" clId="{8190983C-59DF-43F3-B9B2-1C34EE46F5B8}" dt="2022-03-04T08:39:11.409" v="805" actId="165"/>
          <ac:spMkLst>
            <pc:docMk/>
            <pc:sldMk cId="1994746456" sldId="639"/>
            <ac:spMk id="18" creationId="{62220539-4FE2-453C-9E8E-703424F0689D}"/>
          </ac:spMkLst>
        </pc:spChg>
        <pc:spChg chg="mod topLvl">
          <ac:chgData name="Alexandre Quach" userId="7bb690c8a6e028e4" providerId="LiveId" clId="{8190983C-59DF-43F3-B9B2-1C34EE46F5B8}" dt="2022-03-04T08:39:11.409" v="805" actId="165"/>
          <ac:spMkLst>
            <pc:docMk/>
            <pc:sldMk cId="1994746456" sldId="639"/>
            <ac:spMk id="19" creationId="{44567DF7-8707-4E97-B116-CD55A3327DB3}"/>
          </ac:spMkLst>
        </pc:spChg>
        <pc:spChg chg="mod topLvl">
          <ac:chgData name="Alexandre Quach" userId="7bb690c8a6e028e4" providerId="LiveId" clId="{8190983C-59DF-43F3-B9B2-1C34EE46F5B8}" dt="2022-03-04T08:39:11.409" v="805" actId="165"/>
          <ac:spMkLst>
            <pc:docMk/>
            <pc:sldMk cId="1994746456" sldId="639"/>
            <ac:spMk id="20" creationId="{7292EE6F-31A6-4EC4-B7BD-9EE9C6493E4E}"/>
          </ac:spMkLst>
        </pc:spChg>
        <pc:spChg chg="mod topLvl">
          <ac:chgData name="Alexandre Quach" userId="7bb690c8a6e028e4" providerId="LiveId" clId="{8190983C-59DF-43F3-B9B2-1C34EE46F5B8}" dt="2022-03-04T08:39:11.409" v="805" actId="165"/>
          <ac:spMkLst>
            <pc:docMk/>
            <pc:sldMk cId="1994746456" sldId="639"/>
            <ac:spMk id="21" creationId="{F20A77FF-6569-472C-B168-5F22C0A03118}"/>
          </ac:spMkLst>
        </pc:spChg>
        <pc:spChg chg="mod topLvl">
          <ac:chgData name="Alexandre Quach" userId="7bb690c8a6e028e4" providerId="LiveId" clId="{8190983C-59DF-43F3-B9B2-1C34EE46F5B8}" dt="2022-03-04T08:38:40.698" v="804" actId="165"/>
          <ac:spMkLst>
            <pc:docMk/>
            <pc:sldMk cId="1994746456" sldId="639"/>
            <ac:spMk id="31" creationId="{437654E3-6DDD-48B4-A607-E67B56204818}"/>
          </ac:spMkLst>
        </pc:spChg>
        <pc:spChg chg="mod topLvl">
          <ac:chgData name="Alexandre Quach" userId="7bb690c8a6e028e4" providerId="LiveId" clId="{8190983C-59DF-43F3-B9B2-1C34EE46F5B8}" dt="2022-03-04T08:39:11.409" v="805" actId="165"/>
          <ac:spMkLst>
            <pc:docMk/>
            <pc:sldMk cId="1994746456" sldId="639"/>
            <ac:spMk id="33" creationId="{20E592F3-294D-4273-A027-6271EE7D47BD}"/>
          </ac:spMkLst>
        </pc:spChg>
        <pc:spChg chg="mod topLvl">
          <ac:chgData name="Alexandre Quach" userId="7bb690c8a6e028e4" providerId="LiveId" clId="{8190983C-59DF-43F3-B9B2-1C34EE46F5B8}" dt="2022-03-04T08:39:14.315" v="806" actId="165"/>
          <ac:spMkLst>
            <pc:docMk/>
            <pc:sldMk cId="1994746456" sldId="639"/>
            <ac:spMk id="34" creationId="{7EB101C8-104B-4FFF-8764-65F6CDE24A6E}"/>
          </ac:spMkLst>
        </pc:spChg>
        <pc:spChg chg="mod topLvl">
          <ac:chgData name="Alexandre Quach" userId="7bb690c8a6e028e4" providerId="LiveId" clId="{8190983C-59DF-43F3-B9B2-1C34EE46F5B8}" dt="2022-03-04T08:39:14.315" v="806" actId="165"/>
          <ac:spMkLst>
            <pc:docMk/>
            <pc:sldMk cId="1994746456" sldId="639"/>
            <ac:spMk id="35" creationId="{19DF7DBC-7EC9-44DB-BE2E-90AB40A14B46}"/>
          </ac:spMkLst>
        </pc:spChg>
        <pc:spChg chg="mod topLvl">
          <ac:chgData name="Alexandre Quach" userId="7bb690c8a6e028e4" providerId="LiveId" clId="{8190983C-59DF-43F3-B9B2-1C34EE46F5B8}" dt="2022-03-04T08:39:14.315" v="806" actId="165"/>
          <ac:spMkLst>
            <pc:docMk/>
            <pc:sldMk cId="1994746456" sldId="639"/>
            <ac:spMk id="36" creationId="{C3568133-0C87-4C09-8ECF-C90B5F955893}"/>
          </ac:spMkLst>
        </pc:spChg>
        <pc:spChg chg="mod topLvl">
          <ac:chgData name="Alexandre Quach" userId="7bb690c8a6e028e4" providerId="LiveId" clId="{8190983C-59DF-43F3-B9B2-1C34EE46F5B8}" dt="2022-03-04T08:39:14.315" v="806" actId="165"/>
          <ac:spMkLst>
            <pc:docMk/>
            <pc:sldMk cId="1994746456" sldId="639"/>
            <ac:spMk id="37" creationId="{07A3235B-66CA-4671-8D72-DA2A276D32A5}"/>
          </ac:spMkLst>
        </pc:spChg>
        <pc:spChg chg="mod topLvl">
          <ac:chgData name="Alexandre Quach" userId="7bb690c8a6e028e4" providerId="LiveId" clId="{8190983C-59DF-43F3-B9B2-1C34EE46F5B8}" dt="2022-03-04T08:39:14.315" v="806" actId="165"/>
          <ac:spMkLst>
            <pc:docMk/>
            <pc:sldMk cId="1994746456" sldId="639"/>
            <ac:spMk id="38" creationId="{8981FEFA-08BE-49FA-9E7F-1184DE8521F2}"/>
          </ac:spMkLst>
        </pc:spChg>
        <pc:spChg chg="mod topLvl">
          <ac:chgData name="Alexandre Quach" userId="7bb690c8a6e028e4" providerId="LiveId" clId="{8190983C-59DF-43F3-B9B2-1C34EE46F5B8}" dt="2022-03-04T08:39:14.315" v="806" actId="165"/>
          <ac:spMkLst>
            <pc:docMk/>
            <pc:sldMk cId="1994746456" sldId="639"/>
            <ac:spMk id="39" creationId="{754277A1-9ACE-410F-939F-8FB86485E2A1}"/>
          </ac:spMkLst>
        </pc:spChg>
        <pc:spChg chg="mod topLvl">
          <ac:chgData name="Alexandre Quach" userId="7bb690c8a6e028e4" providerId="LiveId" clId="{8190983C-59DF-43F3-B9B2-1C34EE46F5B8}" dt="2022-03-04T08:39:14.315" v="806" actId="165"/>
          <ac:spMkLst>
            <pc:docMk/>
            <pc:sldMk cId="1994746456" sldId="639"/>
            <ac:spMk id="40" creationId="{322E4A60-9580-44C2-850C-3A786D96C458}"/>
          </ac:spMkLst>
        </pc:spChg>
        <pc:spChg chg="mod topLvl">
          <ac:chgData name="Alexandre Quach" userId="7bb690c8a6e028e4" providerId="LiveId" clId="{8190983C-59DF-43F3-B9B2-1C34EE46F5B8}" dt="2022-03-04T08:39:14.315" v="806" actId="165"/>
          <ac:spMkLst>
            <pc:docMk/>
            <pc:sldMk cId="1994746456" sldId="639"/>
            <ac:spMk id="41" creationId="{278DF9BA-7DFB-44DA-9DB9-8A56A81CDE77}"/>
          </ac:spMkLst>
        </pc:spChg>
        <pc:spChg chg="mod topLvl">
          <ac:chgData name="Alexandre Quach" userId="7bb690c8a6e028e4" providerId="LiveId" clId="{8190983C-59DF-43F3-B9B2-1C34EE46F5B8}" dt="2022-03-04T08:39:14.315" v="806" actId="165"/>
          <ac:spMkLst>
            <pc:docMk/>
            <pc:sldMk cId="1994746456" sldId="639"/>
            <ac:spMk id="42" creationId="{B8017A76-75B2-4DF3-B8ED-0F04B43E70EE}"/>
          </ac:spMkLst>
        </pc:spChg>
        <pc:spChg chg="mod topLvl">
          <ac:chgData name="Alexandre Quach" userId="7bb690c8a6e028e4" providerId="LiveId" clId="{8190983C-59DF-43F3-B9B2-1C34EE46F5B8}" dt="2022-03-04T08:39:14.315" v="806" actId="165"/>
          <ac:spMkLst>
            <pc:docMk/>
            <pc:sldMk cId="1994746456" sldId="639"/>
            <ac:spMk id="43" creationId="{3A757028-7F6E-4F20-BBCA-5E1D9B38F1BE}"/>
          </ac:spMkLst>
        </pc:spChg>
        <pc:spChg chg="mod topLvl">
          <ac:chgData name="Alexandre Quach" userId="7bb690c8a6e028e4" providerId="LiveId" clId="{8190983C-59DF-43F3-B9B2-1C34EE46F5B8}" dt="2022-03-04T08:39:17.353" v="807" actId="165"/>
          <ac:spMkLst>
            <pc:docMk/>
            <pc:sldMk cId="1994746456" sldId="639"/>
            <ac:spMk id="44" creationId="{A00ADDA8-58F1-468E-B292-D1F983FF8804}"/>
          </ac:spMkLst>
        </pc:spChg>
        <pc:spChg chg="mod topLvl">
          <ac:chgData name="Alexandre Quach" userId="7bb690c8a6e028e4" providerId="LiveId" clId="{8190983C-59DF-43F3-B9B2-1C34EE46F5B8}" dt="2022-03-04T08:39:17.353" v="807" actId="165"/>
          <ac:spMkLst>
            <pc:docMk/>
            <pc:sldMk cId="1994746456" sldId="639"/>
            <ac:spMk id="45" creationId="{132B7038-FDA2-4730-8867-BA0AF073D96C}"/>
          </ac:spMkLst>
        </pc:spChg>
        <pc:spChg chg="mod topLvl">
          <ac:chgData name="Alexandre Quach" userId="7bb690c8a6e028e4" providerId="LiveId" clId="{8190983C-59DF-43F3-B9B2-1C34EE46F5B8}" dt="2022-03-04T08:39:17.353" v="807" actId="165"/>
          <ac:spMkLst>
            <pc:docMk/>
            <pc:sldMk cId="1994746456" sldId="639"/>
            <ac:spMk id="46" creationId="{9A50C416-80D1-41E0-9046-F39B32BAD40C}"/>
          </ac:spMkLst>
        </pc:spChg>
        <pc:spChg chg="mod topLvl">
          <ac:chgData name="Alexandre Quach" userId="7bb690c8a6e028e4" providerId="LiveId" clId="{8190983C-59DF-43F3-B9B2-1C34EE46F5B8}" dt="2022-03-04T08:39:17.353" v="807" actId="165"/>
          <ac:spMkLst>
            <pc:docMk/>
            <pc:sldMk cId="1994746456" sldId="639"/>
            <ac:spMk id="47" creationId="{EE4179B5-4173-45B0-BF44-1FC99BE6B0D3}"/>
          </ac:spMkLst>
        </pc:spChg>
        <pc:spChg chg="mod topLvl">
          <ac:chgData name="Alexandre Quach" userId="7bb690c8a6e028e4" providerId="LiveId" clId="{8190983C-59DF-43F3-B9B2-1C34EE46F5B8}" dt="2022-03-04T08:39:17.353" v="807" actId="165"/>
          <ac:spMkLst>
            <pc:docMk/>
            <pc:sldMk cId="1994746456" sldId="639"/>
            <ac:spMk id="48" creationId="{7908D120-4690-476A-A02F-16D39A451B5E}"/>
          </ac:spMkLst>
        </pc:spChg>
        <pc:spChg chg="mod topLvl">
          <ac:chgData name="Alexandre Quach" userId="7bb690c8a6e028e4" providerId="LiveId" clId="{8190983C-59DF-43F3-B9B2-1C34EE46F5B8}" dt="2022-03-04T08:39:17.353" v="807" actId="165"/>
          <ac:spMkLst>
            <pc:docMk/>
            <pc:sldMk cId="1994746456" sldId="639"/>
            <ac:spMk id="49" creationId="{985786B8-E811-4E1C-8488-BB908489CE61}"/>
          </ac:spMkLst>
        </pc:spChg>
        <pc:spChg chg="mod topLvl">
          <ac:chgData name="Alexandre Quach" userId="7bb690c8a6e028e4" providerId="LiveId" clId="{8190983C-59DF-43F3-B9B2-1C34EE46F5B8}" dt="2022-03-04T08:39:17.353" v="807" actId="165"/>
          <ac:spMkLst>
            <pc:docMk/>
            <pc:sldMk cId="1994746456" sldId="639"/>
            <ac:spMk id="50" creationId="{91506279-BB40-4A3E-B342-613257CB2685}"/>
          </ac:spMkLst>
        </pc:spChg>
        <pc:spChg chg="mod topLvl">
          <ac:chgData name="Alexandre Quach" userId="7bb690c8a6e028e4" providerId="LiveId" clId="{8190983C-59DF-43F3-B9B2-1C34EE46F5B8}" dt="2022-03-04T08:39:17.353" v="807" actId="165"/>
          <ac:spMkLst>
            <pc:docMk/>
            <pc:sldMk cId="1994746456" sldId="639"/>
            <ac:spMk id="51" creationId="{140D67C5-5B4C-43CD-8CB8-E62BE05DAF02}"/>
          </ac:spMkLst>
        </pc:spChg>
        <pc:spChg chg="mod topLvl">
          <ac:chgData name="Alexandre Quach" userId="7bb690c8a6e028e4" providerId="LiveId" clId="{8190983C-59DF-43F3-B9B2-1C34EE46F5B8}" dt="2022-03-04T08:39:17.353" v="807" actId="165"/>
          <ac:spMkLst>
            <pc:docMk/>
            <pc:sldMk cId="1994746456" sldId="639"/>
            <ac:spMk id="52" creationId="{7B5A764B-7715-4712-8D7E-1C2FBC9A55F1}"/>
          </ac:spMkLst>
        </pc:spChg>
        <pc:spChg chg="mod topLvl">
          <ac:chgData name="Alexandre Quach" userId="7bb690c8a6e028e4" providerId="LiveId" clId="{8190983C-59DF-43F3-B9B2-1C34EE46F5B8}" dt="2022-03-04T08:39:17.353" v="807" actId="165"/>
          <ac:spMkLst>
            <pc:docMk/>
            <pc:sldMk cId="1994746456" sldId="639"/>
            <ac:spMk id="53" creationId="{AF91006F-0E56-498B-8133-4EAC7B60CA22}"/>
          </ac:spMkLst>
        </pc:spChg>
        <pc:spChg chg="mod">
          <ac:chgData name="Alexandre Quach" userId="7bb690c8a6e028e4" providerId="LiveId" clId="{8190983C-59DF-43F3-B9B2-1C34EE46F5B8}" dt="2022-03-04T08:34:23.396" v="608"/>
          <ac:spMkLst>
            <pc:docMk/>
            <pc:sldMk cId="1994746456" sldId="639"/>
            <ac:spMk id="54" creationId="{A5F73FB0-C096-4E00-B4A3-23CB882C2214}"/>
          </ac:spMkLst>
        </pc:spChg>
        <pc:spChg chg="mod">
          <ac:chgData name="Alexandre Quach" userId="7bb690c8a6e028e4" providerId="LiveId" clId="{8190983C-59DF-43F3-B9B2-1C34EE46F5B8}" dt="2022-03-04T08:49:51.122" v="847" actId="1076"/>
          <ac:spMkLst>
            <pc:docMk/>
            <pc:sldMk cId="1994746456" sldId="639"/>
            <ac:spMk id="61" creationId="{99376FFD-AC52-4A15-B807-25061B9F2D5F}"/>
          </ac:spMkLst>
        </pc:spChg>
        <pc:spChg chg="mod">
          <ac:chgData name="Alexandre Quach" userId="7bb690c8a6e028e4" providerId="LiveId" clId="{8190983C-59DF-43F3-B9B2-1C34EE46F5B8}" dt="2022-03-04T08:45:47.810" v="845" actId="5736"/>
          <ac:spMkLst>
            <pc:docMk/>
            <pc:sldMk cId="1994746456" sldId="639"/>
            <ac:spMk id="63" creationId="{6D62EEE1-3D76-4ED0-A5F8-E815084A6020}"/>
          </ac:spMkLst>
        </pc:spChg>
        <pc:spChg chg="mod">
          <ac:chgData name="Alexandre Quach" userId="7bb690c8a6e028e4" providerId="LiveId" clId="{8190983C-59DF-43F3-B9B2-1C34EE46F5B8}" dt="2022-03-04T08:45:47.810" v="845" actId="5736"/>
          <ac:spMkLst>
            <pc:docMk/>
            <pc:sldMk cId="1994746456" sldId="639"/>
            <ac:spMk id="64" creationId="{B8C57F72-3F8E-4DD7-BD7A-BC7732F7EE91}"/>
          </ac:spMkLst>
        </pc:spChg>
        <pc:spChg chg="mod">
          <ac:chgData name="Alexandre Quach" userId="7bb690c8a6e028e4" providerId="LiveId" clId="{8190983C-59DF-43F3-B9B2-1C34EE46F5B8}" dt="2022-03-04T08:45:47.810" v="845" actId="5736"/>
          <ac:spMkLst>
            <pc:docMk/>
            <pc:sldMk cId="1994746456" sldId="639"/>
            <ac:spMk id="65" creationId="{ED3E2FF9-B135-4137-8A71-9D672A19543E}"/>
          </ac:spMkLst>
        </pc:spChg>
        <pc:spChg chg="mod">
          <ac:chgData name="Alexandre Quach" userId="7bb690c8a6e028e4" providerId="LiveId" clId="{8190983C-59DF-43F3-B9B2-1C34EE46F5B8}" dt="2022-03-04T08:45:47.810" v="845" actId="5736"/>
          <ac:spMkLst>
            <pc:docMk/>
            <pc:sldMk cId="1994746456" sldId="639"/>
            <ac:spMk id="66" creationId="{DC9F1333-C9D7-4866-A20D-7026F7AC00C6}"/>
          </ac:spMkLst>
        </pc:spChg>
        <pc:grpChg chg="del">
          <ac:chgData name="Alexandre Quach" userId="7bb690c8a6e028e4" providerId="LiveId" clId="{8190983C-59DF-43F3-B9B2-1C34EE46F5B8}" dt="2022-03-04T08:39:17.353" v="807" actId="165"/>
          <ac:grpSpMkLst>
            <pc:docMk/>
            <pc:sldMk cId="1994746456" sldId="639"/>
            <ac:grpSpMk id="55" creationId="{7A930415-453A-44E6-B11E-F341153B3F97}"/>
          </ac:grpSpMkLst>
        </pc:grpChg>
        <pc:grpChg chg="del">
          <ac:chgData name="Alexandre Quach" userId="7bb690c8a6e028e4" providerId="LiveId" clId="{8190983C-59DF-43F3-B9B2-1C34EE46F5B8}" dt="2022-03-04T08:39:14.315" v="806" actId="165"/>
          <ac:grpSpMkLst>
            <pc:docMk/>
            <pc:sldMk cId="1994746456" sldId="639"/>
            <ac:grpSpMk id="56" creationId="{AE98E5EC-9184-4CCC-AF21-07BBF32CF4CA}"/>
          </ac:grpSpMkLst>
        </pc:grpChg>
        <pc:grpChg chg="del">
          <ac:chgData name="Alexandre Quach" userId="7bb690c8a6e028e4" providerId="LiveId" clId="{8190983C-59DF-43F3-B9B2-1C34EE46F5B8}" dt="2022-03-04T08:38:40.698" v="804" actId="165"/>
          <ac:grpSpMkLst>
            <pc:docMk/>
            <pc:sldMk cId="1994746456" sldId="639"/>
            <ac:grpSpMk id="57" creationId="{FEA0308F-BBF3-4FBA-BCE7-F7797146BAFF}"/>
          </ac:grpSpMkLst>
        </pc:grpChg>
        <pc:grpChg chg="del">
          <ac:chgData name="Alexandre Quach" userId="7bb690c8a6e028e4" providerId="LiveId" clId="{8190983C-59DF-43F3-B9B2-1C34EE46F5B8}" dt="2022-03-04T08:39:11.409" v="805" actId="165"/>
          <ac:grpSpMkLst>
            <pc:docMk/>
            <pc:sldMk cId="1994746456" sldId="639"/>
            <ac:grpSpMk id="58" creationId="{44F252A5-6C07-45E6-8E07-AEF781E40A05}"/>
          </ac:grpSpMkLst>
        </pc:grpChg>
        <pc:graphicFrameChg chg="mod modGraphic">
          <ac:chgData name="Alexandre Quach" userId="7bb690c8a6e028e4" providerId="LiveId" clId="{8190983C-59DF-43F3-B9B2-1C34EE46F5B8}" dt="2022-03-04T08:45:47.810" v="845" actId="5736"/>
          <ac:graphicFrameMkLst>
            <pc:docMk/>
            <pc:sldMk cId="1994746456" sldId="639"/>
            <ac:graphicFrameMk id="62" creationId="{5FC90380-9AB0-42F7-BF1A-D63EECF5F690}"/>
          </ac:graphicFrameMkLst>
        </pc:graphicFrameChg>
      </pc:sldChg>
      <pc:sldChg chg="delSp modSp add mod">
        <pc:chgData name="Alexandre Quach" userId="7bb690c8a6e028e4" providerId="LiveId" clId="{8190983C-59DF-43F3-B9B2-1C34EE46F5B8}" dt="2022-03-04T08:42:18.700" v="834" actId="6549"/>
        <pc:sldMkLst>
          <pc:docMk/>
          <pc:sldMk cId="2237905162" sldId="640"/>
        </pc:sldMkLst>
        <pc:spChg chg="mod">
          <ac:chgData name="Alexandre Quach" userId="7bb690c8a6e028e4" providerId="LiveId" clId="{8190983C-59DF-43F3-B9B2-1C34EE46F5B8}" dt="2022-03-04T08:42:10.574" v="832" actId="20577"/>
          <ac:spMkLst>
            <pc:docMk/>
            <pc:sldMk cId="2237905162" sldId="640"/>
            <ac:spMk id="2" creationId="{12DFB249-4BAC-45D8-BD66-8A9B48267113}"/>
          </ac:spMkLst>
        </pc:spChg>
        <pc:spChg chg="del">
          <ac:chgData name="Alexandre Quach" userId="7bb690c8a6e028e4" providerId="LiveId" clId="{8190983C-59DF-43F3-B9B2-1C34EE46F5B8}" dt="2022-03-04T08:42:16.583" v="833" actId="478"/>
          <ac:spMkLst>
            <pc:docMk/>
            <pc:sldMk cId="2237905162" sldId="640"/>
            <ac:spMk id="4" creationId="{771A2ED0-BC5E-40C8-BA70-A120A29242E4}"/>
          </ac:spMkLst>
        </pc:spChg>
        <pc:spChg chg="del">
          <ac:chgData name="Alexandre Quach" userId="7bb690c8a6e028e4" providerId="LiveId" clId="{8190983C-59DF-43F3-B9B2-1C34EE46F5B8}" dt="2022-03-04T08:42:16.583" v="833" actId="478"/>
          <ac:spMkLst>
            <pc:docMk/>
            <pc:sldMk cId="2237905162" sldId="640"/>
            <ac:spMk id="5" creationId="{C5A03265-FE63-4865-AE8F-FD80998F4B64}"/>
          </ac:spMkLst>
        </pc:spChg>
        <pc:spChg chg="del">
          <ac:chgData name="Alexandre Quach" userId="7bb690c8a6e028e4" providerId="LiveId" clId="{8190983C-59DF-43F3-B9B2-1C34EE46F5B8}" dt="2022-03-04T08:42:16.583" v="833" actId="478"/>
          <ac:spMkLst>
            <pc:docMk/>
            <pc:sldMk cId="2237905162" sldId="640"/>
            <ac:spMk id="6" creationId="{ECEDA168-01BF-4781-89B6-40B99B35964B}"/>
          </ac:spMkLst>
        </pc:spChg>
        <pc:spChg chg="del">
          <ac:chgData name="Alexandre Quach" userId="7bb690c8a6e028e4" providerId="LiveId" clId="{8190983C-59DF-43F3-B9B2-1C34EE46F5B8}" dt="2022-03-04T08:42:16.583" v="833" actId="478"/>
          <ac:spMkLst>
            <pc:docMk/>
            <pc:sldMk cId="2237905162" sldId="640"/>
            <ac:spMk id="7" creationId="{2B8D4CE3-369C-4309-9BB8-1FEB797E901D}"/>
          </ac:spMkLst>
        </pc:spChg>
        <pc:spChg chg="del">
          <ac:chgData name="Alexandre Quach" userId="7bb690c8a6e028e4" providerId="LiveId" clId="{8190983C-59DF-43F3-B9B2-1C34EE46F5B8}" dt="2022-03-04T08:42:16.583" v="833" actId="478"/>
          <ac:spMkLst>
            <pc:docMk/>
            <pc:sldMk cId="2237905162" sldId="640"/>
            <ac:spMk id="8" creationId="{62826899-2030-4C2E-8DF4-238530F452EB}"/>
          </ac:spMkLst>
        </pc:spChg>
        <pc:spChg chg="del">
          <ac:chgData name="Alexandre Quach" userId="7bb690c8a6e028e4" providerId="LiveId" clId="{8190983C-59DF-43F3-B9B2-1C34EE46F5B8}" dt="2022-03-04T08:42:16.583" v="833" actId="478"/>
          <ac:spMkLst>
            <pc:docMk/>
            <pc:sldMk cId="2237905162" sldId="640"/>
            <ac:spMk id="9" creationId="{F9E523F1-3AD8-48C7-95E1-9206A4AA01CB}"/>
          </ac:spMkLst>
        </pc:spChg>
        <pc:spChg chg="del">
          <ac:chgData name="Alexandre Quach" userId="7bb690c8a6e028e4" providerId="LiveId" clId="{8190983C-59DF-43F3-B9B2-1C34EE46F5B8}" dt="2022-03-04T08:42:16.583" v="833" actId="478"/>
          <ac:spMkLst>
            <pc:docMk/>
            <pc:sldMk cId="2237905162" sldId="640"/>
            <ac:spMk id="10" creationId="{3597DBE5-A48E-43F7-BBDC-6F43EE96DE0B}"/>
          </ac:spMkLst>
        </pc:spChg>
        <pc:spChg chg="del">
          <ac:chgData name="Alexandre Quach" userId="7bb690c8a6e028e4" providerId="LiveId" clId="{8190983C-59DF-43F3-B9B2-1C34EE46F5B8}" dt="2022-03-04T08:42:16.583" v="833" actId="478"/>
          <ac:spMkLst>
            <pc:docMk/>
            <pc:sldMk cId="2237905162" sldId="640"/>
            <ac:spMk id="11" creationId="{A615BF2B-6D5A-47BB-B3D9-D376B2B4AAA8}"/>
          </ac:spMkLst>
        </pc:spChg>
        <pc:spChg chg="del">
          <ac:chgData name="Alexandre Quach" userId="7bb690c8a6e028e4" providerId="LiveId" clId="{8190983C-59DF-43F3-B9B2-1C34EE46F5B8}" dt="2022-03-04T08:42:16.583" v="833" actId="478"/>
          <ac:spMkLst>
            <pc:docMk/>
            <pc:sldMk cId="2237905162" sldId="640"/>
            <ac:spMk id="12" creationId="{DA6037F1-6449-497D-BDBE-E7A7E9AD874E}"/>
          </ac:spMkLst>
        </pc:spChg>
        <pc:graphicFrameChg chg="modGraphic">
          <ac:chgData name="Alexandre Quach" userId="7bb690c8a6e028e4" providerId="LiveId" clId="{8190983C-59DF-43F3-B9B2-1C34EE46F5B8}" dt="2022-03-04T08:42:18.700" v="834" actId="6549"/>
          <ac:graphicFrameMkLst>
            <pc:docMk/>
            <pc:sldMk cId="2237905162" sldId="640"/>
            <ac:graphicFrameMk id="21" creationId="{CF799C34-26E8-4625-ACB9-EAC342172B11}"/>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25/09/2022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9/25/2022</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9/25/2022</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9/25/2022</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pic>
        <p:nvPicPr>
          <p:cNvPr id="7" name="Image 6">
            <a:extLst>
              <a:ext uri="{FF2B5EF4-FFF2-40B4-BE49-F238E27FC236}">
                <a16:creationId xmlns:a16="http://schemas.microsoft.com/office/drawing/2014/main" id="{1B65827E-95C2-2DAC-BD7E-CC76673A4A15}"/>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b="18340"/>
          <a:stretch/>
        </p:blipFill>
        <p:spPr>
          <a:xfrm>
            <a:off x="10697" y="7866"/>
            <a:ext cx="572005" cy="258141"/>
          </a:xfrm>
          <a:prstGeom prst="rect">
            <a:avLst/>
          </a:prstGeom>
        </p:spPr>
      </p:pic>
      <p:pic>
        <p:nvPicPr>
          <p:cNvPr id="8" name="Image 7">
            <a:extLst>
              <a:ext uri="{FF2B5EF4-FFF2-40B4-BE49-F238E27FC236}">
                <a16:creationId xmlns:a16="http://schemas.microsoft.com/office/drawing/2014/main" id="{B2BE9D15-9A72-8026-EC16-598B22063A68}"/>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b="18340"/>
          <a:stretch/>
        </p:blipFill>
        <p:spPr>
          <a:xfrm>
            <a:off x="11609298" y="7866"/>
            <a:ext cx="572005" cy="258141"/>
          </a:xfrm>
          <a:prstGeom prst="rect">
            <a:avLst/>
          </a:prstGeom>
        </p:spPr>
      </p:pic>
      <p:pic>
        <p:nvPicPr>
          <p:cNvPr id="9" name="Image 8">
            <a:extLst>
              <a:ext uri="{FF2B5EF4-FFF2-40B4-BE49-F238E27FC236}">
                <a16:creationId xmlns:a16="http://schemas.microsoft.com/office/drawing/2014/main" id="{47188336-3843-DDDC-5189-18F3C4BD860B}"/>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b="18340"/>
          <a:stretch/>
        </p:blipFill>
        <p:spPr>
          <a:xfrm>
            <a:off x="0" y="6599859"/>
            <a:ext cx="572005" cy="258141"/>
          </a:xfrm>
          <a:prstGeom prst="rect">
            <a:avLst/>
          </a:prstGeom>
        </p:spPr>
      </p:pic>
      <p:pic>
        <p:nvPicPr>
          <p:cNvPr id="10" name="Image 9">
            <a:extLst>
              <a:ext uri="{FF2B5EF4-FFF2-40B4-BE49-F238E27FC236}">
                <a16:creationId xmlns:a16="http://schemas.microsoft.com/office/drawing/2014/main" id="{E985B354-50A2-7D8D-0AF9-1CD7DFAB1D9A}"/>
              </a:ext>
            </a:extLst>
          </p:cNvPr>
          <p:cNvPicPr>
            <a:picLocks noChangeAspect="1"/>
          </p:cNvPicPr>
          <p:nvPr userDrawn="1"/>
        </p:nvPicPr>
        <p:blipFill rotWithShape="1">
          <a:blip r:embed="rId15">
            <a:extLst>
              <a:ext uri="{28A0092B-C50C-407E-A947-70E740481C1C}">
                <a14:useLocalDpi xmlns:a14="http://schemas.microsoft.com/office/drawing/2010/main" val="0"/>
              </a:ext>
            </a:extLst>
          </a:blip>
          <a:srcRect b="18340"/>
          <a:stretch/>
        </p:blipFill>
        <p:spPr>
          <a:xfrm>
            <a:off x="11598601" y="6599859"/>
            <a:ext cx="572005" cy="258141"/>
          </a:xfrm>
          <a:prstGeom prst="rect">
            <a:avLst/>
          </a:prstGeom>
        </p:spPr>
      </p:pic>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16" r:id="rId4"/>
    <p:sldLayoutId id="2147483717" r:id="rId5"/>
    <p:sldLayoutId id="2147483720" r:id="rId6"/>
    <p:sldLayoutId id="2147483718" r:id="rId7"/>
    <p:sldLayoutId id="2147483712" r:id="rId8"/>
    <p:sldLayoutId id="2147483708" r:id="rId9"/>
    <p:sldLayoutId id="2147483709" r:id="rId10"/>
    <p:sldLayoutId id="2147483710" r:id="rId11"/>
    <p:sldLayoutId id="2147483711" r:id="rId12"/>
    <p:sldLayoutId id="2147483713" r:id="rId13"/>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penseriousgames.org/OpenSeriousCommunity"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Dot-voting"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67C2B87A-392F-4096-9C3D-A1C8A2FE635B}"/>
              </a:ext>
            </a:extLst>
          </p:cNvPr>
          <p:cNvPicPr>
            <a:picLocks noChangeAspect="1"/>
          </p:cNvPicPr>
          <p:nvPr/>
        </p:nvPicPr>
        <p:blipFill rotWithShape="1">
          <a:blip r:embed="rId2">
            <a:extLst>
              <a:ext uri="{28A0092B-C50C-407E-A947-70E740481C1C}">
                <a14:useLocalDpi xmlns:a14="http://schemas.microsoft.com/office/drawing/2010/main" val="0"/>
              </a:ext>
            </a:extLst>
          </a:blip>
          <a:srcRect t="10204" r="4773" b="10667"/>
          <a:stretch/>
        </p:blipFill>
        <p:spPr>
          <a:xfrm>
            <a:off x="7146941" y="114997"/>
            <a:ext cx="4789957" cy="4349809"/>
          </a:xfrm>
          <a:prstGeom prst="rect">
            <a:avLst/>
          </a:prstGeom>
        </p:spPr>
      </p:pic>
      <p:sp>
        <p:nvSpPr>
          <p:cNvPr id="4" name="Titre 3">
            <a:extLst>
              <a:ext uri="{FF2B5EF4-FFF2-40B4-BE49-F238E27FC236}">
                <a16:creationId xmlns:a16="http://schemas.microsoft.com/office/drawing/2014/main" id="{535EF47E-B86E-4B3A-8928-F5F2830BE897}"/>
              </a:ext>
            </a:extLst>
          </p:cNvPr>
          <p:cNvSpPr>
            <a:spLocks noGrp="1"/>
          </p:cNvSpPr>
          <p:nvPr>
            <p:ph type="ctrTitle"/>
          </p:nvPr>
        </p:nvSpPr>
        <p:spPr>
          <a:xfrm>
            <a:off x="576072" y="1124712"/>
            <a:ext cx="10958703" cy="3172968"/>
          </a:xfrm>
        </p:spPr>
        <p:txBody>
          <a:bodyPr>
            <a:noAutofit/>
          </a:bodyPr>
          <a:lstStyle/>
          <a:p>
            <a:r>
              <a:rPr lang="fr-FR" sz="6000" dirty="0"/>
              <a:t>W2</a:t>
            </a:r>
            <a:br>
              <a:rPr lang="fr-FR" sz="6000" dirty="0"/>
            </a:br>
            <a:r>
              <a:rPr lang="fr-FR" sz="6000" dirty="0">
                <a:solidFill>
                  <a:srgbClr val="3494BA"/>
                </a:solidFill>
              </a:rPr>
              <a:t>#OSG </a:t>
            </a:r>
            <a:r>
              <a:rPr lang="fr-FR" sz="6000" dirty="0"/>
              <a:t>Atelier de</a:t>
            </a:r>
            <a:br>
              <a:rPr lang="fr-FR" sz="6000" dirty="0"/>
            </a:br>
            <a:r>
              <a:rPr lang="fr-FR" sz="6000" i="1" dirty="0">
                <a:solidFill>
                  <a:srgbClr val="EC7B2B"/>
                </a:solidFill>
              </a:rPr>
              <a:t>Topics </a:t>
            </a:r>
            <a:r>
              <a:rPr lang="fr-FR" sz="6000" i="1" dirty="0">
                <a:solidFill>
                  <a:srgbClr val="3494BA"/>
                </a:solidFill>
              </a:rPr>
              <a:t>Mapping</a:t>
            </a:r>
            <a:br>
              <a:rPr lang="fr-FR" sz="6000" dirty="0"/>
            </a:br>
            <a:r>
              <a:rPr lang="fr-FR" sz="3600" dirty="0"/>
              <a:t>(cartographie des sujets)</a:t>
            </a:r>
            <a:endParaRPr lang="fr-FR" sz="6000" dirty="0"/>
          </a:p>
        </p:txBody>
      </p:sp>
      <p:sp>
        <p:nvSpPr>
          <p:cNvPr id="5" name="Sous-titre 4">
            <a:extLst>
              <a:ext uri="{FF2B5EF4-FFF2-40B4-BE49-F238E27FC236}">
                <a16:creationId xmlns:a16="http://schemas.microsoft.com/office/drawing/2014/main" id="{ABE99CBA-8491-42DB-A730-F3730B4580E0}"/>
              </a:ext>
            </a:extLst>
          </p:cNvPr>
          <p:cNvSpPr>
            <a:spLocks noGrp="1"/>
          </p:cNvSpPr>
          <p:nvPr>
            <p:ph type="subTitle" idx="1"/>
          </p:nvPr>
        </p:nvSpPr>
        <p:spPr>
          <a:xfrm>
            <a:off x="576072" y="4727448"/>
            <a:ext cx="7529241" cy="1481328"/>
          </a:xfrm>
        </p:spPr>
        <p:txBody>
          <a:bodyPr/>
          <a:lstStyle/>
          <a:p>
            <a:r>
              <a:rPr lang="fr-FR" dirty="0"/>
              <a:t>Sélectionner les meilleurs sujets pour une Communauté et préparer un plan d'action spécifique pour chacun d'eux.</a:t>
            </a:r>
          </a:p>
        </p:txBody>
      </p:sp>
      <p:pic>
        <p:nvPicPr>
          <p:cNvPr id="6" name="Image 5">
            <a:extLst>
              <a:ext uri="{FF2B5EF4-FFF2-40B4-BE49-F238E27FC236}">
                <a16:creationId xmlns:a16="http://schemas.microsoft.com/office/drawing/2014/main" id="{5327E049-CE80-4C18-B763-F45DA30279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04630" y="5252731"/>
            <a:ext cx="1532268" cy="1478188"/>
          </a:xfrm>
          <a:prstGeom prst="rect">
            <a:avLst/>
          </a:prstGeom>
        </p:spPr>
      </p:pic>
    </p:spTree>
    <p:extLst>
      <p:ext uri="{BB962C8B-B14F-4D97-AF65-F5344CB8AC3E}">
        <p14:creationId xmlns:p14="http://schemas.microsoft.com/office/powerpoint/2010/main" val="9939666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6A794F-5F08-337C-50F0-FFEFF1446E0F}"/>
              </a:ext>
            </a:extLst>
          </p:cNvPr>
          <p:cNvSpPr>
            <a:spLocks noGrp="1"/>
          </p:cNvSpPr>
          <p:nvPr>
            <p:ph type="title"/>
          </p:nvPr>
        </p:nvSpPr>
        <p:spPr/>
        <p:txBody>
          <a:bodyPr>
            <a:normAutofit fontScale="90000"/>
          </a:bodyPr>
          <a:lstStyle/>
          <a:p>
            <a:r>
              <a:rPr lang="fr-FR" dirty="0"/>
              <a:t>Ce document est un contenu #OpenSeriousCommunity #OSC</a:t>
            </a:r>
          </a:p>
        </p:txBody>
      </p:sp>
      <p:sp>
        <p:nvSpPr>
          <p:cNvPr id="3" name="Espace réservé du contenu 2">
            <a:extLst>
              <a:ext uri="{FF2B5EF4-FFF2-40B4-BE49-F238E27FC236}">
                <a16:creationId xmlns:a16="http://schemas.microsoft.com/office/drawing/2014/main" id="{CB182D3C-1E44-118D-E03C-489E469BD4D1}"/>
              </a:ext>
            </a:extLst>
          </p:cNvPr>
          <p:cNvSpPr>
            <a:spLocks noGrp="1"/>
          </p:cNvSpPr>
          <p:nvPr>
            <p:ph idx="1"/>
          </p:nvPr>
        </p:nvSpPr>
        <p:spPr>
          <a:xfrm>
            <a:off x="838200" y="2447635"/>
            <a:ext cx="6920345" cy="3729327"/>
          </a:xfrm>
        </p:spPr>
        <p:txBody>
          <a:bodyPr>
            <a:normAutofit fontScale="62500" lnSpcReduction="20000"/>
          </a:bodyPr>
          <a:lstStyle/>
          <a:p>
            <a:pPr marL="0" indent="0">
              <a:buNone/>
            </a:pPr>
            <a:r>
              <a:rPr lang="fr-FR" dirty="0"/>
              <a:t>#OpenSeriousCommunity est un ensemble de ressources dédiées à aider à animer, faire vivre, développer des communautés. </a:t>
            </a:r>
          </a:p>
          <a:p>
            <a:pPr marL="0" indent="0">
              <a:buNone/>
            </a:pPr>
            <a:r>
              <a:rPr lang="fr-FR" dirty="0"/>
              <a:t>Les communautés concernées par #OpenSeriousCommunity peuvent être tout autant du domaine de l’entreprise, que de celles des associations, des institutions ou privées. </a:t>
            </a:r>
          </a:p>
          <a:p>
            <a:pPr marL="0" indent="0">
              <a:buNone/>
            </a:pPr>
            <a:r>
              <a:rPr lang="fr-FR" dirty="0"/>
              <a:t>Les contenus #OpenSeriousCommunity suivent les attributs des contenus #OSG, c’est-à-dire qu’ils sont open source, et structurés pour favoriser un maximum l’appropriation du contenu à des fins de retransmission.</a:t>
            </a:r>
          </a:p>
          <a:p>
            <a:pPr marL="0" indent="0">
              <a:buNone/>
            </a:pPr>
            <a:r>
              <a:rPr lang="fr-FR" dirty="0"/>
              <a:t>Pour en savoir plus, rendez-vous sur </a:t>
            </a:r>
            <a:r>
              <a:rPr lang="fr-FR" dirty="0">
                <a:hlinkClick r:id="rId2"/>
              </a:rPr>
              <a:t>https://www.openseriousgames.org/OpenSeriousCommunity</a:t>
            </a:r>
            <a:endParaRPr lang="fr-FR" dirty="0"/>
          </a:p>
          <a:p>
            <a:pPr marL="0" indent="0">
              <a:buNone/>
            </a:pPr>
            <a:endParaRPr lang="fr-FR" dirty="0"/>
          </a:p>
        </p:txBody>
      </p:sp>
      <p:pic>
        <p:nvPicPr>
          <p:cNvPr id="5" name="Image 4">
            <a:extLst>
              <a:ext uri="{FF2B5EF4-FFF2-40B4-BE49-F238E27FC236}">
                <a16:creationId xmlns:a16="http://schemas.microsoft.com/office/drawing/2014/main" id="{F426674B-9CEA-9EBE-9AEA-28D0A38AB56C}"/>
              </a:ext>
            </a:extLst>
          </p:cNvPr>
          <p:cNvPicPr>
            <a:picLocks noChangeAspect="1"/>
          </p:cNvPicPr>
          <p:nvPr/>
        </p:nvPicPr>
        <p:blipFill rotWithShape="1">
          <a:blip r:embed="rId3">
            <a:extLst>
              <a:ext uri="{28A0092B-C50C-407E-A947-70E740481C1C}">
                <a14:useLocalDpi xmlns:a14="http://schemas.microsoft.com/office/drawing/2010/main" val="0"/>
              </a:ext>
            </a:extLst>
          </a:blip>
          <a:srcRect b="18340"/>
          <a:stretch/>
        </p:blipFill>
        <p:spPr>
          <a:xfrm>
            <a:off x="7923952" y="3081254"/>
            <a:ext cx="4027903" cy="1817759"/>
          </a:xfrm>
          <a:prstGeom prst="rect">
            <a:avLst/>
          </a:prstGeom>
        </p:spPr>
      </p:pic>
    </p:spTree>
    <p:extLst>
      <p:ext uri="{BB962C8B-B14F-4D97-AF65-F5344CB8AC3E}">
        <p14:creationId xmlns:p14="http://schemas.microsoft.com/office/powerpoint/2010/main" val="2719290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p:txBody>
          <a:bodyPr>
            <a:normAutofit fontScale="90000"/>
          </a:bodyPr>
          <a:lstStyle/>
          <a:p>
            <a:r>
              <a:rPr lang="fr-FR" dirty="0"/>
              <a:t>Atelier de cartographie des sujets</a:t>
            </a:r>
            <a:br>
              <a:rPr lang="fr-FR" dirty="0"/>
            </a:br>
            <a:r>
              <a:rPr lang="fr-FR" dirty="0"/>
              <a:t>Exemple de résultats d'atelier</a:t>
            </a:r>
          </a:p>
        </p:txBody>
      </p:sp>
      <p:grpSp>
        <p:nvGrpSpPr>
          <p:cNvPr id="16" name="Groupe 15">
            <a:extLst>
              <a:ext uri="{FF2B5EF4-FFF2-40B4-BE49-F238E27FC236}">
                <a16:creationId xmlns:a16="http://schemas.microsoft.com/office/drawing/2014/main" id="{D1CB4DF2-326C-4349-B9F0-B16604715F3C}"/>
              </a:ext>
            </a:extLst>
          </p:cNvPr>
          <p:cNvGrpSpPr/>
          <p:nvPr/>
        </p:nvGrpSpPr>
        <p:grpSpPr>
          <a:xfrm>
            <a:off x="813733" y="2199512"/>
            <a:ext cx="4823785" cy="4552942"/>
            <a:chOff x="5168375" y="2191123"/>
            <a:chExt cx="2943894" cy="2778602"/>
          </a:xfrm>
        </p:grpSpPr>
        <p:sp>
          <p:nvSpPr>
            <p:cNvPr id="17" name="Forme libre : forme 16">
              <a:extLst>
                <a:ext uri="{FF2B5EF4-FFF2-40B4-BE49-F238E27FC236}">
                  <a16:creationId xmlns:a16="http://schemas.microsoft.com/office/drawing/2014/main" id="{FB3ABFE6-6AB3-482D-BA25-6E48750D8310}"/>
                </a:ext>
              </a:extLst>
            </p:cNvPr>
            <p:cNvSpPr/>
            <p:nvPr/>
          </p:nvSpPr>
          <p:spPr>
            <a:xfrm>
              <a:off x="5785368" y="2191123"/>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227988" tIns="299234" rIns="227988" bIns="641216" numCol="1" spcCol="1270" anchor="ctr" anchorCtr="0">
              <a:noAutofit/>
            </a:bodyPr>
            <a:lstStyle/>
            <a:p>
              <a:pPr marL="0" lvl="0" indent="0" algn="ctr" defTabSz="577850">
                <a:lnSpc>
                  <a:spcPct val="90000"/>
                </a:lnSpc>
                <a:spcBef>
                  <a:spcPct val="0"/>
                </a:spcBef>
                <a:spcAft>
                  <a:spcPct val="35000"/>
                </a:spcAft>
                <a:buNone/>
              </a:pPr>
              <a:r>
                <a:rPr lang="fr-FR" sz="1300" b="1" kern="1200" dirty="0"/>
                <a:t>💗AFFINITÉ : </a:t>
              </a:r>
              <a:r>
                <a:rPr lang="fr-FR" sz="1300" kern="1200" noProof="0" dirty="0"/>
                <a:t>Les sujets que nous aimons le plus</a:t>
              </a:r>
              <a:endParaRPr lang="en-US" sz="1300" kern="1200" noProof="0" dirty="0"/>
            </a:p>
          </p:txBody>
        </p:sp>
        <p:sp>
          <p:nvSpPr>
            <p:cNvPr id="18" name="Forme libre : forme 17">
              <a:extLst>
                <a:ext uri="{FF2B5EF4-FFF2-40B4-BE49-F238E27FC236}">
                  <a16:creationId xmlns:a16="http://schemas.microsoft.com/office/drawing/2014/main" id="{5B777F07-12C3-4390-937F-CA7542F89CB4}"/>
                </a:ext>
              </a:extLst>
            </p:cNvPr>
            <p:cNvSpPr/>
            <p:nvPr/>
          </p:nvSpPr>
          <p:spPr>
            <a:xfrm>
              <a:off x="6402360" y="3259816"/>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522947" tIns="441727" rIns="161017" bIns="327732"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🏠VALEUR : </a:t>
              </a:r>
              <a:r>
                <a:rPr lang="fr-FR" sz="1300" kern="1200" noProof="0" dirty="0"/>
                <a:t>Les sujets ayant le plus d'impact positif</a:t>
              </a:r>
              <a:endParaRPr lang="en-US" sz="1300" kern="1200" noProof="0" dirty="0"/>
            </a:p>
          </p:txBody>
        </p:sp>
        <p:sp>
          <p:nvSpPr>
            <p:cNvPr id="19" name="Forme libre : forme 18">
              <a:extLst>
                <a:ext uri="{FF2B5EF4-FFF2-40B4-BE49-F238E27FC236}">
                  <a16:creationId xmlns:a16="http://schemas.microsoft.com/office/drawing/2014/main" id="{3F74BB88-676A-4D43-8C37-51BA26052D46}"/>
                </a:ext>
              </a:extLst>
            </p:cNvPr>
            <p:cNvSpPr/>
            <p:nvPr/>
          </p:nvSpPr>
          <p:spPr>
            <a:xfrm>
              <a:off x="5168375" y="3259816"/>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161017" tIns="441727" rIns="522947" bIns="327732"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🛠️COMPÉTENCE : </a:t>
              </a:r>
              <a:r>
                <a:rPr lang="fr-FR" sz="1300" kern="1200" noProof="0" dirty="0"/>
                <a:t>Les sujets dans lesquels nous sommes les plus compétents</a:t>
              </a:r>
              <a:endParaRPr lang="en-US" sz="1300" kern="1200" noProof="0" dirty="0"/>
            </a:p>
          </p:txBody>
        </p:sp>
      </p:grpSp>
      <p:sp>
        <p:nvSpPr>
          <p:cNvPr id="4" name="Rectangle 3">
            <a:extLst>
              <a:ext uri="{FF2B5EF4-FFF2-40B4-BE49-F238E27FC236}">
                <a16:creationId xmlns:a16="http://schemas.microsoft.com/office/drawing/2014/main" id="{771A2ED0-BC5E-40C8-BA70-A120A29242E4}"/>
              </a:ext>
            </a:extLst>
          </p:cNvPr>
          <p:cNvSpPr/>
          <p:nvPr/>
        </p:nvSpPr>
        <p:spPr>
          <a:xfrm>
            <a:off x="2723237" y="2435363"/>
            <a:ext cx="648351" cy="63971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SUJET G</a:t>
            </a:r>
            <a:r>
              <a:rPr lang="fr-FR" sz="1200" b="1" kern="1200" dirty="0">
                <a:solidFill>
                  <a:schemeClr val="tx1"/>
                </a:solidFill>
              </a:rPr>
              <a:t> </a:t>
            </a:r>
          </a:p>
          <a:p>
            <a:pPr algn="ctr"/>
            <a:r>
              <a:rPr lang="fr-FR" sz="1200" b="1" kern="1200" dirty="0">
                <a:solidFill>
                  <a:schemeClr val="tx1"/>
                </a:solidFill>
              </a:rPr>
              <a:t>💗</a:t>
            </a:r>
            <a:endParaRPr lang="en-US" sz="1200" dirty="0">
              <a:solidFill>
                <a:schemeClr val="tx1"/>
              </a:solidFill>
            </a:endParaRPr>
          </a:p>
        </p:txBody>
      </p:sp>
      <p:sp>
        <p:nvSpPr>
          <p:cNvPr id="5" name="Rectangle 4">
            <a:extLst>
              <a:ext uri="{FF2B5EF4-FFF2-40B4-BE49-F238E27FC236}">
                <a16:creationId xmlns:a16="http://schemas.microsoft.com/office/drawing/2014/main" id="{C5A03265-FE63-4865-AE8F-FD80998F4B64}"/>
              </a:ext>
            </a:extLst>
          </p:cNvPr>
          <p:cNvSpPr/>
          <p:nvPr/>
        </p:nvSpPr>
        <p:spPr>
          <a:xfrm>
            <a:off x="1856637" y="3814848"/>
            <a:ext cx="648351" cy="63971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SUJET B</a:t>
            </a:r>
            <a:r>
              <a:rPr lang="fr-FR" sz="1200" b="1" kern="1200" dirty="0">
                <a:solidFill>
                  <a:schemeClr val="tx1"/>
                </a:solidFill>
              </a:rPr>
              <a:t> </a:t>
            </a:r>
          </a:p>
          <a:p>
            <a:pPr algn="ctr"/>
            <a:r>
              <a:rPr lang="fr-FR" sz="1200" b="1" kern="1200" dirty="0">
                <a:solidFill>
                  <a:schemeClr val="tx1"/>
                </a:solidFill>
              </a:rPr>
              <a:t>💗</a:t>
            </a:r>
            <a:r>
              <a:rPr lang="en-US" sz="1200" b="1" kern="1200" noProof="0" dirty="0">
                <a:solidFill>
                  <a:schemeClr val="tx1"/>
                </a:solidFill>
              </a:rPr>
              <a:t> 🛠️</a:t>
            </a:r>
            <a:endParaRPr lang="en-US" sz="1200" dirty="0">
              <a:solidFill>
                <a:schemeClr val="tx1"/>
              </a:solidFill>
            </a:endParaRPr>
          </a:p>
        </p:txBody>
      </p:sp>
      <p:sp>
        <p:nvSpPr>
          <p:cNvPr id="6" name="Rectangle 5">
            <a:extLst>
              <a:ext uri="{FF2B5EF4-FFF2-40B4-BE49-F238E27FC236}">
                <a16:creationId xmlns:a16="http://schemas.microsoft.com/office/drawing/2014/main" id="{ECEDA168-01BF-4781-89B6-40B99B35964B}"/>
              </a:ext>
            </a:extLst>
          </p:cNvPr>
          <p:cNvSpPr/>
          <p:nvPr/>
        </p:nvSpPr>
        <p:spPr>
          <a:xfrm>
            <a:off x="4843143" y="5698776"/>
            <a:ext cx="648351" cy="63971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SUJET F</a:t>
            </a:r>
            <a:r>
              <a:rPr lang="en-US" sz="1200" b="1" kern="1200" noProof="0" dirty="0">
                <a:solidFill>
                  <a:schemeClr val="tx1"/>
                </a:solidFill>
              </a:rPr>
              <a:t> 🏠</a:t>
            </a:r>
            <a:endParaRPr lang="en-US" sz="1200" dirty="0">
              <a:solidFill>
                <a:schemeClr val="tx1"/>
              </a:solidFill>
            </a:endParaRPr>
          </a:p>
        </p:txBody>
      </p:sp>
      <p:sp>
        <p:nvSpPr>
          <p:cNvPr id="7" name="Rectangle 6">
            <a:extLst>
              <a:ext uri="{FF2B5EF4-FFF2-40B4-BE49-F238E27FC236}">
                <a16:creationId xmlns:a16="http://schemas.microsoft.com/office/drawing/2014/main" id="{2B8D4CE3-369C-4309-9BB8-1FEB797E901D}"/>
              </a:ext>
            </a:extLst>
          </p:cNvPr>
          <p:cNvSpPr/>
          <p:nvPr/>
        </p:nvSpPr>
        <p:spPr>
          <a:xfrm>
            <a:off x="2749551" y="4399656"/>
            <a:ext cx="648351" cy="63971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SUJET A</a:t>
            </a:r>
            <a:r>
              <a:rPr lang="fr-FR" sz="1200" b="1" kern="1200" dirty="0">
                <a:solidFill>
                  <a:schemeClr val="tx1"/>
                </a:solidFill>
              </a:rPr>
              <a:t> </a:t>
            </a:r>
          </a:p>
          <a:p>
            <a:pPr algn="ctr"/>
            <a:r>
              <a:rPr lang="fr-FR" sz="900" b="1" kern="1200" dirty="0">
                <a:solidFill>
                  <a:schemeClr val="tx1"/>
                </a:solidFill>
              </a:rPr>
              <a:t>💗</a:t>
            </a:r>
            <a:r>
              <a:rPr lang="en-US" sz="900" b="1" kern="1200" noProof="0" dirty="0">
                <a:solidFill>
                  <a:schemeClr val="tx1"/>
                </a:solidFill>
              </a:rPr>
              <a:t> 🏠 🛠️</a:t>
            </a:r>
            <a:endParaRPr lang="en-US" sz="900" dirty="0">
              <a:solidFill>
                <a:schemeClr val="tx1"/>
              </a:solidFill>
            </a:endParaRPr>
          </a:p>
        </p:txBody>
      </p:sp>
      <p:sp>
        <p:nvSpPr>
          <p:cNvPr id="8" name="Rectangle 7">
            <a:extLst>
              <a:ext uri="{FF2B5EF4-FFF2-40B4-BE49-F238E27FC236}">
                <a16:creationId xmlns:a16="http://schemas.microsoft.com/office/drawing/2014/main" id="{62826899-2030-4C2E-8DF4-238530F452EB}"/>
              </a:ext>
            </a:extLst>
          </p:cNvPr>
          <p:cNvSpPr/>
          <p:nvPr/>
        </p:nvSpPr>
        <p:spPr>
          <a:xfrm>
            <a:off x="2749553" y="5489556"/>
            <a:ext cx="648351" cy="63971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SUJET C</a:t>
            </a:r>
            <a:r>
              <a:rPr lang="en-US" sz="1200" b="1" kern="1200" noProof="0" dirty="0">
                <a:solidFill>
                  <a:schemeClr val="tx1"/>
                </a:solidFill>
              </a:rPr>
              <a:t> </a:t>
            </a:r>
          </a:p>
          <a:p>
            <a:pPr algn="ctr"/>
            <a:r>
              <a:rPr lang="en-US" sz="1200" b="1" kern="1200" noProof="0" dirty="0">
                <a:solidFill>
                  <a:schemeClr val="tx1"/>
                </a:solidFill>
              </a:rPr>
              <a:t>🛠️ 🏠</a:t>
            </a:r>
            <a:endParaRPr lang="en-US" sz="1200" dirty="0">
              <a:solidFill>
                <a:schemeClr val="tx1"/>
              </a:solidFill>
            </a:endParaRPr>
          </a:p>
        </p:txBody>
      </p:sp>
      <p:sp>
        <p:nvSpPr>
          <p:cNvPr id="9" name="Rectangle 8">
            <a:extLst>
              <a:ext uri="{FF2B5EF4-FFF2-40B4-BE49-F238E27FC236}">
                <a16:creationId xmlns:a16="http://schemas.microsoft.com/office/drawing/2014/main" id="{F9E523F1-3AD8-48C7-95E1-9206A4AA01CB}"/>
              </a:ext>
            </a:extLst>
          </p:cNvPr>
          <p:cNvSpPr/>
          <p:nvPr/>
        </p:nvSpPr>
        <p:spPr>
          <a:xfrm>
            <a:off x="3468642" y="2394959"/>
            <a:ext cx="648351" cy="63971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SUJET H</a:t>
            </a:r>
            <a:r>
              <a:rPr lang="fr-FR" sz="1200" b="1" kern="1200" dirty="0">
                <a:solidFill>
                  <a:schemeClr val="tx1"/>
                </a:solidFill>
              </a:rPr>
              <a:t> </a:t>
            </a:r>
          </a:p>
          <a:p>
            <a:pPr algn="ctr"/>
            <a:r>
              <a:rPr lang="fr-FR" sz="1200" b="1" kern="1200" dirty="0">
                <a:solidFill>
                  <a:schemeClr val="tx1"/>
                </a:solidFill>
              </a:rPr>
              <a:t>💗</a:t>
            </a:r>
            <a:endParaRPr lang="en-US" sz="1200" dirty="0">
              <a:solidFill>
                <a:schemeClr val="tx1"/>
              </a:solidFill>
            </a:endParaRPr>
          </a:p>
        </p:txBody>
      </p:sp>
      <p:sp>
        <p:nvSpPr>
          <p:cNvPr id="10" name="Rectangle 9">
            <a:extLst>
              <a:ext uri="{FF2B5EF4-FFF2-40B4-BE49-F238E27FC236}">
                <a16:creationId xmlns:a16="http://schemas.microsoft.com/office/drawing/2014/main" id="{3597DBE5-A48E-43F7-BBDC-6F43EE96DE0B}"/>
              </a:ext>
            </a:extLst>
          </p:cNvPr>
          <p:cNvSpPr/>
          <p:nvPr/>
        </p:nvSpPr>
        <p:spPr>
          <a:xfrm>
            <a:off x="3981820" y="3910239"/>
            <a:ext cx="648351" cy="63971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SUJET D</a:t>
            </a:r>
            <a:r>
              <a:rPr lang="fr-FR" sz="1200" b="1" kern="1200" dirty="0">
                <a:solidFill>
                  <a:schemeClr val="tx1"/>
                </a:solidFill>
              </a:rPr>
              <a:t> </a:t>
            </a:r>
          </a:p>
          <a:p>
            <a:pPr algn="ctr"/>
            <a:r>
              <a:rPr lang="fr-FR" sz="1200" b="1" kern="1200" dirty="0">
                <a:solidFill>
                  <a:schemeClr val="tx1"/>
                </a:solidFill>
              </a:rPr>
              <a:t>💗</a:t>
            </a:r>
            <a:r>
              <a:rPr lang="en-US" sz="1200" b="1" kern="1200" noProof="0" dirty="0">
                <a:solidFill>
                  <a:schemeClr val="tx1"/>
                </a:solidFill>
              </a:rPr>
              <a:t> 🏠</a:t>
            </a:r>
            <a:endParaRPr lang="en-US" sz="1200" dirty="0">
              <a:solidFill>
                <a:schemeClr val="tx1"/>
              </a:solidFill>
            </a:endParaRPr>
          </a:p>
        </p:txBody>
      </p:sp>
      <p:sp>
        <p:nvSpPr>
          <p:cNvPr id="11" name="Rectangle 10">
            <a:extLst>
              <a:ext uri="{FF2B5EF4-FFF2-40B4-BE49-F238E27FC236}">
                <a16:creationId xmlns:a16="http://schemas.microsoft.com/office/drawing/2014/main" id="{A615BF2B-6D5A-47BB-B3D9-D376B2B4AAA8}"/>
              </a:ext>
            </a:extLst>
          </p:cNvPr>
          <p:cNvSpPr/>
          <p:nvPr/>
        </p:nvSpPr>
        <p:spPr>
          <a:xfrm>
            <a:off x="1994649" y="5761733"/>
            <a:ext cx="648351" cy="63971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SUJET E</a:t>
            </a:r>
            <a:r>
              <a:rPr lang="en-US" sz="1200" b="1" kern="1200" noProof="0" dirty="0">
                <a:solidFill>
                  <a:schemeClr val="tx1"/>
                </a:solidFill>
              </a:rPr>
              <a:t> </a:t>
            </a:r>
          </a:p>
          <a:p>
            <a:pPr algn="ctr"/>
            <a:r>
              <a:rPr lang="en-US" sz="1200" b="1" kern="1200" noProof="0" dirty="0">
                <a:solidFill>
                  <a:schemeClr val="tx1"/>
                </a:solidFill>
              </a:rPr>
              <a:t>🛠️</a:t>
            </a:r>
            <a:endParaRPr lang="en-US" sz="1200" dirty="0">
              <a:solidFill>
                <a:schemeClr val="tx1"/>
              </a:solidFill>
            </a:endParaRPr>
          </a:p>
        </p:txBody>
      </p:sp>
      <p:sp>
        <p:nvSpPr>
          <p:cNvPr id="12" name="Rectangle 11">
            <a:extLst>
              <a:ext uri="{FF2B5EF4-FFF2-40B4-BE49-F238E27FC236}">
                <a16:creationId xmlns:a16="http://schemas.microsoft.com/office/drawing/2014/main" id="{DA6037F1-6449-497D-BDBE-E7A7E9AD874E}"/>
              </a:ext>
            </a:extLst>
          </p:cNvPr>
          <p:cNvSpPr/>
          <p:nvPr/>
        </p:nvSpPr>
        <p:spPr>
          <a:xfrm>
            <a:off x="165382" y="6218285"/>
            <a:ext cx="648351" cy="639714"/>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SUJET I</a:t>
            </a:r>
          </a:p>
        </p:txBody>
      </p:sp>
      <p:graphicFrame>
        <p:nvGraphicFramePr>
          <p:cNvPr id="21" name="Tableau 21">
            <a:extLst>
              <a:ext uri="{FF2B5EF4-FFF2-40B4-BE49-F238E27FC236}">
                <a16:creationId xmlns:a16="http://schemas.microsoft.com/office/drawing/2014/main" id="{CF799C34-26E8-4625-ACB9-EAC342172B11}"/>
              </a:ext>
            </a:extLst>
          </p:cNvPr>
          <p:cNvGraphicFramePr>
            <a:graphicFrameLocks noGrp="1"/>
          </p:cNvGraphicFramePr>
          <p:nvPr>
            <p:extLst>
              <p:ext uri="{D42A27DB-BD31-4B8C-83A1-F6EECF244321}">
                <p14:modId xmlns:p14="http://schemas.microsoft.com/office/powerpoint/2010/main" val="3038327263"/>
              </p:ext>
            </p:extLst>
          </p:nvPr>
        </p:nvGraphicFramePr>
        <p:xfrm>
          <a:off x="6648506" y="2198355"/>
          <a:ext cx="5172180" cy="4336437"/>
        </p:xfrm>
        <a:graphic>
          <a:graphicData uri="http://schemas.openxmlformats.org/drawingml/2006/table">
            <a:tbl>
              <a:tblPr firstRow="1" bandRow="1">
                <a:tableStyleId>{5C22544A-7EE6-4342-B048-85BDC9FD1C3A}</a:tableStyleId>
              </a:tblPr>
              <a:tblGrid>
                <a:gridCol w="1245534">
                  <a:extLst>
                    <a:ext uri="{9D8B030D-6E8A-4147-A177-3AD203B41FA5}">
                      <a16:colId xmlns:a16="http://schemas.microsoft.com/office/drawing/2014/main" val="1621250613"/>
                    </a:ext>
                  </a:extLst>
                </a:gridCol>
                <a:gridCol w="3926646">
                  <a:extLst>
                    <a:ext uri="{9D8B030D-6E8A-4147-A177-3AD203B41FA5}">
                      <a16:colId xmlns:a16="http://schemas.microsoft.com/office/drawing/2014/main" val="1010987500"/>
                    </a:ext>
                  </a:extLst>
                </a:gridCol>
              </a:tblGrid>
              <a:tr h="343509">
                <a:tc>
                  <a:txBody>
                    <a:bodyPr/>
                    <a:lstStyle/>
                    <a:p>
                      <a:r>
                        <a:rPr lang="en-US" dirty="0" err="1"/>
                        <a:t>Sujet</a:t>
                      </a:r>
                      <a:endParaRPr lang="en-US" dirty="0"/>
                    </a:p>
                  </a:txBody>
                  <a:tcPr/>
                </a:tc>
                <a:tc>
                  <a:txBody>
                    <a:bodyPr/>
                    <a:lstStyle/>
                    <a:p>
                      <a:r>
                        <a:rPr lang="en-US"/>
                        <a:t>Actions</a:t>
                      </a:r>
                    </a:p>
                  </a:txBody>
                  <a:tcPr/>
                </a:tc>
                <a:extLst>
                  <a:ext uri="{0D108BD9-81ED-4DB2-BD59-A6C34878D82A}">
                    <a16:rowId xmlns:a16="http://schemas.microsoft.com/office/drawing/2014/main" val="3796787873"/>
                  </a:ext>
                </a:extLst>
              </a:tr>
              <a:tr h="561559">
                <a:tc>
                  <a:txBody>
                    <a:bodyPr/>
                    <a:lstStyle/>
                    <a:p>
                      <a:r>
                        <a:rPr lang="en-US" sz="1100" dirty="0" err="1"/>
                        <a:t>Sujet</a:t>
                      </a:r>
                      <a:r>
                        <a:rPr lang="en-US" sz="1100" dirty="0"/>
                        <a:t> A</a:t>
                      </a:r>
                    </a:p>
                  </a:txBody>
                  <a:tcPr/>
                </a:tc>
                <a:tc>
                  <a:txBody>
                    <a:bodyPr/>
                    <a:lstStyle/>
                    <a:p>
                      <a:pPr marL="171450" indent="-171450">
                        <a:buFont typeface="Arial" panose="020B0604020202020204" pitchFamily="34" charset="0"/>
                        <a:buChar char="•"/>
                      </a:pPr>
                      <a:r>
                        <a:rPr lang="fr-FR" sz="1100" dirty="0"/>
                        <a:t>Partager un article ou regarder une vidéo ensemble pour la prochaine session du 22 mai.</a:t>
                      </a:r>
                    </a:p>
                    <a:p>
                      <a:pPr marL="171450" indent="-171450">
                        <a:buFont typeface="Arial" panose="020B0604020202020204" pitchFamily="34" charset="0"/>
                        <a:buChar char="•"/>
                      </a:pPr>
                      <a:r>
                        <a:rPr lang="fr-FR" sz="1100" dirty="0"/>
                        <a:t>Organiser une rencontre avec d'autres personnes passionnées le 15 juin. </a:t>
                      </a:r>
                    </a:p>
                  </a:txBody>
                  <a:tcPr/>
                </a:tc>
                <a:extLst>
                  <a:ext uri="{0D108BD9-81ED-4DB2-BD59-A6C34878D82A}">
                    <a16:rowId xmlns:a16="http://schemas.microsoft.com/office/drawing/2014/main" val="2023554520"/>
                  </a:ext>
                </a:extLst>
              </a:tr>
              <a:tr h="561559">
                <a:tc>
                  <a:txBody>
                    <a:bodyPr/>
                    <a:lstStyle/>
                    <a:p>
                      <a:r>
                        <a:rPr lang="en-US" sz="1100" dirty="0" err="1"/>
                        <a:t>Sujet</a:t>
                      </a:r>
                      <a:r>
                        <a:rPr lang="en-US" sz="1100" dirty="0"/>
                        <a:t> B</a:t>
                      </a:r>
                    </a:p>
                  </a:txBody>
                  <a:tcPr/>
                </a:tc>
                <a:tc>
                  <a:txBody>
                    <a:bodyPr/>
                    <a:lstStyle/>
                    <a:p>
                      <a:pPr marL="171450" indent="-171450">
                        <a:buFont typeface="Arial" panose="020B0604020202020204" pitchFamily="34" charset="0"/>
                        <a:buChar char="•"/>
                      </a:pPr>
                      <a:r>
                        <a:rPr lang="fr-FR" sz="1100" dirty="0"/>
                        <a:t>Créer un salon de discussion avec Alice, Bob, Charlie, Dick (qui a voté pour ce sujet).</a:t>
                      </a:r>
                      <a:endParaRPr lang="en-US" sz="1100" dirty="0"/>
                    </a:p>
                  </a:txBody>
                  <a:tcPr/>
                </a:tc>
                <a:extLst>
                  <a:ext uri="{0D108BD9-81ED-4DB2-BD59-A6C34878D82A}">
                    <a16:rowId xmlns:a16="http://schemas.microsoft.com/office/drawing/2014/main" val="1091309538"/>
                  </a:ext>
                </a:extLst>
              </a:tr>
              <a:tr h="561559">
                <a:tc>
                  <a:txBody>
                    <a:bodyPr/>
                    <a:lstStyle/>
                    <a:p>
                      <a:r>
                        <a:rPr lang="en-US" sz="1100" dirty="0" err="1"/>
                        <a:t>Sujet</a:t>
                      </a:r>
                      <a:r>
                        <a:rPr lang="en-US" sz="1100" dirty="0"/>
                        <a:t> C</a:t>
                      </a:r>
                    </a:p>
                  </a:txBody>
                  <a:tcPr/>
                </a:tc>
                <a:tc>
                  <a:txBody>
                    <a:bodyPr/>
                    <a:lstStyle/>
                    <a:p>
                      <a:pPr marL="171450" indent="-171450">
                        <a:buFont typeface="Arial" panose="020B0604020202020204" pitchFamily="34" charset="0"/>
                        <a:buChar char="•"/>
                      </a:pPr>
                      <a:r>
                        <a:rPr lang="fr-FR" sz="1100" dirty="0"/>
                        <a:t>Organisez un brainstorming sur une activité ou un format sympathique sur ce sujet.  S'il n'y a pas de résultat ou s'il est trop difficile à organiser, laisser le sujet de côté pour le moment.</a:t>
                      </a:r>
                      <a:endParaRPr lang="en-US" sz="1100" dirty="0"/>
                    </a:p>
                  </a:txBody>
                  <a:tcPr/>
                </a:tc>
                <a:extLst>
                  <a:ext uri="{0D108BD9-81ED-4DB2-BD59-A6C34878D82A}">
                    <a16:rowId xmlns:a16="http://schemas.microsoft.com/office/drawing/2014/main" val="700349907"/>
                  </a:ext>
                </a:extLst>
              </a:tr>
              <a:tr h="561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err="1"/>
                        <a:t>Sujet</a:t>
                      </a:r>
                      <a:r>
                        <a:rPr lang="en-US" sz="1100" dirty="0"/>
                        <a:t> D</a:t>
                      </a:r>
                      <a:endParaRPr lang="en-US" sz="1100" dirty="0">
                        <a:solidFill>
                          <a:schemeClr val="tx1"/>
                        </a:solidFill>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100" dirty="0"/>
                        <a:t>Trouver des intervenants externes pour partager sur le sujet pour une présentation dans 2 mois.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1100" dirty="0"/>
                        <a:t>Trouver du contenu et des tutoriels intéressants et les partager sur le mur de la communauté.</a:t>
                      </a:r>
                      <a:endParaRPr lang="en-US" sz="1100" dirty="0"/>
                    </a:p>
                  </a:txBody>
                  <a:tcPr/>
                </a:tc>
                <a:extLst>
                  <a:ext uri="{0D108BD9-81ED-4DB2-BD59-A6C34878D82A}">
                    <a16:rowId xmlns:a16="http://schemas.microsoft.com/office/drawing/2014/main" val="2155766926"/>
                  </a:ext>
                </a:extLst>
              </a:tr>
              <a:tr h="561559">
                <a:tc>
                  <a:txBody>
                    <a:bodyPr/>
                    <a:lstStyle/>
                    <a:p>
                      <a:r>
                        <a:rPr lang="en-US" sz="1100" dirty="0" err="1"/>
                        <a:t>Sujets</a:t>
                      </a:r>
                      <a:r>
                        <a:rPr lang="en-US" sz="1100" dirty="0"/>
                        <a:t>  E, F, G, H</a:t>
                      </a:r>
                    </a:p>
                  </a:txBody>
                  <a:tcPr/>
                </a:tc>
                <a:tc>
                  <a:txBody>
                    <a:bodyPr/>
                    <a:lstStyle/>
                    <a:p>
                      <a:r>
                        <a:rPr lang="fr-FR" sz="1100" dirty="0"/>
                        <a:t>Laisser de côté pour le moment</a:t>
                      </a:r>
                      <a:endParaRPr lang="en-US" sz="1100" dirty="0"/>
                    </a:p>
                  </a:txBody>
                  <a:tcPr/>
                </a:tc>
                <a:extLst>
                  <a:ext uri="{0D108BD9-81ED-4DB2-BD59-A6C34878D82A}">
                    <a16:rowId xmlns:a16="http://schemas.microsoft.com/office/drawing/2014/main" val="2421144852"/>
                  </a:ext>
                </a:extLst>
              </a:tr>
              <a:tr h="561559">
                <a:tc>
                  <a:txBody>
                    <a:bodyPr/>
                    <a:lstStyle/>
                    <a:p>
                      <a:r>
                        <a:rPr lang="en-US" sz="1100" dirty="0" err="1"/>
                        <a:t>Sujet</a:t>
                      </a:r>
                      <a:r>
                        <a:rPr lang="en-US" sz="1100" dirty="0"/>
                        <a:t> I</a:t>
                      </a:r>
                    </a:p>
                  </a:txBody>
                  <a:tcPr/>
                </a:tc>
                <a:tc>
                  <a:txBody>
                    <a:bodyPr/>
                    <a:lstStyle/>
                    <a:p>
                      <a:r>
                        <a:rPr lang="fr-FR" sz="1100" dirty="0"/>
                        <a:t>Officiellement hors du champ d’activité de la Communauté </a:t>
                      </a:r>
                      <a:endParaRPr lang="en-US" sz="1100" dirty="0"/>
                    </a:p>
                  </a:txBody>
                  <a:tcPr/>
                </a:tc>
                <a:extLst>
                  <a:ext uri="{0D108BD9-81ED-4DB2-BD59-A6C34878D82A}">
                    <a16:rowId xmlns:a16="http://schemas.microsoft.com/office/drawing/2014/main" val="2536391635"/>
                  </a:ext>
                </a:extLst>
              </a:tr>
            </a:tbl>
          </a:graphicData>
        </a:graphic>
      </p:graphicFrame>
    </p:spTree>
    <p:extLst>
      <p:ext uri="{BB962C8B-B14F-4D97-AF65-F5344CB8AC3E}">
        <p14:creationId xmlns:p14="http://schemas.microsoft.com/office/powerpoint/2010/main" val="19343010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p:txBody>
          <a:bodyPr>
            <a:normAutofit fontScale="90000"/>
          </a:bodyPr>
          <a:lstStyle/>
          <a:p>
            <a:r>
              <a:rPr lang="fr-FR" dirty="0"/>
              <a:t>Atelier de cartographie des sujets</a:t>
            </a:r>
            <a:br>
              <a:rPr lang="fr-FR" dirty="0"/>
            </a:br>
            <a:r>
              <a:rPr lang="fr-FR" dirty="0"/>
              <a:t>Feuille vide pour usage</a:t>
            </a:r>
          </a:p>
        </p:txBody>
      </p:sp>
      <p:grpSp>
        <p:nvGrpSpPr>
          <p:cNvPr id="16" name="Groupe 15">
            <a:extLst>
              <a:ext uri="{FF2B5EF4-FFF2-40B4-BE49-F238E27FC236}">
                <a16:creationId xmlns:a16="http://schemas.microsoft.com/office/drawing/2014/main" id="{D1CB4DF2-326C-4349-B9F0-B16604715F3C}"/>
              </a:ext>
            </a:extLst>
          </p:cNvPr>
          <p:cNvGrpSpPr/>
          <p:nvPr/>
        </p:nvGrpSpPr>
        <p:grpSpPr>
          <a:xfrm>
            <a:off x="813733" y="2199512"/>
            <a:ext cx="4823785" cy="4552942"/>
            <a:chOff x="5168375" y="2191123"/>
            <a:chExt cx="2943894" cy="2778602"/>
          </a:xfrm>
        </p:grpSpPr>
        <p:sp>
          <p:nvSpPr>
            <p:cNvPr id="17" name="Forme libre : forme 16">
              <a:extLst>
                <a:ext uri="{FF2B5EF4-FFF2-40B4-BE49-F238E27FC236}">
                  <a16:creationId xmlns:a16="http://schemas.microsoft.com/office/drawing/2014/main" id="{FB3ABFE6-6AB3-482D-BA25-6E48750D8310}"/>
                </a:ext>
              </a:extLst>
            </p:cNvPr>
            <p:cNvSpPr/>
            <p:nvPr/>
          </p:nvSpPr>
          <p:spPr>
            <a:xfrm>
              <a:off x="5785368" y="2191123"/>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227988" tIns="299234" rIns="227988" bIns="641216" numCol="1" spcCol="1270" anchor="ctr" anchorCtr="0">
              <a:noAutofit/>
            </a:bodyPr>
            <a:lstStyle/>
            <a:p>
              <a:pPr marL="0" lvl="0" indent="0" algn="ctr" defTabSz="577850">
                <a:lnSpc>
                  <a:spcPct val="90000"/>
                </a:lnSpc>
                <a:spcBef>
                  <a:spcPct val="0"/>
                </a:spcBef>
                <a:spcAft>
                  <a:spcPct val="35000"/>
                </a:spcAft>
                <a:buNone/>
              </a:pPr>
              <a:r>
                <a:rPr lang="fr-FR" sz="1300" b="1" kern="1200" dirty="0"/>
                <a:t>💗AFFINITÉ : </a:t>
              </a:r>
              <a:r>
                <a:rPr lang="fr-FR" sz="1300" kern="1200" noProof="0" dirty="0"/>
                <a:t>Les sujets que nous aimons le plus</a:t>
              </a:r>
              <a:endParaRPr lang="en-US" sz="1300" kern="1200" noProof="0" dirty="0"/>
            </a:p>
          </p:txBody>
        </p:sp>
        <p:sp>
          <p:nvSpPr>
            <p:cNvPr id="18" name="Forme libre : forme 17">
              <a:extLst>
                <a:ext uri="{FF2B5EF4-FFF2-40B4-BE49-F238E27FC236}">
                  <a16:creationId xmlns:a16="http://schemas.microsoft.com/office/drawing/2014/main" id="{5B777F07-12C3-4390-937F-CA7542F89CB4}"/>
                </a:ext>
              </a:extLst>
            </p:cNvPr>
            <p:cNvSpPr/>
            <p:nvPr/>
          </p:nvSpPr>
          <p:spPr>
            <a:xfrm>
              <a:off x="6402360" y="3259816"/>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522947" tIns="441727" rIns="161017" bIns="327732"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🏠VALEUR : </a:t>
              </a:r>
              <a:r>
                <a:rPr lang="fr-FR" sz="1300" kern="1200" noProof="0" dirty="0"/>
                <a:t>Les sujets ayant le plus d'impact positif</a:t>
              </a:r>
              <a:endParaRPr lang="en-US" sz="1300" kern="1200" noProof="0" dirty="0"/>
            </a:p>
          </p:txBody>
        </p:sp>
        <p:sp>
          <p:nvSpPr>
            <p:cNvPr id="19" name="Forme libre : forme 18">
              <a:extLst>
                <a:ext uri="{FF2B5EF4-FFF2-40B4-BE49-F238E27FC236}">
                  <a16:creationId xmlns:a16="http://schemas.microsoft.com/office/drawing/2014/main" id="{3F74BB88-676A-4D43-8C37-51BA26052D46}"/>
                </a:ext>
              </a:extLst>
            </p:cNvPr>
            <p:cNvSpPr/>
            <p:nvPr/>
          </p:nvSpPr>
          <p:spPr>
            <a:xfrm>
              <a:off x="5168375" y="3259816"/>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161017" tIns="441727" rIns="522947" bIns="327732" numCol="1" spcCol="1270" anchor="ctr" anchorCtr="0">
              <a:noAutofit/>
            </a:bodyPr>
            <a:lstStyle/>
            <a:p>
              <a:pPr marL="0" lvl="0" indent="0" algn="ctr" defTabSz="577850">
                <a:lnSpc>
                  <a:spcPct val="90000"/>
                </a:lnSpc>
                <a:spcBef>
                  <a:spcPct val="0"/>
                </a:spcBef>
                <a:spcAft>
                  <a:spcPct val="35000"/>
                </a:spcAft>
                <a:buNone/>
              </a:pPr>
              <a:r>
                <a:rPr lang="en-US" sz="1300" b="1" kern="1200" noProof="0" dirty="0"/>
                <a:t>🛠️COMPÉTENCE : </a:t>
              </a:r>
              <a:r>
                <a:rPr lang="fr-FR" sz="1300" kern="1200" noProof="0" dirty="0"/>
                <a:t>Les sujets dans lesquels nous sommes les plus compétents</a:t>
              </a:r>
              <a:endParaRPr lang="en-US" sz="1300" kern="1200" noProof="0" dirty="0"/>
            </a:p>
          </p:txBody>
        </p:sp>
      </p:grpSp>
      <p:graphicFrame>
        <p:nvGraphicFramePr>
          <p:cNvPr id="21" name="Tableau 21">
            <a:extLst>
              <a:ext uri="{FF2B5EF4-FFF2-40B4-BE49-F238E27FC236}">
                <a16:creationId xmlns:a16="http://schemas.microsoft.com/office/drawing/2014/main" id="{CF799C34-26E8-4625-ACB9-EAC342172B11}"/>
              </a:ext>
            </a:extLst>
          </p:cNvPr>
          <p:cNvGraphicFramePr>
            <a:graphicFrameLocks noGrp="1"/>
          </p:cNvGraphicFramePr>
          <p:nvPr>
            <p:extLst>
              <p:ext uri="{D42A27DB-BD31-4B8C-83A1-F6EECF244321}">
                <p14:modId xmlns:p14="http://schemas.microsoft.com/office/powerpoint/2010/main" val="2985064715"/>
              </p:ext>
            </p:extLst>
          </p:nvPr>
        </p:nvGraphicFramePr>
        <p:xfrm>
          <a:off x="6648506" y="2198355"/>
          <a:ext cx="5172180" cy="3735114"/>
        </p:xfrm>
        <a:graphic>
          <a:graphicData uri="http://schemas.openxmlformats.org/drawingml/2006/table">
            <a:tbl>
              <a:tblPr firstRow="1" bandRow="1">
                <a:tableStyleId>{5C22544A-7EE6-4342-B048-85BDC9FD1C3A}</a:tableStyleId>
              </a:tblPr>
              <a:tblGrid>
                <a:gridCol w="1245534">
                  <a:extLst>
                    <a:ext uri="{9D8B030D-6E8A-4147-A177-3AD203B41FA5}">
                      <a16:colId xmlns:a16="http://schemas.microsoft.com/office/drawing/2014/main" val="1621250613"/>
                    </a:ext>
                  </a:extLst>
                </a:gridCol>
                <a:gridCol w="3926646">
                  <a:extLst>
                    <a:ext uri="{9D8B030D-6E8A-4147-A177-3AD203B41FA5}">
                      <a16:colId xmlns:a16="http://schemas.microsoft.com/office/drawing/2014/main" val="1010987500"/>
                    </a:ext>
                  </a:extLst>
                </a:gridCol>
              </a:tblGrid>
              <a:tr h="343509">
                <a:tc>
                  <a:txBody>
                    <a:bodyPr/>
                    <a:lstStyle/>
                    <a:p>
                      <a:r>
                        <a:rPr lang="en-US" dirty="0" err="1"/>
                        <a:t>Sujet</a:t>
                      </a:r>
                      <a:endParaRPr lang="en-US" dirty="0"/>
                    </a:p>
                  </a:txBody>
                  <a:tcPr/>
                </a:tc>
                <a:tc>
                  <a:txBody>
                    <a:bodyPr/>
                    <a:lstStyle/>
                    <a:p>
                      <a:r>
                        <a:rPr lang="en-US"/>
                        <a:t>Actions</a:t>
                      </a:r>
                    </a:p>
                  </a:txBody>
                  <a:tcPr/>
                </a:tc>
                <a:extLst>
                  <a:ext uri="{0D108BD9-81ED-4DB2-BD59-A6C34878D82A}">
                    <a16:rowId xmlns:a16="http://schemas.microsoft.com/office/drawing/2014/main" val="3796787873"/>
                  </a:ext>
                </a:extLst>
              </a:tr>
              <a:tr h="561559">
                <a:tc>
                  <a:txBody>
                    <a:bodyPr/>
                    <a:lstStyle/>
                    <a:p>
                      <a:endParaRPr lang="en-US" sz="1100" dirty="0"/>
                    </a:p>
                  </a:txBody>
                  <a:tcPr/>
                </a:tc>
                <a:tc>
                  <a:txBody>
                    <a:bodyPr/>
                    <a:lstStyle/>
                    <a:p>
                      <a:pPr marL="171450" indent="-171450">
                        <a:buFont typeface="Arial" panose="020B0604020202020204" pitchFamily="34" charset="0"/>
                        <a:buChar char="•"/>
                      </a:pPr>
                      <a:endParaRPr lang="fr-FR" sz="1100" dirty="0"/>
                    </a:p>
                  </a:txBody>
                  <a:tcPr/>
                </a:tc>
                <a:extLst>
                  <a:ext uri="{0D108BD9-81ED-4DB2-BD59-A6C34878D82A}">
                    <a16:rowId xmlns:a16="http://schemas.microsoft.com/office/drawing/2014/main" val="2023554520"/>
                  </a:ext>
                </a:extLst>
              </a:tr>
              <a:tr h="561559">
                <a:tc>
                  <a:txBody>
                    <a:bodyPr/>
                    <a:lstStyle/>
                    <a:p>
                      <a:endParaRPr lang="en-US" sz="1100" dirty="0"/>
                    </a:p>
                  </a:txBody>
                  <a:tcPr/>
                </a:tc>
                <a:tc>
                  <a:txBody>
                    <a:bodyPr/>
                    <a:lstStyle/>
                    <a:p>
                      <a:pPr marL="171450" indent="-171450">
                        <a:buFont typeface="Arial" panose="020B0604020202020204" pitchFamily="34" charset="0"/>
                        <a:buChar char="•"/>
                      </a:pPr>
                      <a:endParaRPr lang="en-US" sz="1100" dirty="0"/>
                    </a:p>
                  </a:txBody>
                  <a:tcPr/>
                </a:tc>
                <a:extLst>
                  <a:ext uri="{0D108BD9-81ED-4DB2-BD59-A6C34878D82A}">
                    <a16:rowId xmlns:a16="http://schemas.microsoft.com/office/drawing/2014/main" val="1091309538"/>
                  </a:ext>
                </a:extLst>
              </a:tr>
              <a:tr h="561559">
                <a:tc>
                  <a:txBody>
                    <a:bodyPr/>
                    <a:lstStyle/>
                    <a:p>
                      <a:endParaRPr lang="en-US" sz="1100" dirty="0"/>
                    </a:p>
                  </a:txBody>
                  <a:tcPr/>
                </a:tc>
                <a:tc>
                  <a:txBody>
                    <a:bodyPr/>
                    <a:lstStyle/>
                    <a:p>
                      <a:pPr marL="171450" indent="-171450">
                        <a:buFont typeface="Arial" panose="020B0604020202020204" pitchFamily="34" charset="0"/>
                        <a:buChar char="•"/>
                      </a:pPr>
                      <a:endParaRPr lang="en-US" sz="1100" dirty="0"/>
                    </a:p>
                  </a:txBody>
                  <a:tcPr/>
                </a:tc>
                <a:extLst>
                  <a:ext uri="{0D108BD9-81ED-4DB2-BD59-A6C34878D82A}">
                    <a16:rowId xmlns:a16="http://schemas.microsoft.com/office/drawing/2014/main" val="700349907"/>
                  </a:ext>
                </a:extLst>
              </a:tr>
              <a:tr h="56155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dirty="0">
                        <a:solidFill>
                          <a:schemeClr val="tx1"/>
                        </a:solidFill>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dirty="0"/>
                    </a:p>
                  </a:txBody>
                  <a:tcPr/>
                </a:tc>
                <a:extLst>
                  <a:ext uri="{0D108BD9-81ED-4DB2-BD59-A6C34878D82A}">
                    <a16:rowId xmlns:a16="http://schemas.microsoft.com/office/drawing/2014/main" val="2155766926"/>
                  </a:ext>
                </a:extLst>
              </a:tr>
              <a:tr h="561559">
                <a:tc>
                  <a:txBody>
                    <a:bodyPr/>
                    <a:lstStyle/>
                    <a:p>
                      <a:endParaRPr lang="en-US" sz="1100" dirty="0"/>
                    </a:p>
                  </a:txBody>
                  <a:tcPr/>
                </a:tc>
                <a:tc>
                  <a:txBody>
                    <a:bodyPr/>
                    <a:lstStyle/>
                    <a:p>
                      <a:endParaRPr lang="en-US" sz="1100" dirty="0"/>
                    </a:p>
                  </a:txBody>
                  <a:tcPr/>
                </a:tc>
                <a:extLst>
                  <a:ext uri="{0D108BD9-81ED-4DB2-BD59-A6C34878D82A}">
                    <a16:rowId xmlns:a16="http://schemas.microsoft.com/office/drawing/2014/main" val="2421144852"/>
                  </a:ext>
                </a:extLst>
              </a:tr>
              <a:tr h="561559">
                <a:tc>
                  <a:txBody>
                    <a:bodyPr/>
                    <a:lstStyle/>
                    <a:p>
                      <a:endParaRPr lang="en-US" sz="1100" dirty="0"/>
                    </a:p>
                  </a:txBody>
                  <a:tcPr/>
                </a:tc>
                <a:tc>
                  <a:txBody>
                    <a:bodyPr/>
                    <a:lstStyle/>
                    <a:p>
                      <a:endParaRPr lang="en-US" sz="1100" dirty="0"/>
                    </a:p>
                  </a:txBody>
                  <a:tcPr/>
                </a:tc>
                <a:extLst>
                  <a:ext uri="{0D108BD9-81ED-4DB2-BD59-A6C34878D82A}">
                    <a16:rowId xmlns:a16="http://schemas.microsoft.com/office/drawing/2014/main" val="2536391635"/>
                  </a:ext>
                </a:extLst>
              </a:tr>
            </a:tbl>
          </a:graphicData>
        </a:graphic>
      </p:graphicFrame>
    </p:spTree>
    <p:extLst>
      <p:ext uri="{BB962C8B-B14F-4D97-AF65-F5344CB8AC3E}">
        <p14:creationId xmlns:p14="http://schemas.microsoft.com/office/powerpoint/2010/main" val="22379051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DFB249-4BAC-45D8-BD66-8A9B48267113}"/>
              </a:ext>
            </a:extLst>
          </p:cNvPr>
          <p:cNvSpPr>
            <a:spLocks noGrp="1"/>
          </p:cNvSpPr>
          <p:nvPr>
            <p:ph type="title"/>
          </p:nvPr>
        </p:nvSpPr>
        <p:spPr>
          <a:xfrm>
            <a:off x="1115568" y="548640"/>
            <a:ext cx="10168128" cy="712311"/>
          </a:xfrm>
        </p:spPr>
        <p:txBody>
          <a:bodyPr>
            <a:noAutofit/>
          </a:bodyPr>
          <a:lstStyle/>
          <a:p>
            <a:r>
              <a:rPr lang="fr-FR" sz="2800" dirty="0"/>
              <a:t>Atelier de cartographie des sujets</a:t>
            </a:r>
            <a:br>
              <a:rPr lang="en-US" sz="2800" dirty="0"/>
            </a:br>
            <a:r>
              <a:rPr lang="en-US" sz="2800" dirty="0"/>
              <a:t>Atelier étape par étape</a:t>
            </a:r>
          </a:p>
        </p:txBody>
      </p:sp>
      <p:sp>
        <p:nvSpPr>
          <p:cNvPr id="14" name="ZoneTexte 13">
            <a:extLst>
              <a:ext uri="{FF2B5EF4-FFF2-40B4-BE49-F238E27FC236}">
                <a16:creationId xmlns:a16="http://schemas.microsoft.com/office/drawing/2014/main" id="{324AC220-AEB7-4C0B-A1F1-FAACDF7DF234}"/>
              </a:ext>
            </a:extLst>
          </p:cNvPr>
          <p:cNvSpPr txBox="1"/>
          <p:nvPr/>
        </p:nvSpPr>
        <p:spPr>
          <a:xfrm>
            <a:off x="11496252" y="6815480"/>
            <a:ext cx="2513365" cy="523220"/>
          </a:xfrm>
          <a:prstGeom prst="rect">
            <a:avLst/>
          </a:prstGeom>
          <a:noFill/>
        </p:spPr>
        <p:txBody>
          <a:bodyPr wrap="square" rtlCol="0">
            <a:spAutoFit/>
          </a:bodyPr>
          <a:lstStyle/>
          <a:p>
            <a:r>
              <a:rPr lang="en-US" sz="1400"/>
              <a:t>Only after a certain date, event</a:t>
            </a:r>
          </a:p>
        </p:txBody>
      </p:sp>
      <p:graphicFrame>
        <p:nvGraphicFramePr>
          <p:cNvPr id="4" name="Tableau 4">
            <a:extLst>
              <a:ext uri="{FF2B5EF4-FFF2-40B4-BE49-F238E27FC236}">
                <a16:creationId xmlns:a16="http://schemas.microsoft.com/office/drawing/2014/main" id="{DAED6B0E-FB0E-401A-937B-75839BD83A29}"/>
              </a:ext>
            </a:extLst>
          </p:cNvPr>
          <p:cNvGraphicFramePr>
            <a:graphicFrameLocks noGrp="1"/>
          </p:cNvGraphicFramePr>
          <p:nvPr>
            <p:extLst>
              <p:ext uri="{D42A27DB-BD31-4B8C-83A1-F6EECF244321}">
                <p14:modId xmlns:p14="http://schemas.microsoft.com/office/powerpoint/2010/main" val="1917903340"/>
              </p:ext>
            </p:extLst>
          </p:nvPr>
        </p:nvGraphicFramePr>
        <p:xfrm>
          <a:off x="136734" y="1702049"/>
          <a:ext cx="11476033" cy="4754880"/>
        </p:xfrm>
        <a:graphic>
          <a:graphicData uri="http://schemas.openxmlformats.org/drawingml/2006/table">
            <a:tbl>
              <a:tblPr firstRow="1" firstCol="1" bandRow="1">
                <a:tableStyleId>{5C22544A-7EE6-4342-B048-85BDC9FD1C3A}</a:tableStyleId>
              </a:tblPr>
              <a:tblGrid>
                <a:gridCol w="1057255">
                  <a:extLst>
                    <a:ext uri="{9D8B030D-6E8A-4147-A177-3AD203B41FA5}">
                      <a16:colId xmlns:a16="http://schemas.microsoft.com/office/drawing/2014/main" val="3637095222"/>
                    </a:ext>
                  </a:extLst>
                </a:gridCol>
                <a:gridCol w="1451974">
                  <a:extLst>
                    <a:ext uri="{9D8B030D-6E8A-4147-A177-3AD203B41FA5}">
                      <a16:colId xmlns:a16="http://schemas.microsoft.com/office/drawing/2014/main" val="1997714430"/>
                    </a:ext>
                  </a:extLst>
                </a:gridCol>
                <a:gridCol w="1144987">
                  <a:extLst>
                    <a:ext uri="{9D8B030D-6E8A-4147-A177-3AD203B41FA5}">
                      <a16:colId xmlns:a16="http://schemas.microsoft.com/office/drawing/2014/main" val="3341757670"/>
                    </a:ext>
                  </a:extLst>
                </a:gridCol>
                <a:gridCol w="2028450">
                  <a:extLst>
                    <a:ext uri="{9D8B030D-6E8A-4147-A177-3AD203B41FA5}">
                      <a16:colId xmlns:a16="http://schemas.microsoft.com/office/drawing/2014/main" val="3035350526"/>
                    </a:ext>
                  </a:extLst>
                </a:gridCol>
                <a:gridCol w="1383766">
                  <a:extLst>
                    <a:ext uri="{9D8B030D-6E8A-4147-A177-3AD203B41FA5}">
                      <a16:colId xmlns:a16="http://schemas.microsoft.com/office/drawing/2014/main" val="1419982903"/>
                    </a:ext>
                  </a:extLst>
                </a:gridCol>
                <a:gridCol w="1610103">
                  <a:extLst>
                    <a:ext uri="{9D8B030D-6E8A-4147-A177-3AD203B41FA5}">
                      <a16:colId xmlns:a16="http://schemas.microsoft.com/office/drawing/2014/main" val="242278306"/>
                    </a:ext>
                  </a:extLst>
                </a:gridCol>
                <a:gridCol w="1399749">
                  <a:extLst>
                    <a:ext uri="{9D8B030D-6E8A-4147-A177-3AD203B41FA5}">
                      <a16:colId xmlns:a16="http://schemas.microsoft.com/office/drawing/2014/main" val="2747996475"/>
                    </a:ext>
                  </a:extLst>
                </a:gridCol>
                <a:gridCol w="1399749">
                  <a:extLst>
                    <a:ext uri="{9D8B030D-6E8A-4147-A177-3AD203B41FA5}">
                      <a16:colId xmlns:a16="http://schemas.microsoft.com/office/drawing/2014/main" val="2174399618"/>
                    </a:ext>
                  </a:extLst>
                </a:gridCol>
              </a:tblGrid>
              <a:tr h="594340">
                <a:tc>
                  <a:txBody>
                    <a:bodyPr/>
                    <a:lstStyle/>
                    <a:p>
                      <a:endParaRPr lang="en-US" sz="1400" noProof="0"/>
                    </a:p>
                  </a:txBody>
                  <a:tcPr/>
                </a:tc>
                <a:tc>
                  <a:txBody>
                    <a:bodyPr/>
                    <a:lstStyle/>
                    <a:p>
                      <a:pPr algn="ctr"/>
                      <a:r>
                        <a:rPr lang="en-US" sz="1400" noProof="0"/>
                        <a:t>1</a:t>
                      </a:r>
                    </a:p>
                    <a:p>
                      <a:pPr algn="ctr"/>
                      <a:r>
                        <a:rPr lang="en-US" sz="1400" noProof="0"/>
                        <a:t>Introduction</a:t>
                      </a:r>
                    </a:p>
                  </a:txBody>
                  <a:tcPr/>
                </a:tc>
                <a:tc>
                  <a:txBody>
                    <a:bodyPr/>
                    <a:lstStyle/>
                    <a:p>
                      <a:pPr algn="ctr"/>
                      <a:r>
                        <a:rPr lang="en-US" sz="1400" noProof="0"/>
                        <a:t>2</a:t>
                      </a:r>
                    </a:p>
                    <a:p>
                      <a:pPr algn="ctr"/>
                      <a:r>
                        <a:rPr lang="en-US" sz="1400" noProof="0"/>
                        <a:t>Example result</a:t>
                      </a:r>
                    </a:p>
                  </a:txBody>
                  <a:tcPr/>
                </a:tc>
                <a:tc>
                  <a:txBody>
                    <a:bodyPr/>
                    <a:lstStyle/>
                    <a:p>
                      <a:pPr algn="ctr"/>
                      <a:r>
                        <a:rPr lang="en-US" sz="1400" noProof="0"/>
                        <a:t>3</a:t>
                      </a:r>
                    </a:p>
                    <a:p>
                      <a:pPr algn="ctr"/>
                      <a:r>
                        <a:rPr lang="en-US" sz="1400" noProof="0"/>
                        <a:t>Rules &amp; Mindset</a:t>
                      </a:r>
                    </a:p>
                  </a:txBody>
                  <a:tcPr/>
                </a:tc>
                <a:tc>
                  <a:txBody>
                    <a:bodyPr/>
                    <a:lstStyle/>
                    <a:p>
                      <a:pPr algn="ctr"/>
                      <a:r>
                        <a:rPr lang="en-US" sz="1400" noProof="0"/>
                        <a:t>4</a:t>
                      </a:r>
                    </a:p>
                    <a:p>
                      <a:pPr algn="ctr"/>
                      <a:r>
                        <a:rPr lang="en-US" sz="1400" noProof="0"/>
                        <a:t>List topics</a:t>
                      </a:r>
                    </a:p>
                  </a:txBody>
                  <a:tcPr/>
                </a:tc>
                <a:tc>
                  <a:txBody>
                    <a:bodyPr/>
                    <a:lstStyle/>
                    <a:p>
                      <a:pPr algn="ctr"/>
                      <a:r>
                        <a:rPr lang="en-US" sz="1400" noProof="0"/>
                        <a:t>5</a:t>
                      </a:r>
                    </a:p>
                    <a:p>
                      <a:pPr algn="ctr"/>
                      <a:r>
                        <a:rPr lang="en-US" sz="1400" noProof="0"/>
                        <a:t>Vote</a:t>
                      </a:r>
                    </a:p>
                  </a:txBody>
                  <a:tcPr/>
                </a:tc>
                <a:tc>
                  <a:txBody>
                    <a:bodyPr/>
                    <a:lstStyle/>
                    <a:p>
                      <a:pPr algn="ctr"/>
                      <a:r>
                        <a:rPr lang="en-US" sz="1400" noProof="0"/>
                        <a:t>6</a:t>
                      </a:r>
                    </a:p>
                    <a:p>
                      <a:pPr algn="ctr"/>
                      <a:r>
                        <a:rPr lang="en-US" sz="1400" noProof="0"/>
                        <a:t>(Optional) Display</a:t>
                      </a:r>
                    </a:p>
                  </a:txBody>
                  <a:tcPr/>
                </a:tc>
                <a:tc>
                  <a:txBody>
                    <a:bodyPr/>
                    <a:lstStyle/>
                    <a:p>
                      <a:pPr algn="ctr"/>
                      <a:r>
                        <a:rPr lang="en-US" sz="1400" noProof="0"/>
                        <a:t>7</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noProof="0"/>
                        <a:t>Commit</a:t>
                      </a:r>
                    </a:p>
                  </a:txBody>
                  <a:tcPr/>
                </a:tc>
                <a:extLst>
                  <a:ext uri="{0D108BD9-81ED-4DB2-BD59-A6C34878D82A}">
                    <a16:rowId xmlns:a16="http://schemas.microsoft.com/office/drawing/2014/main" val="1802663392"/>
                  </a:ext>
                </a:extLst>
              </a:tr>
              <a:tr h="421012">
                <a:tc>
                  <a:txBody>
                    <a:bodyPr/>
                    <a:lstStyle/>
                    <a:p>
                      <a:r>
                        <a:rPr lang="en-US" sz="1100" noProof="0"/>
                        <a:t>Suggested timebox</a:t>
                      </a:r>
                    </a:p>
                  </a:txBody>
                  <a:tcPr/>
                </a:tc>
                <a:tc>
                  <a:txBody>
                    <a:bodyPr/>
                    <a:lstStyle/>
                    <a:p>
                      <a:r>
                        <a:rPr lang="en-US" sz="1050" noProof="0"/>
                        <a:t>5 minutes</a:t>
                      </a:r>
                    </a:p>
                  </a:txBody>
                  <a:tcPr/>
                </a:tc>
                <a:tc>
                  <a:txBody>
                    <a:bodyPr/>
                    <a:lstStyle/>
                    <a:p>
                      <a:r>
                        <a:rPr lang="en-US" sz="1050" noProof="0"/>
                        <a:t>5 minutes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noProof="0"/>
                        <a:t>2 minutes</a:t>
                      </a:r>
                    </a:p>
                  </a:txBody>
                  <a:tcPr/>
                </a:tc>
                <a:tc>
                  <a:txBody>
                    <a:bodyPr/>
                    <a:lstStyle/>
                    <a:p>
                      <a:r>
                        <a:rPr lang="en-US" sz="1050" noProof="0"/>
                        <a:t>10 minutes</a:t>
                      </a:r>
                    </a:p>
                  </a:txBody>
                  <a:tcPr/>
                </a:tc>
                <a:tc>
                  <a:txBody>
                    <a:bodyPr/>
                    <a:lstStyle/>
                    <a:p>
                      <a:r>
                        <a:rPr lang="en-US" sz="1050" noProof="0"/>
                        <a:t>5 minutes</a:t>
                      </a:r>
                    </a:p>
                  </a:txBody>
                  <a:tcPr/>
                </a:tc>
                <a:tc>
                  <a:txBody>
                    <a:bodyPr/>
                    <a:lstStyle/>
                    <a:p>
                      <a:r>
                        <a:rPr lang="en-US" sz="1050" noProof="0"/>
                        <a:t>20 minutes</a:t>
                      </a:r>
                    </a:p>
                  </a:txBody>
                  <a:tcPr/>
                </a:tc>
                <a:tc>
                  <a:txBody>
                    <a:bodyPr/>
                    <a:lstStyle/>
                    <a:p>
                      <a:r>
                        <a:rPr lang="en-US" sz="1050" noProof="0"/>
                        <a:t>15 minutes</a:t>
                      </a:r>
                    </a:p>
                  </a:txBody>
                  <a:tcPr/>
                </a:tc>
                <a:extLst>
                  <a:ext uri="{0D108BD9-81ED-4DB2-BD59-A6C34878D82A}">
                    <a16:rowId xmlns:a16="http://schemas.microsoft.com/office/drawing/2014/main" val="3050051482"/>
                  </a:ext>
                </a:extLst>
              </a:tr>
              <a:tr h="2016509">
                <a:tc>
                  <a:txBody>
                    <a:bodyPr/>
                    <a:lstStyle/>
                    <a:p>
                      <a:r>
                        <a:rPr lang="en-US" sz="1100" noProof="0"/>
                        <a:t>Action</a:t>
                      </a:r>
                    </a:p>
                  </a:txBody>
                  <a:tcPr/>
                </a:tc>
                <a:tc>
                  <a:txBody>
                    <a:bodyPr/>
                    <a:lstStyle/>
                    <a:p>
                      <a:pPr marL="0" indent="0">
                        <a:buFont typeface="+mj-lt"/>
                        <a:buNone/>
                      </a:pPr>
                      <a:r>
                        <a:rPr lang="fr-FR" sz="1000" noProof="0" dirty="0"/>
                        <a:t>Expliquer ce qui motive l'atelier : </a:t>
                      </a:r>
                    </a:p>
                    <a:p>
                      <a:pPr marL="228600" indent="-228600">
                        <a:buFont typeface="+mj-lt"/>
                        <a:buAutoNum type="arabicPeriod"/>
                      </a:pPr>
                      <a:endParaRPr lang="fr-FR" sz="1000" noProof="0" dirty="0"/>
                    </a:p>
                    <a:p>
                      <a:pPr marL="228600" indent="-228600">
                        <a:buFont typeface="+mj-lt"/>
                        <a:buAutoNum type="arabicPeriod"/>
                      </a:pPr>
                      <a:r>
                        <a:rPr lang="fr-FR" sz="1000" noProof="0" dirty="0"/>
                        <a:t>Trouver les sujets qui correspondent vraiment à la communauté </a:t>
                      </a:r>
                    </a:p>
                    <a:p>
                      <a:pPr marL="228600" indent="-228600">
                        <a:buFont typeface="+mj-lt"/>
                        <a:buAutoNum type="arabicPeriod"/>
                      </a:pPr>
                      <a:r>
                        <a:rPr lang="fr-FR" sz="1000" noProof="0" dirty="0"/>
                        <a:t>Tenir compte des goûts, des compétences des membres, et de la valeur des sujets </a:t>
                      </a:r>
                    </a:p>
                    <a:p>
                      <a:pPr marL="228600" indent="-228600">
                        <a:buFont typeface="+mj-lt"/>
                        <a:buAutoNum type="arabicPeriod"/>
                      </a:pPr>
                      <a:r>
                        <a:rPr lang="fr-FR" sz="1000" noProof="0" dirty="0"/>
                        <a:t>Traiter les sujets en fonction de la réalité de votre communauté</a:t>
                      </a:r>
                      <a:endParaRPr lang="en-US" sz="1000" noProof="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Montrez les résultats attendus de l'atelier (diapo précédente)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000" noProof="0"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Montrez comment il sera utilisé (diapo suivante)</a:t>
                      </a:r>
                      <a:endParaRPr lang="en-US" sz="1000" noProof="0" dirty="0"/>
                    </a:p>
                  </a:txBody>
                  <a:tcPr/>
                </a:tc>
                <a:tc>
                  <a:txBody>
                    <a:bodyPr/>
                    <a:lstStyle/>
                    <a:p>
                      <a:r>
                        <a:rPr lang="fr-FR" sz="1000" noProof="0" dirty="0"/>
                        <a:t>Rappeler les règles et l'état d'esprit </a:t>
                      </a:r>
                      <a:r>
                        <a:rPr lang="en-US" sz="1000" noProof="0" dirty="0"/>
                        <a:t>: </a:t>
                      </a:r>
                    </a:p>
                    <a:p>
                      <a:pPr marL="228600" indent="-228600">
                        <a:buFont typeface="+mj-lt"/>
                        <a:buAutoNum type="arabicPeriod"/>
                      </a:pPr>
                      <a:r>
                        <a:rPr lang="fr-FR" sz="1000" noProof="0" dirty="0"/>
                        <a:t>Règle : Ne pas confondre sujet et format.</a:t>
                      </a:r>
                    </a:p>
                    <a:p>
                      <a:pPr marL="228600" indent="-228600">
                        <a:buFont typeface="+mj-lt"/>
                        <a:buAutoNum type="arabicPeriod"/>
                      </a:pPr>
                      <a:r>
                        <a:rPr lang="fr-FR" sz="1000" noProof="0" dirty="0"/>
                        <a:t>Etat d'esprit : Accepter que les autres puissent avoir des goûts, des compétences et une perception de la valeur différents des vôtres.</a:t>
                      </a:r>
                    </a:p>
                    <a:p>
                      <a:pPr marL="228600" indent="-228600">
                        <a:buFont typeface="+mj-lt"/>
                        <a:buAutoNum type="arabicPeriod"/>
                      </a:pPr>
                      <a:r>
                        <a:rPr lang="fr-FR" sz="1000" noProof="0" dirty="0"/>
                        <a:t>Etat d'esprit : La communauté se concentre d'abord sur les sujets qui intéressent le plus de membres, les autres sujets peuvent être laissés à l'auto-organisation.</a:t>
                      </a:r>
                    </a:p>
                    <a:p>
                      <a:pPr marL="228600" indent="-228600">
                        <a:buFont typeface="+mj-lt"/>
                        <a:buAutoNum type="arabicPeriod"/>
                      </a:pPr>
                      <a:r>
                        <a:rPr lang="fr-FR" sz="1000" noProof="0" dirty="0"/>
                        <a:t>Etat d’esprit : Accepter de choisir et de renoncer, afin de passer à l'action</a:t>
                      </a:r>
                      <a:endParaRPr lang="en-US" sz="1000" noProof="0" dirty="0"/>
                    </a:p>
                  </a:txBody>
                  <a:tcPr/>
                </a:tc>
                <a:tc>
                  <a:txBody>
                    <a:bodyPr/>
                    <a:lstStyle/>
                    <a:p>
                      <a:r>
                        <a:rPr lang="fr-FR" sz="1000" noProof="0" dirty="0"/>
                        <a:t>Chacun dresse une liste de 1 à 3 sujets qu'il souhaite voir ou partager dans la communauté.</a:t>
                      </a:r>
                    </a:p>
                    <a:p>
                      <a:endParaRPr lang="fr-FR" sz="1000" noProof="0" dirty="0"/>
                    </a:p>
                    <a:p>
                      <a:r>
                        <a:rPr lang="fr-FR" sz="1000" noProof="0" dirty="0"/>
                        <a:t>Si les sujets sont très proches les uns des autres, fusionnez les tickets en un seul. </a:t>
                      </a:r>
                      <a:endParaRPr lang="en-US" sz="1000" noProof="0" dirty="0"/>
                    </a:p>
                  </a:txBody>
                  <a:tcPr/>
                </a:tc>
                <a:tc>
                  <a:txBody>
                    <a:bodyPr/>
                    <a:lstStyle/>
                    <a:p>
                      <a:r>
                        <a:rPr lang="fr-FR" sz="1000" noProof="0" dirty="0"/>
                        <a:t>Votez par points pour identifier les 20% de sujets les plus appréciés. Marquez ces sujets comme </a:t>
                      </a:r>
                      <a:r>
                        <a:rPr lang="fr-FR" sz="1000" b="1" noProof="0" dirty="0">
                          <a:solidFill>
                            <a:srgbClr val="00B050"/>
                          </a:solidFill>
                        </a:rPr>
                        <a:t>AFFINITÉS</a:t>
                      </a:r>
                      <a:r>
                        <a:rPr lang="fr-FR" sz="1000" noProof="0" dirty="0"/>
                        <a:t>.</a:t>
                      </a:r>
                    </a:p>
                    <a:p>
                      <a:r>
                        <a:rPr lang="fr-FR" sz="1000" noProof="0" dirty="0"/>
                        <a:t>Votez par points pour identifier les 20% de sujets pour lesquels les membres sont les plus compétents (ou peuvent enseigner aux autres). Marquez ces sujets comme </a:t>
                      </a:r>
                      <a:r>
                        <a:rPr lang="fr-FR" sz="1000" b="1" noProof="0" dirty="0">
                          <a:solidFill>
                            <a:srgbClr val="00B050"/>
                          </a:solidFill>
                        </a:rPr>
                        <a:t>COMPÉTENCE</a:t>
                      </a:r>
                      <a:r>
                        <a:rPr lang="fr-FR" sz="1000" noProof="0" dirty="0"/>
                        <a:t>.</a:t>
                      </a:r>
                    </a:p>
                    <a:p>
                      <a:r>
                        <a:rPr lang="fr-FR" sz="1000" noProof="0" dirty="0"/>
                        <a:t>Votez par points sur les 20% de sujets les plus utiles pour les entreprises. Marquez ces sujets comme ayant de la </a:t>
                      </a:r>
                      <a:r>
                        <a:rPr lang="fr-FR" sz="1000" b="1" noProof="0" dirty="0">
                          <a:solidFill>
                            <a:srgbClr val="00B050"/>
                          </a:solidFill>
                        </a:rPr>
                        <a:t>VALEUR</a:t>
                      </a:r>
                      <a:r>
                        <a:rPr lang="fr-FR" sz="1000" noProof="0" dirty="0"/>
                        <a:t>. </a:t>
                      </a:r>
                      <a:endParaRPr lang="en-US" sz="1000" noProof="0" dirty="0"/>
                    </a:p>
                    <a:p>
                      <a:r>
                        <a:rPr lang="en-US" sz="1000" noProof="0" dirty="0"/>
                        <a:t>Dot-voting : </a:t>
                      </a:r>
                      <a:r>
                        <a:rPr lang="en-US" sz="1000" noProof="0" dirty="0">
                          <a:hlinkClick r:id="rId2"/>
                        </a:rPr>
                        <a:t>https://en.wikipedia.org/wiki/Dot-voting</a:t>
                      </a:r>
                      <a:endParaRPr lang="en-US" sz="1000" noProof="0" dirty="0"/>
                    </a:p>
                  </a:txBody>
                  <a:tcPr/>
                </a:tc>
                <a:tc>
                  <a:txBody>
                    <a:bodyPr/>
                    <a:lstStyle/>
                    <a:p>
                      <a:r>
                        <a:rPr lang="fr-FR" sz="1000" noProof="0" dirty="0"/>
                        <a:t>(Facultatif) Affichez les sujets sur le diagramme de </a:t>
                      </a:r>
                      <a:r>
                        <a:rPr lang="fr-FR" sz="1000" noProof="0" dirty="0" err="1"/>
                        <a:t>Venn</a:t>
                      </a:r>
                      <a:r>
                        <a:rPr lang="fr-FR" sz="1000" noProof="0" dirty="0"/>
                        <a:t>.</a:t>
                      </a:r>
                    </a:p>
                    <a:p>
                      <a:endParaRPr lang="en-US" sz="1000" noProof="0" dirty="0"/>
                    </a:p>
                    <a:p>
                      <a:r>
                        <a:rPr lang="fr-FR" sz="1000" noProof="0" dirty="0"/>
                        <a:t>(Facultatif) Si les votes ne mènent pas à des résultats intéressants (rien dans les zones communes), diviser la Communauté en groupes cohérents (pour le moment) au lieu d'essayer de maintenir un intérêt commun faux ou faible.</a:t>
                      </a:r>
                      <a:endParaRPr lang="en-US" sz="1000" noProof="0" dirty="0"/>
                    </a:p>
                  </a:txBody>
                  <a:tcPr/>
                </a:tc>
                <a:tc>
                  <a:txBody>
                    <a:bodyPr/>
                    <a:lstStyle/>
                    <a:p>
                      <a:r>
                        <a:rPr lang="fr-FR" sz="1000" noProof="0" dirty="0"/>
                        <a:t>En partant des sujets les plus marqués, décider et s'engager sur des actions pour la prochaine session ou période de temps.</a:t>
                      </a:r>
                    </a:p>
                    <a:p>
                      <a:endParaRPr lang="fr-FR" sz="1000" noProof="0" dirty="0"/>
                    </a:p>
                    <a:p>
                      <a:r>
                        <a:rPr lang="fr-FR" sz="1000" noProof="0" dirty="0"/>
                        <a:t>(Facultatif et recommandé) Les membres qui ont voté pour les sujets sont chargés du suivi des actions.</a:t>
                      </a:r>
                      <a:endParaRPr lang="en-US" sz="1000" noProof="0" dirty="0"/>
                    </a:p>
                  </a:txBody>
                  <a:tcPr/>
                </a:tc>
                <a:extLst>
                  <a:ext uri="{0D108BD9-81ED-4DB2-BD59-A6C34878D82A}">
                    <a16:rowId xmlns:a16="http://schemas.microsoft.com/office/drawing/2014/main" val="987626046"/>
                  </a:ext>
                </a:extLst>
              </a:tr>
            </a:tbl>
          </a:graphicData>
        </a:graphic>
      </p:graphicFrame>
      <p:sp>
        <p:nvSpPr>
          <p:cNvPr id="5" name="Triangle isocèle 4">
            <a:extLst>
              <a:ext uri="{FF2B5EF4-FFF2-40B4-BE49-F238E27FC236}">
                <a16:creationId xmlns:a16="http://schemas.microsoft.com/office/drawing/2014/main" id="{B38AFCA8-59D9-487B-9924-9956586873D6}"/>
              </a:ext>
            </a:extLst>
          </p:cNvPr>
          <p:cNvSpPr/>
          <p:nvPr/>
        </p:nvSpPr>
        <p:spPr>
          <a:xfrm rot="5400000">
            <a:off x="9341352" y="3973467"/>
            <a:ext cx="4968238" cy="42540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6" name="Groupe 5">
            <a:extLst>
              <a:ext uri="{FF2B5EF4-FFF2-40B4-BE49-F238E27FC236}">
                <a16:creationId xmlns:a16="http://schemas.microsoft.com/office/drawing/2014/main" id="{2A407E88-0FE2-4B84-A716-73DB016CEA1E}"/>
              </a:ext>
            </a:extLst>
          </p:cNvPr>
          <p:cNvGrpSpPr/>
          <p:nvPr/>
        </p:nvGrpSpPr>
        <p:grpSpPr>
          <a:xfrm>
            <a:off x="9874986" y="96429"/>
            <a:ext cx="1785428" cy="1519953"/>
            <a:chOff x="4772695" y="2191123"/>
            <a:chExt cx="3339574" cy="2843015"/>
          </a:xfrm>
        </p:grpSpPr>
        <p:grpSp>
          <p:nvGrpSpPr>
            <p:cNvPr id="7" name="Groupe 6">
              <a:extLst>
                <a:ext uri="{FF2B5EF4-FFF2-40B4-BE49-F238E27FC236}">
                  <a16:creationId xmlns:a16="http://schemas.microsoft.com/office/drawing/2014/main" id="{01484EFC-EC45-4A50-BF26-866E4B58802F}"/>
                </a:ext>
              </a:extLst>
            </p:cNvPr>
            <p:cNvGrpSpPr/>
            <p:nvPr/>
          </p:nvGrpSpPr>
          <p:grpSpPr>
            <a:xfrm>
              <a:off x="5168375" y="2191123"/>
              <a:ext cx="2943894" cy="2778602"/>
              <a:chOff x="5168375" y="2191123"/>
              <a:chExt cx="2943894" cy="2778602"/>
            </a:xfrm>
          </p:grpSpPr>
          <p:sp>
            <p:nvSpPr>
              <p:cNvPr id="18" name="Forme libre : forme 17">
                <a:extLst>
                  <a:ext uri="{FF2B5EF4-FFF2-40B4-BE49-F238E27FC236}">
                    <a16:creationId xmlns:a16="http://schemas.microsoft.com/office/drawing/2014/main" id="{72777A15-14FC-4DD9-A43D-1099744940A6}"/>
                  </a:ext>
                </a:extLst>
              </p:cNvPr>
              <p:cNvSpPr/>
              <p:nvPr/>
            </p:nvSpPr>
            <p:spPr>
              <a:xfrm>
                <a:off x="5785368" y="2191123"/>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227988" tIns="299234" rIns="227988" bIns="641216" numCol="1" spcCol="1270" anchor="ctr" anchorCtr="0">
                <a:noAutofit/>
              </a:bodyPr>
              <a:lstStyle/>
              <a:p>
                <a:pPr marL="0" lvl="0" indent="0" algn="ctr" defTabSz="577850">
                  <a:lnSpc>
                    <a:spcPct val="90000"/>
                  </a:lnSpc>
                  <a:spcBef>
                    <a:spcPct val="0"/>
                  </a:spcBef>
                  <a:spcAft>
                    <a:spcPct val="35000"/>
                  </a:spcAft>
                  <a:buNone/>
                </a:pPr>
                <a:r>
                  <a:rPr lang="fr-FR" sz="200" b="1" kern="1200"/>
                  <a:t>💗LIKED : </a:t>
                </a:r>
                <a:r>
                  <a:rPr lang="en-US" sz="200" kern="1200" noProof="0"/>
                  <a:t>The topics we like the most</a:t>
                </a:r>
              </a:p>
            </p:txBody>
          </p:sp>
          <p:sp>
            <p:nvSpPr>
              <p:cNvPr id="19" name="Forme libre : forme 18">
                <a:extLst>
                  <a:ext uri="{FF2B5EF4-FFF2-40B4-BE49-F238E27FC236}">
                    <a16:creationId xmlns:a16="http://schemas.microsoft.com/office/drawing/2014/main" id="{4D054BE1-A83D-4AB5-9CCB-8F24F27AF19C}"/>
                  </a:ext>
                </a:extLst>
              </p:cNvPr>
              <p:cNvSpPr/>
              <p:nvPr/>
            </p:nvSpPr>
            <p:spPr>
              <a:xfrm>
                <a:off x="6402360" y="3259816"/>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522947" tIns="441727" rIns="161017" bIns="327732" numCol="1" spcCol="1270" anchor="ctr" anchorCtr="0">
                <a:noAutofit/>
              </a:bodyPr>
              <a:lstStyle/>
              <a:p>
                <a:pPr marL="0" lvl="0" indent="0" algn="ctr" defTabSz="577850">
                  <a:lnSpc>
                    <a:spcPct val="90000"/>
                  </a:lnSpc>
                  <a:spcBef>
                    <a:spcPct val="0"/>
                  </a:spcBef>
                  <a:spcAft>
                    <a:spcPct val="35000"/>
                  </a:spcAft>
                  <a:buNone/>
                </a:pPr>
                <a:r>
                  <a:rPr lang="en-US" sz="200" b="1" kern="1200" noProof="0"/>
                  <a:t>🏠VALUABLE : </a:t>
                </a:r>
                <a:r>
                  <a:rPr lang="en-US" sz="200" kern="1200" noProof="0"/>
                  <a:t>The topics with the most business impact</a:t>
                </a:r>
              </a:p>
            </p:txBody>
          </p:sp>
          <p:sp>
            <p:nvSpPr>
              <p:cNvPr id="20" name="Forme libre : forme 19">
                <a:extLst>
                  <a:ext uri="{FF2B5EF4-FFF2-40B4-BE49-F238E27FC236}">
                    <a16:creationId xmlns:a16="http://schemas.microsoft.com/office/drawing/2014/main" id="{F813E8F5-7867-4998-A4C1-7E6A7E728AA2}"/>
                  </a:ext>
                </a:extLst>
              </p:cNvPr>
              <p:cNvSpPr/>
              <p:nvPr/>
            </p:nvSpPr>
            <p:spPr>
              <a:xfrm>
                <a:off x="5168375" y="3259816"/>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161017" tIns="441727" rIns="522947" bIns="327732" numCol="1" spcCol="1270" anchor="ctr" anchorCtr="0">
                <a:noAutofit/>
              </a:bodyPr>
              <a:lstStyle/>
              <a:p>
                <a:pPr marL="0" lvl="0" indent="0" algn="ctr" defTabSz="577850">
                  <a:lnSpc>
                    <a:spcPct val="90000"/>
                  </a:lnSpc>
                  <a:spcBef>
                    <a:spcPct val="0"/>
                  </a:spcBef>
                  <a:spcAft>
                    <a:spcPct val="35000"/>
                  </a:spcAft>
                  <a:buNone/>
                </a:pPr>
                <a:r>
                  <a:rPr lang="en-US" sz="200" b="1" kern="1200" noProof="0"/>
                  <a:t>🛠️SKILLED : </a:t>
                </a:r>
                <a:r>
                  <a:rPr lang="en-US" sz="200" kern="1200" noProof="0"/>
                  <a:t>The topics in which we are the most skilled</a:t>
                </a:r>
              </a:p>
            </p:txBody>
          </p:sp>
        </p:grpSp>
        <p:sp>
          <p:nvSpPr>
            <p:cNvPr id="8" name="Rectangle 7">
              <a:extLst>
                <a:ext uri="{FF2B5EF4-FFF2-40B4-BE49-F238E27FC236}">
                  <a16:creationId xmlns:a16="http://schemas.microsoft.com/office/drawing/2014/main" id="{97A20D96-ECB9-40DC-95B9-D353ED13AE1F}"/>
                </a:ext>
              </a:extLst>
            </p:cNvPr>
            <p:cNvSpPr/>
            <p:nvPr/>
          </p:nvSpPr>
          <p:spPr>
            <a:xfrm>
              <a:off x="6333721" y="2335060"/>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dirty="0">
                  <a:solidFill>
                    <a:schemeClr val="tx1"/>
                  </a:solidFill>
                </a:rPr>
                <a:t>SUJET G</a:t>
              </a:r>
              <a:r>
                <a:rPr lang="fr-FR" sz="100" b="1" kern="1200" dirty="0"/>
                <a:t> </a:t>
              </a:r>
            </a:p>
            <a:p>
              <a:pPr algn="ctr"/>
              <a:r>
                <a:rPr lang="fr-FR" sz="100" b="1" kern="1200" dirty="0"/>
                <a:t>💗</a:t>
              </a:r>
              <a:endParaRPr lang="en-US" sz="100" dirty="0">
                <a:solidFill>
                  <a:schemeClr val="tx1"/>
                </a:solidFill>
              </a:endParaRPr>
            </a:p>
          </p:txBody>
        </p:sp>
        <p:sp>
          <p:nvSpPr>
            <p:cNvPr id="9" name="Rectangle 8">
              <a:extLst>
                <a:ext uri="{FF2B5EF4-FFF2-40B4-BE49-F238E27FC236}">
                  <a16:creationId xmlns:a16="http://schemas.microsoft.com/office/drawing/2014/main" id="{0E1226B4-3D82-43F3-9E96-5D86007F2222}"/>
                </a:ext>
              </a:extLst>
            </p:cNvPr>
            <p:cNvSpPr/>
            <p:nvPr/>
          </p:nvSpPr>
          <p:spPr>
            <a:xfrm>
              <a:off x="5804846" y="3176942"/>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dirty="0">
                  <a:solidFill>
                    <a:schemeClr val="tx1"/>
                  </a:solidFill>
                </a:rPr>
                <a:t>SUJET B</a:t>
              </a:r>
              <a:r>
                <a:rPr lang="fr-FR" sz="100" b="1" kern="1200" dirty="0"/>
                <a:t> </a:t>
              </a:r>
            </a:p>
            <a:p>
              <a:pPr algn="ctr"/>
              <a:r>
                <a:rPr lang="fr-FR" sz="100" b="1" kern="1200" dirty="0"/>
                <a:t>💗</a:t>
              </a:r>
              <a:r>
                <a:rPr lang="en-US" sz="100" b="1" kern="1200" noProof="0" dirty="0"/>
                <a:t> 🛠️</a:t>
              </a:r>
              <a:endParaRPr lang="en-US" sz="100" dirty="0">
                <a:solidFill>
                  <a:schemeClr val="tx1"/>
                </a:solidFill>
              </a:endParaRPr>
            </a:p>
          </p:txBody>
        </p:sp>
        <p:sp>
          <p:nvSpPr>
            <p:cNvPr id="10" name="Rectangle 9">
              <a:extLst>
                <a:ext uri="{FF2B5EF4-FFF2-40B4-BE49-F238E27FC236}">
                  <a16:creationId xmlns:a16="http://schemas.microsoft.com/office/drawing/2014/main" id="{69601F33-9777-487D-BBB2-F60E100EDB9C}"/>
                </a:ext>
              </a:extLst>
            </p:cNvPr>
            <p:cNvSpPr/>
            <p:nvPr/>
          </p:nvSpPr>
          <p:spPr>
            <a:xfrm>
              <a:off x="7627472" y="4326679"/>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dirty="0">
                  <a:solidFill>
                    <a:schemeClr val="tx1"/>
                  </a:solidFill>
                </a:rPr>
                <a:t>SUJET F</a:t>
              </a:r>
              <a:r>
                <a:rPr lang="en-US" sz="100" b="1" kern="1200" noProof="0" dirty="0"/>
                <a:t> 🏠</a:t>
              </a:r>
              <a:endParaRPr lang="en-US" sz="100" dirty="0">
                <a:solidFill>
                  <a:schemeClr val="tx1"/>
                </a:solidFill>
              </a:endParaRPr>
            </a:p>
          </p:txBody>
        </p:sp>
        <p:sp>
          <p:nvSpPr>
            <p:cNvPr id="11" name="Rectangle 10">
              <a:extLst>
                <a:ext uri="{FF2B5EF4-FFF2-40B4-BE49-F238E27FC236}">
                  <a16:creationId xmlns:a16="http://schemas.microsoft.com/office/drawing/2014/main" id="{D4CF5ABB-0DBA-4694-9AD3-5A0630FED2E4}"/>
                </a:ext>
              </a:extLst>
            </p:cNvPr>
            <p:cNvSpPr/>
            <p:nvPr/>
          </p:nvSpPr>
          <p:spPr>
            <a:xfrm>
              <a:off x="6349780" y="3533843"/>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dirty="0">
                  <a:solidFill>
                    <a:schemeClr val="tx1"/>
                  </a:solidFill>
                </a:rPr>
                <a:t>SUJET A</a:t>
              </a:r>
              <a:r>
                <a:rPr lang="fr-FR" sz="100" b="1" kern="1200" dirty="0"/>
                <a:t> </a:t>
              </a:r>
            </a:p>
            <a:p>
              <a:pPr algn="ctr"/>
              <a:r>
                <a:rPr lang="fr-FR" sz="100" b="1" kern="1200" dirty="0"/>
                <a:t>💗</a:t>
              </a:r>
              <a:r>
                <a:rPr lang="en-US" sz="100" b="1" kern="1200" noProof="0" dirty="0"/>
                <a:t> 🏠 🛠️</a:t>
              </a:r>
              <a:endParaRPr lang="en-US" sz="100" dirty="0">
                <a:solidFill>
                  <a:schemeClr val="tx1"/>
                </a:solidFill>
              </a:endParaRPr>
            </a:p>
          </p:txBody>
        </p:sp>
        <p:sp>
          <p:nvSpPr>
            <p:cNvPr id="12" name="Rectangle 11">
              <a:extLst>
                <a:ext uri="{FF2B5EF4-FFF2-40B4-BE49-F238E27FC236}">
                  <a16:creationId xmlns:a16="http://schemas.microsoft.com/office/drawing/2014/main" id="{A836285C-E9F0-43FA-A8B8-B1FDF3D3AB39}"/>
                </a:ext>
              </a:extLst>
            </p:cNvPr>
            <p:cNvSpPr/>
            <p:nvPr/>
          </p:nvSpPr>
          <p:spPr>
            <a:xfrm>
              <a:off x="6349781" y="4198995"/>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dirty="0">
                  <a:solidFill>
                    <a:schemeClr val="tx1"/>
                  </a:solidFill>
                </a:rPr>
                <a:t>SUJET C</a:t>
              </a:r>
              <a:r>
                <a:rPr lang="en-US" sz="100" b="1" kern="1200" noProof="0" dirty="0"/>
                <a:t> </a:t>
              </a:r>
            </a:p>
            <a:p>
              <a:pPr algn="ctr"/>
              <a:r>
                <a:rPr lang="en-US" sz="100" b="1" kern="1200" noProof="0" dirty="0"/>
                <a:t>🛠️ 🏠</a:t>
              </a:r>
              <a:endParaRPr lang="en-US" sz="100" dirty="0">
                <a:solidFill>
                  <a:schemeClr val="tx1"/>
                </a:solidFill>
              </a:endParaRPr>
            </a:p>
          </p:txBody>
        </p:sp>
        <p:sp>
          <p:nvSpPr>
            <p:cNvPr id="13" name="Rectangle 12">
              <a:extLst>
                <a:ext uri="{FF2B5EF4-FFF2-40B4-BE49-F238E27FC236}">
                  <a16:creationId xmlns:a16="http://schemas.microsoft.com/office/drawing/2014/main" id="{027266EF-2EA0-437D-B93A-0ADCC9E871FB}"/>
                </a:ext>
              </a:extLst>
            </p:cNvPr>
            <p:cNvSpPr/>
            <p:nvPr/>
          </p:nvSpPr>
          <p:spPr>
            <a:xfrm>
              <a:off x="6788632" y="2310402"/>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dirty="0">
                  <a:solidFill>
                    <a:schemeClr val="tx1"/>
                  </a:solidFill>
                </a:rPr>
                <a:t>SUJET H</a:t>
              </a:r>
              <a:r>
                <a:rPr lang="fr-FR" sz="100" b="1" kern="1200" dirty="0"/>
                <a:t> </a:t>
              </a:r>
            </a:p>
            <a:p>
              <a:pPr algn="ctr"/>
              <a:r>
                <a:rPr lang="fr-FR" sz="100" b="1" kern="1200" dirty="0"/>
                <a:t>💗</a:t>
              </a:r>
              <a:endParaRPr lang="en-US" sz="100" dirty="0">
                <a:solidFill>
                  <a:schemeClr val="tx1"/>
                </a:solidFill>
              </a:endParaRPr>
            </a:p>
          </p:txBody>
        </p:sp>
        <p:sp>
          <p:nvSpPr>
            <p:cNvPr id="15" name="Rectangle 14">
              <a:extLst>
                <a:ext uri="{FF2B5EF4-FFF2-40B4-BE49-F238E27FC236}">
                  <a16:creationId xmlns:a16="http://schemas.microsoft.com/office/drawing/2014/main" id="{14E2009A-EE3E-40C1-9E7C-4900A278D1A4}"/>
                </a:ext>
              </a:extLst>
            </p:cNvPr>
            <p:cNvSpPr/>
            <p:nvPr/>
          </p:nvSpPr>
          <p:spPr>
            <a:xfrm>
              <a:off x="7101818" y="3235158"/>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dirty="0">
                  <a:solidFill>
                    <a:schemeClr val="tx1"/>
                  </a:solidFill>
                </a:rPr>
                <a:t>SUJET D</a:t>
              </a:r>
              <a:r>
                <a:rPr lang="fr-FR" sz="100" b="1" kern="1200" dirty="0"/>
                <a:t> </a:t>
              </a:r>
            </a:p>
            <a:p>
              <a:pPr algn="ctr"/>
              <a:r>
                <a:rPr lang="fr-FR" sz="100" b="1" kern="1200" dirty="0"/>
                <a:t>💗</a:t>
              </a:r>
              <a:r>
                <a:rPr lang="en-US" sz="100" b="1" kern="1200" noProof="0" dirty="0"/>
                <a:t> 🏠</a:t>
              </a:r>
              <a:endParaRPr lang="en-US" sz="100" dirty="0">
                <a:solidFill>
                  <a:schemeClr val="tx1"/>
                </a:solidFill>
              </a:endParaRPr>
            </a:p>
          </p:txBody>
        </p:sp>
        <p:sp>
          <p:nvSpPr>
            <p:cNvPr id="16" name="Rectangle 15">
              <a:extLst>
                <a:ext uri="{FF2B5EF4-FFF2-40B4-BE49-F238E27FC236}">
                  <a16:creationId xmlns:a16="http://schemas.microsoft.com/office/drawing/2014/main" id="{FC602B76-60BA-40BD-B0FD-09D8AFB8E67B}"/>
                </a:ext>
              </a:extLst>
            </p:cNvPr>
            <p:cNvSpPr/>
            <p:nvPr/>
          </p:nvSpPr>
          <p:spPr>
            <a:xfrm>
              <a:off x="5889073" y="4365101"/>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dirty="0">
                  <a:solidFill>
                    <a:schemeClr val="tx1"/>
                  </a:solidFill>
                </a:rPr>
                <a:t>SUJET E</a:t>
              </a:r>
              <a:r>
                <a:rPr lang="en-US" sz="100" b="1" kern="1200" noProof="0" dirty="0"/>
                <a:t> </a:t>
              </a:r>
            </a:p>
            <a:p>
              <a:pPr algn="ctr"/>
              <a:r>
                <a:rPr lang="en-US" sz="100" b="1" kern="1200" noProof="0" dirty="0"/>
                <a:t>🛠️</a:t>
              </a:r>
              <a:endParaRPr lang="en-US" sz="100" dirty="0">
                <a:solidFill>
                  <a:schemeClr val="tx1"/>
                </a:solidFill>
              </a:endParaRPr>
            </a:p>
          </p:txBody>
        </p:sp>
        <p:sp>
          <p:nvSpPr>
            <p:cNvPr id="17" name="Rectangle 16">
              <a:extLst>
                <a:ext uri="{FF2B5EF4-FFF2-40B4-BE49-F238E27FC236}">
                  <a16:creationId xmlns:a16="http://schemas.microsoft.com/office/drawing/2014/main" id="{340B95D6-FF68-42C2-8D80-E0DFB6734968}"/>
                </a:ext>
              </a:extLst>
            </p:cNvPr>
            <p:cNvSpPr/>
            <p:nvPr/>
          </p:nvSpPr>
          <p:spPr>
            <a:xfrm>
              <a:off x="4772695" y="4643729"/>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 dirty="0">
                  <a:solidFill>
                    <a:schemeClr val="tx1"/>
                  </a:solidFill>
                </a:rPr>
                <a:t>SUJET I</a:t>
              </a:r>
            </a:p>
          </p:txBody>
        </p:sp>
      </p:grpSp>
    </p:spTree>
    <p:extLst>
      <p:ext uri="{BB962C8B-B14F-4D97-AF65-F5344CB8AC3E}">
        <p14:creationId xmlns:p14="http://schemas.microsoft.com/office/powerpoint/2010/main" val="162681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AD566F-CB0A-4E87-83AB-4E86FF7F69F3}"/>
              </a:ext>
            </a:extLst>
          </p:cNvPr>
          <p:cNvSpPr>
            <a:spLocks noGrp="1"/>
          </p:cNvSpPr>
          <p:nvPr>
            <p:ph type="title"/>
          </p:nvPr>
        </p:nvSpPr>
        <p:spPr/>
        <p:txBody>
          <a:bodyPr>
            <a:normAutofit fontScale="90000"/>
          </a:bodyPr>
          <a:lstStyle/>
          <a:p>
            <a:r>
              <a:rPr lang="fr-FR"/>
              <a:t>Atelier de cartographie des sujets</a:t>
            </a:r>
            <a:br>
              <a:rPr lang="en-US" dirty="0"/>
            </a:br>
            <a:r>
              <a:rPr lang="en-US" dirty="0" err="1"/>
              <a:t>Utiliser</a:t>
            </a:r>
            <a:r>
              <a:rPr lang="en-US" dirty="0"/>
              <a:t> les </a:t>
            </a:r>
            <a:r>
              <a:rPr lang="en-US" dirty="0" err="1"/>
              <a:t>résultats</a:t>
            </a:r>
            <a:endParaRPr lang="en-US" dirty="0"/>
          </a:p>
        </p:txBody>
      </p:sp>
      <p:sp>
        <p:nvSpPr>
          <p:cNvPr id="3" name="Espace réservé du contenu 2">
            <a:extLst>
              <a:ext uri="{FF2B5EF4-FFF2-40B4-BE49-F238E27FC236}">
                <a16:creationId xmlns:a16="http://schemas.microsoft.com/office/drawing/2014/main" id="{024D94BA-24D1-43A4-B3F2-C064D233DB3A}"/>
              </a:ext>
            </a:extLst>
          </p:cNvPr>
          <p:cNvSpPr>
            <a:spLocks noGrp="1"/>
          </p:cNvSpPr>
          <p:nvPr>
            <p:ph idx="1"/>
          </p:nvPr>
        </p:nvSpPr>
        <p:spPr>
          <a:xfrm>
            <a:off x="4247809" y="2080034"/>
            <a:ext cx="3658351" cy="4439429"/>
          </a:xfrm>
        </p:spPr>
        <p:txBody>
          <a:bodyPr>
            <a:noAutofit/>
          </a:bodyPr>
          <a:lstStyle/>
          <a:p>
            <a:pPr marL="0" indent="0">
              <a:buNone/>
            </a:pPr>
            <a:r>
              <a:rPr lang="fr-FR" sz="1000" dirty="0"/>
              <a:t>Pour chaque zone, décidez de ce qui sera fait pour ces sujets . </a:t>
            </a:r>
          </a:p>
          <a:p>
            <a:pPr marL="0" indent="0">
              <a:buNone/>
            </a:pPr>
            <a:r>
              <a:rPr lang="fr-FR" sz="1000" b="1" kern="1200" dirty="0"/>
              <a:t>💗 </a:t>
            </a:r>
            <a:r>
              <a:rPr lang="en-US" sz="1000" b="1" dirty="0">
                <a:solidFill>
                  <a:srgbClr val="00B050"/>
                </a:solidFill>
              </a:rPr>
              <a:t>AFFINITÉ, 🛠️COMPÉTENCE, </a:t>
            </a:r>
            <a:r>
              <a:rPr lang="en-US" sz="1000" b="1" kern="1200" noProof="0" dirty="0"/>
              <a:t>🏠 </a:t>
            </a:r>
            <a:r>
              <a:rPr lang="en-US" sz="1000" b="1" dirty="0">
                <a:solidFill>
                  <a:srgbClr val="00B050"/>
                </a:solidFill>
              </a:rPr>
              <a:t>VALEUR </a:t>
            </a:r>
            <a:r>
              <a:rPr lang="en-US" sz="1000" dirty="0"/>
              <a:t>: </a:t>
            </a:r>
            <a:r>
              <a:rPr lang="fr-FR" sz="1000" dirty="0"/>
              <a:t>Meilleure zone, intégrer ces sujets dans la raison d'être de la Communauté et dans les activités récurrentes.</a:t>
            </a:r>
            <a:endParaRPr lang="en-US" sz="1000" dirty="0"/>
          </a:p>
          <a:p>
            <a:pPr marL="0" indent="0">
              <a:buNone/>
            </a:pPr>
            <a:r>
              <a:rPr lang="fr-FR" sz="1000" b="1" kern="1200" dirty="0"/>
              <a:t>💗 </a:t>
            </a:r>
            <a:r>
              <a:rPr lang="en-US" sz="1000" b="1" dirty="0">
                <a:solidFill>
                  <a:srgbClr val="00B050"/>
                </a:solidFill>
              </a:rPr>
              <a:t>AFFINITÉ, 🛠️COMPÉTENCE, </a:t>
            </a:r>
            <a:r>
              <a:rPr lang="en-US" sz="1000" b="1" dirty="0">
                <a:solidFill>
                  <a:srgbClr val="FF0000"/>
                </a:solidFill>
              </a:rPr>
              <a:t>PAS DE VALEUR </a:t>
            </a:r>
            <a:r>
              <a:rPr lang="en-US" sz="1000" dirty="0"/>
              <a:t>: </a:t>
            </a:r>
            <a:r>
              <a:rPr lang="fr-FR" sz="1000" dirty="0"/>
              <a:t>Ne pas s'intégrer dans les activités de base de la Communauté, mais présenter les membres qui aiment le sujet les uns aux autres pour favoriser le lien au sein de la Communauté.</a:t>
            </a:r>
          </a:p>
          <a:p>
            <a:pPr marL="0" indent="0">
              <a:buNone/>
            </a:pPr>
            <a:r>
              <a:rPr lang="fr-FR" sz="1000" b="1" kern="1200" dirty="0"/>
              <a:t>💗 </a:t>
            </a:r>
            <a:r>
              <a:rPr lang="en-US" sz="1000" b="1" dirty="0">
                <a:solidFill>
                  <a:srgbClr val="00B050"/>
                </a:solidFill>
              </a:rPr>
              <a:t>AFFINITÉ, </a:t>
            </a:r>
            <a:r>
              <a:rPr lang="en-US" sz="1000" b="1" dirty="0">
                <a:solidFill>
                  <a:srgbClr val="FF0000"/>
                </a:solidFill>
              </a:rPr>
              <a:t>PAS DE COMPÉTENCE</a:t>
            </a:r>
            <a:r>
              <a:rPr lang="en-US" sz="1000" dirty="0"/>
              <a:t>, </a:t>
            </a:r>
            <a:r>
              <a:rPr lang="en-US" sz="1000" b="1" kern="1200" noProof="0" dirty="0"/>
              <a:t>🏠 </a:t>
            </a:r>
            <a:r>
              <a:rPr lang="en-US" sz="1000" b="1" dirty="0">
                <a:solidFill>
                  <a:srgbClr val="00B050"/>
                </a:solidFill>
              </a:rPr>
              <a:t>VALEUR</a:t>
            </a:r>
            <a:r>
              <a:rPr lang="en-US" sz="1000" dirty="0"/>
              <a:t> : </a:t>
            </a:r>
            <a:r>
              <a:rPr lang="fr-FR" sz="1000" dirty="0"/>
              <a:t>Inviter des intervenants externes pour enseigner ces sujets à la Communauté ou obtenir du contenu externe.</a:t>
            </a:r>
          </a:p>
          <a:p>
            <a:pPr marL="0" indent="0">
              <a:buNone/>
            </a:pPr>
            <a:r>
              <a:rPr lang="en-US" sz="1000" b="1" dirty="0">
                <a:solidFill>
                  <a:srgbClr val="FF0000"/>
                </a:solidFill>
              </a:rPr>
              <a:t>PAS D’AFFINITÉ</a:t>
            </a:r>
            <a:r>
              <a:rPr lang="en-US" sz="1000" dirty="0"/>
              <a:t>, </a:t>
            </a:r>
            <a:r>
              <a:rPr lang="en-US" sz="1000" b="1" dirty="0">
                <a:solidFill>
                  <a:srgbClr val="00B050"/>
                </a:solidFill>
              </a:rPr>
              <a:t>🛠️COMPÉTENCE, </a:t>
            </a:r>
            <a:r>
              <a:rPr lang="en-US" sz="1000" b="1" kern="1200" noProof="0" dirty="0"/>
              <a:t>🏠 </a:t>
            </a:r>
            <a:r>
              <a:rPr lang="en-US" sz="1000" b="1" dirty="0">
                <a:solidFill>
                  <a:srgbClr val="00B050"/>
                </a:solidFill>
              </a:rPr>
              <a:t>VALEUR </a:t>
            </a:r>
            <a:r>
              <a:rPr lang="en-US" sz="1000" dirty="0"/>
              <a:t>: </a:t>
            </a:r>
            <a:r>
              <a:rPr lang="fr-FR" sz="1000" dirty="0"/>
              <a:t>Faites un brainstorming pour trouver des formats plaisants sur ces sujets, automatisez ces sujets, ouvrez ces sujets de temps en temps, mais pas comme une activité récurrente.</a:t>
            </a:r>
            <a:endParaRPr lang="en-US" sz="1000" dirty="0"/>
          </a:p>
          <a:p>
            <a:pPr marL="0" indent="0">
              <a:buNone/>
            </a:pPr>
            <a:r>
              <a:rPr lang="en-US" sz="1000" b="1" dirty="0"/>
              <a:t>💗 AFFINITÉ SEULEMENT, 🛠️COMPÉTENCE SEULEMENT, VALEUR SEULEMENT</a:t>
            </a:r>
            <a:r>
              <a:rPr lang="en-US" sz="1000" dirty="0"/>
              <a:t>: </a:t>
            </a:r>
            <a:r>
              <a:rPr lang="fr-FR" sz="1000" dirty="0"/>
              <a:t>Laissez ces sujets pour le moment. Lorsque vous êtes à court de "sujets en deux points", vous pouvez faire un brainstorming pour améliorer ces sujets en un point.</a:t>
            </a:r>
          </a:p>
          <a:p>
            <a:pPr marL="0" indent="0">
              <a:buNone/>
            </a:pPr>
            <a:r>
              <a:rPr lang="en-US" sz="1000" b="1" dirty="0"/>
              <a:t>RIEN : </a:t>
            </a:r>
            <a:r>
              <a:rPr lang="fr-FR" sz="1000" dirty="0"/>
              <a:t>Laissez ces sujets en dehors de la Communauté</a:t>
            </a:r>
            <a:endParaRPr lang="en-US" sz="1000" dirty="0"/>
          </a:p>
        </p:txBody>
      </p:sp>
      <p:grpSp>
        <p:nvGrpSpPr>
          <p:cNvPr id="20" name="Groupe 19">
            <a:extLst>
              <a:ext uri="{FF2B5EF4-FFF2-40B4-BE49-F238E27FC236}">
                <a16:creationId xmlns:a16="http://schemas.microsoft.com/office/drawing/2014/main" id="{63E4A224-3186-4CCD-8059-EBE2AF7E8A8C}"/>
              </a:ext>
            </a:extLst>
          </p:cNvPr>
          <p:cNvGrpSpPr/>
          <p:nvPr/>
        </p:nvGrpSpPr>
        <p:grpSpPr>
          <a:xfrm>
            <a:off x="257663" y="2718033"/>
            <a:ext cx="3838211" cy="3267513"/>
            <a:chOff x="4772695" y="2191122"/>
            <a:chExt cx="3339571" cy="2843016"/>
          </a:xfrm>
        </p:grpSpPr>
        <p:grpSp>
          <p:nvGrpSpPr>
            <p:cNvPr id="21" name="Groupe 20">
              <a:extLst>
                <a:ext uri="{FF2B5EF4-FFF2-40B4-BE49-F238E27FC236}">
                  <a16:creationId xmlns:a16="http://schemas.microsoft.com/office/drawing/2014/main" id="{12F531EF-8413-4B40-85EB-D111D96AF65A}"/>
                </a:ext>
              </a:extLst>
            </p:cNvPr>
            <p:cNvGrpSpPr/>
            <p:nvPr/>
          </p:nvGrpSpPr>
          <p:grpSpPr>
            <a:xfrm>
              <a:off x="5168373" y="2191122"/>
              <a:ext cx="2943893" cy="2778601"/>
              <a:chOff x="5168375" y="2191123"/>
              <a:chExt cx="2943894" cy="2778602"/>
            </a:xfrm>
          </p:grpSpPr>
          <p:sp>
            <p:nvSpPr>
              <p:cNvPr id="31" name="Forme libre : forme 30">
                <a:extLst>
                  <a:ext uri="{FF2B5EF4-FFF2-40B4-BE49-F238E27FC236}">
                    <a16:creationId xmlns:a16="http://schemas.microsoft.com/office/drawing/2014/main" id="{F6BEBE48-573F-4ACA-ADC8-61964EAC68AA}"/>
                  </a:ext>
                </a:extLst>
              </p:cNvPr>
              <p:cNvSpPr/>
              <p:nvPr/>
            </p:nvSpPr>
            <p:spPr>
              <a:xfrm>
                <a:off x="5785368" y="2191123"/>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227988" tIns="299234" rIns="227988" bIns="641216" numCol="1" spcCol="1270" anchor="ctr" anchorCtr="0">
                <a:noAutofit/>
              </a:bodyPr>
              <a:lstStyle/>
              <a:p>
                <a:pPr marL="0" lvl="0" indent="0" algn="ctr" defTabSz="577850">
                  <a:lnSpc>
                    <a:spcPct val="90000"/>
                  </a:lnSpc>
                  <a:spcBef>
                    <a:spcPct val="0"/>
                  </a:spcBef>
                  <a:spcAft>
                    <a:spcPct val="35000"/>
                  </a:spcAft>
                  <a:buNone/>
                </a:pPr>
                <a:r>
                  <a:rPr lang="fr-FR" sz="800" b="1" kern="1200" dirty="0"/>
                  <a:t>💗AFFINITÉ : </a:t>
                </a:r>
                <a:r>
                  <a:rPr lang="fr-FR" sz="800" kern="1200" noProof="0" dirty="0"/>
                  <a:t>Les sujets que nous aimons le plus</a:t>
                </a:r>
                <a:endParaRPr lang="en-US" sz="800" kern="1200" noProof="0" dirty="0"/>
              </a:p>
            </p:txBody>
          </p:sp>
          <p:sp>
            <p:nvSpPr>
              <p:cNvPr id="32" name="Forme libre : forme 31">
                <a:extLst>
                  <a:ext uri="{FF2B5EF4-FFF2-40B4-BE49-F238E27FC236}">
                    <a16:creationId xmlns:a16="http://schemas.microsoft.com/office/drawing/2014/main" id="{B5363550-4FB6-4EEA-B3F5-799360A70B05}"/>
                  </a:ext>
                </a:extLst>
              </p:cNvPr>
              <p:cNvSpPr/>
              <p:nvPr/>
            </p:nvSpPr>
            <p:spPr>
              <a:xfrm>
                <a:off x="6402360" y="3259816"/>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522947" tIns="441727" rIns="161017" bIns="327732" numCol="1" spcCol="1270" anchor="ctr" anchorCtr="0">
                <a:noAutofit/>
              </a:bodyPr>
              <a:lstStyle/>
              <a:p>
                <a:pPr marL="0" lvl="0" indent="0" algn="ctr" defTabSz="577850">
                  <a:lnSpc>
                    <a:spcPct val="90000"/>
                  </a:lnSpc>
                  <a:spcBef>
                    <a:spcPct val="0"/>
                  </a:spcBef>
                  <a:spcAft>
                    <a:spcPct val="35000"/>
                  </a:spcAft>
                  <a:buNone/>
                </a:pPr>
                <a:r>
                  <a:rPr lang="en-US" sz="800" b="1" kern="1200" noProof="0" dirty="0"/>
                  <a:t>🏠VALEUR : </a:t>
                </a:r>
                <a:r>
                  <a:rPr lang="fr-FR" sz="800" kern="1200" noProof="0" dirty="0"/>
                  <a:t>Les sujets ayant le plus d'impact positif</a:t>
                </a:r>
                <a:endParaRPr lang="en-US" sz="800" kern="1200" noProof="0" dirty="0"/>
              </a:p>
            </p:txBody>
          </p:sp>
          <p:sp>
            <p:nvSpPr>
              <p:cNvPr id="33" name="Forme libre : forme 32">
                <a:extLst>
                  <a:ext uri="{FF2B5EF4-FFF2-40B4-BE49-F238E27FC236}">
                    <a16:creationId xmlns:a16="http://schemas.microsoft.com/office/drawing/2014/main" id="{65560411-3204-44F2-833C-D5624BF72B54}"/>
                  </a:ext>
                </a:extLst>
              </p:cNvPr>
              <p:cNvSpPr/>
              <p:nvPr/>
            </p:nvSpPr>
            <p:spPr>
              <a:xfrm>
                <a:off x="5168375" y="3259816"/>
                <a:ext cx="1709909" cy="1709909"/>
              </a:xfrm>
              <a:custGeom>
                <a:avLst/>
                <a:gdLst>
                  <a:gd name="connsiteX0" fmla="*/ 0 w 1709909"/>
                  <a:gd name="connsiteY0" fmla="*/ 854955 h 1709909"/>
                  <a:gd name="connsiteX1" fmla="*/ 854955 w 1709909"/>
                  <a:gd name="connsiteY1" fmla="*/ 0 h 1709909"/>
                  <a:gd name="connsiteX2" fmla="*/ 1709910 w 1709909"/>
                  <a:gd name="connsiteY2" fmla="*/ 854955 h 1709909"/>
                  <a:gd name="connsiteX3" fmla="*/ 854955 w 1709909"/>
                  <a:gd name="connsiteY3" fmla="*/ 1709910 h 1709909"/>
                  <a:gd name="connsiteX4" fmla="*/ 0 w 1709909"/>
                  <a:gd name="connsiteY4" fmla="*/ 854955 h 1709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9909" h="1709909">
                    <a:moveTo>
                      <a:pt x="0" y="854955"/>
                    </a:moveTo>
                    <a:cubicBezTo>
                      <a:pt x="0" y="382776"/>
                      <a:pt x="382776" y="0"/>
                      <a:pt x="854955" y="0"/>
                    </a:cubicBezTo>
                    <a:cubicBezTo>
                      <a:pt x="1327134" y="0"/>
                      <a:pt x="1709910" y="382776"/>
                      <a:pt x="1709910" y="854955"/>
                    </a:cubicBezTo>
                    <a:cubicBezTo>
                      <a:pt x="1709910" y="1327134"/>
                      <a:pt x="1327134" y="1709910"/>
                      <a:pt x="854955" y="1709910"/>
                    </a:cubicBezTo>
                    <a:cubicBezTo>
                      <a:pt x="382776" y="1709910"/>
                      <a:pt x="0" y="1327134"/>
                      <a:pt x="0" y="854955"/>
                    </a:cubicBezTo>
                    <a:close/>
                  </a:path>
                </a:pathLst>
              </a:custGeom>
            </p:spPr>
            <p:style>
              <a:lnRef idx="2">
                <a:schemeClr val="lt1">
                  <a:hueOff val="0"/>
                  <a:satOff val="0"/>
                  <a:lumOff val="0"/>
                  <a:alphaOff val="0"/>
                </a:schemeClr>
              </a:lnRef>
              <a:fillRef idx="1">
                <a:schemeClr val="accent1">
                  <a:alpha val="50000"/>
                  <a:hueOff val="0"/>
                  <a:satOff val="0"/>
                  <a:lumOff val="0"/>
                  <a:alphaOff val="0"/>
                </a:schemeClr>
              </a:fillRef>
              <a:effectRef idx="0">
                <a:schemeClr val="accent1">
                  <a:alpha val="50000"/>
                  <a:hueOff val="0"/>
                  <a:satOff val="0"/>
                  <a:lumOff val="0"/>
                  <a:alphaOff val="0"/>
                </a:schemeClr>
              </a:effectRef>
              <a:fontRef idx="minor">
                <a:schemeClr val="tx1"/>
              </a:fontRef>
            </p:style>
            <p:txBody>
              <a:bodyPr spcFirstLastPara="0" vert="horz" wrap="square" lIns="161017" tIns="441727" rIns="522947" bIns="327732" numCol="1" spcCol="1270" anchor="ctr" anchorCtr="0">
                <a:noAutofit/>
              </a:bodyPr>
              <a:lstStyle/>
              <a:p>
                <a:pPr marL="0" lvl="0" indent="0" algn="ctr" defTabSz="577850">
                  <a:lnSpc>
                    <a:spcPct val="90000"/>
                  </a:lnSpc>
                  <a:spcBef>
                    <a:spcPct val="0"/>
                  </a:spcBef>
                  <a:spcAft>
                    <a:spcPct val="35000"/>
                  </a:spcAft>
                  <a:buNone/>
                </a:pPr>
                <a:r>
                  <a:rPr lang="en-US" sz="800" b="1" kern="1200" noProof="0" dirty="0"/>
                  <a:t>🛠️COMPÉTENCE : </a:t>
                </a:r>
                <a:r>
                  <a:rPr lang="fr-FR" sz="800" kern="1200" noProof="0" dirty="0"/>
                  <a:t>Les sujets dans lesquels nous sommes les plus compétents</a:t>
                </a:r>
                <a:endParaRPr lang="en-US" sz="800" kern="1200" noProof="0" dirty="0"/>
              </a:p>
            </p:txBody>
          </p:sp>
        </p:grpSp>
        <p:sp>
          <p:nvSpPr>
            <p:cNvPr id="22" name="Rectangle 21">
              <a:extLst>
                <a:ext uri="{FF2B5EF4-FFF2-40B4-BE49-F238E27FC236}">
                  <a16:creationId xmlns:a16="http://schemas.microsoft.com/office/drawing/2014/main" id="{9FACCF08-66DA-4FE1-93F1-E01C6640F058}"/>
                </a:ext>
              </a:extLst>
            </p:cNvPr>
            <p:cNvSpPr/>
            <p:nvPr/>
          </p:nvSpPr>
          <p:spPr>
            <a:xfrm>
              <a:off x="6333718" y="2335059"/>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G</a:t>
              </a:r>
              <a:r>
                <a:rPr lang="fr-FR" sz="700" b="1" kern="1200" dirty="0">
                  <a:solidFill>
                    <a:schemeClr val="tx1"/>
                  </a:solidFill>
                </a:rPr>
                <a:t> </a:t>
              </a:r>
            </a:p>
            <a:p>
              <a:pPr algn="ctr"/>
              <a:r>
                <a:rPr lang="fr-FR" sz="700" b="1" kern="1200" dirty="0">
                  <a:solidFill>
                    <a:schemeClr val="tx1"/>
                  </a:solidFill>
                </a:rPr>
                <a:t>💗</a:t>
              </a:r>
              <a:endParaRPr lang="en-US" sz="700" dirty="0">
                <a:solidFill>
                  <a:schemeClr val="tx1"/>
                </a:solidFill>
              </a:endParaRPr>
            </a:p>
          </p:txBody>
        </p:sp>
        <p:sp>
          <p:nvSpPr>
            <p:cNvPr id="23" name="Rectangle 22">
              <a:extLst>
                <a:ext uri="{FF2B5EF4-FFF2-40B4-BE49-F238E27FC236}">
                  <a16:creationId xmlns:a16="http://schemas.microsoft.com/office/drawing/2014/main" id="{9EF869DD-017B-4149-8238-C4D02F4FBD68}"/>
                </a:ext>
              </a:extLst>
            </p:cNvPr>
            <p:cNvSpPr/>
            <p:nvPr/>
          </p:nvSpPr>
          <p:spPr>
            <a:xfrm>
              <a:off x="5804844" y="3176941"/>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B</a:t>
              </a:r>
              <a:r>
                <a:rPr lang="fr-FR" sz="700" b="1" kern="1200" dirty="0">
                  <a:solidFill>
                    <a:schemeClr val="tx1"/>
                  </a:solidFill>
                </a:rPr>
                <a:t> </a:t>
              </a:r>
            </a:p>
            <a:p>
              <a:pPr algn="ctr"/>
              <a:r>
                <a:rPr lang="fr-FR" sz="700" b="1" kern="1200" dirty="0">
                  <a:solidFill>
                    <a:schemeClr val="tx1"/>
                  </a:solidFill>
                </a:rPr>
                <a:t>💗</a:t>
              </a:r>
              <a:r>
                <a:rPr lang="en-US" sz="700" b="1" kern="1200" noProof="0" dirty="0">
                  <a:solidFill>
                    <a:schemeClr val="tx1"/>
                  </a:solidFill>
                </a:rPr>
                <a:t> 🛠️</a:t>
              </a:r>
              <a:endParaRPr lang="en-US" sz="700" dirty="0">
                <a:solidFill>
                  <a:schemeClr val="tx1"/>
                </a:solidFill>
              </a:endParaRPr>
            </a:p>
          </p:txBody>
        </p:sp>
        <p:sp>
          <p:nvSpPr>
            <p:cNvPr id="24" name="Rectangle 23">
              <a:extLst>
                <a:ext uri="{FF2B5EF4-FFF2-40B4-BE49-F238E27FC236}">
                  <a16:creationId xmlns:a16="http://schemas.microsoft.com/office/drawing/2014/main" id="{F7E5FE6D-62B4-4111-9B99-D33EF3D4C2FD}"/>
                </a:ext>
              </a:extLst>
            </p:cNvPr>
            <p:cNvSpPr/>
            <p:nvPr/>
          </p:nvSpPr>
          <p:spPr>
            <a:xfrm>
              <a:off x="7627469" y="4326677"/>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F</a:t>
              </a:r>
              <a:r>
                <a:rPr lang="en-US" sz="700" b="1" kern="1200" noProof="0" dirty="0">
                  <a:solidFill>
                    <a:schemeClr val="tx1"/>
                  </a:solidFill>
                </a:rPr>
                <a:t> 🏠</a:t>
              </a:r>
              <a:endParaRPr lang="en-US" sz="700" dirty="0">
                <a:solidFill>
                  <a:schemeClr val="tx1"/>
                </a:solidFill>
              </a:endParaRPr>
            </a:p>
          </p:txBody>
        </p:sp>
        <p:sp>
          <p:nvSpPr>
            <p:cNvPr id="25" name="Rectangle 24">
              <a:extLst>
                <a:ext uri="{FF2B5EF4-FFF2-40B4-BE49-F238E27FC236}">
                  <a16:creationId xmlns:a16="http://schemas.microsoft.com/office/drawing/2014/main" id="{6E943A62-1832-47BB-93F9-3D7F9E50D089}"/>
                </a:ext>
              </a:extLst>
            </p:cNvPr>
            <p:cNvSpPr/>
            <p:nvPr/>
          </p:nvSpPr>
          <p:spPr>
            <a:xfrm>
              <a:off x="6349778" y="3533841"/>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A</a:t>
              </a:r>
              <a:r>
                <a:rPr lang="fr-FR" sz="700" b="1" kern="1200" dirty="0">
                  <a:solidFill>
                    <a:schemeClr val="tx1"/>
                  </a:solidFill>
                </a:rPr>
                <a:t> </a:t>
              </a:r>
            </a:p>
            <a:p>
              <a:pPr algn="ctr"/>
              <a:r>
                <a:rPr lang="fr-FR" sz="300" b="1" kern="1200" dirty="0">
                  <a:solidFill>
                    <a:schemeClr val="tx1"/>
                  </a:solidFill>
                </a:rPr>
                <a:t>💗</a:t>
              </a:r>
              <a:r>
                <a:rPr lang="en-US" sz="300" b="1" kern="1200" noProof="0" dirty="0">
                  <a:solidFill>
                    <a:schemeClr val="tx1"/>
                  </a:solidFill>
                </a:rPr>
                <a:t> 🏠 🛠️</a:t>
              </a:r>
              <a:endParaRPr lang="en-US" sz="300" dirty="0">
                <a:solidFill>
                  <a:schemeClr val="tx1"/>
                </a:solidFill>
              </a:endParaRPr>
            </a:p>
          </p:txBody>
        </p:sp>
        <p:sp>
          <p:nvSpPr>
            <p:cNvPr id="26" name="Rectangle 25">
              <a:extLst>
                <a:ext uri="{FF2B5EF4-FFF2-40B4-BE49-F238E27FC236}">
                  <a16:creationId xmlns:a16="http://schemas.microsoft.com/office/drawing/2014/main" id="{40B59317-2194-45BF-99F5-4795E3D45EF2}"/>
                </a:ext>
              </a:extLst>
            </p:cNvPr>
            <p:cNvSpPr/>
            <p:nvPr/>
          </p:nvSpPr>
          <p:spPr>
            <a:xfrm>
              <a:off x="6349779" y="4198993"/>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C</a:t>
              </a:r>
              <a:r>
                <a:rPr lang="en-US" sz="700" b="1" kern="1200" noProof="0" dirty="0">
                  <a:solidFill>
                    <a:schemeClr val="tx1"/>
                  </a:solidFill>
                </a:rPr>
                <a:t> </a:t>
              </a:r>
            </a:p>
            <a:p>
              <a:pPr algn="ctr"/>
              <a:r>
                <a:rPr lang="en-US" sz="700" b="1" kern="1200" noProof="0" dirty="0">
                  <a:solidFill>
                    <a:schemeClr val="tx1"/>
                  </a:solidFill>
                </a:rPr>
                <a:t>🛠️ 🏠</a:t>
              </a:r>
              <a:endParaRPr lang="en-US" sz="700" dirty="0">
                <a:solidFill>
                  <a:schemeClr val="tx1"/>
                </a:solidFill>
              </a:endParaRPr>
            </a:p>
          </p:txBody>
        </p:sp>
        <p:sp>
          <p:nvSpPr>
            <p:cNvPr id="27" name="Rectangle 26">
              <a:extLst>
                <a:ext uri="{FF2B5EF4-FFF2-40B4-BE49-F238E27FC236}">
                  <a16:creationId xmlns:a16="http://schemas.microsoft.com/office/drawing/2014/main" id="{2F62A72F-4851-44BD-A668-12D2A4FD164C}"/>
                </a:ext>
              </a:extLst>
            </p:cNvPr>
            <p:cNvSpPr/>
            <p:nvPr/>
          </p:nvSpPr>
          <p:spPr>
            <a:xfrm>
              <a:off x="6788630" y="2310401"/>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H</a:t>
              </a:r>
              <a:r>
                <a:rPr lang="fr-FR" sz="700" b="1" kern="1200" dirty="0">
                  <a:solidFill>
                    <a:schemeClr val="tx1"/>
                  </a:solidFill>
                </a:rPr>
                <a:t> </a:t>
              </a:r>
            </a:p>
            <a:p>
              <a:pPr algn="ctr"/>
              <a:r>
                <a:rPr lang="fr-FR" sz="700" b="1" kern="1200" dirty="0">
                  <a:solidFill>
                    <a:schemeClr val="tx1"/>
                  </a:solidFill>
                </a:rPr>
                <a:t>💗</a:t>
              </a:r>
              <a:endParaRPr lang="en-US" sz="700" dirty="0">
                <a:solidFill>
                  <a:schemeClr val="tx1"/>
                </a:solidFill>
              </a:endParaRPr>
            </a:p>
          </p:txBody>
        </p:sp>
        <p:sp>
          <p:nvSpPr>
            <p:cNvPr id="28" name="Rectangle 27">
              <a:extLst>
                <a:ext uri="{FF2B5EF4-FFF2-40B4-BE49-F238E27FC236}">
                  <a16:creationId xmlns:a16="http://schemas.microsoft.com/office/drawing/2014/main" id="{0F8D61A4-5795-447D-91F9-1AE4F99EB853}"/>
                </a:ext>
              </a:extLst>
            </p:cNvPr>
            <p:cNvSpPr/>
            <p:nvPr/>
          </p:nvSpPr>
          <p:spPr>
            <a:xfrm>
              <a:off x="7101815" y="3235156"/>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D</a:t>
              </a:r>
              <a:r>
                <a:rPr lang="fr-FR" sz="700" b="1" kern="1200" dirty="0">
                  <a:solidFill>
                    <a:schemeClr val="tx1"/>
                  </a:solidFill>
                </a:rPr>
                <a:t> </a:t>
              </a:r>
            </a:p>
            <a:p>
              <a:pPr algn="ctr"/>
              <a:r>
                <a:rPr lang="fr-FR" sz="700" b="1" kern="1200" dirty="0">
                  <a:solidFill>
                    <a:schemeClr val="tx1"/>
                  </a:solidFill>
                </a:rPr>
                <a:t>💗</a:t>
              </a:r>
              <a:r>
                <a:rPr lang="en-US" sz="700" b="1" kern="1200" noProof="0" dirty="0">
                  <a:solidFill>
                    <a:schemeClr val="tx1"/>
                  </a:solidFill>
                </a:rPr>
                <a:t> 🏠</a:t>
              </a:r>
              <a:endParaRPr lang="en-US" sz="700" dirty="0">
                <a:solidFill>
                  <a:schemeClr val="tx1"/>
                </a:solidFill>
              </a:endParaRPr>
            </a:p>
          </p:txBody>
        </p:sp>
        <p:sp>
          <p:nvSpPr>
            <p:cNvPr id="29" name="Rectangle 28">
              <a:extLst>
                <a:ext uri="{FF2B5EF4-FFF2-40B4-BE49-F238E27FC236}">
                  <a16:creationId xmlns:a16="http://schemas.microsoft.com/office/drawing/2014/main" id="{1BC465B1-7952-4A14-ABA4-708987C9F4DD}"/>
                </a:ext>
              </a:extLst>
            </p:cNvPr>
            <p:cNvSpPr/>
            <p:nvPr/>
          </p:nvSpPr>
          <p:spPr>
            <a:xfrm>
              <a:off x="5889071" y="4365098"/>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E</a:t>
              </a:r>
              <a:r>
                <a:rPr lang="en-US" sz="700" b="1" kern="1200" noProof="0" dirty="0">
                  <a:solidFill>
                    <a:schemeClr val="tx1"/>
                  </a:solidFill>
                </a:rPr>
                <a:t> </a:t>
              </a:r>
            </a:p>
            <a:p>
              <a:pPr algn="ctr"/>
              <a:r>
                <a:rPr lang="en-US" sz="700" b="1" kern="1200" noProof="0" dirty="0">
                  <a:solidFill>
                    <a:schemeClr val="tx1"/>
                  </a:solidFill>
                </a:rPr>
                <a:t>🛠️</a:t>
              </a:r>
              <a:endParaRPr lang="en-US" sz="700" dirty="0">
                <a:solidFill>
                  <a:schemeClr val="tx1"/>
                </a:solidFill>
              </a:endParaRPr>
            </a:p>
          </p:txBody>
        </p:sp>
        <p:sp>
          <p:nvSpPr>
            <p:cNvPr id="30" name="Rectangle 29">
              <a:extLst>
                <a:ext uri="{FF2B5EF4-FFF2-40B4-BE49-F238E27FC236}">
                  <a16:creationId xmlns:a16="http://schemas.microsoft.com/office/drawing/2014/main" id="{0B0D3AA7-17F0-4A56-BB0A-91D4671DBD6E}"/>
                </a:ext>
              </a:extLst>
            </p:cNvPr>
            <p:cNvSpPr/>
            <p:nvPr/>
          </p:nvSpPr>
          <p:spPr>
            <a:xfrm>
              <a:off x="4772695" y="4643729"/>
              <a:ext cx="395680" cy="39040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I</a:t>
              </a:r>
            </a:p>
          </p:txBody>
        </p:sp>
      </p:grpSp>
      <p:sp>
        <p:nvSpPr>
          <p:cNvPr id="34" name="Espace réservé du contenu 2">
            <a:extLst>
              <a:ext uri="{FF2B5EF4-FFF2-40B4-BE49-F238E27FC236}">
                <a16:creationId xmlns:a16="http://schemas.microsoft.com/office/drawing/2014/main" id="{0D421C08-A0BC-49D3-AE43-37C221BC6F58}"/>
              </a:ext>
            </a:extLst>
          </p:cNvPr>
          <p:cNvSpPr txBox="1">
            <a:spLocks/>
          </p:cNvSpPr>
          <p:nvPr/>
        </p:nvSpPr>
        <p:spPr>
          <a:xfrm>
            <a:off x="8161195" y="2154115"/>
            <a:ext cx="3197499" cy="3976382"/>
          </a:xfrm>
          <a:prstGeom prst="rect">
            <a:avLst/>
          </a:prstGeom>
          <a:solidFill>
            <a:srgbClr val="EC7B2B"/>
          </a:solidFill>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000" b="1" dirty="0"/>
              <a:t>Que faire d’autre avec le résultat de l’atelier ?</a:t>
            </a:r>
          </a:p>
          <a:p>
            <a:pPr marL="0" indent="0">
              <a:buFont typeface="Arial" panose="020B0604020202020204" pitchFamily="34" charset="0"/>
              <a:buNone/>
            </a:pPr>
            <a:endParaRPr lang="fr-FR" sz="1000" dirty="0"/>
          </a:p>
          <a:p>
            <a:pPr marL="0" indent="0">
              <a:buFont typeface="Arial" panose="020B0604020202020204" pitchFamily="34" charset="0"/>
              <a:buNone/>
            </a:pPr>
            <a:r>
              <a:rPr lang="fr-FR" sz="1000" dirty="0"/>
              <a:t>✔️ L'utiliser comme base pour définir la feuille de route communautaire.</a:t>
            </a:r>
          </a:p>
          <a:p>
            <a:pPr marL="0" indent="0">
              <a:buFont typeface="Arial" panose="020B0604020202020204" pitchFamily="34" charset="0"/>
              <a:buNone/>
            </a:pPr>
            <a:r>
              <a:rPr lang="fr-FR" sz="1000" dirty="0"/>
              <a:t>🔍 L'utiliser pour les termes de recherche en cas de curation de contenu.</a:t>
            </a:r>
          </a:p>
          <a:p>
            <a:pPr marL="0" indent="0">
              <a:buFont typeface="Arial" panose="020B0604020202020204" pitchFamily="34" charset="0"/>
              <a:buNone/>
            </a:pPr>
            <a:r>
              <a:rPr lang="fr-FR" sz="1000" dirty="0"/>
              <a:t>🔲 L'utiliser pour définir le périmètre de la Communauté avec les non-membres (parties prenantes, futurs membres, ...).</a:t>
            </a:r>
          </a:p>
          <a:p>
            <a:pPr marL="0" indent="0">
              <a:buFont typeface="Arial" panose="020B0604020202020204" pitchFamily="34" charset="0"/>
              <a:buNone/>
            </a:pPr>
            <a:r>
              <a:rPr lang="fr-FR" sz="1000" dirty="0"/>
              <a:t>💡 Utilisez-le pour les futurs brainstormings.</a:t>
            </a:r>
          </a:p>
          <a:p>
            <a:pPr marL="0" indent="0">
              <a:buFont typeface="Arial" panose="020B0604020202020204" pitchFamily="34" charset="0"/>
              <a:buNone/>
            </a:pPr>
            <a:r>
              <a:rPr lang="fr-FR" sz="1000" dirty="0"/>
              <a:t>📅 Le mettre à jour régulièrement (exemple : une fois par trimestre ou toutes les 10 sessions) ou lorsque les membres de la Communauté ont radicalement </a:t>
            </a:r>
            <a:r>
              <a:rPr lang="fr-FR" sz="1000" dirty="0" err="1"/>
              <a:t>changé.Traduit</a:t>
            </a:r>
            <a:r>
              <a:rPr lang="fr-FR" sz="1000" dirty="0"/>
              <a:t> avec www.DeepL.com/Translator (version gratuite)</a:t>
            </a:r>
          </a:p>
        </p:txBody>
      </p:sp>
    </p:spTree>
    <p:extLst>
      <p:ext uri="{BB962C8B-B14F-4D97-AF65-F5344CB8AC3E}">
        <p14:creationId xmlns:p14="http://schemas.microsoft.com/office/powerpoint/2010/main" val="2079675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E6DB46-6E58-4E29-9F7E-AFAF6391A5C5}"/>
              </a:ext>
            </a:extLst>
          </p:cNvPr>
          <p:cNvSpPr>
            <a:spLocks noGrp="1"/>
          </p:cNvSpPr>
          <p:nvPr>
            <p:ph type="title"/>
          </p:nvPr>
        </p:nvSpPr>
        <p:spPr/>
        <p:txBody>
          <a:bodyPr>
            <a:normAutofit fontScale="90000"/>
          </a:bodyPr>
          <a:lstStyle/>
          <a:p>
            <a:r>
              <a:rPr lang="fr-FR" sz="4000" dirty="0"/>
              <a:t>Atelier de cartographie des sujets</a:t>
            </a:r>
            <a:br>
              <a:rPr lang="en-US" sz="4000" dirty="0"/>
            </a:br>
            <a:r>
              <a:rPr lang="fr-FR" sz="4000" dirty="0"/>
              <a:t>Atelier pas à pas (illustré)</a:t>
            </a:r>
            <a:endParaRPr lang="fr-FR" dirty="0"/>
          </a:p>
        </p:txBody>
      </p:sp>
      <p:sp>
        <p:nvSpPr>
          <p:cNvPr id="4" name="Rectangle 3">
            <a:extLst>
              <a:ext uri="{FF2B5EF4-FFF2-40B4-BE49-F238E27FC236}">
                <a16:creationId xmlns:a16="http://schemas.microsoft.com/office/drawing/2014/main" id="{E36960E1-E9F8-4A72-BB1B-5F31C8461639}"/>
              </a:ext>
            </a:extLst>
          </p:cNvPr>
          <p:cNvSpPr/>
          <p:nvPr/>
        </p:nvSpPr>
        <p:spPr>
          <a:xfrm>
            <a:off x="367313" y="4051539"/>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G</a:t>
            </a:r>
            <a:r>
              <a:rPr lang="fr-FR" sz="1100" b="1" kern="1200" dirty="0">
                <a:solidFill>
                  <a:schemeClr val="tx1"/>
                </a:solidFill>
              </a:rPr>
              <a:t> </a:t>
            </a:r>
          </a:p>
          <a:p>
            <a:pPr algn="ctr"/>
            <a:endParaRPr lang="en-US" sz="1100" dirty="0">
              <a:solidFill>
                <a:schemeClr val="tx1"/>
              </a:solidFill>
            </a:endParaRPr>
          </a:p>
        </p:txBody>
      </p:sp>
      <p:sp>
        <p:nvSpPr>
          <p:cNvPr id="5" name="Rectangle 4">
            <a:extLst>
              <a:ext uri="{FF2B5EF4-FFF2-40B4-BE49-F238E27FC236}">
                <a16:creationId xmlns:a16="http://schemas.microsoft.com/office/drawing/2014/main" id="{9D256386-E78C-41E2-862C-EF9A089F0241}"/>
              </a:ext>
            </a:extLst>
          </p:cNvPr>
          <p:cNvSpPr/>
          <p:nvPr/>
        </p:nvSpPr>
        <p:spPr>
          <a:xfrm>
            <a:off x="1070226" y="226143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B</a:t>
            </a:r>
            <a:r>
              <a:rPr lang="fr-FR" sz="1100" b="1" kern="1200" dirty="0">
                <a:solidFill>
                  <a:schemeClr val="tx1"/>
                </a:solidFill>
              </a:rPr>
              <a:t> </a:t>
            </a:r>
          </a:p>
          <a:p>
            <a:pPr algn="ctr"/>
            <a:endParaRPr lang="en-US" sz="1100" dirty="0">
              <a:solidFill>
                <a:schemeClr val="tx1"/>
              </a:solidFill>
            </a:endParaRPr>
          </a:p>
        </p:txBody>
      </p:sp>
      <p:sp>
        <p:nvSpPr>
          <p:cNvPr id="6" name="Rectangle 5">
            <a:extLst>
              <a:ext uri="{FF2B5EF4-FFF2-40B4-BE49-F238E27FC236}">
                <a16:creationId xmlns:a16="http://schemas.microsoft.com/office/drawing/2014/main" id="{8C4CB8CC-FE53-4E7D-BDAC-9D0FF7FA6296}"/>
              </a:ext>
            </a:extLst>
          </p:cNvPr>
          <p:cNvSpPr/>
          <p:nvPr/>
        </p:nvSpPr>
        <p:spPr>
          <a:xfrm>
            <a:off x="1059129" y="363217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F</a:t>
            </a:r>
            <a:r>
              <a:rPr lang="en-US" sz="1100" b="1" kern="1200" noProof="0" dirty="0">
                <a:solidFill>
                  <a:schemeClr val="tx1"/>
                </a:solidFill>
              </a:rPr>
              <a:t> </a:t>
            </a:r>
            <a:endParaRPr lang="en-US" sz="1100" dirty="0">
              <a:solidFill>
                <a:schemeClr val="tx1"/>
              </a:solidFill>
            </a:endParaRPr>
          </a:p>
        </p:txBody>
      </p:sp>
      <p:sp>
        <p:nvSpPr>
          <p:cNvPr id="7" name="Rectangle 6">
            <a:extLst>
              <a:ext uri="{FF2B5EF4-FFF2-40B4-BE49-F238E27FC236}">
                <a16:creationId xmlns:a16="http://schemas.microsoft.com/office/drawing/2014/main" id="{F50379FC-DAC2-4066-9FC7-AE4BF8411E0C}"/>
              </a:ext>
            </a:extLst>
          </p:cNvPr>
          <p:cNvSpPr/>
          <p:nvPr/>
        </p:nvSpPr>
        <p:spPr>
          <a:xfrm>
            <a:off x="367314" y="1981982"/>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A</a:t>
            </a:r>
            <a:r>
              <a:rPr lang="fr-FR" sz="1100" b="1" kern="1200" dirty="0">
                <a:solidFill>
                  <a:schemeClr val="tx1"/>
                </a:solidFill>
              </a:rPr>
              <a:t> </a:t>
            </a:r>
          </a:p>
          <a:p>
            <a:pPr algn="ctr"/>
            <a:endParaRPr lang="en-US" sz="800" dirty="0">
              <a:solidFill>
                <a:schemeClr val="tx1"/>
              </a:solidFill>
            </a:endParaRPr>
          </a:p>
        </p:txBody>
      </p:sp>
      <p:sp>
        <p:nvSpPr>
          <p:cNvPr id="8" name="Rectangle 7">
            <a:extLst>
              <a:ext uri="{FF2B5EF4-FFF2-40B4-BE49-F238E27FC236}">
                <a16:creationId xmlns:a16="http://schemas.microsoft.com/office/drawing/2014/main" id="{2B23AB4E-6AC1-4D0C-92AB-D106F7CDBA4A}"/>
              </a:ext>
            </a:extLst>
          </p:cNvPr>
          <p:cNvSpPr/>
          <p:nvPr/>
        </p:nvSpPr>
        <p:spPr>
          <a:xfrm>
            <a:off x="367314" y="2689129"/>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C</a:t>
            </a:r>
            <a:r>
              <a:rPr lang="en-US" sz="1100" b="1" kern="1200" noProof="0" dirty="0">
                <a:solidFill>
                  <a:schemeClr val="tx1"/>
                </a:solidFill>
              </a:rPr>
              <a:t> </a:t>
            </a:r>
          </a:p>
          <a:p>
            <a:pPr algn="ctr"/>
            <a:endParaRPr lang="en-US" sz="1100" dirty="0">
              <a:solidFill>
                <a:schemeClr val="tx1"/>
              </a:solidFill>
            </a:endParaRPr>
          </a:p>
        </p:txBody>
      </p:sp>
      <p:sp>
        <p:nvSpPr>
          <p:cNvPr id="9" name="Rectangle 8">
            <a:extLst>
              <a:ext uri="{FF2B5EF4-FFF2-40B4-BE49-F238E27FC236}">
                <a16:creationId xmlns:a16="http://schemas.microsoft.com/office/drawing/2014/main" id="{5CA37BAA-BA08-4DF8-B754-87519658E573}"/>
              </a:ext>
            </a:extLst>
          </p:cNvPr>
          <p:cNvSpPr/>
          <p:nvPr/>
        </p:nvSpPr>
        <p:spPr>
          <a:xfrm>
            <a:off x="1055872" y="431754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H</a:t>
            </a:r>
            <a:r>
              <a:rPr lang="fr-FR" sz="1100" b="1" kern="1200" dirty="0">
                <a:solidFill>
                  <a:schemeClr val="tx1"/>
                </a:solidFill>
              </a:rPr>
              <a:t> </a:t>
            </a:r>
          </a:p>
          <a:p>
            <a:pPr algn="ctr"/>
            <a:endParaRPr lang="en-US" sz="1100" dirty="0">
              <a:solidFill>
                <a:schemeClr val="tx1"/>
              </a:solidFill>
            </a:endParaRPr>
          </a:p>
        </p:txBody>
      </p:sp>
      <p:sp>
        <p:nvSpPr>
          <p:cNvPr id="10" name="Rectangle 9">
            <a:extLst>
              <a:ext uri="{FF2B5EF4-FFF2-40B4-BE49-F238E27FC236}">
                <a16:creationId xmlns:a16="http://schemas.microsoft.com/office/drawing/2014/main" id="{BF5257C1-0F63-4A6D-877E-C1BD28CFC479}"/>
              </a:ext>
            </a:extLst>
          </p:cNvPr>
          <p:cNvSpPr/>
          <p:nvPr/>
        </p:nvSpPr>
        <p:spPr>
          <a:xfrm>
            <a:off x="1059129" y="294680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D</a:t>
            </a:r>
            <a:r>
              <a:rPr lang="fr-FR" sz="1100" b="1" kern="1200" dirty="0">
                <a:solidFill>
                  <a:schemeClr val="tx1"/>
                </a:solidFill>
              </a:rPr>
              <a:t> </a:t>
            </a:r>
          </a:p>
          <a:p>
            <a:pPr algn="ctr"/>
            <a:endParaRPr lang="en-US" sz="1100" dirty="0">
              <a:solidFill>
                <a:schemeClr val="tx1"/>
              </a:solidFill>
            </a:endParaRPr>
          </a:p>
        </p:txBody>
      </p:sp>
      <p:sp>
        <p:nvSpPr>
          <p:cNvPr id="11" name="Rectangle 10">
            <a:extLst>
              <a:ext uri="{FF2B5EF4-FFF2-40B4-BE49-F238E27FC236}">
                <a16:creationId xmlns:a16="http://schemas.microsoft.com/office/drawing/2014/main" id="{4AC8B49A-7E3D-4A15-BEF7-6239A2D5C660}"/>
              </a:ext>
            </a:extLst>
          </p:cNvPr>
          <p:cNvSpPr/>
          <p:nvPr/>
        </p:nvSpPr>
        <p:spPr>
          <a:xfrm>
            <a:off x="367313" y="3359941"/>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E</a:t>
            </a:r>
            <a:r>
              <a:rPr lang="en-US" sz="1100" b="1" kern="1200" noProof="0" dirty="0">
                <a:solidFill>
                  <a:schemeClr val="tx1"/>
                </a:solidFill>
              </a:rPr>
              <a:t> </a:t>
            </a:r>
            <a:endParaRPr lang="en-US" sz="1100" dirty="0">
              <a:solidFill>
                <a:schemeClr val="tx1"/>
              </a:solidFill>
            </a:endParaRPr>
          </a:p>
        </p:txBody>
      </p:sp>
      <p:sp>
        <p:nvSpPr>
          <p:cNvPr id="12" name="Rectangle 11">
            <a:extLst>
              <a:ext uri="{FF2B5EF4-FFF2-40B4-BE49-F238E27FC236}">
                <a16:creationId xmlns:a16="http://schemas.microsoft.com/office/drawing/2014/main" id="{394CA97D-B7C9-4D9A-95BA-7323DA86C1DB}"/>
              </a:ext>
            </a:extLst>
          </p:cNvPr>
          <p:cNvSpPr/>
          <p:nvPr/>
        </p:nvSpPr>
        <p:spPr>
          <a:xfrm>
            <a:off x="367313" y="4737900"/>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I</a:t>
            </a:r>
          </a:p>
        </p:txBody>
      </p:sp>
      <p:sp>
        <p:nvSpPr>
          <p:cNvPr id="31" name="Sous-titre 4">
            <a:extLst>
              <a:ext uri="{FF2B5EF4-FFF2-40B4-BE49-F238E27FC236}">
                <a16:creationId xmlns:a16="http://schemas.microsoft.com/office/drawing/2014/main" id="{437654E3-6DDD-48B4-A607-E67B56204818}"/>
              </a:ext>
            </a:extLst>
          </p:cNvPr>
          <p:cNvSpPr txBox="1">
            <a:spLocks/>
          </p:cNvSpPr>
          <p:nvPr/>
        </p:nvSpPr>
        <p:spPr>
          <a:xfrm>
            <a:off x="0" y="5478074"/>
            <a:ext cx="1814043" cy="1268956"/>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b="1" noProof="0" dirty="0"/>
              <a:t>LISTE DES SUJETS</a:t>
            </a:r>
          </a:p>
          <a:p>
            <a:pPr marL="0" indent="0">
              <a:buNone/>
            </a:pPr>
            <a:r>
              <a:rPr lang="fr-FR" noProof="0" dirty="0"/>
              <a:t>Chacun dresse la liste de 1 à 3 sujets qu'il souhaiterait voir ou partager dans la Communauté.</a:t>
            </a:r>
          </a:p>
          <a:p>
            <a:pPr marL="0" indent="0">
              <a:buNone/>
            </a:pPr>
            <a:r>
              <a:rPr lang="fr-FR" noProof="0" dirty="0"/>
              <a:t>Si les sujets sont proches les uns des autres, fusionnez les tickets en un seul. </a:t>
            </a:r>
            <a:endParaRPr lang="en-US" noProof="0" dirty="0"/>
          </a:p>
        </p:txBody>
      </p:sp>
      <p:sp>
        <p:nvSpPr>
          <p:cNvPr id="13" name="Rectangle 12">
            <a:extLst>
              <a:ext uri="{FF2B5EF4-FFF2-40B4-BE49-F238E27FC236}">
                <a16:creationId xmlns:a16="http://schemas.microsoft.com/office/drawing/2014/main" id="{4414F544-F3C1-46E5-833E-5F1A518E260D}"/>
              </a:ext>
            </a:extLst>
          </p:cNvPr>
          <p:cNvSpPr/>
          <p:nvPr/>
        </p:nvSpPr>
        <p:spPr>
          <a:xfrm>
            <a:off x="2067039" y="4051539"/>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G</a:t>
            </a:r>
            <a:r>
              <a:rPr lang="fr-FR" sz="1100" b="1" kern="1200" dirty="0">
                <a:solidFill>
                  <a:schemeClr val="tx1"/>
                </a:solidFill>
              </a:rPr>
              <a:t> </a:t>
            </a:r>
          </a:p>
          <a:p>
            <a:pPr algn="ctr"/>
            <a:r>
              <a:rPr lang="fr-FR" sz="1100" b="1" kern="1200" dirty="0">
                <a:solidFill>
                  <a:schemeClr val="tx1"/>
                </a:solidFill>
              </a:rPr>
              <a:t>💗</a:t>
            </a:r>
            <a:endParaRPr lang="en-US" sz="1100" dirty="0">
              <a:solidFill>
                <a:schemeClr val="tx1"/>
              </a:solidFill>
            </a:endParaRPr>
          </a:p>
        </p:txBody>
      </p:sp>
      <p:sp>
        <p:nvSpPr>
          <p:cNvPr id="14" name="Rectangle 13">
            <a:extLst>
              <a:ext uri="{FF2B5EF4-FFF2-40B4-BE49-F238E27FC236}">
                <a16:creationId xmlns:a16="http://schemas.microsoft.com/office/drawing/2014/main" id="{69272D05-3BA4-4316-BEE5-7FB6FD6473E5}"/>
              </a:ext>
            </a:extLst>
          </p:cNvPr>
          <p:cNvSpPr/>
          <p:nvPr/>
        </p:nvSpPr>
        <p:spPr>
          <a:xfrm>
            <a:off x="2769952" y="226143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B</a:t>
            </a:r>
            <a:r>
              <a:rPr lang="fr-FR" sz="1100" b="1" kern="1200" dirty="0">
                <a:solidFill>
                  <a:schemeClr val="tx1"/>
                </a:solidFill>
              </a:rPr>
              <a:t> </a:t>
            </a:r>
          </a:p>
          <a:p>
            <a:pPr algn="ctr"/>
            <a:r>
              <a:rPr lang="fr-FR" sz="1100" b="1" kern="1200" dirty="0">
                <a:solidFill>
                  <a:schemeClr val="tx1"/>
                </a:solidFill>
              </a:rPr>
              <a:t>💗</a:t>
            </a:r>
            <a:endParaRPr lang="en-US" sz="1100" dirty="0">
              <a:solidFill>
                <a:schemeClr val="tx1"/>
              </a:solidFill>
            </a:endParaRPr>
          </a:p>
        </p:txBody>
      </p:sp>
      <p:sp>
        <p:nvSpPr>
          <p:cNvPr id="15" name="Rectangle 14">
            <a:extLst>
              <a:ext uri="{FF2B5EF4-FFF2-40B4-BE49-F238E27FC236}">
                <a16:creationId xmlns:a16="http://schemas.microsoft.com/office/drawing/2014/main" id="{EA51E396-85CA-41B2-A277-34954F37723D}"/>
              </a:ext>
            </a:extLst>
          </p:cNvPr>
          <p:cNvSpPr/>
          <p:nvPr/>
        </p:nvSpPr>
        <p:spPr>
          <a:xfrm>
            <a:off x="2758855" y="363217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F</a:t>
            </a:r>
            <a:r>
              <a:rPr lang="en-US" sz="1100" b="1" kern="1200" noProof="0" dirty="0">
                <a:solidFill>
                  <a:schemeClr val="tx1"/>
                </a:solidFill>
              </a:rPr>
              <a:t> </a:t>
            </a:r>
            <a:endParaRPr lang="en-US" sz="1100" dirty="0">
              <a:solidFill>
                <a:schemeClr val="tx1"/>
              </a:solidFill>
            </a:endParaRPr>
          </a:p>
        </p:txBody>
      </p:sp>
      <p:sp>
        <p:nvSpPr>
          <p:cNvPr id="16" name="Rectangle 15">
            <a:extLst>
              <a:ext uri="{FF2B5EF4-FFF2-40B4-BE49-F238E27FC236}">
                <a16:creationId xmlns:a16="http://schemas.microsoft.com/office/drawing/2014/main" id="{5519CE49-5D26-4FDC-9428-1F44FC9E940A}"/>
              </a:ext>
            </a:extLst>
          </p:cNvPr>
          <p:cNvSpPr/>
          <p:nvPr/>
        </p:nvSpPr>
        <p:spPr>
          <a:xfrm>
            <a:off x="2067040" y="1981982"/>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A</a:t>
            </a:r>
            <a:r>
              <a:rPr lang="fr-FR" sz="1100" b="1" kern="1200" dirty="0">
                <a:solidFill>
                  <a:schemeClr val="tx1"/>
                </a:solidFill>
              </a:rPr>
              <a:t> </a:t>
            </a:r>
          </a:p>
          <a:p>
            <a:pPr algn="ctr"/>
            <a:r>
              <a:rPr lang="fr-FR" sz="800" b="1" kern="1200" dirty="0">
                <a:solidFill>
                  <a:schemeClr val="tx1"/>
                </a:solidFill>
              </a:rPr>
              <a:t>💗</a:t>
            </a:r>
            <a:endParaRPr lang="en-US" sz="800" dirty="0">
              <a:solidFill>
                <a:schemeClr val="tx1"/>
              </a:solidFill>
            </a:endParaRPr>
          </a:p>
        </p:txBody>
      </p:sp>
      <p:sp>
        <p:nvSpPr>
          <p:cNvPr id="17" name="Rectangle 16">
            <a:extLst>
              <a:ext uri="{FF2B5EF4-FFF2-40B4-BE49-F238E27FC236}">
                <a16:creationId xmlns:a16="http://schemas.microsoft.com/office/drawing/2014/main" id="{A95C8A66-9154-4EE8-AEDA-4B4F773C5096}"/>
              </a:ext>
            </a:extLst>
          </p:cNvPr>
          <p:cNvSpPr/>
          <p:nvPr/>
        </p:nvSpPr>
        <p:spPr>
          <a:xfrm>
            <a:off x="2067040" y="2689129"/>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C</a:t>
            </a:r>
            <a:r>
              <a:rPr lang="en-US" sz="1100" b="1" kern="1200" noProof="0" dirty="0">
                <a:solidFill>
                  <a:schemeClr val="tx1"/>
                </a:solidFill>
              </a:rPr>
              <a:t> </a:t>
            </a:r>
          </a:p>
          <a:p>
            <a:pPr algn="ctr"/>
            <a:endParaRPr lang="en-US" sz="1100" dirty="0">
              <a:solidFill>
                <a:schemeClr val="tx1"/>
              </a:solidFill>
            </a:endParaRPr>
          </a:p>
        </p:txBody>
      </p:sp>
      <p:sp>
        <p:nvSpPr>
          <p:cNvPr id="18" name="Rectangle 17">
            <a:extLst>
              <a:ext uri="{FF2B5EF4-FFF2-40B4-BE49-F238E27FC236}">
                <a16:creationId xmlns:a16="http://schemas.microsoft.com/office/drawing/2014/main" id="{62220539-4FE2-453C-9E8E-703424F0689D}"/>
              </a:ext>
            </a:extLst>
          </p:cNvPr>
          <p:cNvSpPr/>
          <p:nvPr/>
        </p:nvSpPr>
        <p:spPr>
          <a:xfrm>
            <a:off x="2755598" y="431754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H</a:t>
            </a:r>
            <a:r>
              <a:rPr lang="fr-FR" sz="1100" b="1" kern="1200" dirty="0">
                <a:solidFill>
                  <a:schemeClr val="tx1"/>
                </a:solidFill>
              </a:rPr>
              <a:t> </a:t>
            </a:r>
          </a:p>
          <a:p>
            <a:pPr algn="ctr"/>
            <a:r>
              <a:rPr lang="fr-FR" sz="1100" b="1" kern="1200" dirty="0">
                <a:solidFill>
                  <a:schemeClr val="tx1"/>
                </a:solidFill>
              </a:rPr>
              <a:t>💗</a:t>
            </a:r>
            <a:endParaRPr lang="en-US" sz="1100" dirty="0">
              <a:solidFill>
                <a:schemeClr val="tx1"/>
              </a:solidFill>
            </a:endParaRPr>
          </a:p>
        </p:txBody>
      </p:sp>
      <p:sp>
        <p:nvSpPr>
          <p:cNvPr id="19" name="Rectangle 18">
            <a:extLst>
              <a:ext uri="{FF2B5EF4-FFF2-40B4-BE49-F238E27FC236}">
                <a16:creationId xmlns:a16="http://schemas.microsoft.com/office/drawing/2014/main" id="{44567DF7-8707-4E97-B116-CD55A3327DB3}"/>
              </a:ext>
            </a:extLst>
          </p:cNvPr>
          <p:cNvSpPr/>
          <p:nvPr/>
        </p:nvSpPr>
        <p:spPr>
          <a:xfrm>
            <a:off x="2758855" y="294680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D</a:t>
            </a:r>
            <a:r>
              <a:rPr lang="fr-FR" sz="1100" b="1" kern="1200" dirty="0">
                <a:solidFill>
                  <a:schemeClr val="tx1"/>
                </a:solidFill>
              </a:rPr>
              <a:t> </a:t>
            </a:r>
          </a:p>
          <a:p>
            <a:pPr algn="ctr"/>
            <a:r>
              <a:rPr lang="fr-FR" sz="1100" b="1" kern="1200" dirty="0">
                <a:solidFill>
                  <a:schemeClr val="tx1"/>
                </a:solidFill>
              </a:rPr>
              <a:t>💗</a:t>
            </a:r>
            <a:endParaRPr lang="en-US" sz="1100" dirty="0">
              <a:solidFill>
                <a:schemeClr val="tx1"/>
              </a:solidFill>
            </a:endParaRPr>
          </a:p>
        </p:txBody>
      </p:sp>
      <p:sp>
        <p:nvSpPr>
          <p:cNvPr id="20" name="Rectangle 19">
            <a:extLst>
              <a:ext uri="{FF2B5EF4-FFF2-40B4-BE49-F238E27FC236}">
                <a16:creationId xmlns:a16="http://schemas.microsoft.com/office/drawing/2014/main" id="{7292EE6F-31A6-4EC4-B7BD-9EE9C6493E4E}"/>
              </a:ext>
            </a:extLst>
          </p:cNvPr>
          <p:cNvSpPr/>
          <p:nvPr/>
        </p:nvSpPr>
        <p:spPr>
          <a:xfrm>
            <a:off x="2067039" y="3359941"/>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E</a:t>
            </a:r>
            <a:r>
              <a:rPr lang="en-US" sz="1100" b="1" kern="1200" noProof="0" dirty="0">
                <a:solidFill>
                  <a:schemeClr val="tx1"/>
                </a:solidFill>
              </a:rPr>
              <a:t> </a:t>
            </a:r>
            <a:endParaRPr lang="en-US" sz="1100" dirty="0">
              <a:solidFill>
                <a:schemeClr val="tx1"/>
              </a:solidFill>
            </a:endParaRPr>
          </a:p>
        </p:txBody>
      </p:sp>
      <p:sp>
        <p:nvSpPr>
          <p:cNvPr id="21" name="Rectangle 20">
            <a:extLst>
              <a:ext uri="{FF2B5EF4-FFF2-40B4-BE49-F238E27FC236}">
                <a16:creationId xmlns:a16="http://schemas.microsoft.com/office/drawing/2014/main" id="{F20A77FF-6569-472C-B168-5F22C0A03118}"/>
              </a:ext>
            </a:extLst>
          </p:cNvPr>
          <p:cNvSpPr/>
          <p:nvPr/>
        </p:nvSpPr>
        <p:spPr>
          <a:xfrm>
            <a:off x="2067039" y="4737900"/>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I</a:t>
            </a:r>
          </a:p>
        </p:txBody>
      </p:sp>
      <p:sp>
        <p:nvSpPr>
          <p:cNvPr id="33" name="ZoneTexte 32">
            <a:extLst>
              <a:ext uri="{FF2B5EF4-FFF2-40B4-BE49-F238E27FC236}">
                <a16:creationId xmlns:a16="http://schemas.microsoft.com/office/drawing/2014/main" id="{20E592F3-294D-4273-A027-6271EE7D47BD}"/>
              </a:ext>
            </a:extLst>
          </p:cNvPr>
          <p:cNvSpPr txBox="1"/>
          <p:nvPr/>
        </p:nvSpPr>
        <p:spPr>
          <a:xfrm>
            <a:off x="1962578" y="5481153"/>
            <a:ext cx="1523245" cy="1169551"/>
          </a:xfrm>
          <a:prstGeom prst="rect">
            <a:avLst/>
          </a:prstGeom>
          <a:noFill/>
        </p:spPr>
        <p:txBody>
          <a:bodyPr wrap="square">
            <a:spAutoFit/>
          </a:bodyPr>
          <a:lstStyle/>
          <a:p>
            <a:pPr algn="ctr"/>
            <a:r>
              <a:rPr lang="en-US" sz="1000" b="1" noProof="0" dirty="0"/>
              <a:t>VOTE D’AFFINITÉ</a:t>
            </a:r>
          </a:p>
          <a:p>
            <a:pPr algn="ctr"/>
            <a:r>
              <a:rPr lang="fr-FR" sz="1000" noProof="0" dirty="0"/>
              <a:t>Votez par points </a:t>
            </a:r>
            <a:r>
              <a:rPr lang="fr-FR" sz="1000" b="1" kern="1200" dirty="0">
                <a:solidFill>
                  <a:schemeClr val="tx1"/>
                </a:solidFill>
              </a:rPr>
              <a:t>💗 </a:t>
            </a:r>
            <a:r>
              <a:rPr lang="fr-FR" sz="1000" noProof="0" dirty="0"/>
              <a:t>pour identifier les 20% de sujets les plus appréciés. Marquez ces sujets comme </a:t>
            </a:r>
          </a:p>
          <a:p>
            <a:pPr algn="ctr"/>
            <a:r>
              <a:rPr lang="fr-FR" sz="1000" b="1" kern="1200" dirty="0">
                <a:solidFill>
                  <a:schemeClr val="tx1"/>
                </a:solidFill>
              </a:rPr>
              <a:t>💗</a:t>
            </a:r>
            <a:r>
              <a:rPr lang="fr-FR" sz="1000" b="1" noProof="0" dirty="0">
                <a:solidFill>
                  <a:srgbClr val="00B050"/>
                </a:solidFill>
              </a:rPr>
              <a:t>AFFINITÉ</a:t>
            </a:r>
            <a:r>
              <a:rPr lang="fr-FR" sz="1000" noProof="0" dirty="0"/>
              <a:t>.</a:t>
            </a:r>
          </a:p>
        </p:txBody>
      </p:sp>
      <p:sp>
        <p:nvSpPr>
          <p:cNvPr id="34" name="ZoneTexte 33">
            <a:extLst>
              <a:ext uri="{FF2B5EF4-FFF2-40B4-BE49-F238E27FC236}">
                <a16:creationId xmlns:a16="http://schemas.microsoft.com/office/drawing/2014/main" id="{7EB101C8-104B-4FFF-8764-65F6CDE24A6E}"/>
              </a:ext>
            </a:extLst>
          </p:cNvPr>
          <p:cNvSpPr txBox="1"/>
          <p:nvPr/>
        </p:nvSpPr>
        <p:spPr>
          <a:xfrm>
            <a:off x="3782545" y="5380672"/>
            <a:ext cx="1814043" cy="1323439"/>
          </a:xfrm>
          <a:prstGeom prst="rect">
            <a:avLst/>
          </a:prstGeom>
          <a:noFill/>
        </p:spPr>
        <p:txBody>
          <a:bodyPr wrap="square">
            <a:spAutoFit/>
          </a:bodyPr>
          <a:lstStyle/>
          <a:p>
            <a:pPr algn="ctr"/>
            <a:r>
              <a:rPr lang="en-US" sz="1000" b="1" noProof="0" dirty="0"/>
              <a:t>VOTE DE COMPÉTENCE</a:t>
            </a:r>
          </a:p>
          <a:p>
            <a:pPr algn="ctr"/>
            <a:r>
              <a:rPr lang="fr-FR" sz="1000" noProof="0" dirty="0"/>
              <a:t>Votez par points </a:t>
            </a:r>
            <a:r>
              <a:rPr lang="en-US" sz="1000" b="1" kern="1200" noProof="0" dirty="0">
                <a:solidFill>
                  <a:schemeClr val="tx1"/>
                </a:solidFill>
              </a:rPr>
              <a:t>🛠️ </a:t>
            </a:r>
            <a:r>
              <a:rPr lang="fr-FR" sz="1000" noProof="0" dirty="0"/>
              <a:t>pour identifier les 20% de sujets pour lesquels les membres sont les plus compétents (ou peuvent enseigner aux autres). Marquez ces sujets comme </a:t>
            </a:r>
            <a:r>
              <a:rPr lang="en-US" sz="1000" b="1" kern="1200" noProof="0" dirty="0">
                <a:solidFill>
                  <a:schemeClr val="tx1"/>
                </a:solidFill>
              </a:rPr>
              <a:t>🛠️ </a:t>
            </a:r>
            <a:r>
              <a:rPr lang="fr-FR" sz="1000" b="1" noProof="0" dirty="0">
                <a:solidFill>
                  <a:srgbClr val="00B050"/>
                </a:solidFill>
              </a:rPr>
              <a:t>COMPÉTENCE</a:t>
            </a:r>
            <a:r>
              <a:rPr lang="fr-FR" sz="1000" noProof="0" dirty="0"/>
              <a:t>.</a:t>
            </a:r>
          </a:p>
        </p:txBody>
      </p:sp>
      <p:sp>
        <p:nvSpPr>
          <p:cNvPr id="35" name="Rectangle 34">
            <a:extLst>
              <a:ext uri="{FF2B5EF4-FFF2-40B4-BE49-F238E27FC236}">
                <a16:creationId xmlns:a16="http://schemas.microsoft.com/office/drawing/2014/main" id="{19DF7DBC-7EC9-44DB-BE2E-90AB40A14B46}"/>
              </a:ext>
            </a:extLst>
          </p:cNvPr>
          <p:cNvSpPr/>
          <p:nvPr/>
        </p:nvSpPr>
        <p:spPr>
          <a:xfrm>
            <a:off x="3992647" y="4051539"/>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G</a:t>
            </a:r>
            <a:r>
              <a:rPr lang="fr-FR" sz="1100" b="1" kern="1200" dirty="0">
                <a:solidFill>
                  <a:schemeClr val="tx1"/>
                </a:solidFill>
              </a:rPr>
              <a:t> </a:t>
            </a:r>
          </a:p>
          <a:p>
            <a:pPr algn="ctr"/>
            <a:r>
              <a:rPr lang="fr-FR" sz="1100" b="1" kern="1200" dirty="0">
                <a:solidFill>
                  <a:schemeClr val="tx1"/>
                </a:solidFill>
              </a:rPr>
              <a:t>💗</a:t>
            </a:r>
            <a:endParaRPr lang="en-US" sz="1100" dirty="0">
              <a:solidFill>
                <a:schemeClr val="tx1"/>
              </a:solidFill>
            </a:endParaRPr>
          </a:p>
        </p:txBody>
      </p:sp>
      <p:sp>
        <p:nvSpPr>
          <p:cNvPr id="36" name="Rectangle 35">
            <a:extLst>
              <a:ext uri="{FF2B5EF4-FFF2-40B4-BE49-F238E27FC236}">
                <a16:creationId xmlns:a16="http://schemas.microsoft.com/office/drawing/2014/main" id="{C3568133-0C87-4C09-8ECF-C90B5F955893}"/>
              </a:ext>
            </a:extLst>
          </p:cNvPr>
          <p:cNvSpPr/>
          <p:nvPr/>
        </p:nvSpPr>
        <p:spPr>
          <a:xfrm>
            <a:off x="4695560" y="226143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B</a:t>
            </a:r>
            <a:r>
              <a:rPr lang="fr-FR" sz="1100" b="1" kern="1200" dirty="0">
                <a:solidFill>
                  <a:schemeClr val="tx1"/>
                </a:solidFill>
              </a:rPr>
              <a:t> </a:t>
            </a:r>
          </a:p>
          <a:p>
            <a:pPr algn="ctr"/>
            <a:r>
              <a:rPr lang="fr-FR" sz="1100" b="1" kern="1200" dirty="0">
                <a:solidFill>
                  <a:schemeClr val="tx1"/>
                </a:solidFill>
              </a:rPr>
              <a:t>💗</a:t>
            </a:r>
            <a:r>
              <a:rPr lang="en-US" sz="1100" b="1" kern="1200" noProof="0" dirty="0">
                <a:solidFill>
                  <a:schemeClr val="tx1"/>
                </a:solidFill>
              </a:rPr>
              <a:t> 🛠️</a:t>
            </a:r>
            <a:endParaRPr lang="en-US" sz="1100" dirty="0">
              <a:solidFill>
                <a:schemeClr val="tx1"/>
              </a:solidFill>
            </a:endParaRPr>
          </a:p>
        </p:txBody>
      </p:sp>
      <p:sp>
        <p:nvSpPr>
          <p:cNvPr id="37" name="Rectangle 36">
            <a:extLst>
              <a:ext uri="{FF2B5EF4-FFF2-40B4-BE49-F238E27FC236}">
                <a16:creationId xmlns:a16="http://schemas.microsoft.com/office/drawing/2014/main" id="{07A3235B-66CA-4671-8D72-DA2A276D32A5}"/>
              </a:ext>
            </a:extLst>
          </p:cNvPr>
          <p:cNvSpPr/>
          <p:nvPr/>
        </p:nvSpPr>
        <p:spPr>
          <a:xfrm>
            <a:off x="4684463" y="363217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F</a:t>
            </a:r>
            <a:r>
              <a:rPr lang="en-US" sz="1100" b="1" kern="1200" noProof="0" dirty="0">
                <a:solidFill>
                  <a:schemeClr val="tx1"/>
                </a:solidFill>
              </a:rPr>
              <a:t> </a:t>
            </a:r>
            <a:endParaRPr lang="en-US" sz="1100" dirty="0">
              <a:solidFill>
                <a:schemeClr val="tx1"/>
              </a:solidFill>
            </a:endParaRPr>
          </a:p>
        </p:txBody>
      </p:sp>
      <p:sp>
        <p:nvSpPr>
          <p:cNvPr id="38" name="Rectangle 37">
            <a:extLst>
              <a:ext uri="{FF2B5EF4-FFF2-40B4-BE49-F238E27FC236}">
                <a16:creationId xmlns:a16="http://schemas.microsoft.com/office/drawing/2014/main" id="{8981FEFA-08BE-49FA-9E7F-1184DE8521F2}"/>
              </a:ext>
            </a:extLst>
          </p:cNvPr>
          <p:cNvSpPr/>
          <p:nvPr/>
        </p:nvSpPr>
        <p:spPr>
          <a:xfrm>
            <a:off x="3992648" y="1981982"/>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A</a:t>
            </a:r>
            <a:r>
              <a:rPr lang="fr-FR" sz="1100" b="1" kern="1200" dirty="0">
                <a:solidFill>
                  <a:schemeClr val="tx1"/>
                </a:solidFill>
              </a:rPr>
              <a:t> </a:t>
            </a:r>
          </a:p>
          <a:p>
            <a:pPr algn="ctr"/>
            <a:r>
              <a:rPr lang="fr-FR" sz="800" b="1" kern="1200" dirty="0">
                <a:solidFill>
                  <a:schemeClr val="tx1"/>
                </a:solidFill>
              </a:rPr>
              <a:t>💗</a:t>
            </a:r>
            <a:r>
              <a:rPr lang="en-US" sz="800" b="1" kern="1200" noProof="0" dirty="0">
                <a:solidFill>
                  <a:schemeClr val="tx1"/>
                </a:solidFill>
              </a:rPr>
              <a:t> 🛠️</a:t>
            </a:r>
            <a:endParaRPr lang="en-US" sz="800" dirty="0">
              <a:solidFill>
                <a:schemeClr val="tx1"/>
              </a:solidFill>
            </a:endParaRPr>
          </a:p>
        </p:txBody>
      </p:sp>
      <p:sp>
        <p:nvSpPr>
          <p:cNvPr id="39" name="Rectangle 38">
            <a:extLst>
              <a:ext uri="{FF2B5EF4-FFF2-40B4-BE49-F238E27FC236}">
                <a16:creationId xmlns:a16="http://schemas.microsoft.com/office/drawing/2014/main" id="{754277A1-9ACE-410F-939F-8FB86485E2A1}"/>
              </a:ext>
            </a:extLst>
          </p:cNvPr>
          <p:cNvSpPr/>
          <p:nvPr/>
        </p:nvSpPr>
        <p:spPr>
          <a:xfrm>
            <a:off x="3992648" y="2689129"/>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C</a:t>
            </a:r>
            <a:r>
              <a:rPr lang="en-US" sz="1100" b="1" kern="1200" noProof="0" dirty="0">
                <a:solidFill>
                  <a:schemeClr val="tx1"/>
                </a:solidFill>
              </a:rPr>
              <a:t> 🛠️ </a:t>
            </a:r>
          </a:p>
          <a:p>
            <a:pPr algn="ctr"/>
            <a:endParaRPr lang="en-US" sz="1100" dirty="0">
              <a:solidFill>
                <a:schemeClr val="tx1"/>
              </a:solidFill>
            </a:endParaRPr>
          </a:p>
        </p:txBody>
      </p:sp>
      <p:sp>
        <p:nvSpPr>
          <p:cNvPr id="40" name="Rectangle 39">
            <a:extLst>
              <a:ext uri="{FF2B5EF4-FFF2-40B4-BE49-F238E27FC236}">
                <a16:creationId xmlns:a16="http://schemas.microsoft.com/office/drawing/2014/main" id="{322E4A60-9580-44C2-850C-3A786D96C458}"/>
              </a:ext>
            </a:extLst>
          </p:cNvPr>
          <p:cNvSpPr/>
          <p:nvPr/>
        </p:nvSpPr>
        <p:spPr>
          <a:xfrm>
            <a:off x="4681206" y="431754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H</a:t>
            </a:r>
            <a:r>
              <a:rPr lang="fr-FR" sz="1100" b="1" kern="1200" dirty="0">
                <a:solidFill>
                  <a:schemeClr val="tx1"/>
                </a:solidFill>
              </a:rPr>
              <a:t> </a:t>
            </a:r>
          </a:p>
          <a:p>
            <a:pPr algn="ctr"/>
            <a:r>
              <a:rPr lang="fr-FR" sz="1100" b="1" kern="1200" dirty="0">
                <a:solidFill>
                  <a:schemeClr val="tx1"/>
                </a:solidFill>
              </a:rPr>
              <a:t>💗</a:t>
            </a:r>
            <a:endParaRPr lang="en-US" sz="1100" dirty="0">
              <a:solidFill>
                <a:schemeClr val="tx1"/>
              </a:solidFill>
            </a:endParaRPr>
          </a:p>
        </p:txBody>
      </p:sp>
      <p:sp>
        <p:nvSpPr>
          <p:cNvPr id="41" name="Rectangle 40">
            <a:extLst>
              <a:ext uri="{FF2B5EF4-FFF2-40B4-BE49-F238E27FC236}">
                <a16:creationId xmlns:a16="http://schemas.microsoft.com/office/drawing/2014/main" id="{278DF9BA-7DFB-44DA-9DB9-8A56A81CDE77}"/>
              </a:ext>
            </a:extLst>
          </p:cNvPr>
          <p:cNvSpPr/>
          <p:nvPr/>
        </p:nvSpPr>
        <p:spPr>
          <a:xfrm>
            <a:off x="4684463" y="294680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D</a:t>
            </a:r>
            <a:r>
              <a:rPr lang="fr-FR" sz="1100" b="1" kern="1200" dirty="0">
                <a:solidFill>
                  <a:schemeClr val="tx1"/>
                </a:solidFill>
              </a:rPr>
              <a:t> </a:t>
            </a:r>
          </a:p>
          <a:p>
            <a:pPr algn="ctr"/>
            <a:r>
              <a:rPr lang="fr-FR" sz="1100" b="1" kern="1200" dirty="0">
                <a:solidFill>
                  <a:schemeClr val="tx1"/>
                </a:solidFill>
              </a:rPr>
              <a:t>💗</a:t>
            </a:r>
            <a:endParaRPr lang="en-US" sz="1100" dirty="0">
              <a:solidFill>
                <a:schemeClr val="tx1"/>
              </a:solidFill>
            </a:endParaRPr>
          </a:p>
        </p:txBody>
      </p:sp>
      <p:sp>
        <p:nvSpPr>
          <p:cNvPr id="42" name="Rectangle 41">
            <a:extLst>
              <a:ext uri="{FF2B5EF4-FFF2-40B4-BE49-F238E27FC236}">
                <a16:creationId xmlns:a16="http://schemas.microsoft.com/office/drawing/2014/main" id="{B8017A76-75B2-4DF3-B8ED-0F04B43E70EE}"/>
              </a:ext>
            </a:extLst>
          </p:cNvPr>
          <p:cNvSpPr/>
          <p:nvPr/>
        </p:nvSpPr>
        <p:spPr>
          <a:xfrm>
            <a:off x="3992647" y="3359941"/>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E</a:t>
            </a:r>
            <a:r>
              <a:rPr lang="en-US" sz="1100" b="1" kern="1200" noProof="0" dirty="0">
                <a:solidFill>
                  <a:schemeClr val="tx1"/>
                </a:solidFill>
              </a:rPr>
              <a:t> 🛠️ </a:t>
            </a:r>
            <a:endParaRPr lang="en-US" sz="1100" dirty="0">
              <a:solidFill>
                <a:schemeClr val="tx1"/>
              </a:solidFill>
            </a:endParaRPr>
          </a:p>
        </p:txBody>
      </p:sp>
      <p:sp>
        <p:nvSpPr>
          <p:cNvPr id="43" name="Rectangle 42">
            <a:extLst>
              <a:ext uri="{FF2B5EF4-FFF2-40B4-BE49-F238E27FC236}">
                <a16:creationId xmlns:a16="http://schemas.microsoft.com/office/drawing/2014/main" id="{3A757028-7F6E-4F20-BBCA-5E1D9B38F1BE}"/>
              </a:ext>
            </a:extLst>
          </p:cNvPr>
          <p:cNvSpPr/>
          <p:nvPr/>
        </p:nvSpPr>
        <p:spPr>
          <a:xfrm>
            <a:off x="3992647" y="4737900"/>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I</a:t>
            </a:r>
          </a:p>
        </p:txBody>
      </p:sp>
      <p:sp>
        <p:nvSpPr>
          <p:cNvPr id="44" name="Rectangle 43">
            <a:extLst>
              <a:ext uri="{FF2B5EF4-FFF2-40B4-BE49-F238E27FC236}">
                <a16:creationId xmlns:a16="http://schemas.microsoft.com/office/drawing/2014/main" id="{A00ADDA8-58F1-468E-B292-D1F983FF8804}"/>
              </a:ext>
            </a:extLst>
          </p:cNvPr>
          <p:cNvSpPr/>
          <p:nvPr/>
        </p:nvSpPr>
        <p:spPr>
          <a:xfrm>
            <a:off x="6083997" y="4028309"/>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G</a:t>
            </a:r>
            <a:r>
              <a:rPr lang="fr-FR" sz="1100" b="1" kern="1200" dirty="0">
                <a:solidFill>
                  <a:schemeClr val="tx1"/>
                </a:solidFill>
              </a:rPr>
              <a:t> </a:t>
            </a:r>
          </a:p>
          <a:p>
            <a:pPr algn="ctr"/>
            <a:r>
              <a:rPr lang="fr-FR" sz="1100" b="1" kern="1200" dirty="0">
                <a:solidFill>
                  <a:schemeClr val="tx1"/>
                </a:solidFill>
              </a:rPr>
              <a:t>💗</a:t>
            </a:r>
            <a:endParaRPr lang="en-US" sz="1100" dirty="0">
              <a:solidFill>
                <a:schemeClr val="tx1"/>
              </a:solidFill>
            </a:endParaRPr>
          </a:p>
        </p:txBody>
      </p:sp>
      <p:sp>
        <p:nvSpPr>
          <p:cNvPr id="45" name="Rectangle 44">
            <a:extLst>
              <a:ext uri="{FF2B5EF4-FFF2-40B4-BE49-F238E27FC236}">
                <a16:creationId xmlns:a16="http://schemas.microsoft.com/office/drawing/2014/main" id="{132B7038-FDA2-4730-8867-BA0AF073D96C}"/>
              </a:ext>
            </a:extLst>
          </p:cNvPr>
          <p:cNvSpPr/>
          <p:nvPr/>
        </p:nvSpPr>
        <p:spPr>
          <a:xfrm>
            <a:off x="6786910" y="223820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B</a:t>
            </a:r>
            <a:r>
              <a:rPr lang="fr-FR" sz="1100" b="1" kern="1200" dirty="0">
                <a:solidFill>
                  <a:schemeClr val="tx1"/>
                </a:solidFill>
              </a:rPr>
              <a:t> </a:t>
            </a:r>
          </a:p>
          <a:p>
            <a:pPr algn="ctr"/>
            <a:r>
              <a:rPr lang="fr-FR" sz="1100" b="1" kern="1200" dirty="0">
                <a:solidFill>
                  <a:schemeClr val="tx1"/>
                </a:solidFill>
              </a:rPr>
              <a:t>💗</a:t>
            </a:r>
            <a:r>
              <a:rPr lang="en-US" sz="1100" b="1" kern="1200" noProof="0" dirty="0">
                <a:solidFill>
                  <a:schemeClr val="tx1"/>
                </a:solidFill>
              </a:rPr>
              <a:t> 🛠️</a:t>
            </a:r>
            <a:endParaRPr lang="en-US" sz="1100" dirty="0">
              <a:solidFill>
                <a:schemeClr val="tx1"/>
              </a:solidFill>
            </a:endParaRPr>
          </a:p>
        </p:txBody>
      </p:sp>
      <p:sp>
        <p:nvSpPr>
          <p:cNvPr id="46" name="Rectangle 45">
            <a:extLst>
              <a:ext uri="{FF2B5EF4-FFF2-40B4-BE49-F238E27FC236}">
                <a16:creationId xmlns:a16="http://schemas.microsoft.com/office/drawing/2014/main" id="{9A50C416-80D1-41E0-9046-F39B32BAD40C}"/>
              </a:ext>
            </a:extLst>
          </p:cNvPr>
          <p:cNvSpPr/>
          <p:nvPr/>
        </p:nvSpPr>
        <p:spPr>
          <a:xfrm>
            <a:off x="6775813" y="360894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F</a:t>
            </a:r>
            <a:r>
              <a:rPr lang="en-US" sz="1100" b="1" kern="1200" noProof="0" dirty="0">
                <a:solidFill>
                  <a:schemeClr val="tx1"/>
                </a:solidFill>
              </a:rPr>
              <a:t> </a:t>
            </a:r>
          </a:p>
          <a:p>
            <a:pPr algn="ctr"/>
            <a:r>
              <a:rPr lang="en-US" sz="1100" b="1" kern="1200" noProof="0" dirty="0">
                <a:solidFill>
                  <a:schemeClr val="tx1"/>
                </a:solidFill>
              </a:rPr>
              <a:t>🏠</a:t>
            </a:r>
            <a:endParaRPr lang="en-US" sz="1100" dirty="0">
              <a:solidFill>
                <a:schemeClr val="tx1"/>
              </a:solidFill>
            </a:endParaRPr>
          </a:p>
        </p:txBody>
      </p:sp>
      <p:sp>
        <p:nvSpPr>
          <p:cNvPr id="47" name="Rectangle 46">
            <a:extLst>
              <a:ext uri="{FF2B5EF4-FFF2-40B4-BE49-F238E27FC236}">
                <a16:creationId xmlns:a16="http://schemas.microsoft.com/office/drawing/2014/main" id="{EE4179B5-4173-45B0-BF44-1FC99BE6B0D3}"/>
              </a:ext>
            </a:extLst>
          </p:cNvPr>
          <p:cNvSpPr/>
          <p:nvPr/>
        </p:nvSpPr>
        <p:spPr>
          <a:xfrm>
            <a:off x="6083998" y="1958752"/>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A</a:t>
            </a:r>
            <a:r>
              <a:rPr lang="fr-FR" sz="1100" b="1" kern="1200" dirty="0">
                <a:solidFill>
                  <a:schemeClr val="tx1"/>
                </a:solidFill>
              </a:rPr>
              <a:t> </a:t>
            </a:r>
          </a:p>
          <a:p>
            <a:pPr algn="ctr"/>
            <a:r>
              <a:rPr lang="fr-FR" sz="800" b="1" kern="1200" dirty="0">
                <a:solidFill>
                  <a:schemeClr val="tx1"/>
                </a:solidFill>
              </a:rPr>
              <a:t>💗</a:t>
            </a:r>
            <a:r>
              <a:rPr lang="en-US" sz="800" b="1" kern="1200" noProof="0" dirty="0">
                <a:solidFill>
                  <a:schemeClr val="tx1"/>
                </a:solidFill>
              </a:rPr>
              <a:t> 🛠️ 🏠</a:t>
            </a:r>
            <a:endParaRPr lang="en-US" sz="800" dirty="0">
              <a:solidFill>
                <a:schemeClr val="tx1"/>
              </a:solidFill>
            </a:endParaRPr>
          </a:p>
        </p:txBody>
      </p:sp>
      <p:sp>
        <p:nvSpPr>
          <p:cNvPr id="48" name="Rectangle 47">
            <a:extLst>
              <a:ext uri="{FF2B5EF4-FFF2-40B4-BE49-F238E27FC236}">
                <a16:creationId xmlns:a16="http://schemas.microsoft.com/office/drawing/2014/main" id="{7908D120-4690-476A-A02F-16D39A451B5E}"/>
              </a:ext>
            </a:extLst>
          </p:cNvPr>
          <p:cNvSpPr/>
          <p:nvPr/>
        </p:nvSpPr>
        <p:spPr>
          <a:xfrm>
            <a:off x="6083998" y="2665899"/>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C</a:t>
            </a:r>
            <a:r>
              <a:rPr lang="en-US" sz="1100" b="1" kern="1200" noProof="0" dirty="0">
                <a:solidFill>
                  <a:schemeClr val="tx1"/>
                </a:solidFill>
              </a:rPr>
              <a:t> </a:t>
            </a:r>
          </a:p>
          <a:p>
            <a:pPr algn="ctr"/>
            <a:r>
              <a:rPr lang="en-US" sz="1100" b="1" kern="1200" noProof="0" dirty="0">
                <a:solidFill>
                  <a:schemeClr val="tx1"/>
                </a:solidFill>
              </a:rPr>
              <a:t>🛠️ 🏠 </a:t>
            </a:r>
          </a:p>
          <a:p>
            <a:pPr algn="ctr"/>
            <a:endParaRPr lang="en-US" sz="1100" dirty="0">
              <a:solidFill>
                <a:schemeClr val="tx1"/>
              </a:solidFill>
            </a:endParaRPr>
          </a:p>
        </p:txBody>
      </p:sp>
      <p:sp>
        <p:nvSpPr>
          <p:cNvPr id="49" name="Rectangle 48">
            <a:extLst>
              <a:ext uri="{FF2B5EF4-FFF2-40B4-BE49-F238E27FC236}">
                <a16:creationId xmlns:a16="http://schemas.microsoft.com/office/drawing/2014/main" id="{985786B8-E811-4E1C-8488-BB908489CE61}"/>
              </a:ext>
            </a:extLst>
          </p:cNvPr>
          <p:cNvSpPr/>
          <p:nvPr/>
        </p:nvSpPr>
        <p:spPr>
          <a:xfrm>
            <a:off x="6772556" y="429431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H</a:t>
            </a:r>
            <a:r>
              <a:rPr lang="fr-FR" sz="1100" b="1" kern="1200" dirty="0">
                <a:solidFill>
                  <a:schemeClr val="tx1"/>
                </a:solidFill>
              </a:rPr>
              <a:t> </a:t>
            </a:r>
          </a:p>
          <a:p>
            <a:pPr algn="ctr"/>
            <a:r>
              <a:rPr lang="fr-FR" sz="1100" b="1" kern="1200" dirty="0">
                <a:solidFill>
                  <a:schemeClr val="tx1"/>
                </a:solidFill>
              </a:rPr>
              <a:t>💗</a:t>
            </a:r>
            <a:endParaRPr lang="en-US" sz="1100" dirty="0">
              <a:solidFill>
                <a:schemeClr val="tx1"/>
              </a:solidFill>
            </a:endParaRPr>
          </a:p>
        </p:txBody>
      </p:sp>
      <p:sp>
        <p:nvSpPr>
          <p:cNvPr id="50" name="Rectangle 49">
            <a:extLst>
              <a:ext uri="{FF2B5EF4-FFF2-40B4-BE49-F238E27FC236}">
                <a16:creationId xmlns:a16="http://schemas.microsoft.com/office/drawing/2014/main" id="{91506279-BB40-4A3E-B342-613257CB2685}"/>
              </a:ext>
            </a:extLst>
          </p:cNvPr>
          <p:cNvSpPr/>
          <p:nvPr/>
        </p:nvSpPr>
        <p:spPr>
          <a:xfrm>
            <a:off x="6775813" y="2923575"/>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D</a:t>
            </a:r>
            <a:r>
              <a:rPr lang="fr-FR" sz="1100" b="1" kern="1200" dirty="0">
                <a:solidFill>
                  <a:schemeClr val="tx1"/>
                </a:solidFill>
              </a:rPr>
              <a:t> </a:t>
            </a:r>
          </a:p>
          <a:p>
            <a:pPr algn="ctr"/>
            <a:r>
              <a:rPr lang="fr-FR" sz="1100" b="1" kern="1200" dirty="0">
                <a:solidFill>
                  <a:schemeClr val="tx1"/>
                </a:solidFill>
              </a:rPr>
              <a:t>💗</a:t>
            </a:r>
            <a:r>
              <a:rPr lang="en-US" sz="1100" b="1" kern="1200" noProof="0" dirty="0">
                <a:solidFill>
                  <a:schemeClr val="tx1"/>
                </a:solidFill>
              </a:rPr>
              <a:t> 🏠</a:t>
            </a:r>
            <a:endParaRPr lang="en-US" sz="1100" dirty="0">
              <a:solidFill>
                <a:schemeClr val="tx1"/>
              </a:solidFill>
            </a:endParaRPr>
          </a:p>
        </p:txBody>
      </p:sp>
      <p:sp>
        <p:nvSpPr>
          <p:cNvPr id="51" name="Rectangle 50">
            <a:extLst>
              <a:ext uri="{FF2B5EF4-FFF2-40B4-BE49-F238E27FC236}">
                <a16:creationId xmlns:a16="http://schemas.microsoft.com/office/drawing/2014/main" id="{140D67C5-5B4C-43CD-8CB8-E62BE05DAF02}"/>
              </a:ext>
            </a:extLst>
          </p:cNvPr>
          <p:cNvSpPr/>
          <p:nvPr/>
        </p:nvSpPr>
        <p:spPr>
          <a:xfrm>
            <a:off x="6083997" y="3336711"/>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E</a:t>
            </a:r>
            <a:r>
              <a:rPr lang="en-US" sz="1100" b="1" kern="1200" noProof="0" dirty="0">
                <a:solidFill>
                  <a:schemeClr val="tx1"/>
                </a:solidFill>
              </a:rPr>
              <a:t> 🛠️ </a:t>
            </a:r>
            <a:endParaRPr lang="en-US" sz="1100" dirty="0">
              <a:solidFill>
                <a:schemeClr val="tx1"/>
              </a:solidFill>
            </a:endParaRPr>
          </a:p>
        </p:txBody>
      </p:sp>
      <p:sp>
        <p:nvSpPr>
          <p:cNvPr id="52" name="Rectangle 51">
            <a:extLst>
              <a:ext uri="{FF2B5EF4-FFF2-40B4-BE49-F238E27FC236}">
                <a16:creationId xmlns:a16="http://schemas.microsoft.com/office/drawing/2014/main" id="{7B5A764B-7715-4712-8D7E-1C2FBC9A55F1}"/>
              </a:ext>
            </a:extLst>
          </p:cNvPr>
          <p:cNvSpPr/>
          <p:nvPr/>
        </p:nvSpPr>
        <p:spPr>
          <a:xfrm>
            <a:off x="6083997" y="4714670"/>
            <a:ext cx="657162" cy="58792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SUJET I</a:t>
            </a:r>
          </a:p>
        </p:txBody>
      </p:sp>
      <p:sp>
        <p:nvSpPr>
          <p:cNvPr id="53" name="ZoneTexte 52">
            <a:extLst>
              <a:ext uri="{FF2B5EF4-FFF2-40B4-BE49-F238E27FC236}">
                <a16:creationId xmlns:a16="http://schemas.microsoft.com/office/drawing/2014/main" id="{AF91006F-0E56-498B-8133-4EAC7B60CA22}"/>
              </a:ext>
            </a:extLst>
          </p:cNvPr>
          <p:cNvSpPr txBox="1"/>
          <p:nvPr/>
        </p:nvSpPr>
        <p:spPr>
          <a:xfrm>
            <a:off x="5919646" y="5473005"/>
            <a:ext cx="1734528" cy="1169551"/>
          </a:xfrm>
          <a:prstGeom prst="rect">
            <a:avLst/>
          </a:prstGeom>
          <a:noFill/>
        </p:spPr>
        <p:txBody>
          <a:bodyPr wrap="square">
            <a:spAutoFit/>
          </a:bodyPr>
          <a:lstStyle/>
          <a:p>
            <a:pPr algn="ctr"/>
            <a:r>
              <a:rPr lang="en-US" sz="1000" b="1" noProof="0" dirty="0"/>
              <a:t>VOTE DE VALEUR</a:t>
            </a:r>
          </a:p>
          <a:p>
            <a:pPr algn="ctr"/>
            <a:r>
              <a:rPr lang="fr-FR" sz="1000" noProof="0" dirty="0"/>
              <a:t>Votez par points sur les 20% de sujets les plus utiles pour les entreprises. Marquez ces sujets comme ayant de la </a:t>
            </a:r>
          </a:p>
          <a:p>
            <a:pPr algn="ctr"/>
            <a:r>
              <a:rPr lang="en-US" sz="1000" b="1" kern="1200" noProof="0" dirty="0">
                <a:solidFill>
                  <a:schemeClr val="tx1"/>
                </a:solidFill>
              </a:rPr>
              <a:t>🏠</a:t>
            </a:r>
            <a:r>
              <a:rPr lang="fr-FR" sz="1000" b="1" noProof="0" dirty="0">
                <a:solidFill>
                  <a:srgbClr val="00B050"/>
                </a:solidFill>
              </a:rPr>
              <a:t>VALEUR</a:t>
            </a:r>
            <a:r>
              <a:rPr lang="fr-FR" sz="1000" noProof="0" dirty="0"/>
              <a:t>. </a:t>
            </a:r>
            <a:endParaRPr lang="en-US" sz="1000" noProof="0" dirty="0"/>
          </a:p>
        </p:txBody>
      </p:sp>
      <p:sp>
        <p:nvSpPr>
          <p:cNvPr id="54" name="ZoneTexte 53">
            <a:extLst>
              <a:ext uri="{FF2B5EF4-FFF2-40B4-BE49-F238E27FC236}">
                <a16:creationId xmlns:a16="http://schemas.microsoft.com/office/drawing/2014/main" id="{A5F73FB0-C096-4E00-B4A3-23CB882C2214}"/>
              </a:ext>
            </a:extLst>
          </p:cNvPr>
          <p:cNvSpPr txBox="1"/>
          <p:nvPr/>
        </p:nvSpPr>
        <p:spPr>
          <a:xfrm>
            <a:off x="7763302" y="5456054"/>
            <a:ext cx="2063231" cy="1323439"/>
          </a:xfrm>
          <a:prstGeom prst="rect">
            <a:avLst/>
          </a:prstGeom>
          <a:noFill/>
        </p:spPr>
        <p:txBody>
          <a:bodyPr wrap="square">
            <a:spAutoFit/>
          </a:bodyPr>
          <a:lstStyle/>
          <a:p>
            <a:pPr algn="ctr"/>
            <a:r>
              <a:rPr lang="en-US" sz="1000" b="1" noProof="0" dirty="0"/>
              <a:t>AFFICHAGE SUR LE DIAGRAMME</a:t>
            </a:r>
          </a:p>
          <a:p>
            <a:pPr algn="ctr"/>
            <a:r>
              <a:rPr lang="fr-FR" sz="1000" noProof="0" dirty="0"/>
              <a:t>(Facultatif) Affichez les sujets sur le diagramme de </a:t>
            </a:r>
            <a:r>
              <a:rPr lang="fr-FR" sz="1000" noProof="0" dirty="0" err="1"/>
              <a:t>Venn</a:t>
            </a:r>
            <a:r>
              <a:rPr lang="fr-FR" sz="1000" noProof="0" dirty="0"/>
              <a:t>.  </a:t>
            </a:r>
          </a:p>
          <a:p>
            <a:pPr algn="ctr"/>
            <a:r>
              <a:rPr lang="fr-FR" sz="1000" noProof="0" dirty="0"/>
              <a:t>Si les votes ne mènent pas à des résultats intéressants (rien dans les zones communes), divisez la Communauté</a:t>
            </a:r>
            <a:endParaRPr lang="en-US" sz="1000" noProof="0" dirty="0"/>
          </a:p>
        </p:txBody>
      </p:sp>
      <p:pic>
        <p:nvPicPr>
          <p:cNvPr id="60" name="Image 59">
            <a:extLst>
              <a:ext uri="{FF2B5EF4-FFF2-40B4-BE49-F238E27FC236}">
                <a16:creationId xmlns:a16="http://schemas.microsoft.com/office/drawing/2014/main" id="{292DC31A-F61C-416D-AE86-A1B9D32224D7}"/>
              </a:ext>
            </a:extLst>
          </p:cNvPr>
          <p:cNvPicPr>
            <a:picLocks noChangeAspect="1"/>
          </p:cNvPicPr>
          <p:nvPr/>
        </p:nvPicPr>
        <p:blipFill>
          <a:blip r:embed="rId2"/>
          <a:stretch>
            <a:fillRect/>
          </a:stretch>
        </p:blipFill>
        <p:spPr>
          <a:xfrm>
            <a:off x="7887896" y="3122827"/>
            <a:ext cx="1814043" cy="1526254"/>
          </a:xfrm>
          <a:prstGeom prst="rect">
            <a:avLst/>
          </a:prstGeom>
        </p:spPr>
      </p:pic>
      <p:sp>
        <p:nvSpPr>
          <p:cNvPr id="61" name="ZoneTexte 60">
            <a:extLst>
              <a:ext uri="{FF2B5EF4-FFF2-40B4-BE49-F238E27FC236}">
                <a16:creationId xmlns:a16="http://schemas.microsoft.com/office/drawing/2014/main" id="{99376FFD-AC52-4A15-B807-25061B9F2D5F}"/>
              </a:ext>
            </a:extLst>
          </p:cNvPr>
          <p:cNvSpPr txBox="1"/>
          <p:nvPr/>
        </p:nvSpPr>
        <p:spPr>
          <a:xfrm>
            <a:off x="10128769" y="5473004"/>
            <a:ext cx="2063231" cy="1323439"/>
          </a:xfrm>
          <a:prstGeom prst="rect">
            <a:avLst/>
          </a:prstGeom>
          <a:noFill/>
        </p:spPr>
        <p:txBody>
          <a:bodyPr wrap="square">
            <a:spAutoFit/>
          </a:bodyPr>
          <a:lstStyle/>
          <a:p>
            <a:pPr algn="ctr"/>
            <a:r>
              <a:rPr lang="fr-FR" sz="1000" b="1" noProof="0" dirty="0"/>
              <a:t>DÉCISION DE FEUILLE DE ROUTE</a:t>
            </a:r>
          </a:p>
          <a:p>
            <a:pPr algn="ctr"/>
            <a:r>
              <a:rPr lang="fr-FR" sz="1000" noProof="0" dirty="0"/>
              <a:t>En commençant par les sujets qui sont les plus marqués, décidez et engagez des actions pour la prochaine session ou période de temps (mois, trimestre, année, …).</a:t>
            </a:r>
            <a:endParaRPr lang="en-US" sz="1000" noProof="0" dirty="0"/>
          </a:p>
        </p:txBody>
      </p:sp>
      <p:graphicFrame>
        <p:nvGraphicFramePr>
          <p:cNvPr id="62" name="Tableau 21">
            <a:extLst>
              <a:ext uri="{FF2B5EF4-FFF2-40B4-BE49-F238E27FC236}">
                <a16:creationId xmlns:a16="http://schemas.microsoft.com/office/drawing/2014/main" id="{5FC90380-9AB0-42F7-BF1A-D63EECF5F690}"/>
              </a:ext>
            </a:extLst>
          </p:cNvPr>
          <p:cNvGraphicFramePr>
            <a:graphicFrameLocks noGrp="1"/>
          </p:cNvGraphicFramePr>
          <p:nvPr>
            <p:extLst>
              <p:ext uri="{D42A27DB-BD31-4B8C-83A1-F6EECF244321}">
                <p14:modId xmlns:p14="http://schemas.microsoft.com/office/powerpoint/2010/main" val="1593272752"/>
              </p:ext>
            </p:extLst>
          </p:nvPr>
        </p:nvGraphicFramePr>
        <p:xfrm>
          <a:off x="9963650" y="2082966"/>
          <a:ext cx="2091045" cy="2991962"/>
        </p:xfrm>
        <a:graphic>
          <a:graphicData uri="http://schemas.openxmlformats.org/drawingml/2006/table">
            <a:tbl>
              <a:tblPr firstRow="1" bandRow="1">
                <a:tableStyleId>{5C22544A-7EE6-4342-B048-85BDC9FD1C3A}</a:tableStyleId>
              </a:tblPr>
              <a:tblGrid>
                <a:gridCol w="583637">
                  <a:extLst>
                    <a:ext uri="{9D8B030D-6E8A-4147-A177-3AD203B41FA5}">
                      <a16:colId xmlns:a16="http://schemas.microsoft.com/office/drawing/2014/main" val="1621250613"/>
                    </a:ext>
                  </a:extLst>
                </a:gridCol>
                <a:gridCol w="1507408">
                  <a:extLst>
                    <a:ext uri="{9D8B030D-6E8A-4147-A177-3AD203B41FA5}">
                      <a16:colId xmlns:a16="http://schemas.microsoft.com/office/drawing/2014/main" val="1010987500"/>
                    </a:ext>
                  </a:extLst>
                </a:gridCol>
              </a:tblGrid>
              <a:tr h="276812">
                <a:tc>
                  <a:txBody>
                    <a:bodyPr/>
                    <a:lstStyle/>
                    <a:p>
                      <a:r>
                        <a:rPr lang="en-US" sz="1100" dirty="0" err="1"/>
                        <a:t>Sujet</a:t>
                      </a:r>
                      <a:endParaRPr lang="en-US" sz="1100" dirty="0"/>
                    </a:p>
                  </a:txBody>
                  <a:tcPr/>
                </a:tc>
                <a:tc>
                  <a:txBody>
                    <a:bodyPr/>
                    <a:lstStyle/>
                    <a:p>
                      <a:r>
                        <a:rPr lang="en-US" sz="1100" dirty="0"/>
                        <a:t>Actions</a:t>
                      </a:r>
                    </a:p>
                  </a:txBody>
                  <a:tcPr/>
                </a:tc>
                <a:extLst>
                  <a:ext uri="{0D108BD9-81ED-4DB2-BD59-A6C34878D82A}">
                    <a16:rowId xmlns:a16="http://schemas.microsoft.com/office/drawing/2014/main" val="3796787873"/>
                  </a:ext>
                </a:extLst>
              </a:tr>
              <a:tr h="452525">
                <a:tc>
                  <a:txBody>
                    <a:bodyPr/>
                    <a:lstStyle/>
                    <a:p>
                      <a:r>
                        <a:rPr lang="en-US" sz="500" dirty="0" err="1"/>
                        <a:t>Sujet</a:t>
                      </a:r>
                      <a:r>
                        <a:rPr lang="en-US" sz="500" dirty="0"/>
                        <a:t> A</a:t>
                      </a:r>
                    </a:p>
                  </a:txBody>
                  <a:tcPr/>
                </a:tc>
                <a:tc>
                  <a:txBody>
                    <a:bodyPr/>
                    <a:lstStyle/>
                    <a:p>
                      <a:pPr marL="171450" indent="-171450">
                        <a:buFont typeface="Arial" panose="020B0604020202020204" pitchFamily="34" charset="0"/>
                        <a:buChar char="•"/>
                      </a:pPr>
                      <a:r>
                        <a:rPr lang="fr-FR" sz="400" dirty="0"/>
                        <a:t>Partager un article ou regarder une vidéo ensemble pour la prochaine session du 22 mai.</a:t>
                      </a:r>
                    </a:p>
                    <a:p>
                      <a:pPr marL="171450" indent="-171450">
                        <a:buFont typeface="Arial" panose="020B0604020202020204" pitchFamily="34" charset="0"/>
                        <a:buChar char="•"/>
                      </a:pPr>
                      <a:r>
                        <a:rPr lang="fr-FR" sz="400" dirty="0"/>
                        <a:t>Organiser une rencontre avec d'autres personnes passionnées le 15 juin. </a:t>
                      </a:r>
                    </a:p>
                  </a:txBody>
                  <a:tcPr/>
                </a:tc>
                <a:extLst>
                  <a:ext uri="{0D108BD9-81ED-4DB2-BD59-A6C34878D82A}">
                    <a16:rowId xmlns:a16="http://schemas.microsoft.com/office/drawing/2014/main" val="2023554520"/>
                  </a:ext>
                </a:extLst>
              </a:tr>
              <a:tr h="452525">
                <a:tc>
                  <a:txBody>
                    <a:bodyPr/>
                    <a:lstStyle/>
                    <a:p>
                      <a:r>
                        <a:rPr lang="en-US" sz="500" dirty="0" err="1"/>
                        <a:t>Sujet</a:t>
                      </a:r>
                      <a:r>
                        <a:rPr lang="en-US" sz="500" dirty="0"/>
                        <a:t> B</a:t>
                      </a:r>
                    </a:p>
                  </a:txBody>
                  <a:tcPr/>
                </a:tc>
                <a:tc>
                  <a:txBody>
                    <a:bodyPr/>
                    <a:lstStyle/>
                    <a:p>
                      <a:pPr marL="171450" indent="-171450">
                        <a:buFont typeface="Arial" panose="020B0604020202020204" pitchFamily="34" charset="0"/>
                        <a:buChar char="•"/>
                      </a:pPr>
                      <a:r>
                        <a:rPr lang="fr-FR" sz="400" dirty="0"/>
                        <a:t>Créer un salon de discussion avec Alice, Bob, Charlie, Dick (qui a voté pour ce sujet).</a:t>
                      </a:r>
                      <a:endParaRPr lang="en-US" sz="400" dirty="0"/>
                    </a:p>
                  </a:txBody>
                  <a:tcPr/>
                </a:tc>
                <a:extLst>
                  <a:ext uri="{0D108BD9-81ED-4DB2-BD59-A6C34878D82A}">
                    <a16:rowId xmlns:a16="http://schemas.microsoft.com/office/drawing/2014/main" val="1091309538"/>
                  </a:ext>
                </a:extLst>
              </a:tr>
              <a:tr h="452525">
                <a:tc>
                  <a:txBody>
                    <a:bodyPr/>
                    <a:lstStyle/>
                    <a:p>
                      <a:r>
                        <a:rPr lang="en-US" sz="500" dirty="0" err="1"/>
                        <a:t>Sujet</a:t>
                      </a:r>
                      <a:r>
                        <a:rPr lang="en-US" sz="500" dirty="0"/>
                        <a:t> C</a:t>
                      </a:r>
                    </a:p>
                  </a:txBody>
                  <a:tcPr/>
                </a:tc>
                <a:tc>
                  <a:txBody>
                    <a:bodyPr/>
                    <a:lstStyle/>
                    <a:p>
                      <a:pPr marL="171450" indent="-171450">
                        <a:buFont typeface="Arial" panose="020B0604020202020204" pitchFamily="34" charset="0"/>
                        <a:buChar char="•"/>
                      </a:pPr>
                      <a:r>
                        <a:rPr lang="fr-FR" sz="400" dirty="0"/>
                        <a:t>Organisez un brainstorming sur une activité ou un format sympathique sur ce sujet.  S'il n'y a pas de résultat ou s'il est trop difficile à organiser, laisser le sujet de côté pour le moment.</a:t>
                      </a:r>
                      <a:endParaRPr lang="en-US" sz="400" dirty="0"/>
                    </a:p>
                  </a:txBody>
                  <a:tcPr/>
                </a:tc>
                <a:extLst>
                  <a:ext uri="{0D108BD9-81ED-4DB2-BD59-A6C34878D82A}">
                    <a16:rowId xmlns:a16="http://schemas.microsoft.com/office/drawing/2014/main" val="700349907"/>
                  </a:ext>
                </a:extLst>
              </a:tr>
              <a:tr h="4525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500" dirty="0" err="1"/>
                        <a:t>Sujet</a:t>
                      </a:r>
                      <a:r>
                        <a:rPr lang="en-US" sz="500" dirty="0"/>
                        <a:t> D</a:t>
                      </a:r>
                      <a:endParaRPr lang="en-US" sz="500" dirty="0">
                        <a:solidFill>
                          <a:schemeClr val="tx1"/>
                        </a:solidFill>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400" dirty="0"/>
                        <a:t>Trouver des intervenants externes pour partager sur le sujet pour une présentation dans 2 mois.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sz="400" dirty="0"/>
                        <a:t>Trouver du contenu et des tutoriels intéressants et les partager sur le mur de la communauté.</a:t>
                      </a:r>
                      <a:endParaRPr lang="en-US" sz="400" dirty="0"/>
                    </a:p>
                  </a:txBody>
                  <a:tcPr/>
                </a:tc>
                <a:extLst>
                  <a:ext uri="{0D108BD9-81ED-4DB2-BD59-A6C34878D82A}">
                    <a16:rowId xmlns:a16="http://schemas.microsoft.com/office/drawing/2014/main" val="2155766926"/>
                  </a:ext>
                </a:extLst>
              </a:tr>
              <a:tr h="452525">
                <a:tc>
                  <a:txBody>
                    <a:bodyPr/>
                    <a:lstStyle/>
                    <a:p>
                      <a:r>
                        <a:rPr lang="en-US" sz="500" dirty="0" err="1"/>
                        <a:t>Sujets</a:t>
                      </a:r>
                      <a:r>
                        <a:rPr lang="en-US" sz="500" dirty="0"/>
                        <a:t>  E, F, G, H</a:t>
                      </a:r>
                    </a:p>
                  </a:txBody>
                  <a:tcPr/>
                </a:tc>
                <a:tc>
                  <a:txBody>
                    <a:bodyPr/>
                    <a:lstStyle/>
                    <a:p>
                      <a:r>
                        <a:rPr lang="fr-FR" sz="400" dirty="0"/>
                        <a:t>Laisser de côté pour le moment</a:t>
                      </a:r>
                      <a:endParaRPr lang="en-US" sz="400" dirty="0"/>
                    </a:p>
                  </a:txBody>
                  <a:tcPr/>
                </a:tc>
                <a:extLst>
                  <a:ext uri="{0D108BD9-81ED-4DB2-BD59-A6C34878D82A}">
                    <a16:rowId xmlns:a16="http://schemas.microsoft.com/office/drawing/2014/main" val="2421144852"/>
                  </a:ext>
                </a:extLst>
              </a:tr>
              <a:tr h="452525">
                <a:tc>
                  <a:txBody>
                    <a:bodyPr/>
                    <a:lstStyle/>
                    <a:p>
                      <a:r>
                        <a:rPr lang="en-US" sz="500" dirty="0" err="1"/>
                        <a:t>Sujet</a:t>
                      </a:r>
                      <a:r>
                        <a:rPr lang="en-US" sz="500" dirty="0"/>
                        <a:t> I</a:t>
                      </a:r>
                    </a:p>
                  </a:txBody>
                  <a:tcPr/>
                </a:tc>
                <a:tc>
                  <a:txBody>
                    <a:bodyPr/>
                    <a:lstStyle/>
                    <a:p>
                      <a:r>
                        <a:rPr lang="fr-FR" sz="400" dirty="0"/>
                        <a:t>Officiellement hors du champ d’activité de la Communauté </a:t>
                      </a:r>
                      <a:endParaRPr lang="en-US" sz="400" dirty="0"/>
                    </a:p>
                  </a:txBody>
                  <a:tcPr/>
                </a:tc>
                <a:extLst>
                  <a:ext uri="{0D108BD9-81ED-4DB2-BD59-A6C34878D82A}">
                    <a16:rowId xmlns:a16="http://schemas.microsoft.com/office/drawing/2014/main" val="2536391635"/>
                  </a:ext>
                </a:extLst>
              </a:tr>
            </a:tbl>
          </a:graphicData>
        </a:graphic>
      </p:graphicFrame>
      <p:sp>
        <p:nvSpPr>
          <p:cNvPr id="63" name="Rectangle 62">
            <a:extLst>
              <a:ext uri="{FF2B5EF4-FFF2-40B4-BE49-F238E27FC236}">
                <a16:creationId xmlns:a16="http://schemas.microsoft.com/office/drawing/2014/main" id="{6D62EEE1-3D76-4ED0-A5F8-E815084A6020}"/>
              </a:ext>
            </a:extLst>
          </p:cNvPr>
          <p:cNvSpPr/>
          <p:nvPr/>
        </p:nvSpPr>
        <p:spPr>
          <a:xfrm>
            <a:off x="9984559" y="2362042"/>
            <a:ext cx="464680" cy="41571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A</a:t>
            </a:r>
            <a:r>
              <a:rPr lang="fr-FR" sz="700" b="1" kern="1200" dirty="0">
                <a:solidFill>
                  <a:schemeClr val="tx1"/>
                </a:solidFill>
              </a:rPr>
              <a:t> </a:t>
            </a:r>
          </a:p>
          <a:p>
            <a:pPr algn="ctr"/>
            <a:r>
              <a:rPr lang="fr-FR" sz="300" b="1" kern="1200" dirty="0">
                <a:solidFill>
                  <a:schemeClr val="tx1"/>
                </a:solidFill>
              </a:rPr>
              <a:t>💗</a:t>
            </a:r>
            <a:r>
              <a:rPr lang="en-US" sz="300" b="1" kern="1200" noProof="0" dirty="0">
                <a:solidFill>
                  <a:schemeClr val="tx1"/>
                </a:solidFill>
              </a:rPr>
              <a:t> 🛠️ 🏠</a:t>
            </a:r>
            <a:endParaRPr lang="en-US" sz="300" dirty="0">
              <a:solidFill>
                <a:schemeClr val="tx1"/>
              </a:solidFill>
            </a:endParaRPr>
          </a:p>
        </p:txBody>
      </p:sp>
      <p:sp>
        <p:nvSpPr>
          <p:cNvPr id="64" name="Rectangle 63">
            <a:extLst>
              <a:ext uri="{FF2B5EF4-FFF2-40B4-BE49-F238E27FC236}">
                <a16:creationId xmlns:a16="http://schemas.microsoft.com/office/drawing/2014/main" id="{B8C57F72-3F8E-4DD7-BD7A-BC7732F7EE91}"/>
              </a:ext>
            </a:extLst>
          </p:cNvPr>
          <p:cNvSpPr/>
          <p:nvPr/>
        </p:nvSpPr>
        <p:spPr>
          <a:xfrm>
            <a:off x="9985270" y="2833332"/>
            <a:ext cx="463969" cy="42048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B</a:t>
            </a:r>
            <a:r>
              <a:rPr lang="fr-FR" sz="700" b="1" kern="1200" dirty="0">
                <a:solidFill>
                  <a:schemeClr val="tx1"/>
                </a:solidFill>
              </a:rPr>
              <a:t> </a:t>
            </a:r>
          </a:p>
          <a:p>
            <a:pPr algn="ctr"/>
            <a:r>
              <a:rPr lang="fr-FR" sz="700" b="1" kern="1200" dirty="0">
                <a:solidFill>
                  <a:schemeClr val="tx1"/>
                </a:solidFill>
              </a:rPr>
              <a:t>💗</a:t>
            </a:r>
            <a:r>
              <a:rPr lang="en-US" sz="700" b="1" kern="1200" noProof="0" dirty="0">
                <a:solidFill>
                  <a:schemeClr val="tx1"/>
                </a:solidFill>
              </a:rPr>
              <a:t> 🛠️</a:t>
            </a:r>
            <a:endParaRPr lang="en-US" sz="700" dirty="0">
              <a:solidFill>
                <a:schemeClr val="tx1"/>
              </a:solidFill>
            </a:endParaRPr>
          </a:p>
        </p:txBody>
      </p:sp>
      <p:sp>
        <p:nvSpPr>
          <p:cNvPr id="65" name="Rectangle 64">
            <a:extLst>
              <a:ext uri="{FF2B5EF4-FFF2-40B4-BE49-F238E27FC236}">
                <a16:creationId xmlns:a16="http://schemas.microsoft.com/office/drawing/2014/main" id="{ED3E2FF9-B135-4137-8A71-9D672A19543E}"/>
              </a:ext>
            </a:extLst>
          </p:cNvPr>
          <p:cNvSpPr/>
          <p:nvPr/>
        </p:nvSpPr>
        <p:spPr>
          <a:xfrm>
            <a:off x="9984559" y="3295614"/>
            <a:ext cx="463969" cy="42048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C</a:t>
            </a:r>
            <a:r>
              <a:rPr lang="en-US" sz="700" b="1" kern="1200" noProof="0" dirty="0">
                <a:solidFill>
                  <a:schemeClr val="tx1"/>
                </a:solidFill>
              </a:rPr>
              <a:t> </a:t>
            </a:r>
          </a:p>
          <a:p>
            <a:pPr algn="ctr"/>
            <a:r>
              <a:rPr lang="en-US" sz="700" b="1" kern="1200" noProof="0" dirty="0">
                <a:solidFill>
                  <a:schemeClr val="tx1"/>
                </a:solidFill>
              </a:rPr>
              <a:t>🛠️ 🏠 </a:t>
            </a:r>
          </a:p>
          <a:p>
            <a:pPr algn="ctr"/>
            <a:endParaRPr lang="en-US" sz="700" dirty="0">
              <a:solidFill>
                <a:schemeClr val="tx1"/>
              </a:solidFill>
            </a:endParaRPr>
          </a:p>
        </p:txBody>
      </p:sp>
      <p:sp>
        <p:nvSpPr>
          <p:cNvPr id="66" name="Rectangle 65">
            <a:extLst>
              <a:ext uri="{FF2B5EF4-FFF2-40B4-BE49-F238E27FC236}">
                <a16:creationId xmlns:a16="http://schemas.microsoft.com/office/drawing/2014/main" id="{DC9F1333-C9D7-4866-A20D-7026F7AC00C6}"/>
              </a:ext>
            </a:extLst>
          </p:cNvPr>
          <p:cNvSpPr/>
          <p:nvPr/>
        </p:nvSpPr>
        <p:spPr>
          <a:xfrm>
            <a:off x="9984559" y="3737617"/>
            <a:ext cx="463969" cy="420487"/>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00" dirty="0">
                <a:solidFill>
                  <a:schemeClr val="tx1"/>
                </a:solidFill>
              </a:rPr>
              <a:t>SUJET D</a:t>
            </a:r>
            <a:r>
              <a:rPr lang="fr-FR" sz="700" b="1" kern="1200" dirty="0">
                <a:solidFill>
                  <a:schemeClr val="tx1"/>
                </a:solidFill>
              </a:rPr>
              <a:t> </a:t>
            </a:r>
          </a:p>
          <a:p>
            <a:pPr algn="ctr"/>
            <a:r>
              <a:rPr lang="fr-FR" sz="700" b="1" kern="1200" dirty="0">
                <a:solidFill>
                  <a:schemeClr val="tx1"/>
                </a:solidFill>
              </a:rPr>
              <a:t>💗</a:t>
            </a:r>
            <a:r>
              <a:rPr lang="en-US" sz="700" b="1" kern="1200" noProof="0" dirty="0">
                <a:solidFill>
                  <a:schemeClr val="tx1"/>
                </a:solidFill>
              </a:rPr>
              <a:t> 🏠</a:t>
            </a:r>
            <a:endParaRPr lang="en-US" sz="700" dirty="0">
              <a:solidFill>
                <a:schemeClr val="tx1"/>
              </a:solidFill>
            </a:endParaRPr>
          </a:p>
        </p:txBody>
      </p:sp>
    </p:spTree>
    <p:extLst>
      <p:ext uri="{BB962C8B-B14F-4D97-AF65-F5344CB8AC3E}">
        <p14:creationId xmlns:p14="http://schemas.microsoft.com/office/powerpoint/2010/main" val="19947464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C25294-60E0-4E12-B866-F2E1DAC21FF5}"/>
              </a:ext>
            </a:extLst>
          </p:cNvPr>
          <p:cNvSpPr>
            <a:spLocks noGrp="1"/>
          </p:cNvSpPr>
          <p:nvPr>
            <p:ph type="title"/>
          </p:nvPr>
        </p:nvSpPr>
        <p:spPr/>
        <p:txBody>
          <a:bodyPr/>
          <a:lstStyle/>
          <a:p>
            <a:r>
              <a:rPr lang="fr-FR" dirty="0"/>
              <a:t>Historique des versions</a:t>
            </a:r>
          </a:p>
        </p:txBody>
      </p:sp>
      <p:graphicFrame>
        <p:nvGraphicFramePr>
          <p:cNvPr id="4" name="Tableau 4">
            <a:extLst>
              <a:ext uri="{FF2B5EF4-FFF2-40B4-BE49-F238E27FC236}">
                <a16:creationId xmlns:a16="http://schemas.microsoft.com/office/drawing/2014/main" id="{B08BEB17-09DF-461E-9CA2-AC3AEFDC5059}"/>
              </a:ext>
            </a:extLst>
          </p:cNvPr>
          <p:cNvGraphicFramePr>
            <a:graphicFrameLocks noGrp="1"/>
          </p:cNvGraphicFramePr>
          <p:nvPr>
            <p:ph idx="1"/>
            <p:extLst>
              <p:ext uri="{D42A27DB-BD31-4B8C-83A1-F6EECF244321}">
                <p14:modId xmlns:p14="http://schemas.microsoft.com/office/powerpoint/2010/main" val="2102939243"/>
              </p:ext>
            </p:extLst>
          </p:nvPr>
        </p:nvGraphicFramePr>
        <p:xfrm>
          <a:off x="478172" y="1532010"/>
          <a:ext cx="11409028" cy="1854200"/>
        </p:xfrm>
        <a:graphic>
          <a:graphicData uri="http://schemas.openxmlformats.org/drawingml/2006/table">
            <a:tbl>
              <a:tblPr firstRow="1" bandRow="1">
                <a:tableStyleId>{21E4AEA4-8DFA-4A89-87EB-49C32662AFE0}</a:tableStyleId>
              </a:tblPr>
              <a:tblGrid>
                <a:gridCol w="2852257">
                  <a:extLst>
                    <a:ext uri="{9D8B030D-6E8A-4147-A177-3AD203B41FA5}">
                      <a16:colId xmlns:a16="http://schemas.microsoft.com/office/drawing/2014/main" val="3807656759"/>
                    </a:ext>
                  </a:extLst>
                </a:gridCol>
                <a:gridCol w="2852257">
                  <a:extLst>
                    <a:ext uri="{9D8B030D-6E8A-4147-A177-3AD203B41FA5}">
                      <a16:colId xmlns:a16="http://schemas.microsoft.com/office/drawing/2014/main" val="2648948851"/>
                    </a:ext>
                  </a:extLst>
                </a:gridCol>
                <a:gridCol w="2852257">
                  <a:extLst>
                    <a:ext uri="{9D8B030D-6E8A-4147-A177-3AD203B41FA5}">
                      <a16:colId xmlns:a16="http://schemas.microsoft.com/office/drawing/2014/main" val="285982558"/>
                    </a:ext>
                  </a:extLst>
                </a:gridCol>
                <a:gridCol w="2852257">
                  <a:extLst>
                    <a:ext uri="{9D8B030D-6E8A-4147-A177-3AD203B41FA5}">
                      <a16:colId xmlns:a16="http://schemas.microsoft.com/office/drawing/2014/main" val="1267208164"/>
                    </a:ext>
                  </a:extLst>
                </a:gridCol>
              </a:tblGrid>
              <a:tr h="370840">
                <a:tc>
                  <a:txBody>
                    <a:bodyPr/>
                    <a:lstStyle/>
                    <a:p>
                      <a:r>
                        <a:rPr lang="fr-FR"/>
                        <a:t>Version </a:t>
                      </a:r>
                    </a:p>
                  </a:txBody>
                  <a:tcPr/>
                </a:tc>
                <a:tc>
                  <a:txBody>
                    <a:bodyPr/>
                    <a:lstStyle/>
                    <a:p>
                      <a:r>
                        <a:rPr lang="fr-FR"/>
                        <a:t>Contributeurs</a:t>
                      </a:r>
                    </a:p>
                  </a:txBody>
                  <a:tcPr/>
                </a:tc>
                <a:tc>
                  <a:txBody>
                    <a:bodyPr/>
                    <a:lstStyle/>
                    <a:p>
                      <a:r>
                        <a:rPr lang="fr-FR" dirty="0"/>
                        <a:t>Licence</a:t>
                      </a:r>
                    </a:p>
                  </a:txBody>
                  <a:tcPr/>
                </a:tc>
                <a:tc>
                  <a:txBody>
                    <a:bodyPr/>
                    <a:lstStyle/>
                    <a:p>
                      <a:r>
                        <a:rPr lang="fr-FR"/>
                        <a:t>Commentaires</a:t>
                      </a:r>
                    </a:p>
                  </a:txBody>
                  <a:tcPr/>
                </a:tc>
                <a:extLst>
                  <a:ext uri="{0D108BD9-81ED-4DB2-BD59-A6C34878D82A}">
                    <a16:rowId xmlns:a16="http://schemas.microsoft.com/office/drawing/2014/main" val="748113296"/>
                  </a:ext>
                </a:extLst>
              </a:tr>
              <a:tr h="370840">
                <a:tc>
                  <a:txBody>
                    <a:bodyPr/>
                    <a:lstStyle/>
                    <a:p>
                      <a:r>
                        <a:rPr lang="fr-FR" sz="1200" dirty="0"/>
                        <a:t>1</a:t>
                      </a:r>
                    </a:p>
                  </a:txBody>
                  <a:tcPr/>
                </a:tc>
                <a:tc>
                  <a:txBody>
                    <a:bodyPr/>
                    <a:lstStyle/>
                    <a:p>
                      <a:r>
                        <a:rPr lang="fr-FR" sz="1200" dirty="0"/>
                        <a:t>Alexandre QUACH</a:t>
                      </a:r>
                    </a:p>
                  </a:txBody>
                  <a:tcPr/>
                </a:tc>
                <a:tc>
                  <a:txBody>
                    <a:bodyPr/>
                    <a:lstStyle/>
                    <a:p>
                      <a:r>
                        <a:rPr lang="fr-FR" sz="1200" dirty="0"/>
                        <a:t>CC-BY 3.0</a:t>
                      </a:r>
                    </a:p>
                  </a:txBody>
                  <a:tcPr/>
                </a:tc>
                <a:tc>
                  <a:txBody>
                    <a:bodyPr/>
                    <a:lstStyle/>
                    <a:p>
                      <a:r>
                        <a:rPr lang="fr-FR" sz="1200" dirty="0"/>
                        <a:t>Initiation</a:t>
                      </a:r>
                    </a:p>
                  </a:txBody>
                  <a:tcPr/>
                </a:tc>
                <a:extLst>
                  <a:ext uri="{0D108BD9-81ED-4DB2-BD59-A6C34878D82A}">
                    <a16:rowId xmlns:a16="http://schemas.microsoft.com/office/drawing/2014/main" val="2337500579"/>
                  </a:ext>
                </a:extLst>
              </a:tr>
              <a:tr h="370840">
                <a:tc>
                  <a:txBody>
                    <a:bodyPr/>
                    <a:lstStyle/>
                    <a:p>
                      <a:endParaRPr lang="fr-FR"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565347869"/>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26495474"/>
                  </a:ext>
                </a:extLst>
              </a:tr>
              <a:tr h="370840">
                <a:tc>
                  <a:txBody>
                    <a:bodyPr/>
                    <a:lstStyle/>
                    <a:p>
                      <a:endParaRPr lang="fr-FR" sz="1200" dirty="0"/>
                    </a:p>
                  </a:txBody>
                  <a:tcPr/>
                </a:tc>
                <a:tc>
                  <a:txBody>
                    <a:bodyPr/>
                    <a:lstStyle/>
                    <a:p>
                      <a:endParaRPr lang="fr-FR" sz="1200" dirty="0"/>
                    </a:p>
                  </a:txBody>
                  <a:tcPr/>
                </a:tc>
                <a:tc>
                  <a:txBody>
                    <a:bodyPr/>
                    <a:lstStyle/>
                    <a:p>
                      <a:endParaRPr lang="fr-FR" sz="1200" dirty="0"/>
                    </a:p>
                  </a:txBody>
                  <a:tcPr/>
                </a:tc>
                <a:tc>
                  <a:txBody>
                    <a:bodyPr/>
                    <a:lstStyle/>
                    <a:p>
                      <a:endParaRPr lang="fr-FR" sz="1200" dirty="0"/>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662365454"/>
      </p:ext>
    </p:extLst>
  </p:cSld>
  <p:clrMapOvr>
    <a:masterClrMapping/>
  </p:clrMapOvr>
  <mc:AlternateContent xmlns:mc="http://schemas.openxmlformats.org/markup-compatibility/2006" xmlns:p14="http://schemas.microsoft.com/office/powerpoint/2010/main">
    <mc:Choice Requires="p14">
      <p:transition spd="slow" p14:dur="2000" advTm="19680"/>
    </mc:Choice>
    <mc:Fallback xmlns="">
      <p:transition spd="slow" advTm="19680"/>
    </mc:Fallback>
  </mc:AlternateContent>
</p:sld>
</file>

<file path=ppt/theme/theme1.xml><?xml version="1.0" encoding="utf-8"?>
<a:theme xmlns:a="http://schemas.openxmlformats.org/drawingml/2006/main" name="AccentBoxVTI">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3651</TotalTime>
  <Words>1765</Words>
  <Application>Microsoft Office PowerPoint</Application>
  <PresentationFormat>Grand écran</PresentationFormat>
  <Paragraphs>256</Paragraphs>
  <Slides>8</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8</vt:i4>
      </vt:variant>
    </vt:vector>
  </HeadingPairs>
  <TitlesOfParts>
    <vt:vector size="12" baseType="lpstr">
      <vt:lpstr>Arial</vt:lpstr>
      <vt:lpstr>Avenir Next LT Pro</vt:lpstr>
      <vt:lpstr>Calibri</vt:lpstr>
      <vt:lpstr>AccentBoxVTI</vt:lpstr>
      <vt:lpstr>W2 #OSG Atelier de Topics Mapping (cartographie des sujets)</vt:lpstr>
      <vt:lpstr>Ce document est un contenu #OpenSeriousCommunity #OSC</vt:lpstr>
      <vt:lpstr>Atelier de cartographie des sujets Exemple de résultats d'atelier</vt:lpstr>
      <vt:lpstr>Atelier de cartographie des sujets Feuille vide pour usage</vt:lpstr>
      <vt:lpstr>Atelier de cartographie des sujets Atelier étape par étape</vt:lpstr>
      <vt:lpstr>Atelier de cartographie des sujets Utiliser les résultats</vt:lpstr>
      <vt:lpstr>Atelier de cartographie des sujets Atelier pas à pas (illustré)</vt:lpstr>
      <vt:lpstr>Historique des versions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3</cp:revision>
  <dcterms:created xsi:type="dcterms:W3CDTF">2020-12-16T10:05:09Z</dcterms:created>
  <dcterms:modified xsi:type="dcterms:W3CDTF">2022-09-25T09:22:02Z</dcterms:modified>
</cp:coreProperties>
</file>