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Lst>
  <p:notesMasterIdLst>
    <p:notesMasterId r:id="rId24"/>
  </p:notesMasterIdLst>
  <p:sldIdLst>
    <p:sldId id="263" r:id="rId5"/>
    <p:sldId id="362" r:id="rId6"/>
    <p:sldId id="363" r:id="rId7"/>
    <p:sldId id="366" r:id="rId8"/>
    <p:sldId id="351" r:id="rId9"/>
    <p:sldId id="520" r:id="rId10"/>
    <p:sldId id="394" r:id="rId11"/>
    <p:sldId id="497" r:id="rId12"/>
    <p:sldId id="504" r:id="rId13"/>
    <p:sldId id="513" r:id="rId14"/>
    <p:sldId id="512" r:id="rId15"/>
    <p:sldId id="511" r:id="rId16"/>
    <p:sldId id="516" r:id="rId17"/>
    <p:sldId id="517" r:id="rId18"/>
    <p:sldId id="514" r:id="rId19"/>
    <p:sldId id="498" r:id="rId20"/>
    <p:sldId id="506" r:id="rId21"/>
    <p:sldId id="518" r:id="rId22"/>
    <p:sldId id="519"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5469"/>
    <a:srgbClr val="00FF00"/>
    <a:srgbClr val="BE0000"/>
    <a:srgbClr val="FFFFCC"/>
    <a:srgbClr val="34657F"/>
    <a:srgbClr val="E87706"/>
    <a:srgbClr val="FFFFFF"/>
    <a:srgbClr val="DFDBE2"/>
    <a:srgbClr val="FCE1C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276DEB-BEEE-481B-9C99-F39377ADBF02}" v="165" dt="2025-06-03T09:13:00.25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ile medio 2 - Color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9" autoAdjust="0"/>
    <p:restoredTop sz="92493" autoAdjust="0"/>
  </p:normalViewPr>
  <p:slideViewPr>
    <p:cSldViewPr snapToGrid="0">
      <p:cViewPr varScale="1">
        <p:scale>
          <a:sx n="91" d="100"/>
          <a:sy n="91" d="100"/>
        </p:scale>
        <p:origin x="58" y="3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45276DEB-BEEE-481B-9C99-F39377ADBF02}"/>
    <pc:docChg chg="undo custSel addSld delSld modSld modMainMaster">
      <pc:chgData name="Alexandre Quach" userId="03a3b9a4-365b-425e-bba9-a77346403bac" providerId="ADAL" clId="{45276DEB-BEEE-481B-9C99-F39377ADBF02}" dt="2025-06-03T09:12:28.636" v="2132" actId="47"/>
      <pc:docMkLst>
        <pc:docMk/>
      </pc:docMkLst>
      <pc:sldChg chg="addSp delSp modSp mod">
        <pc:chgData name="Alexandre Quach" userId="03a3b9a4-365b-425e-bba9-a77346403bac" providerId="ADAL" clId="{45276DEB-BEEE-481B-9C99-F39377ADBF02}" dt="2025-06-03T08:37:28.370" v="1937"/>
        <pc:sldMkLst>
          <pc:docMk/>
          <pc:sldMk cId="2842409871" sldId="263"/>
        </pc:sldMkLst>
        <pc:spChg chg="mod">
          <ac:chgData name="Alexandre Quach" userId="03a3b9a4-365b-425e-bba9-a77346403bac" providerId="ADAL" clId="{45276DEB-BEEE-481B-9C99-F39377ADBF02}" dt="2025-06-03T08:37:28.370" v="1937"/>
          <ac:spMkLst>
            <pc:docMk/>
            <pc:sldMk cId="2842409871" sldId="263"/>
            <ac:spMk id="9" creationId="{41D3DE94-D0C6-1E64-ECD1-7799A149A6F0}"/>
          </ac:spMkLst>
        </pc:spChg>
        <pc:spChg chg="mod">
          <ac:chgData name="Alexandre Quach" userId="03a3b9a4-365b-425e-bba9-a77346403bac" providerId="ADAL" clId="{45276DEB-BEEE-481B-9C99-F39377ADBF02}" dt="2025-06-03T07:36:04.011" v="1217" actId="790"/>
          <ac:spMkLst>
            <pc:docMk/>
            <pc:sldMk cId="2842409871" sldId="263"/>
            <ac:spMk id="10" creationId="{DBCDCC4D-2269-815E-3A67-36E23F057653}"/>
          </ac:spMkLst>
        </pc:spChg>
        <pc:spChg chg="mod">
          <ac:chgData name="Alexandre Quach" userId="03a3b9a4-365b-425e-bba9-a77346403bac" providerId="ADAL" clId="{45276DEB-BEEE-481B-9C99-F39377ADBF02}" dt="2025-06-03T07:36:04.011" v="1217" actId="790"/>
          <ac:spMkLst>
            <pc:docMk/>
            <pc:sldMk cId="2842409871" sldId="263"/>
            <ac:spMk id="13" creationId="{84985711-F06C-5048-28C1-FAB02FC39271}"/>
          </ac:spMkLst>
        </pc:spChg>
        <pc:spChg chg="mod">
          <ac:chgData name="Alexandre Quach" userId="03a3b9a4-365b-425e-bba9-a77346403bac" providerId="ADAL" clId="{45276DEB-BEEE-481B-9C99-F39377ADBF02}" dt="2025-06-03T08:37:28.370" v="1937"/>
          <ac:spMkLst>
            <pc:docMk/>
            <pc:sldMk cId="2842409871" sldId="263"/>
            <ac:spMk id="15" creationId="{464E54ED-4253-D57C-07D0-D903C7281ECD}"/>
          </ac:spMkLst>
        </pc:spChg>
        <pc:spChg chg="mod">
          <ac:chgData name="Alexandre Quach" userId="03a3b9a4-365b-425e-bba9-a77346403bac" providerId="ADAL" clId="{45276DEB-BEEE-481B-9C99-F39377ADBF02}" dt="2025-06-03T07:36:04.011" v="1217" actId="790"/>
          <ac:spMkLst>
            <pc:docMk/>
            <pc:sldMk cId="2842409871" sldId="263"/>
            <ac:spMk id="16" creationId="{2E11BCB9-C9FB-47CE-4CC6-D8CD1B59C817}"/>
          </ac:spMkLst>
        </pc:spChg>
        <pc:spChg chg="mod">
          <ac:chgData name="Alexandre Quach" userId="03a3b9a4-365b-425e-bba9-a77346403bac" providerId="ADAL" clId="{45276DEB-BEEE-481B-9C99-F39377ADBF02}" dt="2025-06-03T08:35:00.570" v="1804"/>
          <ac:spMkLst>
            <pc:docMk/>
            <pc:sldMk cId="2842409871" sldId="263"/>
            <ac:spMk id="18" creationId="{7D99B1AC-A321-B7E9-4E74-56D1E2C60365}"/>
          </ac:spMkLst>
        </pc:spChg>
        <pc:spChg chg="mod">
          <ac:chgData name="Alexandre Quach" userId="03a3b9a4-365b-425e-bba9-a77346403bac" providerId="ADAL" clId="{45276DEB-BEEE-481B-9C99-F39377ADBF02}" dt="2025-06-03T07:36:04.011" v="1217" actId="790"/>
          <ac:spMkLst>
            <pc:docMk/>
            <pc:sldMk cId="2842409871" sldId="263"/>
            <ac:spMk id="26" creationId="{4E720B81-7367-463A-BEA5-5080DC093B9C}"/>
          </ac:spMkLst>
        </pc:spChg>
        <pc:spChg chg="mod">
          <ac:chgData name="Alexandre Quach" userId="03a3b9a4-365b-425e-bba9-a77346403bac" providerId="ADAL" clId="{45276DEB-BEEE-481B-9C99-F39377ADBF02}" dt="2025-06-03T07:36:04.011" v="1217" actId="790"/>
          <ac:spMkLst>
            <pc:docMk/>
            <pc:sldMk cId="2842409871" sldId="263"/>
            <ac:spMk id="27" creationId="{7B7DD5ED-A143-4FE8-9627-B98AB824079B}"/>
          </ac:spMkLst>
        </pc:spChg>
        <pc:grpChg chg="mod">
          <ac:chgData name="Alexandre Quach" userId="03a3b9a4-365b-425e-bba9-a77346403bac" providerId="ADAL" clId="{45276DEB-BEEE-481B-9C99-F39377ADBF02}" dt="2025-06-03T06:53:14.452" v="25"/>
          <ac:grpSpMkLst>
            <pc:docMk/>
            <pc:sldMk cId="2842409871" sldId="263"/>
            <ac:grpSpMk id="14" creationId="{E41E23E2-CA87-C6EC-B920-199CB85FD71E}"/>
          </ac:grpSpMkLst>
        </pc:grpChg>
        <pc:picChg chg="mod">
          <ac:chgData name="Alexandre Quach" userId="03a3b9a4-365b-425e-bba9-a77346403bac" providerId="ADAL" clId="{45276DEB-BEEE-481B-9C99-F39377ADBF02}" dt="2025-06-03T08:32:28.184" v="1776" actId="1076"/>
          <ac:picMkLst>
            <pc:docMk/>
            <pc:sldMk cId="2842409871" sldId="263"/>
            <ac:picMk id="2" creationId="{8ED70C7B-B756-9758-7F00-54C8942CBFEC}"/>
          </ac:picMkLst>
        </pc:picChg>
        <pc:picChg chg="mod">
          <ac:chgData name="Alexandre Quach" userId="03a3b9a4-365b-425e-bba9-a77346403bac" providerId="ADAL" clId="{45276DEB-BEEE-481B-9C99-F39377ADBF02}" dt="2025-06-03T07:36:56.815" v="1237" actId="1076"/>
          <ac:picMkLst>
            <pc:docMk/>
            <pc:sldMk cId="2842409871" sldId="263"/>
            <ac:picMk id="3" creationId="{DFE4EE9F-5188-E716-4DEE-3B8741B3101E}"/>
          </ac:picMkLst>
        </pc:picChg>
        <pc:picChg chg="add mod">
          <ac:chgData name="Alexandre Quach" userId="03a3b9a4-365b-425e-bba9-a77346403bac" providerId="ADAL" clId="{45276DEB-BEEE-481B-9C99-F39377ADBF02}" dt="2025-06-03T08:32:19.008" v="1772" actId="1076"/>
          <ac:picMkLst>
            <pc:docMk/>
            <pc:sldMk cId="2842409871" sldId="263"/>
            <ac:picMk id="4" creationId="{F4E6BBA6-0B4E-2AA8-77CF-DFBA5B06BD21}"/>
          </ac:picMkLst>
        </pc:picChg>
        <pc:picChg chg="mod">
          <ac:chgData name="Alexandre Quach" userId="03a3b9a4-365b-425e-bba9-a77346403bac" providerId="ADAL" clId="{45276DEB-BEEE-481B-9C99-F39377ADBF02}" dt="2025-06-03T06:53:14.452" v="25"/>
          <ac:picMkLst>
            <pc:docMk/>
            <pc:sldMk cId="2842409871" sldId="263"/>
            <ac:picMk id="11" creationId="{1A031F32-D08C-8AAC-7FBA-4632C0EF5C7F}"/>
          </ac:picMkLst>
        </pc:picChg>
        <pc:picChg chg="del mod">
          <ac:chgData name="Alexandre Quach" userId="03a3b9a4-365b-425e-bba9-a77346403bac" providerId="ADAL" clId="{45276DEB-BEEE-481B-9C99-F39377ADBF02}" dt="2025-06-03T08:32:26.238" v="1775" actId="478"/>
          <ac:picMkLst>
            <pc:docMk/>
            <pc:sldMk cId="2842409871" sldId="263"/>
            <ac:picMk id="12" creationId="{76E464D2-A399-F72B-EC06-5CE7149640A4}"/>
          </ac:picMkLst>
        </pc:picChg>
        <pc:picChg chg="del">
          <ac:chgData name="Alexandre Quach" userId="03a3b9a4-365b-425e-bba9-a77346403bac" providerId="ADAL" clId="{45276DEB-BEEE-481B-9C99-F39377ADBF02}" dt="2025-06-03T08:32:24.131" v="1774" actId="478"/>
          <ac:picMkLst>
            <pc:docMk/>
            <pc:sldMk cId="2842409871" sldId="263"/>
            <ac:picMk id="19" creationId="{2C689852-7E80-E623-187B-19D7966FB918}"/>
          </ac:picMkLst>
        </pc:picChg>
      </pc:sldChg>
      <pc:sldChg chg="modSp mod">
        <pc:chgData name="Alexandre Quach" userId="03a3b9a4-365b-425e-bba9-a77346403bac" providerId="ADAL" clId="{45276DEB-BEEE-481B-9C99-F39377ADBF02}" dt="2025-06-03T07:36:04.011" v="1217" actId="790"/>
        <pc:sldMkLst>
          <pc:docMk/>
          <pc:sldMk cId="1680687491" sldId="351"/>
        </pc:sldMkLst>
        <pc:spChg chg="mod">
          <ac:chgData name="Alexandre Quach" userId="03a3b9a4-365b-425e-bba9-a77346403bac" providerId="ADAL" clId="{45276DEB-BEEE-481B-9C99-F39377ADBF02}" dt="2025-06-03T07:36:04.011" v="1217" actId="790"/>
          <ac:spMkLst>
            <pc:docMk/>
            <pc:sldMk cId="1680687491" sldId="351"/>
            <ac:spMk id="2" creationId="{F06043D0-9ED6-4303-8B4E-D7E1301DD127}"/>
          </ac:spMkLst>
        </pc:spChg>
        <pc:spChg chg="mod">
          <ac:chgData name="Alexandre Quach" userId="03a3b9a4-365b-425e-bba9-a77346403bac" providerId="ADAL" clId="{45276DEB-BEEE-481B-9C99-F39377ADBF02}" dt="2025-06-03T07:36:04.011" v="1217" actId="790"/>
          <ac:spMkLst>
            <pc:docMk/>
            <pc:sldMk cId="1680687491" sldId="351"/>
            <ac:spMk id="3" creationId="{E4E70F61-9E1E-415E-B79B-8C028D3BA0C3}"/>
          </ac:spMkLst>
        </pc:spChg>
      </pc:sldChg>
      <pc:sldChg chg="modSp mod">
        <pc:chgData name="Alexandre Quach" userId="03a3b9a4-365b-425e-bba9-a77346403bac" providerId="ADAL" clId="{45276DEB-BEEE-481B-9C99-F39377ADBF02}" dt="2025-06-03T07:36:39.975" v="1234" actId="20577"/>
        <pc:sldMkLst>
          <pc:docMk/>
          <pc:sldMk cId="2854473053" sldId="362"/>
        </pc:sldMkLst>
        <pc:spChg chg="mod">
          <ac:chgData name="Alexandre Quach" userId="03a3b9a4-365b-425e-bba9-a77346403bac" providerId="ADAL" clId="{45276DEB-BEEE-481B-9C99-F39377ADBF02}" dt="2025-06-03T07:36:04.011" v="1217" actId="790"/>
          <ac:spMkLst>
            <pc:docMk/>
            <pc:sldMk cId="2854473053" sldId="362"/>
            <ac:spMk id="2" creationId="{DDF50BCF-F490-42C3-84D7-68B191DDCB9C}"/>
          </ac:spMkLst>
        </pc:spChg>
        <pc:spChg chg="mod">
          <ac:chgData name="Alexandre Quach" userId="03a3b9a4-365b-425e-bba9-a77346403bac" providerId="ADAL" clId="{45276DEB-BEEE-481B-9C99-F39377ADBF02}" dt="2025-06-03T07:36:39.975" v="1234" actId="20577"/>
          <ac:spMkLst>
            <pc:docMk/>
            <pc:sldMk cId="2854473053" sldId="362"/>
            <ac:spMk id="3" creationId="{C6C9DE5E-1522-41A0-A178-5BAB610C88C0}"/>
          </ac:spMkLst>
        </pc:spChg>
      </pc:sldChg>
      <pc:sldChg chg="modSp mod">
        <pc:chgData name="Alexandre Quach" userId="03a3b9a4-365b-425e-bba9-a77346403bac" providerId="ADAL" clId="{45276DEB-BEEE-481B-9C99-F39377ADBF02}" dt="2025-06-03T07:36:04.011" v="1217" actId="790"/>
        <pc:sldMkLst>
          <pc:docMk/>
          <pc:sldMk cId="1190578019" sldId="363"/>
        </pc:sldMkLst>
        <pc:spChg chg="mod">
          <ac:chgData name="Alexandre Quach" userId="03a3b9a4-365b-425e-bba9-a77346403bac" providerId="ADAL" clId="{45276DEB-BEEE-481B-9C99-F39377ADBF02}" dt="2025-06-03T07:01:25.916" v="1195" actId="20577"/>
          <ac:spMkLst>
            <pc:docMk/>
            <pc:sldMk cId="1190578019" sldId="363"/>
            <ac:spMk id="3" creationId="{D9CBE7A0-CEA8-49C7-B1F5-66B646299B3A}"/>
          </ac:spMkLst>
        </pc:spChg>
        <pc:spChg chg="mod">
          <ac:chgData name="Alexandre Quach" userId="03a3b9a4-365b-425e-bba9-a77346403bac" providerId="ADAL" clId="{45276DEB-BEEE-481B-9C99-F39377ADBF02}" dt="2025-06-03T07:36:04.011" v="1217" actId="790"/>
          <ac:spMkLst>
            <pc:docMk/>
            <pc:sldMk cId="1190578019" sldId="363"/>
            <ac:spMk id="4" creationId="{E4A20B0C-5EE5-4018-88F9-7B59C52F3F22}"/>
          </ac:spMkLst>
        </pc:spChg>
        <pc:spChg chg="mod">
          <ac:chgData name="Alexandre Quach" userId="03a3b9a4-365b-425e-bba9-a77346403bac" providerId="ADAL" clId="{45276DEB-BEEE-481B-9C99-F39377ADBF02}" dt="2025-06-03T07:36:04.011" v="1217" actId="790"/>
          <ac:spMkLst>
            <pc:docMk/>
            <pc:sldMk cId="1190578019" sldId="363"/>
            <ac:spMk id="5" creationId="{AE9D5684-6FEC-4A8D-8A46-2DC2690BD720}"/>
          </ac:spMkLst>
        </pc:spChg>
        <pc:spChg chg="mod">
          <ac:chgData name="Alexandre Quach" userId="03a3b9a4-365b-425e-bba9-a77346403bac" providerId="ADAL" clId="{45276DEB-BEEE-481B-9C99-F39377ADBF02}" dt="2025-06-03T07:36:04.011" v="1217" actId="790"/>
          <ac:spMkLst>
            <pc:docMk/>
            <pc:sldMk cId="1190578019" sldId="363"/>
            <ac:spMk id="6" creationId="{FC095321-BAD2-4D1A-B0BD-058E76C10D14}"/>
          </ac:spMkLst>
        </pc:spChg>
        <pc:spChg chg="mod">
          <ac:chgData name="Alexandre Quach" userId="03a3b9a4-365b-425e-bba9-a77346403bac" providerId="ADAL" clId="{45276DEB-BEEE-481B-9C99-F39377ADBF02}" dt="2025-06-03T07:36:04.011" v="1217" actId="790"/>
          <ac:spMkLst>
            <pc:docMk/>
            <pc:sldMk cId="1190578019" sldId="363"/>
            <ac:spMk id="7" creationId="{627597CC-54B5-4CC6-98C2-B0FCFCCBB5FC}"/>
          </ac:spMkLst>
        </pc:spChg>
        <pc:spChg chg="mod">
          <ac:chgData name="Alexandre Quach" userId="03a3b9a4-365b-425e-bba9-a77346403bac" providerId="ADAL" clId="{45276DEB-BEEE-481B-9C99-F39377ADBF02}" dt="2025-06-03T07:36:04.011" v="1217" actId="790"/>
          <ac:spMkLst>
            <pc:docMk/>
            <pc:sldMk cId="1190578019" sldId="363"/>
            <ac:spMk id="8" creationId="{E860C364-CB07-4157-B3FC-72ADE7FC8BE0}"/>
          </ac:spMkLst>
        </pc:spChg>
        <pc:spChg chg="mod">
          <ac:chgData name="Alexandre Quach" userId="03a3b9a4-365b-425e-bba9-a77346403bac" providerId="ADAL" clId="{45276DEB-BEEE-481B-9C99-F39377ADBF02}" dt="2025-06-03T07:00:01.511" v="960" actId="27636"/>
          <ac:spMkLst>
            <pc:docMk/>
            <pc:sldMk cId="1190578019" sldId="363"/>
            <ac:spMk id="9" creationId="{0DD88472-455B-4EB6-9408-03600B961185}"/>
          </ac:spMkLst>
        </pc:spChg>
        <pc:spChg chg="mod">
          <ac:chgData name="Alexandre Quach" userId="03a3b9a4-365b-425e-bba9-a77346403bac" providerId="ADAL" clId="{45276DEB-BEEE-481B-9C99-F39377ADBF02}" dt="2025-06-03T07:36:04.011" v="1217" actId="790"/>
          <ac:spMkLst>
            <pc:docMk/>
            <pc:sldMk cId="1190578019" sldId="363"/>
            <ac:spMk id="10" creationId="{92DC21F5-C271-429F-B995-155ADD05F5EE}"/>
          </ac:spMkLst>
        </pc:spChg>
        <pc:spChg chg="mod">
          <ac:chgData name="Alexandre Quach" userId="03a3b9a4-365b-425e-bba9-a77346403bac" providerId="ADAL" clId="{45276DEB-BEEE-481B-9C99-F39377ADBF02}" dt="2025-06-03T07:36:04.011" v="1217" actId="790"/>
          <ac:spMkLst>
            <pc:docMk/>
            <pc:sldMk cId="1190578019" sldId="363"/>
            <ac:spMk id="13" creationId="{4583658D-96D2-4428-8C04-12BABFB02F15}"/>
          </ac:spMkLst>
        </pc:spChg>
        <pc:spChg chg="mod">
          <ac:chgData name="Alexandre Quach" userId="03a3b9a4-365b-425e-bba9-a77346403bac" providerId="ADAL" clId="{45276DEB-BEEE-481B-9C99-F39377ADBF02}" dt="2025-06-03T07:36:04.011" v="1217" actId="790"/>
          <ac:spMkLst>
            <pc:docMk/>
            <pc:sldMk cId="1190578019" sldId="363"/>
            <ac:spMk id="15" creationId="{EF86EE06-D8B2-422B-8FD5-44E3A9C9053E}"/>
          </ac:spMkLst>
        </pc:spChg>
        <pc:spChg chg="mod">
          <ac:chgData name="Alexandre Quach" userId="03a3b9a4-365b-425e-bba9-a77346403bac" providerId="ADAL" clId="{45276DEB-BEEE-481B-9C99-F39377ADBF02}" dt="2025-06-03T07:36:04.011" v="1217" actId="790"/>
          <ac:spMkLst>
            <pc:docMk/>
            <pc:sldMk cId="1190578019" sldId="363"/>
            <ac:spMk id="17" creationId="{B423CEF8-9171-4369-90C5-9648B987B047}"/>
          </ac:spMkLst>
        </pc:spChg>
        <pc:spChg chg="mod">
          <ac:chgData name="Alexandre Quach" userId="03a3b9a4-365b-425e-bba9-a77346403bac" providerId="ADAL" clId="{45276DEB-BEEE-481B-9C99-F39377ADBF02}" dt="2025-06-03T07:36:04.011" v="1217" actId="790"/>
          <ac:spMkLst>
            <pc:docMk/>
            <pc:sldMk cId="1190578019" sldId="363"/>
            <ac:spMk id="18" creationId="{54358775-AA17-4797-AFBA-7CA6F9428214}"/>
          </ac:spMkLst>
        </pc:spChg>
      </pc:sldChg>
      <pc:sldChg chg="modSp mod">
        <pc:chgData name="Alexandre Quach" userId="03a3b9a4-365b-425e-bba9-a77346403bac" providerId="ADAL" clId="{45276DEB-BEEE-481B-9C99-F39377ADBF02}" dt="2025-06-03T07:36:04.011" v="1217" actId="790"/>
        <pc:sldMkLst>
          <pc:docMk/>
          <pc:sldMk cId="662365454" sldId="366"/>
        </pc:sldMkLst>
        <pc:spChg chg="mod">
          <ac:chgData name="Alexandre Quach" userId="03a3b9a4-365b-425e-bba9-a77346403bac" providerId="ADAL" clId="{45276DEB-BEEE-481B-9C99-F39377ADBF02}" dt="2025-06-03T07:36:04.011" v="1217" actId="790"/>
          <ac:spMkLst>
            <pc:docMk/>
            <pc:sldMk cId="662365454" sldId="366"/>
            <ac:spMk id="2" creationId="{EFC25294-60E0-4E12-B866-F2E1DAC21FF5}"/>
          </ac:spMkLst>
        </pc:spChg>
        <pc:graphicFrameChg chg="modGraphic">
          <ac:chgData name="Alexandre Quach" userId="03a3b9a4-365b-425e-bba9-a77346403bac" providerId="ADAL" clId="{45276DEB-BEEE-481B-9C99-F39377ADBF02}" dt="2025-06-03T07:36:04.011" v="1217" actId="790"/>
          <ac:graphicFrameMkLst>
            <pc:docMk/>
            <pc:sldMk cId="662365454" sldId="366"/>
            <ac:graphicFrameMk id="4" creationId="{B08BEB17-09DF-461E-9CA2-AC3AEFDC5059}"/>
          </ac:graphicFrameMkLst>
        </pc:graphicFrameChg>
      </pc:sldChg>
      <pc:sldChg chg="modSp del mod">
        <pc:chgData name="Alexandre Quach" userId="03a3b9a4-365b-425e-bba9-a77346403bac" providerId="ADAL" clId="{45276DEB-BEEE-481B-9C99-F39377ADBF02}" dt="2025-06-03T09:12:28.636" v="2132" actId="47"/>
        <pc:sldMkLst>
          <pc:docMk/>
          <pc:sldMk cId="2425102000" sldId="388"/>
        </pc:sldMkLst>
        <pc:spChg chg="mod">
          <ac:chgData name="Alexandre Quach" userId="03a3b9a4-365b-425e-bba9-a77346403bac" providerId="ADAL" clId="{45276DEB-BEEE-481B-9C99-F39377ADBF02}" dt="2025-06-03T07:36:04.011" v="1217" actId="790"/>
          <ac:spMkLst>
            <pc:docMk/>
            <pc:sldMk cId="2425102000" sldId="388"/>
            <ac:spMk id="4" creationId="{B168BA7F-CC1D-46EE-B996-E0E4970BD36C}"/>
          </ac:spMkLst>
        </pc:spChg>
        <pc:spChg chg="mod">
          <ac:chgData name="Alexandre Quach" userId="03a3b9a4-365b-425e-bba9-a77346403bac" providerId="ADAL" clId="{45276DEB-BEEE-481B-9C99-F39377ADBF02}" dt="2025-06-03T07:36:04.011" v="1217" actId="790"/>
          <ac:spMkLst>
            <pc:docMk/>
            <pc:sldMk cId="2425102000" sldId="388"/>
            <ac:spMk id="5" creationId="{5294D6FA-F01F-4E63-9639-F28BFB1877BB}"/>
          </ac:spMkLst>
        </pc:spChg>
      </pc:sldChg>
      <pc:sldChg chg="modSp mod">
        <pc:chgData name="Alexandre Quach" userId="03a3b9a4-365b-425e-bba9-a77346403bac" providerId="ADAL" clId="{45276DEB-BEEE-481B-9C99-F39377ADBF02}" dt="2025-06-03T07:36:04.011" v="1217" actId="790"/>
        <pc:sldMkLst>
          <pc:docMk/>
          <pc:sldMk cId="691603240" sldId="394"/>
        </pc:sldMkLst>
        <pc:spChg chg="mod">
          <ac:chgData name="Alexandre Quach" userId="03a3b9a4-365b-425e-bba9-a77346403bac" providerId="ADAL" clId="{45276DEB-BEEE-481B-9C99-F39377ADBF02}" dt="2025-06-03T07:36:04.011" v="1217" actId="790"/>
          <ac:spMkLst>
            <pc:docMk/>
            <pc:sldMk cId="691603240" sldId="394"/>
            <ac:spMk id="4" creationId="{7BF11794-6274-417B-BB20-3FA80B7B99D5}"/>
          </ac:spMkLst>
        </pc:spChg>
        <pc:spChg chg="mod">
          <ac:chgData name="Alexandre Quach" userId="03a3b9a4-365b-425e-bba9-a77346403bac" providerId="ADAL" clId="{45276DEB-BEEE-481B-9C99-F39377ADBF02}" dt="2025-06-03T07:36:04.011" v="1217" actId="790"/>
          <ac:spMkLst>
            <pc:docMk/>
            <pc:sldMk cId="691603240" sldId="394"/>
            <ac:spMk id="5" creationId="{592C106E-B5D6-4891-8175-50D176D1F80F}"/>
          </ac:spMkLst>
        </pc:spChg>
      </pc:sldChg>
      <pc:sldChg chg="addSp delSp modSp mod">
        <pc:chgData name="Alexandre Quach" userId="03a3b9a4-365b-425e-bba9-a77346403bac" providerId="ADAL" clId="{45276DEB-BEEE-481B-9C99-F39377ADBF02}" dt="2025-06-03T08:37:28.370" v="1937"/>
        <pc:sldMkLst>
          <pc:docMk/>
          <pc:sldMk cId="403284581" sldId="497"/>
        </pc:sldMkLst>
        <pc:spChg chg="mod">
          <ac:chgData name="Alexandre Quach" userId="03a3b9a4-365b-425e-bba9-a77346403bac" providerId="ADAL" clId="{45276DEB-BEEE-481B-9C99-F39377ADBF02}" dt="2025-06-03T08:32:55.952" v="1787" actId="27636"/>
          <ac:spMkLst>
            <pc:docMk/>
            <pc:sldMk cId="403284581" sldId="497"/>
            <ac:spMk id="2" creationId="{701E7023-FC27-D727-2171-C84E5AF641B9}"/>
          </ac:spMkLst>
        </pc:spChg>
        <pc:spChg chg="mod">
          <ac:chgData name="Alexandre Quach" userId="03a3b9a4-365b-425e-bba9-a77346403bac" providerId="ADAL" clId="{45276DEB-BEEE-481B-9C99-F39377ADBF02}" dt="2025-06-03T08:32:39.261" v="1777" actId="404"/>
          <ac:spMkLst>
            <pc:docMk/>
            <pc:sldMk cId="403284581" sldId="497"/>
            <ac:spMk id="3" creationId="{9D29A426-A336-9E68-38A4-A176D82B62A5}"/>
          </ac:spMkLst>
        </pc:spChg>
        <pc:spChg chg="mod">
          <ac:chgData name="Alexandre Quach" userId="03a3b9a4-365b-425e-bba9-a77346403bac" providerId="ADAL" clId="{45276DEB-BEEE-481B-9C99-F39377ADBF02}" dt="2025-06-03T07:38:54.760" v="1371" actId="20577"/>
          <ac:spMkLst>
            <pc:docMk/>
            <pc:sldMk cId="403284581" sldId="497"/>
            <ac:spMk id="5" creationId="{05BD932E-69DA-9B38-AC70-FA0CE75CFE5B}"/>
          </ac:spMkLst>
        </pc:spChg>
        <pc:spChg chg="mod">
          <ac:chgData name="Alexandre Quach" userId="03a3b9a4-365b-425e-bba9-a77346403bac" providerId="ADAL" clId="{45276DEB-BEEE-481B-9C99-F39377ADBF02}" dt="2025-06-03T08:32:46.899" v="1781" actId="404"/>
          <ac:spMkLst>
            <pc:docMk/>
            <pc:sldMk cId="403284581" sldId="497"/>
            <ac:spMk id="6" creationId="{C8E37575-B83F-95C0-3EC1-755A079FF130}"/>
          </ac:spMkLst>
        </pc:spChg>
        <pc:spChg chg="mod">
          <ac:chgData name="Alexandre Quach" userId="03a3b9a4-365b-425e-bba9-a77346403bac" providerId="ADAL" clId="{45276DEB-BEEE-481B-9C99-F39377ADBF02}" dt="2025-06-03T08:07:45.175" v="1754" actId="20577"/>
          <ac:spMkLst>
            <pc:docMk/>
            <pc:sldMk cId="403284581" sldId="497"/>
            <ac:spMk id="8" creationId="{4DFC0336-ECC0-8066-77CD-E4D193568627}"/>
          </ac:spMkLst>
        </pc:spChg>
        <pc:spChg chg="mod">
          <ac:chgData name="Alexandre Quach" userId="03a3b9a4-365b-425e-bba9-a77346403bac" providerId="ADAL" clId="{45276DEB-BEEE-481B-9C99-F39377ADBF02}" dt="2025-06-03T08:32:51.705" v="1785" actId="27636"/>
          <ac:spMkLst>
            <pc:docMk/>
            <pc:sldMk cId="403284581" sldId="497"/>
            <ac:spMk id="9" creationId="{D39545CC-AAFC-1F0A-39FD-25AB2123D0A4}"/>
          </ac:spMkLst>
        </pc:spChg>
        <pc:spChg chg="mod">
          <ac:chgData name="Alexandre Quach" userId="03a3b9a4-365b-425e-bba9-a77346403bac" providerId="ADAL" clId="{45276DEB-BEEE-481B-9C99-F39377ADBF02}" dt="2025-06-03T08:33:06.956" v="1788" actId="404"/>
          <ac:spMkLst>
            <pc:docMk/>
            <pc:sldMk cId="403284581" sldId="497"/>
            <ac:spMk id="10" creationId="{B15C287B-DE53-E822-ADF6-22A65FE9BB86}"/>
          </ac:spMkLst>
        </pc:spChg>
        <pc:spChg chg="mod">
          <ac:chgData name="Alexandre Quach" userId="03a3b9a4-365b-425e-bba9-a77346403bac" providerId="ADAL" clId="{45276DEB-BEEE-481B-9C99-F39377ADBF02}" dt="2025-06-03T08:37:28.370" v="1937"/>
          <ac:spMkLst>
            <pc:docMk/>
            <pc:sldMk cId="403284581" sldId="497"/>
            <ac:spMk id="23" creationId="{D0B03FF1-3C92-93F8-8F14-F3A9009254E4}"/>
          </ac:spMkLst>
        </pc:spChg>
        <pc:spChg chg="mod">
          <ac:chgData name="Alexandre Quach" userId="03a3b9a4-365b-425e-bba9-a77346403bac" providerId="ADAL" clId="{45276DEB-BEEE-481B-9C99-F39377ADBF02}" dt="2025-06-03T08:37:28.370" v="1937"/>
          <ac:spMkLst>
            <pc:docMk/>
            <pc:sldMk cId="403284581" sldId="497"/>
            <ac:spMk id="26" creationId="{1B9C8390-DD44-C266-C679-945521A6F862}"/>
          </ac:spMkLst>
        </pc:spChg>
        <pc:spChg chg="mod">
          <ac:chgData name="Alexandre Quach" userId="03a3b9a4-365b-425e-bba9-a77346403bac" providerId="ADAL" clId="{45276DEB-BEEE-481B-9C99-F39377ADBF02}" dt="2025-06-03T08:37:28.370" v="1937"/>
          <ac:spMkLst>
            <pc:docMk/>
            <pc:sldMk cId="403284581" sldId="497"/>
            <ac:spMk id="28" creationId="{D544E6EE-2B6B-AA9F-6B8F-E08921455415}"/>
          </ac:spMkLst>
        </pc:spChg>
        <pc:spChg chg="mod">
          <ac:chgData name="Alexandre Quach" userId="03a3b9a4-365b-425e-bba9-a77346403bac" providerId="ADAL" clId="{45276DEB-BEEE-481B-9C99-F39377ADBF02}" dt="2025-06-03T08:37:28.370" v="1937"/>
          <ac:spMkLst>
            <pc:docMk/>
            <pc:sldMk cId="403284581" sldId="497"/>
            <ac:spMk id="29" creationId="{9F2386CF-9E41-8B1D-0D43-CBD20C8D3493}"/>
          </ac:spMkLst>
        </pc:spChg>
        <pc:spChg chg="mod">
          <ac:chgData name="Alexandre Quach" userId="03a3b9a4-365b-425e-bba9-a77346403bac" providerId="ADAL" clId="{45276DEB-BEEE-481B-9C99-F39377ADBF02}" dt="2025-06-03T08:37:28.370" v="1937"/>
          <ac:spMkLst>
            <pc:docMk/>
            <pc:sldMk cId="403284581" sldId="497"/>
            <ac:spMk id="32" creationId="{27AE732C-0317-8CE8-12D0-D7584753FDAF}"/>
          </ac:spMkLst>
        </pc:spChg>
        <pc:spChg chg="mod">
          <ac:chgData name="Alexandre Quach" userId="03a3b9a4-365b-425e-bba9-a77346403bac" providerId="ADAL" clId="{45276DEB-BEEE-481B-9C99-F39377ADBF02}" dt="2025-06-03T08:37:28.370" v="1937"/>
          <ac:spMkLst>
            <pc:docMk/>
            <pc:sldMk cId="403284581" sldId="497"/>
            <ac:spMk id="35" creationId="{6F77676E-C558-C0D0-B8E5-F9CD43B42E33}"/>
          </ac:spMkLst>
        </pc:spChg>
        <pc:spChg chg="mod">
          <ac:chgData name="Alexandre Quach" userId="03a3b9a4-365b-425e-bba9-a77346403bac" providerId="ADAL" clId="{45276DEB-BEEE-481B-9C99-F39377ADBF02}" dt="2025-06-03T08:37:28.370" v="1937"/>
          <ac:spMkLst>
            <pc:docMk/>
            <pc:sldMk cId="403284581" sldId="497"/>
            <ac:spMk id="38" creationId="{A2E16128-D595-F6C2-BDC5-F6D8629F28AA}"/>
          </ac:spMkLst>
        </pc:spChg>
        <pc:spChg chg="mod">
          <ac:chgData name="Alexandre Quach" userId="03a3b9a4-365b-425e-bba9-a77346403bac" providerId="ADAL" clId="{45276DEB-BEEE-481B-9C99-F39377ADBF02}" dt="2025-06-03T08:37:28.370" v="1937"/>
          <ac:spMkLst>
            <pc:docMk/>
            <pc:sldMk cId="403284581" sldId="497"/>
            <ac:spMk id="39" creationId="{EC55C278-B074-9CB0-1A2D-60922B43A26A}"/>
          </ac:spMkLst>
        </pc:spChg>
        <pc:spChg chg="mod">
          <ac:chgData name="Alexandre Quach" userId="03a3b9a4-365b-425e-bba9-a77346403bac" providerId="ADAL" clId="{45276DEB-BEEE-481B-9C99-F39377ADBF02}" dt="2025-06-03T07:36:04.011" v="1217" actId="790"/>
          <ac:spMkLst>
            <pc:docMk/>
            <pc:sldMk cId="403284581" sldId="497"/>
            <ac:spMk id="51" creationId="{CF65FF44-1F6E-4FAF-9594-61825B090CFB}"/>
          </ac:spMkLst>
        </pc:spChg>
        <pc:picChg chg="del">
          <ac:chgData name="Alexandre Quach" userId="03a3b9a4-365b-425e-bba9-a77346403bac" providerId="ADAL" clId="{45276DEB-BEEE-481B-9C99-F39377ADBF02}" dt="2025-06-03T08:34:13.214" v="1798" actId="21"/>
          <ac:picMkLst>
            <pc:docMk/>
            <pc:sldMk cId="403284581" sldId="497"/>
            <ac:picMk id="11" creationId="{C192AD57-343F-6826-8F1B-F1364DA209AA}"/>
          </ac:picMkLst>
        </pc:picChg>
        <pc:picChg chg="del">
          <ac:chgData name="Alexandre Quach" userId="03a3b9a4-365b-425e-bba9-a77346403bac" providerId="ADAL" clId="{45276DEB-BEEE-481B-9C99-F39377ADBF02}" dt="2025-06-03T08:34:13.214" v="1798" actId="21"/>
          <ac:picMkLst>
            <pc:docMk/>
            <pc:sldMk cId="403284581" sldId="497"/>
            <ac:picMk id="17" creationId="{3DED185C-EB35-750E-AF59-5FAD6B617CB7}"/>
          </ac:picMkLst>
        </pc:picChg>
        <pc:picChg chg="add del mod">
          <ac:chgData name="Alexandre Quach" userId="03a3b9a4-365b-425e-bba9-a77346403bac" providerId="ADAL" clId="{45276DEB-BEEE-481B-9C99-F39377ADBF02}" dt="2025-06-03T08:34:13.214" v="1798" actId="21"/>
          <ac:picMkLst>
            <pc:docMk/>
            <pc:sldMk cId="403284581" sldId="497"/>
            <ac:picMk id="18" creationId="{6FEE255E-CC70-03BF-84A6-BFBC0EF9B958}"/>
          </ac:picMkLst>
        </pc:picChg>
        <pc:picChg chg="del">
          <ac:chgData name="Alexandre Quach" userId="03a3b9a4-365b-425e-bba9-a77346403bac" providerId="ADAL" clId="{45276DEB-BEEE-481B-9C99-F39377ADBF02}" dt="2025-06-03T08:34:13.214" v="1798" actId="21"/>
          <ac:picMkLst>
            <pc:docMk/>
            <pc:sldMk cId="403284581" sldId="497"/>
            <ac:picMk id="19" creationId="{D1792A2C-8CF3-FA8B-AB2F-721DDB5A02DF}"/>
          </ac:picMkLst>
        </pc:picChg>
        <pc:picChg chg="add mod">
          <ac:chgData name="Alexandre Quach" userId="03a3b9a4-365b-425e-bba9-a77346403bac" providerId="ADAL" clId="{45276DEB-BEEE-481B-9C99-F39377ADBF02}" dt="2025-06-03T08:33:28.199" v="1792" actId="571"/>
          <ac:picMkLst>
            <pc:docMk/>
            <pc:sldMk cId="403284581" sldId="497"/>
            <ac:picMk id="21" creationId="{1665CC06-FF5C-598C-550D-3149BADC3A45}"/>
          </ac:picMkLst>
        </pc:picChg>
        <pc:picChg chg="del">
          <ac:chgData name="Alexandre Quach" userId="03a3b9a4-365b-425e-bba9-a77346403bac" providerId="ADAL" clId="{45276DEB-BEEE-481B-9C99-F39377ADBF02}" dt="2025-06-03T08:33:43.872" v="1795" actId="478"/>
          <ac:picMkLst>
            <pc:docMk/>
            <pc:sldMk cId="403284581" sldId="497"/>
            <ac:picMk id="24" creationId="{87286874-7090-1378-4608-F4B9D3479915}"/>
          </ac:picMkLst>
        </pc:picChg>
        <pc:picChg chg="del">
          <ac:chgData name="Alexandre Quach" userId="03a3b9a4-365b-425e-bba9-a77346403bac" providerId="ADAL" clId="{45276DEB-BEEE-481B-9C99-F39377ADBF02}" dt="2025-06-03T08:33:43.872" v="1795" actId="478"/>
          <ac:picMkLst>
            <pc:docMk/>
            <pc:sldMk cId="403284581" sldId="497"/>
            <ac:picMk id="25" creationId="{49CD216C-C439-E051-238C-D60B1790D06F}"/>
          </ac:picMkLst>
        </pc:picChg>
        <pc:picChg chg="add mod">
          <ac:chgData name="Alexandre Quach" userId="03a3b9a4-365b-425e-bba9-a77346403bac" providerId="ADAL" clId="{45276DEB-BEEE-481B-9C99-F39377ADBF02}" dt="2025-06-03T08:33:32.201" v="1793" actId="571"/>
          <ac:picMkLst>
            <pc:docMk/>
            <pc:sldMk cId="403284581" sldId="497"/>
            <ac:picMk id="30" creationId="{AAFDDA13-C051-62FF-7200-2BB211B4D7C0}"/>
          </ac:picMkLst>
        </pc:picChg>
        <pc:picChg chg="del">
          <ac:chgData name="Alexandre Quach" userId="03a3b9a4-365b-425e-bba9-a77346403bac" providerId="ADAL" clId="{45276DEB-BEEE-481B-9C99-F39377ADBF02}" dt="2025-06-03T08:33:43.872" v="1795" actId="478"/>
          <ac:picMkLst>
            <pc:docMk/>
            <pc:sldMk cId="403284581" sldId="497"/>
            <ac:picMk id="31" creationId="{38BCF25B-E91C-2B75-E949-288FDC2FD674}"/>
          </ac:picMkLst>
        </pc:picChg>
        <pc:picChg chg="del">
          <ac:chgData name="Alexandre Quach" userId="03a3b9a4-365b-425e-bba9-a77346403bac" providerId="ADAL" clId="{45276DEB-BEEE-481B-9C99-F39377ADBF02}" dt="2025-06-03T08:33:43.872" v="1795" actId="478"/>
          <ac:picMkLst>
            <pc:docMk/>
            <pc:sldMk cId="403284581" sldId="497"/>
            <ac:picMk id="33" creationId="{E9DF8332-3876-813F-51FA-CD2585283002}"/>
          </ac:picMkLst>
        </pc:picChg>
        <pc:picChg chg="add mod">
          <ac:chgData name="Alexandre Quach" userId="03a3b9a4-365b-425e-bba9-a77346403bac" providerId="ADAL" clId="{45276DEB-BEEE-481B-9C99-F39377ADBF02}" dt="2025-06-03T08:33:35.880" v="1794" actId="571"/>
          <ac:picMkLst>
            <pc:docMk/>
            <pc:sldMk cId="403284581" sldId="497"/>
            <ac:picMk id="40" creationId="{470EFAC7-956B-C2F8-833C-28B32BB1137A}"/>
          </ac:picMkLst>
        </pc:picChg>
        <pc:picChg chg="add del mod">
          <ac:chgData name="Alexandre Quach" userId="03a3b9a4-365b-425e-bba9-a77346403bac" providerId="ADAL" clId="{45276DEB-BEEE-481B-9C99-F39377ADBF02}" dt="2025-06-03T08:34:13.214" v="1798" actId="21"/>
          <ac:picMkLst>
            <pc:docMk/>
            <pc:sldMk cId="403284581" sldId="497"/>
            <ac:picMk id="42" creationId="{272267CE-BA5B-9477-33A1-6EBD5EDA7CB5}"/>
          </ac:picMkLst>
        </pc:picChg>
        <pc:picChg chg="del">
          <ac:chgData name="Alexandre Quach" userId="03a3b9a4-365b-425e-bba9-a77346403bac" providerId="ADAL" clId="{45276DEB-BEEE-481B-9C99-F39377ADBF02}" dt="2025-06-03T08:34:13.214" v="1798" actId="21"/>
          <ac:picMkLst>
            <pc:docMk/>
            <pc:sldMk cId="403284581" sldId="497"/>
            <ac:picMk id="43" creationId="{4B862B8B-F6B3-9019-9729-07802644DC23}"/>
          </ac:picMkLst>
        </pc:picChg>
        <pc:picChg chg="add mod">
          <ac:chgData name="Alexandre Quach" userId="03a3b9a4-365b-425e-bba9-a77346403bac" providerId="ADAL" clId="{45276DEB-BEEE-481B-9C99-F39377ADBF02}" dt="2025-06-03T08:33:50.497" v="1797" actId="1076"/>
          <ac:picMkLst>
            <pc:docMk/>
            <pc:sldMk cId="403284581" sldId="497"/>
            <ac:picMk id="44" creationId="{9A82E546-4A65-D405-BB56-3E9FCB4D3EED}"/>
          </ac:picMkLst>
        </pc:picChg>
        <pc:picChg chg="add mod">
          <ac:chgData name="Alexandre Quach" userId="03a3b9a4-365b-425e-bba9-a77346403bac" providerId="ADAL" clId="{45276DEB-BEEE-481B-9C99-F39377ADBF02}" dt="2025-06-03T08:33:50.497" v="1797" actId="1076"/>
          <ac:picMkLst>
            <pc:docMk/>
            <pc:sldMk cId="403284581" sldId="497"/>
            <ac:picMk id="46" creationId="{068D4567-7764-729C-E193-44F2ADBE58C8}"/>
          </ac:picMkLst>
        </pc:picChg>
        <pc:picChg chg="add mod">
          <ac:chgData name="Alexandre Quach" userId="03a3b9a4-365b-425e-bba9-a77346403bac" providerId="ADAL" clId="{45276DEB-BEEE-481B-9C99-F39377ADBF02}" dt="2025-06-03T08:33:50.497" v="1797" actId="1076"/>
          <ac:picMkLst>
            <pc:docMk/>
            <pc:sldMk cId="403284581" sldId="497"/>
            <ac:picMk id="47" creationId="{9E3273A2-9A34-EC1C-D746-761DC0CCA0B8}"/>
          </ac:picMkLst>
        </pc:picChg>
        <pc:picChg chg="add mod">
          <ac:chgData name="Alexandre Quach" userId="03a3b9a4-365b-425e-bba9-a77346403bac" providerId="ADAL" clId="{45276DEB-BEEE-481B-9C99-F39377ADBF02}" dt="2025-06-03T08:33:50.497" v="1797" actId="1076"/>
          <ac:picMkLst>
            <pc:docMk/>
            <pc:sldMk cId="403284581" sldId="497"/>
            <ac:picMk id="48" creationId="{FB694C85-E424-5163-2C40-726338E8FD6C}"/>
          </ac:picMkLst>
        </pc:picChg>
        <pc:picChg chg="add del mod">
          <ac:chgData name="Alexandre Quach" userId="03a3b9a4-365b-425e-bba9-a77346403bac" providerId="ADAL" clId="{45276DEB-BEEE-481B-9C99-F39377ADBF02}" dt="2025-06-03T08:34:13.214" v="1798" actId="21"/>
          <ac:picMkLst>
            <pc:docMk/>
            <pc:sldMk cId="403284581" sldId="497"/>
            <ac:picMk id="49" creationId="{349A8E31-C372-A46E-EA26-7218E5906C4A}"/>
          </ac:picMkLst>
        </pc:picChg>
        <pc:picChg chg="add mod">
          <ac:chgData name="Alexandre Quach" userId="03a3b9a4-365b-425e-bba9-a77346403bac" providerId="ADAL" clId="{45276DEB-BEEE-481B-9C99-F39377ADBF02}" dt="2025-06-03T08:33:50.497" v="1797" actId="1076"/>
          <ac:picMkLst>
            <pc:docMk/>
            <pc:sldMk cId="403284581" sldId="497"/>
            <ac:picMk id="50" creationId="{6F1F7797-A829-7986-1609-08F24542AA1C}"/>
          </ac:picMkLst>
        </pc:picChg>
        <pc:picChg chg="add del mod">
          <ac:chgData name="Alexandre Quach" userId="03a3b9a4-365b-425e-bba9-a77346403bac" providerId="ADAL" clId="{45276DEB-BEEE-481B-9C99-F39377ADBF02}" dt="2025-06-03T08:34:13.214" v="1798" actId="21"/>
          <ac:picMkLst>
            <pc:docMk/>
            <pc:sldMk cId="403284581" sldId="497"/>
            <ac:picMk id="52" creationId="{90C232D1-F8AE-CFFF-8FA7-A1DFC9A57A8B}"/>
          </ac:picMkLst>
        </pc:picChg>
        <pc:picChg chg="add del mod">
          <ac:chgData name="Alexandre Quach" userId="03a3b9a4-365b-425e-bba9-a77346403bac" providerId="ADAL" clId="{45276DEB-BEEE-481B-9C99-F39377ADBF02}" dt="2025-06-03T08:34:13.214" v="1798" actId="21"/>
          <ac:picMkLst>
            <pc:docMk/>
            <pc:sldMk cId="403284581" sldId="497"/>
            <ac:picMk id="53" creationId="{D0CC1943-6EDF-C9C2-C824-F07136970229}"/>
          </ac:picMkLst>
        </pc:picChg>
        <pc:picChg chg="add del mod">
          <ac:chgData name="Alexandre Quach" userId="03a3b9a4-365b-425e-bba9-a77346403bac" providerId="ADAL" clId="{45276DEB-BEEE-481B-9C99-F39377ADBF02}" dt="2025-06-03T08:34:13.214" v="1798" actId="21"/>
          <ac:picMkLst>
            <pc:docMk/>
            <pc:sldMk cId="403284581" sldId="497"/>
            <ac:picMk id="54" creationId="{8BFAA8F6-B17D-9721-C8F6-62662A6DA98E}"/>
          </ac:picMkLst>
        </pc:picChg>
        <pc:picChg chg="add mod">
          <ac:chgData name="Alexandre Quach" userId="03a3b9a4-365b-425e-bba9-a77346403bac" providerId="ADAL" clId="{45276DEB-BEEE-481B-9C99-F39377ADBF02}" dt="2025-06-03T08:34:14.787" v="1799"/>
          <ac:picMkLst>
            <pc:docMk/>
            <pc:sldMk cId="403284581" sldId="497"/>
            <ac:picMk id="59" creationId="{6E6F967B-0950-D942-F7F1-C9F9A447A75B}"/>
          </ac:picMkLst>
        </pc:picChg>
        <pc:picChg chg="add mod">
          <ac:chgData name="Alexandre Quach" userId="03a3b9a4-365b-425e-bba9-a77346403bac" providerId="ADAL" clId="{45276DEB-BEEE-481B-9C99-F39377ADBF02}" dt="2025-06-03T08:34:14.787" v="1799"/>
          <ac:picMkLst>
            <pc:docMk/>
            <pc:sldMk cId="403284581" sldId="497"/>
            <ac:picMk id="60" creationId="{9AC0FCA7-033C-C21E-3C70-2883664E324D}"/>
          </ac:picMkLst>
        </pc:picChg>
        <pc:picChg chg="add mod">
          <ac:chgData name="Alexandre Quach" userId="03a3b9a4-365b-425e-bba9-a77346403bac" providerId="ADAL" clId="{45276DEB-BEEE-481B-9C99-F39377ADBF02}" dt="2025-06-03T08:34:14.787" v="1799"/>
          <ac:picMkLst>
            <pc:docMk/>
            <pc:sldMk cId="403284581" sldId="497"/>
            <ac:picMk id="64" creationId="{5E531816-B94D-EC5A-F4BE-EBB9DDAF0D07}"/>
          </ac:picMkLst>
        </pc:picChg>
        <pc:picChg chg="add mod">
          <ac:chgData name="Alexandre Quach" userId="03a3b9a4-365b-425e-bba9-a77346403bac" providerId="ADAL" clId="{45276DEB-BEEE-481B-9C99-F39377ADBF02}" dt="2025-06-03T08:34:14.787" v="1799"/>
          <ac:picMkLst>
            <pc:docMk/>
            <pc:sldMk cId="403284581" sldId="497"/>
            <ac:picMk id="65" creationId="{6FEE255E-CC70-03BF-84A6-BFBC0EF9B958}"/>
          </ac:picMkLst>
        </pc:picChg>
        <pc:picChg chg="add mod">
          <ac:chgData name="Alexandre Quach" userId="03a3b9a4-365b-425e-bba9-a77346403bac" providerId="ADAL" clId="{45276DEB-BEEE-481B-9C99-F39377ADBF02}" dt="2025-06-03T08:34:14.787" v="1799"/>
          <ac:picMkLst>
            <pc:docMk/>
            <pc:sldMk cId="403284581" sldId="497"/>
            <ac:picMk id="66" creationId="{1665CC06-FF5C-598C-550D-3149BADC3A45}"/>
          </ac:picMkLst>
        </pc:picChg>
        <pc:picChg chg="add mod">
          <ac:chgData name="Alexandre Quach" userId="03a3b9a4-365b-425e-bba9-a77346403bac" providerId="ADAL" clId="{45276DEB-BEEE-481B-9C99-F39377ADBF02}" dt="2025-06-03T08:34:14.787" v="1799"/>
          <ac:picMkLst>
            <pc:docMk/>
            <pc:sldMk cId="403284581" sldId="497"/>
            <ac:picMk id="68" creationId="{470EFAC7-956B-C2F8-833C-28B32BB1137A}"/>
          </ac:picMkLst>
        </pc:picChg>
        <pc:picChg chg="add mod">
          <ac:chgData name="Alexandre Quach" userId="03a3b9a4-365b-425e-bba9-a77346403bac" providerId="ADAL" clId="{45276DEB-BEEE-481B-9C99-F39377ADBF02}" dt="2025-06-03T08:34:14.787" v="1799"/>
          <ac:picMkLst>
            <pc:docMk/>
            <pc:sldMk cId="403284581" sldId="497"/>
            <ac:picMk id="69" creationId="{272267CE-BA5B-9477-33A1-6EBD5EDA7CB5}"/>
          </ac:picMkLst>
        </pc:picChg>
        <pc:picChg chg="add mod">
          <ac:chgData name="Alexandre Quach" userId="03a3b9a4-365b-425e-bba9-a77346403bac" providerId="ADAL" clId="{45276DEB-BEEE-481B-9C99-F39377ADBF02}" dt="2025-06-03T08:34:14.787" v="1799"/>
          <ac:picMkLst>
            <pc:docMk/>
            <pc:sldMk cId="403284581" sldId="497"/>
            <ac:picMk id="70" creationId="{4B862B8B-F6B3-9019-9729-07802644DC23}"/>
          </ac:picMkLst>
        </pc:picChg>
        <pc:picChg chg="add mod">
          <ac:chgData name="Alexandre Quach" userId="03a3b9a4-365b-425e-bba9-a77346403bac" providerId="ADAL" clId="{45276DEB-BEEE-481B-9C99-F39377ADBF02}" dt="2025-06-03T08:34:14.787" v="1799"/>
          <ac:picMkLst>
            <pc:docMk/>
            <pc:sldMk cId="403284581" sldId="497"/>
            <ac:picMk id="72" creationId="{40B4A1F4-07EE-88BC-E8A3-767E119364B2}"/>
          </ac:picMkLst>
        </pc:picChg>
        <pc:picChg chg="add mod">
          <ac:chgData name="Alexandre Quach" userId="03a3b9a4-365b-425e-bba9-a77346403bac" providerId="ADAL" clId="{45276DEB-BEEE-481B-9C99-F39377ADBF02}" dt="2025-06-03T08:34:14.787" v="1799"/>
          <ac:picMkLst>
            <pc:docMk/>
            <pc:sldMk cId="403284581" sldId="497"/>
            <ac:picMk id="78" creationId="{90C232D1-F8AE-CFFF-8FA7-A1DFC9A57A8B}"/>
          </ac:picMkLst>
        </pc:picChg>
      </pc:sldChg>
      <pc:sldChg chg="addSp delSp modSp mod">
        <pc:chgData name="Alexandre Quach" userId="03a3b9a4-365b-425e-bba9-a77346403bac" providerId="ADAL" clId="{45276DEB-BEEE-481B-9C99-F39377ADBF02}" dt="2025-06-03T09:01:03.272" v="2104" actId="20577"/>
        <pc:sldMkLst>
          <pc:docMk/>
          <pc:sldMk cId="2813811566" sldId="498"/>
        </pc:sldMkLst>
        <pc:spChg chg="mod">
          <ac:chgData name="Alexandre Quach" userId="03a3b9a4-365b-425e-bba9-a77346403bac" providerId="ADAL" clId="{45276DEB-BEEE-481B-9C99-F39377ADBF02}" dt="2025-06-03T09:00:07.125" v="2088" actId="404"/>
          <ac:spMkLst>
            <pc:docMk/>
            <pc:sldMk cId="2813811566" sldId="498"/>
            <ac:spMk id="2" creationId="{EC42F0FC-713F-8D52-4C2B-0739F74D6BD3}"/>
          </ac:spMkLst>
        </pc:spChg>
        <pc:spChg chg="mod">
          <ac:chgData name="Alexandre Quach" userId="03a3b9a4-365b-425e-bba9-a77346403bac" providerId="ADAL" clId="{45276DEB-BEEE-481B-9C99-F39377ADBF02}" dt="2025-06-03T09:00:11.413" v="2089" actId="404"/>
          <ac:spMkLst>
            <pc:docMk/>
            <pc:sldMk cId="2813811566" sldId="498"/>
            <ac:spMk id="3" creationId="{19A1C309-7FB7-F03B-6D95-81FD8D8E5296}"/>
          </ac:spMkLst>
        </pc:spChg>
        <pc:spChg chg="mod">
          <ac:chgData name="Alexandre Quach" userId="03a3b9a4-365b-425e-bba9-a77346403bac" providerId="ADAL" clId="{45276DEB-BEEE-481B-9C99-F39377ADBF02}" dt="2025-06-03T09:00:44.529" v="2099" actId="27636"/>
          <ac:spMkLst>
            <pc:docMk/>
            <pc:sldMk cId="2813811566" sldId="498"/>
            <ac:spMk id="4" creationId="{97E0B62D-5F97-D1A9-4B1B-DFC41D135666}"/>
          </ac:spMkLst>
        </pc:spChg>
        <pc:spChg chg="mod">
          <ac:chgData name="Alexandre Quach" userId="03a3b9a4-365b-425e-bba9-a77346403bac" providerId="ADAL" clId="{45276DEB-BEEE-481B-9C99-F39377ADBF02}" dt="2025-06-03T09:00:37.180" v="2096" actId="404"/>
          <ac:spMkLst>
            <pc:docMk/>
            <pc:sldMk cId="2813811566" sldId="498"/>
            <ac:spMk id="5" creationId="{878AC480-7101-1F09-8512-9F97B3E59079}"/>
          </ac:spMkLst>
        </pc:spChg>
        <pc:spChg chg="mod">
          <ac:chgData name="Alexandre Quach" userId="03a3b9a4-365b-425e-bba9-a77346403bac" providerId="ADAL" clId="{45276DEB-BEEE-481B-9C99-F39377ADBF02}" dt="2025-06-03T09:00:16.968" v="2092" actId="27636"/>
          <ac:spMkLst>
            <pc:docMk/>
            <pc:sldMk cId="2813811566" sldId="498"/>
            <ac:spMk id="6" creationId="{0638B88D-54F3-6B00-7B83-561615431EEC}"/>
          </ac:spMkLst>
        </pc:spChg>
        <pc:spChg chg="add del mod">
          <ac:chgData name="Alexandre Quach" userId="03a3b9a4-365b-425e-bba9-a77346403bac" providerId="ADAL" clId="{45276DEB-BEEE-481B-9C99-F39377ADBF02}" dt="2025-06-03T08:54:20.249" v="2079" actId="478"/>
          <ac:spMkLst>
            <pc:docMk/>
            <pc:sldMk cId="2813811566" sldId="498"/>
            <ac:spMk id="7" creationId="{A03109EA-7C5A-A0D9-0823-F7886BA9802E}"/>
          </ac:spMkLst>
        </pc:spChg>
        <pc:spChg chg="mod">
          <ac:chgData name="Alexandre Quach" userId="03a3b9a4-365b-425e-bba9-a77346403bac" providerId="ADAL" clId="{45276DEB-BEEE-481B-9C99-F39377ADBF02}" dt="2025-06-03T09:00:30.260" v="2095" actId="404"/>
          <ac:spMkLst>
            <pc:docMk/>
            <pc:sldMk cId="2813811566" sldId="498"/>
            <ac:spMk id="8" creationId="{CCFB71B3-EBF2-DA83-9F92-63479C4F4832}"/>
          </ac:spMkLst>
        </pc:spChg>
        <pc:spChg chg="mod">
          <ac:chgData name="Alexandre Quach" userId="03a3b9a4-365b-425e-bba9-a77346403bac" providerId="ADAL" clId="{45276DEB-BEEE-481B-9C99-F39377ADBF02}" dt="2025-06-03T09:00:21.476" v="2093" actId="404"/>
          <ac:spMkLst>
            <pc:docMk/>
            <pc:sldMk cId="2813811566" sldId="498"/>
            <ac:spMk id="9" creationId="{3C905D16-10EF-5BD0-CA0E-DC28C29706B5}"/>
          </ac:spMkLst>
        </pc:spChg>
        <pc:spChg chg="mod">
          <ac:chgData name="Alexandre Quach" userId="03a3b9a4-365b-425e-bba9-a77346403bac" providerId="ADAL" clId="{45276DEB-BEEE-481B-9C99-F39377ADBF02}" dt="2025-06-03T09:00:25.995" v="2094" actId="404"/>
          <ac:spMkLst>
            <pc:docMk/>
            <pc:sldMk cId="2813811566" sldId="498"/>
            <ac:spMk id="10" creationId="{5DBA9C1D-A932-D8C9-3E25-06B1BBDE9207}"/>
          </ac:spMkLst>
        </pc:spChg>
        <pc:spChg chg="add del mod">
          <ac:chgData name="Alexandre Quach" userId="03a3b9a4-365b-425e-bba9-a77346403bac" providerId="ADAL" clId="{45276DEB-BEEE-481B-9C99-F39377ADBF02}" dt="2025-06-03T08:54:20.249" v="2079" actId="478"/>
          <ac:spMkLst>
            <pc:docMk/>
            <pc:sldMk cId="2813811566" sldId="498"/>
            <ac:spMk id="13" creationId="{D1308D9F-CA56-49A5-E028-9CD725699D48}"/>
          </ac:spMkLst>
        </pc:spChg>
        <pc:spChg chg="add del mod">
          <ac:chgData name="Alexandre Quach" userId="03a3b9a4-365b-425e-bba9-a77346403bac" providerId="ADAL" clId="{45276DEB-BEEE-481B-9C99-F39377ADBF02}" dt="2025-06-03T08:54:20.249" v="2079" actId="478"/>
          <ac:spMkLst>
            <pc:docMk/>
            <pc:sldMk cId="2813811566" sldId="498"/>
            <ac:spMk id="16" creationId="{0CC5C146-6E40-547A-60FA-6C6EB1462714}"/>
          </ac:spMkLst>
        </pc:spChg>
        <pc:spChg chg="add del mod">
          <ac:chgData name="Alexandre Quach" userId="03a3b9a4-365b-425e-bba9-a77346403bac" providerId="ADAL" clId="{45276DEB-BEEE-481B-9C99-F39377ADBF02}" dt="2025-06-03T08:54:20.249" v="2079" actId="478"/>
          <ac:spMkLst>
            <pc:docMk/>
            <pc:sldMk cId="2813811566" sldId="498"/>
            <ac:spMk id="19" creationId="{051212C8-A553-7FE1-AB77-58434333BED6}"/>
          </ac:spMkLst>
        </pc:spChg>
        <pc:spChg chg="mod">
          <ac:chgData name="Alexandre Quach" userId="03a3b9a4-365b-425e-bba9-a77346403bac" providerId="ADAL" clId="{45276DEB-BEEE-481B-9C99-F39377ADBF02}" dt="2025-06-03T08:37:28.370" v="1937"/>
          <ac:spMkLst>
            <pc:docMk/>
            <pc:sldMk cId="2813811566" sldId="498"/>
            <ac:spMk id="34" creationId="{CBF9CDAE-AB76-5FA2-62FE-DF72586C259A}"/>
          </ac:spMkLst>
        </pc:spChg>
        <pc:spChg chg="mod">
          <ac:chgData name="Alexandre Quach" userId="03a3b9a4-365b-425e-bba9-a77346403bac" providerId="ADAL" clId="{45276DEB-BEEE-481B-9C99-F39377ADBF02}" dt="2025-06-03T08:37:28.370" v="1937"/>
          <ac:spMkLst>
            <pc:docMk/>
            <pc:sldMk cId="2813811566" sldId="498"/>
            <ac:spMk id="35" creationId="{4EE08097-AF59-8FBD-6819-BC7671BC462B}"/>
          </ac:spMkLst>
        </pc:spChg>
        <pc:spChg chg="mod">
          <ac:chgData name="Alexandre Quach" userId="03a3b9a4-365b-425e-bba9-a77346403bac" providerId="ADAL" clId="{45276DEB-BEEE-481B-9C99-F39377ADBF02}" dt="2025-06-03T08:37:28.370" v="1937"/>
          <ac:spMkLst>
            <pc:docMk/>
            <pc:sldMk cId="2813811566" sldId="498"/>
            <ac:spMk id="36" creationId="{6E2FD145-91D7-00A4-1178-39EAC4E25BD3}"/>
          </ac:spMkLst>
        </pc:spChg>
        <pc:spChg chg="mod">
          <ac:chgData name="Alexandre Quach" userId="03a3b9a4-365b-425e-bba9-a77346403bac" providerId="ADAL" clId="{45276DEB-BEEE-481B-9C99-F39377ADBF02}" dt="2025-06-03T08:37:28.370" v="1937"/>
          <ac:spMkLst>
            <pc:docMk/>
            <pc:sldMk cId="2813811566" sldId="498"/>
            <ac:spMk id="37" creationId="{571A1C44-A156-3940-77B6-C93F1F5EDE48}"/>
          </ac:spMkLst>
        </pc:spChg>
        <pc:spChg chg="mod">
          <ac:chgData name="Alexandre Quach" userId="03a3b9a4-365b-425e-bba9-a77346403bac" providerId="ADAL" clId="{45276DEB-BEEE-481B-9C99-F39377ADBF02}" dt="2025-06-03T09:01:03.272" v="2104" actId="20577"/>
          <ac:spMkLst>
            <pc:docMk/>
            <pc:sldMk cId="2813811566" sldId="498"/>
            <ac:spMk id="38" creationId="{875E27E2-04C2-802B-0420-D32C88E02E5F}"/>
          </ac:spMkLst>
        </pc:spChg>
        <pc:spChg chg="mod">
          <ac:chgData name="Alexandre Quach" userId="03a3b9a4-365b-425e-bba9-a77346403bac" providerId="ADAL" clId="{45276DEB-BEEE-481B-9C99-F39377ADBF02}" dt="2025-06-03T08:37:28.370" v="1937"/>
          <ac:spMkLst>
            <pc:docMk/>
            <pc:sldMk cId="2813811566" sldId="498"/>
            <ac:spMk id="39" creationId="{D21C8784-B081-97E1-6967-B4996C24DF1C}"/>
          </ac:spMkLst>
        </pc:spChg>
        <pc:spChg chg="mod">
          <ac:chgData name="Alexandre Quach" userId="03a3b9a4-365b-425e-bba9-a77346403bac" providerId="ADAL" clId="{45276DEB-BEEE-481B-9C99-F39377ADBF02}" dt="2025-06-03T08:37:28.370" v="1937"/>
          <ac:spMkLst>
            <pc:docMk/>
            <pc:sldMk cId="2813811566" sldId="498"/>
            <ac:spMk id="40" creationId="{A4BD1B81-6BD7-3DE4-4AD5-3810357C43D0}"/>
          </ac:spMkLst>
        </pc:spChg>
        <pc:spChg chg="mod">
          <ac:chgData name="Alexandre Quach" userId="03a3b9a4-365b-425e-bba9-a77346403bac" providerId="ADAL" clId="{45276DEB-BEEE-481B-9C99-F39377ADBF02}" dt="2025-06-03T08:37:28.370" v="1937"/>
          <ac:spMkLst>
            <pc:docMk/>
            <pc:sldMk cId="2813811566" sldId="498"/>
            <ac:spMk id="41" creationId="{5CE30FAA-2AFD-9339-C19D-78A326747B46}"/>
          </ac:spMkLst>
        </pc:spChg>
        <pc:spChg chg="add mod">
          <ac:chgData name="Alexandre Quach" userId="03a3b9a4-365b-425e-bba9-a77346403bac" providerId="ADAL" clId="{45276DEB-BEEE-481B-9C99-F39377ADBF02}" dt="2025-06-03T08:54:15.438" v="2078"/>
          <ac:spMkLst>
            <pc:docMk/>
            <pc:sldMk cId="2813811566" sldId="498"/>
            <ac:spMk id="54" creationId="{6B09335A-2D18-6E53-C318-81547AC8149A}"/>
          </ac:spMkLst>
        </pc:spChg>
        <pc:spChg chg="add mod">
          <ac:chgData name="Alexandre Quach" userId="03a3b9a4-365b-425e-bba9-a77346403bac" providerId="ADAL" clId="{45276DEB-BEEE-481B-9C99-F39377ADBF02}" dt="2025-06-03T08:54:15.438" v="2078"/>
          <ac:spMkLst>
            <pc:docMk/>
            <pc:sldMk cId="2813811566" sldId="498"/>
            <ac:spMk id="55" creationId="{FD3F7347-3093-CCF7-093C-AF3DE97D17A0}"/>
          </ac:spMkLst>
        </pc:spChg>
        <pc:spChg chg="add mod">
          <ac:chgData name="Alexandre Quach" userId="03a3b9a4-365b-425e-bba9-a77346403bac" providerId="ADAL" clId="{45276DEB-BEEE-481B-9C99-F39377ADBF02}" dt="2025-06-03T08:54:15.438" v="2078"/>
          <ac:spMkLst>
            <pc:docMk/>
            <pc:sldMk cId="2813811566" sldId="498"/>
            <ac:spMk id="57" creationId="{818A8C4B-B129-9971-B811-6419DEEFC3E6}"/>
          </ac:spMkLst>
        </pc:spChg>
        <pc:spChg chg="add mod">
          <ac:chgData name="Alexandre Quach" userId="03a3b9a4-365b-425e-bba9-a77346403bac" providerId="ADAL" clId="{45276DEB-BEEE-481B-9C99-F39377ADBF02}" dt="2025-06-03T08:54:15.438" v="2078"/>
          <ac:spMkLst>
            <pc:docMk/>
            <pc:sldMk cId="2813811566" sldId="498"/>
            <ac:spMk id="59" creationId="{ACEC3558-9C18-54CD-EF57-1B5251AFEE90}"/>
          </ac:spMkLst>
        </pc:spChg>
        <pc:spChg chg="del mod">
          <ac:chgData name="Alexandre Quach" userId="03a3b9a4-365b-425e-bba9-a77346403bac" providerId="ADAL" clId="{45276DEB-BEEE-481B-9C99-F39377ADBF02}" dt="2025-06-03T08:54:14.701" v="2077" actId="478"/>
          <ac:spMkLst>
            <pc:docMk/>
            <pc:sldMk cId="2813811566" sldId="498"/>
            <ac:spMk id="69" creationId="{B5130D20-4AE9-AACF-374F-277D5B1F4BBC}"/>
          </ac:spMkLst>
        </pc:spChg>
        <pc:spChg chg="del mod">
          <ac:chgData name="Alexandre Quach" userId="03a3b9a4-365b-425e-bba9-a77346403bac" providerId="ADAL" clId="{45276DEB-BEEE-481B-9C99-F39377ADBF02}" dt="2025-06-03T08:54:14.701" v="2077" actId="478"/>
          <ac:spMkLst>
            <pc:docMk/>
            <pc:sldMk cId="2813811566" sldId="498"/>
            <ac:spMk id="70" creationId="{A608B14A-05AB-1CAE-66C5-6963E92C21B0}"/>
          </ac:spMkLst>
        </pc:spChg>
        <pc:spChg chg="del mod">
          <ac:chgData name="Alexandre Quach" userId="03a3b9a4-365b-425e-bba9-a77346403bac" providerId="ADAL" clId="{45276DEB-BEEE-481B-9C99-F39377ADBF02}" dt="2025-06-03T08:54:14.701" v="2077" actId="478"/>
          <ac:spMkLst>
            <pc:docMk/>
            <pc:sldMk cId="2813811566" sldId="498"/>
            <ac:spMk id="71" creationId="{D0D971DD-A8C7-3EE9-09F3-F83B2441A033}"/>
          </ac:spMkLst>
        </pc:spChg>
        <pc:spChg chg="del mod">
          <ac:chgData name="Alexandre Quach" userId="03a3b9a4-365b-425e-bba9-a77346403bac" providerId="ADAL" clId="{45276DEB-BEEE-481B-9C99-F39377ADBF02}" dt="2025-06-03T08:54:14.701" v="2077" actId="478"/>
          <ac:spMkLst>
            <pc:docMk/>
            <pc:sldMk cId="2813811566" sldId="498"/>
            <ac:spMk id="72" creationId="{1FE37C1B-6FC0-A757-9CD1-CD8A89D8A051}"/>
          </ac:spMkLst>
        </pc:spChg>
        <pc:spChg chg="del mod">
          <ac:chgData name="Alexandre Quach" userId="03a3b9a4-365b-425e-bba9-a77346403bac" providerId="ADAL" clId="{45276DEB-BEEE-481B-9C99-F39377ADBF02}" dt="2025-06-03T08:53:50.322" v="2074" actId="478"/>
          <ac:spMkLst>
            <pc:docMk/>
            <pc:sldMk cId="2813811566" sldId="498"/>
            <ac:spMk id="73" creationId="{33D81E68-EC2D-1F63-938E-E5817675B256}"/>
          </ac:spMkLst>
        </pc:spChg>
        <pc:spChg chg="del mod">
          <ac:chgData name="Alexandre Quach" userId="03a3b9a4-365b-425e-bba9-a77346403bac" providerId="ADAL" clId="{45276DEB-BEEE-481B-9C99-F39377ADBF02}" dt="2025-06-03T08:53:50.322" v="2074" actId="478"/>
          <ac:spMkLst>
            <pc:docMk/>
            <pc:sldMk cId="2813811566" sldId="498"/>
            <ac:spMk id="74" creationId="{A9C21147-B2BC-9202-5969-CDEBB659815A}"/>
          </ac:spMkLst>
        </pc:spChg>
        <pc:spChg chg="del mod">
          <ac:chgData name="Alexandre Quach" userId="03a3b9a4-365b-425e-bba9-a77346403bac" providerId="ADAL" clId="{45276DEB-BEEE-481B-9C99-F39377ADBF02}" dt="2025-06-03T08:53:50.322" v="2074" actId="478"/>
          <ac:spMkLst>
            <pc:docMk/>
            <pc:sldMk cId="2813811566" sldId="498"/>
            <ac:spMk id="75" creationId="{A2BE9FFD-E04B-C028-28D7-054FD937977B}"/>
          </ac:spMkLst>
        </pc:spChg>
        <pc:spChg chg="del mod">
          <ac:chgData name="Alexandre Quach" userId="03a3b9a4-365b-425e-bba9-a77346403bac" providerId="ADAL" clId="{45276DEB-BEEE-481B-9C99-F39377ADBF02}" dt="2025-06-03T08:53:50.322" v="2074" actId="478"/>
          <ac:spMkLst>
            <pc:docMk/>
            <pc:sldMk cId="2813811566" sldId="498"/>
            <ac:spMk id="76" creationId="{ADF94903-9745-D88D-F48C-4364A4459870}"/>
          </ac:spMkLst>
        </pc:spChg>
        <pc:spChg chg="add mod">
          <ac:chgData name="Alexandre Quach" userId="03a3b9a4-365b-425e-bba9-a77346403bac" providerId="ADAL" clId="{45276DEB-BEEE-481B-9C99-F39377ADBF02}" dt="2025-06-03T08:54:15.438" v="2078"/>
          <ac:spMkLst>
            <pc:docMk/>
            <pc:sldMk cId="2813811566" sldId="498"/>
            <ac:spMk id="84" creationId="{8371832C-34B0-AA29-39B3-621005F7436B}"/>
          </ac:spMkLst>
        </pc:spChg>
        <pc:spChg chg="add mod">
          <ac:chgData name="Alexandre Quach" userId="03a3b9a4-365b-425e-bba9-a77346403bac" providerId="ADAL" clId="{45276DEB-BEEE-481B-9C99-F39377ADBF02}" dt="2025-06-03T08:54:15.438" v="2078"/>
          <ac:spMkLst>
            <pc:docMk/>
            <pc:sldMk cId="2813811566" sldId="498"/>
            <ac:spMk id="85" creationId="{7B917BE7-1C17-537F-B670-5DF23489677C}"/>
          </ac:spMkLst>
        </pc:spChg>
        <pc:spChg chg="add mod">
          <ac:chgData name="Alexandre Quach" userId="03a3b9a4-365b-425e-bba9-a77346403bac" providerId="ADAL" clId="{45276DEB-BEEE-481B-9C99-F39377ADBF02}" dt="2025-06-03T08:54:15.438" v="2078"/>
          <ac:spMkLst>
            <pc:docMk/>
            <pc:sldMk cId="2813811566" sldId="498"/>
            <ac:spMk id="86" creationId="{65C42FF7-D6CB-84F2-D063-1C3837BA9AAD}"/>
          </ac:spMkLst>
        </pc:spChg>
        <pc:spChg chg="add mod">
          <ac:chgData name="Alexandre Quach" userId="03a3b9a4-365b-425e-bba9-a77346403bac" providerId="ADAL" clId="{45276DEB-BEEE-481B-9C99-F39377ADBF02}" dt="2025-06-03T08:54:15.438" v="2078"/>
          <ac:spMkLst>
            <pc:docMk/>
            <pc:sldMk cId="2813811566" sldId="498"/>
            <ac:spMk id="87" creationId="{9A2294A3-6FAD-8902-F047-973BA36A457F}"/>
          </ac:spMkLst>
        </pc:spChg>
        <pc:spChg chg="add mod">
          <ac:chgData name="Alexandre Quach" userId="03a3b9a4-365b-425e-bba9-a77346403bac" providerId="ADAL" clId="{45276DEB-BEEE-481B-9C99-F39377ADBF02}" dt="2025-06-03T08:54:21.015" v="2080"/>
          <ac:spMkLst>
            <pc:docMk/>
            <pc:sldMk cId="2813811566" sldId="498"/>
            <ac:spMk id="102" creationId="{A22099B4-CC02-EFBB-1E2C-9BDC0C788620}"/>
          </ac:spMkLst>
        </pc:spChg>
        <pc:spChg chg="add mod">
          <ac:chgData name="Alexandre Quach" userId="03a3b9a4-365b-425e-bba9-a77346403bac" providerId="ADAL" clId="{45276DEB-BEEE-481B-9C99-F39377ADBF02}" dt="2025-06-03T08:54:21.015" v="2080"/>
          <ac:spMkLst>
            <pc:docMk/>
            <pc:sldMk cId="2813811566" sldId="498"/>
            <ac:spMk id="103" creationId="{165A44FC-2077-896B-3C7A-25DAC7AC19B0}"/>
          </ac:spMkLst>
        </pc:spChg>
        <pc:spChg chg="add mod">
          <ac:chgData name="Alexandre Quach" userId="03a3b9a4-365b-425e-bba9-a77346403bac" providerId="ADAL" clId="{45276DEB-BEEE-481B-9C99-F39377ADBF02}" dt="2025-06-03T08:54:21.015" v="2080"/>
          <ac:spMkLst>
            <pc:docMk/>
            <pc:sldMk cId="2813811566" sldId="498"/>
            <ac:spMk id="104" creationId="{E152BA9C-0E3B-241F-E9B8-517659A265DA}"/>
          </ac:spMkLst>
        </pc:spChg>
        <pc:spChg chg="add mod">
          <ac:chgData name="Alexandre Quach" userId="03a3b9a4-365b-425e-bba9-a77346403bac" providerId="ADAL" clId="{45276DEB-BEEE-481B-9C99-F39377ADBF02}" dt="2025-06-03T08:54:21.015" v="2080"/>
          <ac:spMkLst>
            <pc:docMk/>
            <pc:sldMk cId="2813811566" sldId="498"/>
            <ac:spMk id="105" creationId="{1EB00CA0-A5F8-5233-F929-552B8F1A3CF7}"/>
          </ac:spMkLst>
        </pc:spChg>
        <pc:spChg chg="add mod">
          <ac:chgData name="Alexandre Quach" userId="03a3b9a4-365b-425e-bba9-a77346403bac" providerId="ADAL" clId="{45276DEB-BEEE-481B-9C99-F39377ADBF02}" dt="2025-06-03T08:54:21.015" v="2080"/>
          <ac:spMkLst>
            <pc:docMk/>
            <pc:sldMk cId="2813811566" sldId="498"/>
            <ac:spMk id="116" creationId="{3DD79AEA-6715-E22F-F4A2-1F7DB8C02C27}"/>
          </ac:spMkLst>
        </pc:spChg>
        <pc:spChg chg="add mod">
          <ac:chgData name="Alexandre Quach" userId="03a3b9a4-365b-425e-bba9-a77346403bac" providerId="ADAL" clId="{45276DEB-BEEE-481B-9C99-F39377ADBF02}" dt="2025-06-03T08:54:21.015" v="2080"/>
          <ac:spMkLst>
            <pc:docMk/>
            <pc:sldMk cId="2813811566" sldId="498"/>
            <ac:spMk id="117" creationId="{B150CFF2-F194-519F-29EA-0002A482CF25}"/>
          </ac:spMkLst>
        </pc:spChg>
        <pc:spChg chg="add mod">
          <ac:chgData name="Alexandre Quach" userId="03a3b9a4-365b-425e-bba9-a77346403bac" providerId="ADAL" clId="{45276DEB-BEEE-481B-9C99-F39377ADBF02}" dt="2025-06-03T08:54:21.015" v="2080"/>
          <ac:spMkLst>
            <pc:docMk/>
            <pc:sldMk cId="2813811566" sldId="498"/>
            <ac:spMk id="118" creationId="{6CEB7DED-EE09-99FB-3CF8-7F578EB94D32}"/>
          </ac:spMkLst>
        </pc:spChg>
        <pc:spChg chg="add mod">
          <ac:chgData name="Alexandre Quach" userId="03a3b9a4-365b-425e-bba9-a77346403bac" providerId="ADAL" clId="{45276DEB-BEEE-481B-9C99-F39377ADBF02}" dt="2025-06-03T08:54:21.015" v="2080"/>
          <ac:spMkLst>
            <pc:docMk/>
            <pc:sldMk cId="2813811566" sldId="498"/>
            <ac:spMk id="119" creationId="{CF69754F-F840-6FB7-1B17-1948678EB7CD}"/>
          </ac:spMkLst>
        </pc:spChg>
        <pc:picChg chg="del">
          <ac:chgData name="Alexandre Quach" userId="03a3b9a4-365b-425e-bba9-a77346403bac" providerId="ADAL" clId="{45276DEB-BEEE-481B-9C99-F39377ADBF02}" dt="2025-06-03T08:54:14.701" v="2077" actId="478"/>
          <ac:picMkLst>
            <pc:docMk/>
            <pc:sldMk cId="2813811566" sldId="498"/>
            <ac:picMk id="11" creationId="{FB0246CE-BF9B-3510-A62B-A2F7842C8930}"/>
          </ac:picMkLst>
        </pc:picChg>
        <pc:picChg chg="del">
          <ac:chgData name="Alexandre Quach" userId="03a3b9a4-365b-425e-bba9-a77346403bac" providerId="ADAL" clId="{45276DEB-BEEE-481B-9C99-F39377ADBF02}" dt="2025-06-03T08:54:14.701" v="2077" actId="478"/>
          <ac:picMkLst>
            <pc:docMk/>
            <pc:sldMk cId="2813811566" sldId="498"/>
            <ac:picMk id="14" creationId="{DA657199-4B35-6EF4-5335-8A1FAA3B33BA}"/>
          </ac:picMkLst>
        </pc:picChg>
        <pc:picChg chg="del">
          <ac:chgData name="Alexandre Quach" userId="03a3b9a4-365b-425e-bba9-a77346403bac" providerId="ADAL" clId="{45276DEB-BEEE-481B-9C99-F39377ADBF02}" dt="2025-06-03T08:54:14.701" v="2077" actId="478"/>
          <ac:picMkLst>
            <pc:docMk/>
            <pc:sldMk cId="2813811566" sldId="498"/>
            <ac:picMk id="15" creationId="{6695516C-CCE9-4192-CAB4-F3C0958AD159}"/>
          </ac:picMkLst>
        </pc:picChg>
        <pc:picChg chg="del">
          <ac:chgData name="Alexandre Quach" userId="03a3b9a4-365b-425e-bba9-a77346403bac" providerId="ADAL" clId="{45276DEB-BEEE-481B-9C99-F39377ADBF02}" dt="2025-06-03T08:54:14.701" v="2077" actId="478"/>
          <ac:picMkLst>
            <pc:docMk/>
            <pc:sldMk cId="2813811566" sldId="498"/>
            <ac:picMk id="17" creationId="{97213065-EB94-A4D3-2C19-D19E4B084AA4}"/>
          </ac:picMkLst>
        </pc:picChg>
        <pc:picChg chg="del">
          <ac:chgData name="Alexandre Quach" userId="03a3b9a4-365b-425e-bba9-a77346403bac" providerId="ADAL" clId="{45276DEB-BEEE-481B-9C99-F39377ADBF02}" dt="2025-06-03T08:54:14.701" v="2077" actId="478"/>
          <ac:picMkLst>
            <pc:docMk/>
            <pc:sldMk cId="2813811566" sldId="498"/>
            <ac:picMk id="18" creationId="{FBFAB5CE-9B6E-E266-1417-D9C2AA0DE107}"/>
          </ac:picMkLst>
        </pc:picChg>
        <pc:picChg chg="del">
          <ac:chgData name="Alexandre Quach" userId="03a3b9a4-365b-425e-bba9-a77346403bac" providerId="ADAL" clId="{45276DEB-BEEE-481B-9C99-F39377ADBF02}" dt="2025-06-03T08:54:14.701" v="2077" actId="478"/>
          <ac:picMkLst>
            <pc:docMk/>
            <pc:sldMk cId="2813811566" sldId="498"/>
            <ac:picMk id="21" creationId="{7A5E602A-878D-D91A-68C1-4A7A48460B4F}"/>
          </ac:picMkLst>
        </pc:picChg>
        <pc:picChg chg="del">
          <ac:chgData name="Alexandre Quach" userId="03a3b9a4-365b-425e-bba9-a77346403bac" providerId="ADAL" clId="{45276DEB-BEEE-481B-9C99-F39377ADBF02}" dt="2025-06-03T08:53:50.322" v="2074" actId="478"/>
          <ac:picMkLst>
            <pc:docMk/>
            <pc:sldMk cId="2813811566" sldId="498"/>
            <ac:picMk id="23" creationId="{E054039B-8F2F-7EF3-A675-DE727227A3A4}"/>
          </ac:picMkLst>
        </pc:picChg>
        <pc:picChg chg="del">
          <ac:chgData name="Alexandre Quach" userId="03a3b9a4-365b-425e-bba9-a77346403bac" providerId="ADAL" clId="{45276DEB-BEEE-481B-9C99-F39377ADBF02}" dt="2025-06-03T08:53:50.322" v="2074" actId="478"/>
          <ac:picMkLst>
            <pc:docMk/>
            <pc:sldMk cId="2813811566" sldId="498"/>
            <ac:picMk id="26" creationId="{296C527A-D6E7-D7E0-F419-9F8DBB9DDAC7}"/>
          </ac:picMkLst>
        </pc:picChg>
        <pc:picChg chg="add del mod">
          <ac:chgData name="Alexandre Quach" userId="03a3b9a4-365b-425e-bba9-a77346403bac" providerId="ADAL" clId="{45276DEB-BEEE-481B-9C99-F39377ADBF02}" dt="2025-06-03T08:54:20.249" v="2079" actId="478"/>
          <ac:picMkLst>
            <pc:docMk/>
            <pc:sldMk cId="2813811566" sldId="498"/>
            <ac:picMk id="27" creationId="{5D971512-988A-D698-6F8B-2CFC46D1587A}"/>
          </ac:picMkLst>
        </pc:picChg>
        <pc:picChg chg="del">
          <ac:chgData name="Alexandre Quach" userId="03a3b9a4-365b-425e-bba9-a77346403bac" providerId="ADAL" clId="{45276DEB-BEEE-481B-9C99-F39377ADBF02}" dt="2025-06-03T08:53:50.322" v="2074" actId="478"/>
          <ac:picMkLst>
            <pc:docMk/>
            <pc:sldMk cId="2813811566" sldId="498"/>
            <ac:picMk id="29" creationId="{3599686D-3068-44A6-0F25-0FB9221E419A}"/>
          </ac:picMkLst>
        </pc:picChg>
        <pc:picChg chg="del">
          <ac:chgData name="Alexandre Quach" userId="03a3b9a4-365b-425e-bba9-a77346403bac" providerId="ADAL" clId="{45276DEB-BEEE-481B-9C99-F39377ADBF02}" dt="2025-06-03T08:53:50.322" v="2074" actId="478"/>
          <ac:picMkLst>
            <pc:docMk/>
            <pc:sldMk cId="2813811566" sldId="498"/>
            <ac:picMk id="30" creationId="{470E7AF4-E927-6333-CBA9-FEA439522A11}"/>
          </ac:picMkLst>
        </pc:picChg>
        <pc:picChg chg="del">
          <ac:chgData name="Alexandre Quach" userId="03a3b9a4-365b-425e-bba9-a77346403bac" providerId="ADAL" clId="{45276DEB-BEEE-481B-9C99-F39377ADBF02}" dt="2025-06-03T08:53:50.322" v="2074" actId="478"/>
          <ac:picMkLst>
            <pc:docMk/>
            <pc:sldMk cId="2813811566" sldId="498"/>
            <ac:picMk id="32" creationId="{97EA0504-93FD-5BD1-AEC1-D9D853F46980}"/>
          </ac:picMkLst>
        </pc:picChg>
        <pc:picChg chg="add del mod">
          <ac:chgData name="Alexandre Quach" userId="03a3b9a4-365b-425e-bba9-a77346403bac" providerId="ADAL" clId="{45276DEB-BEEE-481B-9C99-F39377ADBF02}" dt="2025-06-03T08:54:20.249" v="2079" actId="478"/>
          <ac:picMkLst>
            <pc:docMk/>
            <pc:sldMk cId="2813811566" sldId="498"/>
            <ac:picMk id="33" creationId="{47C3607E-7B27-BA90-1B80-E153E4BBC3FE}"/>
          </ac:picMkLst>
        </pc:picChg>
        <pc:picChg chg="del">
          <ac:chgData name="Alexandre Quach" userId="03a3b9a4-365b-425e-bba9-a77346403bac" providerId="ADAL" clId="{45276DEB-BEEE-481B-9C99-F39377ADBF02}" dt="2025-06-03T08:53:50.322" v="2074" actId="478"/>
          <ac:picMkLst>
            <pc:docMk/>
            <pc:sldMk cId="2813811566" sldId="498"/>
            <ac:picMk id="42" creationId="{D1119AAD-0390-76AF-8975-613955618836}"/>
          </ac:picMkLst>
        </pc:picChg>
        <pc:picChg chg="add del mod">
          <ac:chgData name="Alexandre Quach" userId="03a3b9a4-365b-425e-bba9-a77346403bac" providerId="ADAL" clId="{45276DEB-BEEE-481B-9C99-F39377ADBF02}" dt="2025-06-03T08:54:20.249" v="2079" actId="478"/>
          <ac:picMkLst>
            <pc:docMk/>
            <pc:sldMk cId="2813811566" sldId="498"/>
            <ac:picMk id="43" creationId="{B68D7D29-8CB7-5110-7AF4-6F0B7272DF27}"/>
          </ac:picMkLst>
        </pc:picChg>
        <pc:picChg chg="add del mod">
          <ac:chgData name="Alexandre Quach" userId="03a3b9a4-365b-425e-bba9-a77346403bac" providerId="ADAL" clId="{45276DEB-BEEE-481B-9C99-F39377ADBF02}" dt="2025-06-03T08:54:20.249" v="2079" actId="478"/>
          <ac:picMkLst>
            <pc:docMk/>
            <pc:sldMk cId="2813811566" sldId="498"/>
            <ac:picMk id="44" creationId="{B799AAC3-3B80-6C18-7417-E033ADA2EADC}"/>
          </ac:picMkLst>
        </pc:picChg>
        <pc:picChg chg="add del mod">
          <ac:chgData name="Alexandre Quach" userId="03a3b9a4-365b-425e-bba9-a77346403bac" providerId="ADAL" clId="{45276DEB-BEEE-481B-9C99-F39377ADBF02}" dt="2025-06-03T08:54:20.249" v="2079" actId="478"/>
          <ac:picMkLst>
            <pc:docMk/>
            <pc:sldMk cId="2813811566" sldId="498"/>
            <ac:picMk id="48" creationId="{960D6223-CEAE-5F99-A290-CF7E90610374}"/>
          </ac:picMkLst>
        </pc:picChg>
        <pc:picChg chg="add del mod">
          <ac:chgData name="Alexandre Quach" userId="03a3b9a4-365b-425e-bba9-a77346403bac" providerId="ADAL" clId="{45276DEB-BEEE-481B-9C99-F39377ADBF02}" dt="2025-06-03T08:54:20.249" v="2079" actId="478"/>
          <ac:picMkLst>
            <pc:docMk/>
            <pc:sldMk cId="2813811566" sldId="498"/>
            <ac:picMk id="49" creationId="{4B7E062C-2E47-CE06-540B-EBFE439C7C3C}"/>
          </ac:picMkLst>
        </pc:picChg>
        <pc:picChg chg="add mod">
          <ac:chgData name="Alexandre Quach" userId="03a3b9a4-365b-425e-bba9-a77346403bac" providerId="ADAL" clId="{45276DEB-BEEE-481B-9C99-F39377ADBF02}" dt="2025-06-03T08:54:15.438" v="2078"/>
          <ac:picMkLst>
            <pc:docMk/>
            <pc:sldMk cId="2813811566" sldId="498"/>
            <ac:picMk id="81" creationId="{624CE535-6E4B-DD79-FC9F-5D4188CA4BF6}"/>
          </ac:picMkLst>
        </pc:picChg>
        <pc:picChg chg="add mod">
          <ac:chgData name="Alexandre Quach" userId="03a3b9a4-365b-425e-bba9-a77346403bac" providerId="ADAL" clId="{45276DEB-BEEE-481B-9C99-F39377ADBF02}" dt="2025-06-03T08:54:15.438" v="2078"/>
          <ac:picMkLst>
            <pc:docMk/>
            <pc:sldMk cId="2813811566" sldId="498"/>
            <ac:picMk id="98" creationId="{4E7CFE69-BCB1-ACAC-E4A6-747F315C2D83}"/>
          </ac:picMkLst>
        </pc:picChg>
        <pc:picChg chg="add mod">
          <ac:chgData name="Alexandre Quach" userId="03a3b9a4-365b-425e-bba9-a77346403bac" providerId="ADAL" clId="{45276DEB-BEEE-481B-9C99-F39377ADBF02}" dt="2025-06-03T08:54:21.015" v="2080"/>
          <ac:picMkLst>
            <pc:docMk/>
            <pc:sldMk cId="2813811566" sldId="498"/>
            <ac:picMk id="110" creationId="{A139BC00-EF43-6F46-7E90-97BADE61CCB1}"/>
          </ac:picMkLst>
        </pc:picChg>
        <pc:picChg chg="add mod">
          <ac:chgData name="Alexandre Quach" userId="03a3b9a4-365b-425e-bba9-a77346403bac" providerId="ADAL" clId="{45276DEB-BEEE-481B-9C99-F39377ADBF02}" dt="2025-06-03T08:54:21.015" v="2080"/>
          <ac:picMkLst>
            <pc:docMk/>
            <pc:sldMk cId="2813811566" sldId="498"/>
            <ac:picMk id="111" creationId="{1D99B960-0AA0-16DC-EA10-A87B1A96399A}"/>
          </ac:picMkLst>
        </pc:picChg>
      </pc:sldChg>
      <pc:sldChg chg="addSp delSp modSp del mod">
        <pc:chgData name="Alexandre Quach" userId="03a3b9a4-365b-425e-bba9-a77346403bac" providerId="ADAL" clId="{45276DEB-BEEE-481B-9C99-F39377ADBF02}" dt="2025-06-03T09:12:23.123" v="2131" actId="47"/>
        <pc:sldMkLst>
          <pc:docMk/>
          <pc:sldMk cId="1620630479" sldId="499"/>
        </pc:sldMkLst>
        <pc:spChg chg="mod">
          <ac:chgData name="Alexandre Quach" userId="03a3b9a4-365b-425e-bba9-a77346403bac" providerId="ADAL" clId="{45276DEB-BEEE-481B-9C99-F39377ADBF02}" dt="2025-06-03T07:36:04.011" v="1217" actId="790"/>
          <ac:spMkLst>
            <pc:docMk/>
            <pc:sldMk cId="1620630479" sldId="499"/>
            <ac:spMk id="3" creationId="{532AFCF9-35C8-DDDF-D035-2D614398EE8B}"/>
          </ac:spMkLst>
        </pc:spChg>
        <pc:spChg chg="mod">
          <ac:chgData name="Alexandre Quach" userId="03a3b9a4-365b-425e-bba9-a77346403bac" providerId="ADAL" clId="{45276DEB-BEEE-481B-9C99-F39377ADBF02}" dt="2025-06-03T08:37:28.370" v="1937"/>
          <ac:spMkLst>
            <pc:docMk/>
            <pc:sldMk cId="1620630479" sldId="499"/>
            <ac:spMk id="7" creationId="{D73E4975-9AF3-8239-BD40-7416A05F93FA}"/>
          </ac:spMkLst>
        </pc:spChg>
        <pc:spChg chg="mod">
          <ac:chgData name="Alexandre Quach" userId="03a3b9a4-365b-425e-bba9-a77346403bac" providerId="ADAL" clId="{45276DEB-BEEE-481B-9C99-F39377ADBF02}" dt="2025-06-03T08:37:28.370" v="1937"/>
          <ac:spMkLst>
            <pc:docMk/>
            <pc:sldMk cId="1620630479" sldId="499"/>
            <ac:spMk id="12" creationId="{8D174D4C-0FB3-17FE-FD99-CA499FC1216B}"/>
          </ac:spMkLst>
        </pc:spChg>
        <pc:spChg chg="add mod">
          <ac:chgData name="Alexandre Quach" userId="03a3b9a4-365b-425e-bba9-a77346403bac" providerId="ADAL" clId="{45276DEB-BEEE-481B-9C99-F39377ADBF02}" dt="2025-06-03T08:55:02.266" v="2087"/>
          <ac:spMkLst>
            <pc:docMk/>
            <pc:sldMk cId="1620630479" sldId="499"/>
            <ac:spMk id="14" creationId="{19441D56-2790-B6F4-AA74-5884F8286BB4}"/>
          </ac:spMkLst>
        </pc:spChg>
        <pc:spChg chg="mod">
          <ac:chgData name="Alexandre Quach" userId="03a3b9a4-365b-425e-bba9-a77346403bac" providerId="ADAL" clId="{45276DEB-BEEE-481B-9C99-F39377ADBF02}" dt="2025-06-03T08:37:28.370" v="1937"/>
          <ac:spMkLst>
            <pc:docMk/>
            <pc:sldMk cId="1620630479" sldId="499"/>
            <ac:spMk id="15" creationId="{CDCEE7B8-A133-70C8-D794-3F95B0391626}"/>
          </ac:spMkLst>
        </pc:spChg>
        <pc:spChg chg="add mod">
          <ac:chgData name="Alexandre Quach" userId="03a3b9a4-365b-425e-bba9-a77346403bac" providerId="ADAL" clId="{45276DEB-BEEE-481B-9C99-F39377ADBF02}" dt="2025-06-03T08:55:02.266" v="2087"/>
          <ac:spMkLst>
            <pc:docMk/>
            <pc:sldMk cId="1620630479" sldId="499"/>
            <ac:spMk id="16" creationId="{7A37499D-DB57-5DA8-94A0-67F3522BB14F}"/>
          </ac:spMkLst>
        </pc:spChg>
        <pc:spChg chg="add mod">
          <ac:chgData name="Alexandre Quach" userId="03a3b9a4-365b-425e-bba9-a77346403bac" providerId="ADAL" clId="{45276DEB-BEEE-481B-9C99-F39377ADBF02}" dt="2025-06-03T08:55:02.266" v="2087"/>
          <ac:spMkLst>
            <pc:docMk/>
            <pc:sldMk cId="1620630479" sldId="499"/>
            <ac:spMk id="17" creationId="{443BEEBB-A0D8-1A27-8B91-4F215190D7F5}"/>
          </ac:spMkLst>
        </pc:spChg>
        <pc:spChg chg="add mod">
          <ac:chgData name="Alexandre Quach" userId="03a3b9a4-365b-425e-bba9-a77346403bac" providerId="ADAL" clId="{45276DEB-BEEE-481B-9C99-F39377ADBF02}" dt="2025-06-03T08:55:02.266" v="2087"/>
          <ac:spMkLst>
            <pc:docMk/>
            <pc:sldMk cId="1620630479" sldId="499"/>
            <ac:spMk id="18" creationId="{7B52068B-4E2F-E033-7CC6-E6A52D2452C2}"/>
          </ac:spMkLst>
        </pc:spChg>
        <pc:spChg chg="add mod">
          <ac:chgData name="Alexandre Quach" userId="03a3b9a4-365b-425e-bba9-a77346403bac" providerId="ADAL" clId="{45276DEB-BEEE-481B-9C99-F39377ADBF02}" dt="2025-06-03T08:55:02.266" v="2087"/>
          <ac:spMkLst>
            <pc:docMk/>
            <pc:sldMk cId="1620630479" sldId="499"/>
            <ac:spMk id="33" creationId="{592C44E7-E472-F9E0-78AC-8C54D0E2114A}"/>
          </ac:spMkLst>
        </pc:spChg>
        <pc:spChg chg="mod">
          <ac:chgData name="Alexandre Quach" userId="03a3b9a4-365b-425e-bba9-a77346403bac" providerId="ADAL" clId="{45276DEB-BEEE-481B-9C99-F39377ADBF02}" dt="2025-06-03T08:37:28.370" v="1937"/>
          <ac:spMkLst>
            <pc:docMk/>
            <pc:sldMk cId="1620630479" sldId="499"/>
            <ac:spMk id="34" creationId="{A08E4FF7-DD47-3925-DEF1-095997C442AD}"/>
          </ac:spMkLst>
        </pc:spChg>
        <pc:spChg chg="del mod">
          <ac:chgData name="Alexandre Quach" userId="03a3b9a4-365b-425e-bba9-a77346403bac" providerId="ADAL" clId="{45276DEB-BEEE-481B-9C99-F39377ADBF02}" dt="2025-06-03T08:54:54.983" v="2085" actId="478"/>
          <ac:spMkLst>
            <pc:docMk/>
            <pc:sldMk cId="1620630479" sldId="499"/>
            <ac:spMk id="35" creationId="{7C61929A-3BCD-5257-19B6-05DF6B9ED5D5}"/>
          </ac:spMkLst>
        </pc:spChg>
        <pc:spChg chg="mod">
          <ac:chgData name="Alexandre Quach" userId="03a3b9a4-365b-425e-bba9-a77346403bac" providerId="ADAL" clId="{45276DEB-BEEE-481B-9C99-F39377ADBF02}" dt="2025-06-03T08:37:28.370" v="1937"/>
          <ac:spMkLst>
            <pc:docMk/>
            <pc:sldMk cId="1620630479" sldId="499"/>
            <ac:spMk id="36" creationId="{25FA9117-B5C5-1C10-6EB4-C65E4CC10C26}"/>
          </ac:spMkLst>
        </pc:spChg>
        <pc:spChg chg="mod">
          <ac:chgData name="Alexandre Quach" userId="03a3b9a4-365b-425e-bba9-a77346403bac" providerId="ADAL" clId="{45276DEB-BEEE-481B-9C99-F39377ADBF02}" dt="2025-06-03T08:37:28.370" v="1937"/>
          <ac:spMkLst>
            <pc:docMk/>
            <pc:sldMk cId="1620630479" sldId="499"/>
            <ac:spMk id="37" creationId="{0248301F-119C-411E-CD4A-C0DD4541458A}"/>
          </ac:spMkLst>
        </pc:spChg>
        <pc:spChg chg="mod">
          <ac:chgData name="Alexandre Quach" userId="03a3b9a4-365b-425e-bba9-a77346403bac" providerId="ADAL" clId="{45276DEB-BEEE-481B-9C99-F39377ADBF02}" dt="2025-06-03T08:37:28.370" v="1937"/>
          <ac:spMkLst>
            <pc:docMk/>
            <pc:sldMk cId="1620630479" sldId="499"/>
            <ac:spMk id="38" creationId="{32DA0C14-CAE1-F792-D46E-E8DCC6CB168C}"/>
          </ac:spMkLst>
        </pc:spChg>
        <pc:spChg chg="mod">
          <ac:chgData name="Alexandre Quach" userId="03a3b9a4-365b-425e-bba9-a77346403bac" providerId="ADAL" clId="{45276DEB-BEEE-481B-9C99-F39377ADBF02}" dt="2025-06-03T08:37:28.370" v="1937"/>
          <ac:spMkLst>
            <pc:docMk/>
            <pc:sldMk cId="1620630479" sldId="499"/>
            <ac:spMk id="39" creationId="{0C9D094F-32CF-4AB5-2E0B-0F2BA48F1926}"/>
          </ac:spMkLst>
        </pc:spChg>
        <pc:spChg chg="del mod">
          <ac:chgData name="Alexandre Quach" userId="03a3b9a4-365b-425e-bba9-a77346403bac" providerId="ADAL" clId="{45276DEB-BEEE-481B-9C99-F39377ADBF02}" dt="2025-06-03T08:54:54.983" v="2085" actId="478"/>
          <ac:spMkLst>
            <pc:docMk/>
            <pc:sldMk cId="1620630479" sldId="499"/>
            <ac:spMk id="42" creationId="{AAD74BBF-75C0-7F43-EB17-E3A46D60FF4F}"/>
          </ac:spMkLst>
        </pc:spChg>
        <pc:spChg chg="del mod">
          <ac:chgData name="Alexandre Quach" userId="03a3b9a4-365b-425e-bba9-a77346403bac" providerId="ADAL" clId="{45276DEB-BEEE-481B-9C99-F39377ADBF02}" dt="2025-06-03T08:54:54.983" v="2085" actId="478"/>
          <ac:spMkLst>
            <pc:docMk/>
            <pc:sldMk cId="1620630479" sldId="499"/>
            <ac:spMk id="43" creationId="{AD7791BB-81F1-7AA7-7C87-036C0C6479F9}"/>
          </ac:spMkLst>
        </pc:spChg>
        <pc:spChg chg="del mod">
          <ac:chgData name="Alexandre Quach" userId="03a3b9a4-365b-425e-bba9-a77346403bac" providerId="ADAL" clId="{45276DEB-BEEE-481B-9C99-F39377ADBF02}" dt="2025-06-03T08:54:54.983" v="2085" actId="478"/>
          <ac:spMkLst>
            <pc:docMk/>
            <pc:sldMk cId="1620630479" sldId="499"/>
            <ac:spMk id="44" creationId="{654F628B-51C9-3D4C-DD99-CF81B26DD88D}"/>
          </ac:spMkLst>
        </pc:spChg>
        <pc:spChg chg="add mod">
          <ac:chgData name="Alexandre Quach" userId="03a3b9a4-365b-425e-bba9-a77346403bac" providerId="ADAL" clId="{45276DEB-BEEE-481B-9C99-F39377ADBF02}" dt="2025-06-03T08:55:02.266" v="2087"/>
          <ac:spMkLst>
            <pc:docMk/>
            <pc:sldMk cId="1620630479" sldId="499"/>
            <ac:spMk id="49" creationId="{60667C3E-B063-6B0B-0AB7-4733C0E695DB}"/>
          </ac:spMkLst>
        </pc:spChg>
        <pc:spChg chg="add mod">
          <ac:chgData name="Alexandre Quach" userId="03a3b9a4-365b-425e-bba9-a77346403bac" providerId="ADAL" clId="{45276DEB-BEEE-481B-9C99-F39377ADBF02}" dt="2025-06-03T08:55:02.266" v="2087"/>
          <ac:spMkLst>
            <pc:docMk/>
            <pc:sldMk cId="1620630479" sldId="499"/>
            <ac:spMk id="50" creationId="{8B09CAD1-38EE-7DD0-534E-5EB55C31026F}"/>
          </ac:spMkLst>
        </pc:spChg>
        <pc:spChg chg="add mod">
          <ac:chgData name="Alexandre Quach" userId="03a3b9a4-365b-425e-bba9-a77346403bac" providerId="ADAL" clId="{45276DEB-BEEE-481B-9C99-F39377ADBF02}" dt="2025-06-03T08:55:02.266" v="2087"/>
          <ac:spMkLst>
            <pc:docMk/>
            <pc:sldMk cId="1620630479" sldId="499"/>
            <ac:spMk id="51" creationId="{D5169691-1BF0-BC84-7603-B296094EDA15}"/>
          </ac:spMkLst>
        </pc:spChg>
        <pc:spChg chg="mod">
          <ac:chgData name="Alexandre Quach" userId="03a3b9a4-365b-425e-bba9-a77346403bac" providerId="ADAL" clId="{45276DEB-BEEE-481B-9C99-F39377ADBF02}" dt="2025-06-03T07:36:04.011" v="1217" actId="790"/>
          <ac:spMkLst>
            <pc:docMk/>
            <pc:sldMk cId="1620630479" sldId="499"/>
            <ac:spMk id="60" creationId="{3835DBCB-CCB5-B0D1-4751-CBD9FB68B626}"/>
          </ac:spMkLst>
        </pc:spChg>
        <pc:spChg chg="del mod">
          <ac:chgData name="Alexandre Quach" userId="03a3b9a4-365b-425e-bba9-a77346403bac" providerId="ADAL" clId="{45276DEB-BEEE-481B-9C99-F39377ADBF02}" dt="2025-06-03T08:55:01.721" v="2086" actId="478"/>
          <ac:spMkLst>
            <pc:docMk/>
            <pc:sldMk cId="1620630479" sldId="499"/>
            <ac:spMk id="77" creationId="{44B630B3-16C4-EE00-094E-258569A75874}"/>
          </ac:spMkLst>
        </pc:spChg>
        <pc:spChg chg="del mod">
          <ac:chgData name="Alexandre Quach" userId="03a3b9a4-365b-425e-bba9-a77346403bac" providerId="ADAL" clId="{45276DEB-BEEE-481B-9C99-F39377ADBF02}" dt="2025-06-03T08:55:01.721" v="2086" actId="478"/>
          <ac:spMkLst>
            <pc:docMk/>
            <pc:sldMk cId="1620630479" sldId="499"/>
            <ac:spMk id="78" creationId="{8C5769FE-B5C4-C082-E01C-E9202E6CAC37}"/>
          </ac:spMkLst>
        </pc:spChg>
        <pc:spChg chg="del mod">
          <ac:chgData name="Alexandre Quach" userId="03a3b9a4-365b-425e-bba9-a77346403bac" providerId="ADAL" clId="{45276DEB-BEEE-481B-9C99-F39377ADBF02}" dt="2025-06-03T08:55:01.721" v="2086" actId="478"/>
          <ac:spMkLst>
            <pc:docMk/>
            <pc:sldMk cId="1620630479" sldId="499"/>
            <ac:spMk id="79" creationId="{D9DC5D2B-BF5E-8D5A-FF51-65D59F696BB9}"/>
          </ac:spMkLst>
        </pc:spChg>
        <pc:spChg chg="del mod">
          <ac:chgData name="Alexandre Quach" userId="03a3b9a4-365b-425e-bba9-a77346403bac" providerId="ADAL" clId="{45276DEB-BEEE-481B-9C99-F39377ADBF02}" dt="2025-06-03T08:55:01.721" v="2086" actId="478"/>
          <ac:spMkLst>
            <pc:docMk/>
            <pc:sldMk cId="1620630479" sldId="499"/>
            <ac:spMk id="80" creationId="{4937CF04-BBCE-F095-538B-09DF16BA36BE}"/>
          </ac:spMkLst>
        </pc:spChg>
        <pc:picChg chg="del">
          <ac:chgData name="Alexandre Quach" userId="03a3b9a4-365b-425e-bba9-a77346403bac" providerId="ADAL" clId="{45276DEB-BEEE-481B-9C99-F39377ADBF02}" dt="2025-06-03T08:54:54.983" v="2085" actId="478"/>
          <ac:picMkLst>
            <pc:docMk/>
            <pc:sldMk cId="1620630479" sldId="499"/>
            <ac:picMk id="21" creationId="{C3D0C1E2-DE2D-3922-0454-25C369E6F0C9}"/>
          </ac:picMkLst>
        </pc:picChg>
        <pc:picChg chg="del">
          <ac:chgData name="Alexandre Quach" userId="03a3b9a4-365b-425e-bba9-a77346403bac" providerId="ADAL" clId="{45276DEB-BEEE-481B-9C99-F39377ADBF02}" dt="2025-06-03T08:54:54.983" v="2085" actId="478"/>
          <ac:picMkLst>
            <pc:docMk/>
            <pc:sldMk cId="1620630479" sldId="499"/>
            <ac:picMk id="23" creationId="{369D205F-EA95-B21D-D3F3-3D938F2DA2D5}"/>
          </ac:picMkLst>
        </pc:picChg>
        <pc:picChg chg="del">
          <ac:chgData name="Alexandre Quach" userId="03a3b9a4-365b-425e-bba9-a77346403bac" providerId="ADAL" clId="{45276DEB-BEEE-481B-9C99-F39377ADBF02}" dt="2025-06-03T08:54:54.983" v="2085" actId="478"/>
          <ac:picMkLst>
            <pc:docMk/>
            <pc:sldMk cId="1620630479" sldId="499"/>
            <ac:picMk id="28" creationId="{CE107B33-5609-576B-C3BC-62460E44644B}"/>
          </ac:picMkLst>
        </pc:picChg>
        <pc:picChg chg="add mod">
          <ac:chgData name="Alexandre Quach" userId="03a3b9a4-365b-425e-bba9-a77346403bac" providerId="ADAL" clId="{45276DEB-BEEE-481B-9C99-F39377ADBF02}" dt="2025-06-03T08:55:02.266" v="2087"/>
          <ac:picMkLst>
            <pc:docMk/>
            <pc:sldMk cId="1620630479" sldId="499"/>
            <ac:picMk id="29" creationId="{023DEA54-38AF-8A9F-9E43-F8DC433B3BC9}"/>
          </ac:picMkLst>
        </pc:picChg>
        <pc:picChg chg="del">
          <ac:chgData name="Alexandre Quach" userId="03a3b9a4-365b-425e-bba9-a77346403bac" providerId="ADAL" clId="{45276DEB-BEEE-481B-9C99-F39377ADBF02}" dt="2025-06-03T08:54:54.983" v="2085" actId="478"/>
          <ac:picMkLst>
            <pc:docMk/>
            <pc:sldMk cId="1620630479" sldId="499"/>
            <ac:picMk id="30" creationId="{6178FF3F-C021-1F63-A84D-3C25BD68A2A1}"/>
          </ac:picMkLst>
        </pc:picChg>
        <pc:picChg chg="del">
          <ac:chgData name="Alexandre Quach" userId="03a3b9a4-365b-425e-bba9-a77346403bac" providerId="ADAL" clId="{45276DEB-BEEE-481B-9C99-F39377ADBF02}" dt="2025-06-03T08:54:54.983" v="2085" actId="478"/>
          <ac:picMkLst>
            <pc:docMk/>
            <pc:sldMk cId="1620630479" sldId="499"/>
            <ac:picMk id="45" creationId="{CB3FC419-60A8-4CB7-BFDB-C07575A42E78}"/>
          </ac:picMkLst>
        </pc:picChg>
        <pc:picChg chg="del">
          <ac:chgData name="Alexandre Quach" userId="03a3b9a4-365b-425e-bba9-a77346403bac" providerId="ADAL" clId="{45276DEB-BEEE-481B-9C99-F39377ADBF02}" dt="2025-06-03T08:54:54.983" v="2085" actId="478"/>
          <ac:picMkLst>
            <pc:docMk/>
            <pc:sldMk cId="1620630479" sldId="499"/>
            <ac:picMk id="47" creationId="{CF1BF37D-93BB-9553-BB5E-CAFFD1266D2B}"/>
          </ac:picMkLst>
        </pc:picChg>
        <pc:picChg chg="add mod">
          <ac:chgData name="Alexandre Quach" userId="03a3b9a4-365b-425e-bba9-a77346403bac" providerId="ADAL" clId="{45276DEB-BEEE-481B-9C99-F39377ADBF02}" dt="2025-06-03T08:55:02.266" v="2087"/>
          <ac:picMkLst>
            <pc:docMk/>
            <pc:sldMk cId="1620630479" sldId="499"/>
            <ac:picMk id="61" creationId="{2E92C977-0E25-EC5D-24C1-60E3A9DC09A5}"/>
          </ac:picMkLst>
        </pc:picChg>
        <pc:picChg chg="del">
          <ac:chgData name="Alexandre Quach" userId="03a3b9a4-365b-425e-bba9-a77346403bac" providerId="ADAL" clId="{45276DEB-BEEE-481B-9C99-F39377ADBF02}" dt="2025-06-03T08:55:01.721" v="2086" actId="478"/>
          <ac:picMkLst>
            <pc:docMk/>
            <pc:sldMk cId="1620630479" sldId="499"/>
            <ac:picMk id="69" creationId="{F9C98FAE-0DBF-C941-4CF5-DECC730D79E7}"/>
          </ac:picMkLst>
        </pc:picChg>
        <pc:picChg chg="del">
          <ac:chgData name="Alexandre Quach" userId="03a3b9a4-365b-425e-bba9-a77346403bac" providerId="ADAL" clId="{45276DEB-BEEE-481B-9C99-F39377ADBF02}" dt="2025-06-03T08:55:01.721" v="2086" actId="478"/>
          <ac:picMkLst>
            <pc:docMk/>
            <pc:sldMk cId="1620630479" sldId="499"/>
            <ac:picMk id="70" creationId="{8F89E40E-A991-7D8B-1C27-E690C7EBE2D7}"/>
          </ac:picMkLst>
        </pc:picChg>
        <pc:picChg chg="del">
          <ac:chgData name="Alexandre Quach" userId="03a3b9a4-365b-425e-bba9-a77346403bac" providerId="ADAL" clId="{45276DEB-BEEE-481B-9C99-F39377ADBF02}" dt="2025-06-03T08:55:01.721" v="2086" actId="478"/>
          <ac:picMkLst>
            <pc:docMk/>
            <pc:sldMk cId="1620630479" sldId="499"/>
            <ac:picMk id="71" creationId="{1821054F-55FA-9A2C-812D-394A8D881308}"/>
          </ac:picMkLst>
        </pc:picChg>
        <pc:picChg chg="del">
          <ac:chgData name="Alexandre Quach" userId="03a3b9a4-365b-425e-bba9-a77346403bac" providerId="ADAL" clId="{45276DEB-BEEE-481B-9C99-F39377ADBF02}" dt="2025-06-03T08:55:01.721" v="2086" actId="478"/>
          <ac:picMkLst>
            <pc:docMk/>
            <pc:sldMk cId="1620630479" sldId="499"/>
            <ac:picMk id="72" creationId="{B0E3D98E-265E-D18A-1CC7-103DABBCC796}"/>
          </ac:picMkLst>
        </pc:picChg>
        <pc:picChg chg="del">
          <ac:chgData name="Alexandre Quach" userId="03a3b9a4-365b-425e-bba9-a77346403bac" providerId="ADAL" clId="{45276DEB-BEEE-481B-9C99-F39377ADBF02}" dt="2025-06-03T08:55:01.721" v="2086" actId="478"/>
          <ac:picMkLst>
            <pc:docMk/>
            <pc:sldMk cId="1620630479" sldId="499"/>
            <ac:picMk id="75" creationId="{10B8BA1D-CA46-F56C-A786-3C8A82D2A02E}"/>
          </ac:picMkLst>
        </pc:picChg>
        <pc:picChg chg="del">
          <ac:chgData name="Alexandre Quach" userId="03a3b9a4-365b-425e-bba9-a77346403bac" providerId="ADAL" clId="{45276DEB-BEEE-481B-9C99-F39377ADBF02}" dt="2025-06-03T08:55:01.721" v="2086" actId="478"/>
          <ac:picMkLst>
            <pc:docMk/>
            <pc:sldMk cId="1620630479" sldId="499"/>
            <ac:picMk id="76" creationId="{7F0EE066-E04D-7996-E15A-28A371B1ACE1}"/>
          </ac:picMkLst>
        </pc:picChg>
      </pc:sldChg>
      <pc:sldChg chg="modSp mod">
        <pc:chgData name="Alexandre Quach" userId="03a3b9a4-365b-425e-bba9-a77346403bac" providerId="ADAL" clId="{45276DEB-BEEE-481B-9C99-F39377ADBF02}" dt="2025-06-03T07:36:04.011" v="1217" actId="790"/>
        <pc:sldMkLst>
          <pc:docMk/>
          <pc:sldMk cId="2317240948" sldId="504"/>
        </pc:sldMkLst>
        <pc:spChg chg="mod">
          <ac:chgData name="Alexandre Quach" userId="03a3b9a4-365b-425e-bba9-a77346403bac" providerId="ADAL" clId="{45276DEB-BEEE-481B-9C99-F39377ADBF02}" dt="2025-06-03T07:36:04.011" v="1217" actId="790"/>
          <ac:spMkLst>
            <pc:docMk/>
            <pc:sldMk cId="2317240948" sldId="504"/>
            <ac:spMk id="101" creationId="{3E29BD1A-16D2-1117-7B06-4E243D578823}"/>
          </ac:spMkLst>
        </pc:spChg>
      </pc:sldChg>
      <pc:sldChg chg="modSp mod">
        <pc:chgData name="Alexandre Quach" userId="03a3b9a4-365b-425e-bba9-a77346403bac" providerId="ADAL" clId="{45276DEB-BEEE-481B-9C99-F39377ADBF02}" dt="2025-06-03T07:36:04.011" v="1217" actId="790"/>
        <pc:sldMkLst>
          <pc:docMk/>
          <pc:sldMk cId="2505033404" sldId="506"/>
        </pc:sldMkLst>
        <pc:spChg chg="mod">
          <ac:chgData name="Alexandre Quach" userId="03a3b9a4-365b-425e-bba9-a77346403bac" providerId="ADAL" clId="{45276DEB-BEEE-481B-9C99-F39377ADBF02}" dt="2025-06-03T07:36:04.011" v="1217" actId="790"/>
          <ac:spMkLst>
            <pc:docMk/>
            <pc:sldMk cId="2505033404" sldId="506"/>
            <ac:spMk id="101" creationId="{1FC92CFA-1C95-FBAB-A09D-D05E7FC72D5D}"/>
          </ac:spMkLst>
        </pc:spChg>
      </pc:sldChg>
      <pc:sldChg chg="modSp del mod">
        <pc:chgData name="Alexandre Quach" userId="03a3b9a4-365b-425e-bba9-a77346403bac" providerId="ADAL" clId="{45276DEB-BEEE-481B-9C99-F39377ADBF02}" dt="2025-06-03T09:12:23.123" v="2131" actId="47"/>
        <pc:sldMkLst>
          <pc:docMk/>
          <pc:sldMk cId="1306433676" sldId="507"/>
        </pc:sldMkLst>
        <pc:spChg chg="mod">
          <ac:chgData name="Alexandre Quach" userId="03a3b9a4-365b-425e-bba9-a77346403bac" providerId="ADAL" clId="{45276DEB-BEEE-481B-9C99-F39377ADBF02}" dt="2025-06-03T07:36:04.011" v="1217" actId="790"/>
          <ac:spMkLst>
            <pc:docMk/>
            <pc:sldMk cId="1306433676" sldId="507"/>
            <ac:spMk id="101" creationId="{A7C0B2AA-B788-35A4-AA0B-057772FAA408}"/>
          </ac:spMkLst>
        </pc:spChg>
      </pc:sldChg>
      <pc:sldChg chg="modSp mod">
        <pc:chgData name="Alexandre Quach" userId="03a3b9a4-365b-425e-bba9-a77346403bac" providerId="ADAL" clId="{45276DEB-BEEE-481B-9C99-F39377ADBF02}" dt="2025-06-03T07:36:04.011" v="1217" actId="790"/>
        <pc:sldMkLst>
          <pc:docMk/>
          <pc:sldMk cId="1761812239" sldId="511"/>
        </pc:sldMkLst>
        <pc:spChg chg="mod">
          <ac:chgData name="Alexandre Quach" userId="03a3b9a4-365b-425e-bba9-a77346403bac" providerId="ADAL" clId="{45276DEB-BEEE-481B-9C99-F39377ADBF02}" dt="2025-06-03T07:36:04.011" v="1217" actId="790"/>
          <ac:spMkLst>
            <pc:docMk/>
            <pc:sldMk cId="1761812239" sldId="511"/>
            <ac:spMk id="101" creationId="{9F29AE10-F692-2514-805A-CEC1333D6417}"/>
          </ac:spMkLst>
        </pc:spChg>
      </pc:sldChg>
      <pc:sldChg chg="addSp delSp modSp mod">
        <pc:chgData name="Alexandre Quach" userId="03a3b9a4-365b-425e-bba9-a77346403bac" providerId="ADAL" clId="{45276DEB-BEEE-481B-9C99-F39377ADBF02}" dt="2025-06-03T08:42:03.466" v="2024" actId="1076"/>
        <pc:sldMkLst>
          <pc:docMk/>
          <pc:sldMk cId="315575821" sldId="512"/>
        </pc:sldMkLst>
        <pc:spChg chg="mod">
          <ac:chgData name="Alexandre Quach" userId="03a3b9a4-365b-425e-bba9-a77346403bac" providerId="ADAL" clId="{45276DEB-BEEE-481B-9C99-F39377ADBF02}" dt="2025-06-03T08:30:50.031" v="1761" actId="404"/>
          <ac:spMkLst>
            <pc:docMk/>
            <pc:sldMk cId="315575821" sldId="512"/>
            <ac:spMk id="2" creationId="{7F0F3D3E-6210-29B6-B653-3E643DCBFB49}"/>
          </ac:spMkLst>
        </pc:spChg>
        <pc:spChg chg="mod">
          <ac:chgData name="Alexandre Quach" userId="03a3b9a4-365b-425e-bba9-a77346403bac" providerId="ADAL" clId="{45276DEB-BEEE-481B-9C99-F39377ADBF02}" dt="2025-06-03T08:30:46.998" v="1760" actId="404"/>
          <ac:spMkLst>
            <pc:docMk/>
            <pc:sldMk cId="315575821" sldId="512"/>
            <ac:spMk id="3" creationId="{08557C70-9E74-513F-8DBF-AA430C9F5E77}"/>
          </ac:spMkLst>
        </pc:spChg>
        <pc:spChg chg="mod">
          <ac:chgData name="Alexandre Quach" userId="03a3b9a4-365b-425e-bba9-a77346403bac" providerId="ADAL" clId="{45276DEB-BEEE-481B-9C99-F39377ADBF02}" dt="2025-06-03T08:37:02.703" v="1935" actId="20577"/>
          <ac:spMkLst>
            <pc:docMk/>
            <pc:sldMk cId="315575821" sldId="512"/>
            <ac:spMk id="4" creationId="{1CE77108-A888-41C1-35D3-221AE689B7D1}"/>
          </ac:spMkLst>
        </pc:spChg>
        <pc:spChg chg="mod">
          <ac:chgData name="Alexandre Quach" userId="03a3b9a4-365b-425e-bba9-a77346403bac" providerId="ADAL" clId="{45276DEB-BEEE-481B-9C99-F39377ADBF02}" dt="2025-06-03T08:31:00.246" v="1765" actId="404"/>
          <ac:spMkLst>
            <pc:docMk/>
            <pc:sldMk cId="315575821" sldId="512"/>
            <ac:spMk id="5" creationId="{C8BFB1DD-B4C3-9775-542E-CC4221EB49A4}"/>
          </ac:spMkLst>
        </pc:spChg>
        <pc:spChg chg="mod">
          <ac:chgData name="Alexandre Quach" userId="03a3b9a4-365b-425e-bba9-a77346403bac" providerId="ADAL" clId="{45276DEB-BEEE-481B-9C99-F39377ADBF02}" dt="2025-06-03T08:30:43.863" v="1759" actId="404"/>
          <ac:spMkLst>
            <pc:docMk/>
            <pc:sldMk cId="315575821" sldId="512"/>
            <ac:spMk id="6" creationId="{D45D1D0E-5CEA-81F8-4AAD-C364B934ACE4}"/>
          </ac:spMkLst>
        </pc:spChg>
        <pc:spChg chg="mod">
          <ac:chgData name="Alexandre Quach" userId="03a3b9a4-365b-425e-bba9-a77346403bac" providerId="ADAL" clId="{45276DEB-BEEE-481B-9C99-F39377ADBF02}" dt="2025-06-03T08:37:28.370" v="1937"/>
          <ac:spMkLst>
            <pc:docMk/>
            <pc:sldMk cId="315575821" sldId="512"/>
            <ac:spMk id="7" creationId="{A25F44E4-BC27-0A62-1C05-397473EE17BB}"/>
          </ac:spMkLst>
        </pc:spChg>
        <pc:spChg chg="mod">
          <ac:chgData name="Alexandre Quach" userId="03a3b9a4-365b-425e-bba9-a77346403bac" providerId="ADAL" clId="{45276DEB-BEEE-481B-9C99-F39377ADBF02}" dt="2025-06-03T08:08:40.396" v="1758" actId="1076"/>
          <ac:spMkLst>
            <pc:docMk/>
            <pc:sldMk cId="315575821" sldId="512"/>
            <ac:spMk id="8" creationId="{96424DA1-9580-CBD7-A6C4-CA96881B2AC8}"/>
          </ac:spMkLst>
        </pc:spChg>
        <pc:spChg chg="mod">
          <ac:chgData name="Alexandre Quach" userId="03a3b9a4-365b-425e-bba9-a77346403bac" providerId="ADAL" clId="{45276DEB-BEEE-481B-9C99-F39377ADBF02}" dt="2025-06-03T08:30:52.869" v="1762" actId="404"/>
          <ac:spMkLst>
            <pc:docMk/>
            <pc:sldMk cId="315575821" sldId="512"/>
            <ac:spMk id="9" creationId="{B05DCFDF-80F3-6083-7199-BC525B3C6399}"/>
          </ac:spMkLst>
        </pc:spChg>
        <pc:spChg chg="mod">
          <ac:chgData name="Alexandre Quach" userId="03a3b9a4-365b-425e-bba9-a77346403bac" providerId="ADAL" clId="{45276DEB-BEEE-481B-9C99-F39377ADBF02}" dt="2025-06-03T08:31:07.814" v="1767" actId="27636"/>
          <ac:spMkLst>
            <pc:docMk/>
            <pc:sldMk cId="315575821" sldId="512"/>
            <ac:spMk id="10" creationId="{2D824300-EC10-A9B7-90CD-7DDF52313403}"/>
          </ac:spMkLst>
        </pc:spChg>
        <pc:spChg chg="mod">
          <ac:chgData name="Alexandre Quach" userId="03a3b9a4-365b-425e-bba9-a77346403bac" providerId="ADAL" clId="{45276DEB-BEEE-481B-9C99-F39377ADBF02}" dt="2025-06-03T08:37:28.370" v="1937"/>
          <ac:spMkLst>
            <pc:docMk/>
            <pc:sldMk cId="315575821" sldId="512"/>
            <ac:spMk id="12" creationId="{437242D6-FD03-2C5B-D5E2-62875C1D76C8}"/>
          </ac:spMkLst>
        </pc:spChg>
        <pc:spChg chg="mod">
          <ac:chgData name="Alexandre Quach" userId="03a3b9a4-365b-425e-bba9-a77346403bac" providerId="ADAL" clId="{45276DEB-BEEE-481B-9C99-F39377ADBF02}" dt="2025-06-03T08:37:28.370" v="1937"/>
          <ac:spMkLst>
            <pc:docMk/>
            <pc:sldMk cId="315575821" sldId="512"/>
            <ac:spMk id="15" creationId="{B4E581E7-81EC-E088-BDF4-671BAEC132EC}"/>
          </ac:spMkLst>
        </pc:spChg>
        <pc:spChg chg="mod">
          <ac:chgData name="Alexandre Quach" userId="03a3b9a4-365b-425e-bba9-a77346403bac" providerId="ADAL" clId="{45276DEB-BEEE-481B-9C99-F39377ADBF02}" dt="2025-06-03T08:37:28.370" v="1937"/>
          <ac:spMkLst>
            <pc:docMk/>
            <pc:sldMk cId="315575821" sldId="512"/>
            <ac:spMk id="18" creationId="{92027F6E-7FA5-5C3B-0400-968A873E1212}"/>
          </ac:spMkLst>
        </pc:spChg>
        <pc:spChg chg="mod">
          <ac:chgData name="Alexandre Quach" userId="03a3b9a4-365b-425e-bba9-a77346403bac" providerId="ADAL" clId="{45276DEB-BEEE-481B-9C99-F39377ADBF02}" dt="2025-06-03T08:37:28.370" v="1937"/>
          <ac:spMkLst>
            <pc:docMk/>
            <pc:sldMk cId="315575821" sldId="512"/>
            <ac:spMk id="21" creationId="{74B0B587-1885-B02A-644C-7004AB00331C}"/>
          </ac:spMkLst>
        </pc:spChg>
        <pc:spChg chg="mod">
          <ac:chgData name="Alexandre Quach" userId="03a3b9a4-365b-425e-bba9-a77346403bac" providerId="ADAL" clId="{45276DEB-BEEE-481B-9C99-F39377ADBF02}" dt="2025-06-03T08:37:28.370" v="1937"/>
          <ac:spMkLst>
            <pc:docMk/>
            <pc:sldMk cId="315575821" sldId="512"/>
            <ac:spMk id="23" creationId="{CE0A41FE-D5E8-1F65-8B58-87D23118C58A}"/>
          </ac:spMkLst>
        </pc:spChg>
        <pc:spChg chg="mod">
          <ac:chgData name="Alexandre Quach" userId="03a3b9a4-365b-425e-bba9-a77346403bac" providerId="ADAL" clId="{45276DEB-BEEE-481B-9C99-F39377ADBF02}" dt="2025-06-03T08:37:28.370" v="1937"/>
          <ac:spMkLst>
            <pc:docMk/>
            <pc:sldMk cId="315575821" sldId="512"/>
            <ac:spMk id="28" creationId="{21BCE6C7-5E55-CB08-CE62-D4419C639355}"/>
          </ac:spMkLst>
        </pc:spChg>
        <pc:spChg chg="mod">
          <ac:chgData name="Alexandre Quach" userId="03a3b9a4-365b-425e-bba9-a77346403bac" providerId="ADAL" clId="{45276DEB-BEEE-481B-9C99-F39377ADBF02}" dt="2025-06-03T08:37:28.370" v="1937"/>
          <ac:spMkLst>
            <pc:docMk/>
            <pc:sldMk cId="315575821" sldId="512"/>
            <ac:spMk id="30" creationId="{F96B2D98-C142-4ABB-496B-5D60BDEA97DB}"/>
          </ac:spMkLst>
        </pc:spChg>
        <pc:spChg chg="mod">
          <ac:chgData name="Alexandre Quach" userId="03a3b9a4-365b-425e-bba9-a77346403bac" providerId="ADAL" clId="{45276DEB-BEEE-481B-9C99-F39377ADBF02}" dt="2025-06-03T08:35:26.598" v="1805" actId="14100"/>
          <ac:spMkLst>
            <pc:docMk/>
            <pc:sldMk cId="315575821" sldId="512"/>
            <ac:spMk id="36" creationId="{C240430D-3B5A-D7A5-60C1-7DCFFBAAC1F7}"/>
          </ac:spMkLst>
        </pc:spChg>
        <pc:spChg chg="mod">
          <ac:chgData name="Alexandre Quach" userId="03a3b9a4-365b-425e-bba9-a77346403bac" providerId="ADAL" clId="{45276DEB-BEEE-481B-9C99-F39377ADBF02}" dt="2025-06-03T08:35:26.598" v="1805" actId="14100"/>
          <ac:spMkLst>
            <pc:docMk/>
            <pc:sldMk cId="315575821" sldId="512"/>
            <ac:spMk id="37" creationId="{4F96636A-71ED-1D9B-7F1D-AD2C2B1CC405}"/>
          </ac:spMkLst>
        </pc:spChg>
        <pc:spChg chg="mod">
          <ac:chgData name="Alexandre Quach" userId="03a3b9a4-365b-425e-bba9-a77346403bac" providerId="ADAL" clId="{45276DEB-BEEE-481B-9C99-F39377ADBF02}" dt="2025-06-03T08:35:26.598" v="1805" actId="14100"/>
          <ac:spMkLst>
            <pc:docMk/>
            <pc:sldMk cId="315575821" sldId="512"/>
            <ac:spMk id="38" creationId="{5F121B8F-847A-E0FF-A602-40DA6A2D5E87}"/>
          </ac:spMkLst>
        </pc:spChg>
        <pc:spChg chg="mod">
          <ac:chgData name="Alexandre Quach" userId="03a3b9a4-365b-425e-bba9-a77346403bac" providerId="ADAL" clId="{45276DEB-BEEE-481B-9C99-F39377ADBF02}" dt="2025-06-03T08:35:26.598" v="1805" actId="14100"/>
          <ac:spMkLst>
            <pc:docMk/>
            <pc:sldMk cId="315575821" sldId="512"/>
            <ac:spMk id="39" creationId="{8E87BBC4-1A9D-EFD4-007A-367924237C2F}"/>
          </ac:spMkLst>
        </pc:spChg>
        <pc:spChg chg="mod">
          <ac:chgData name="Alexandre Quach" userId="03a3b9a4-365b-425e-bba9-a77346403bac" providerId="ADAL" clId="{45276DEB-BEEE-481B-9C99-F39377ADBF02}" dt="2025-06-03T08:35:26.598" v="1805" actId="14100"/>
          <ac:spMkLst>
            <pc:docMk/>
            <pc:sldMk cId="315575821" sldId="512"/>
            <ac:spMk id="40" creationId="{9795A1D4-F0BF-44FE-7BD1-B246BF3A06E3}"/>
          </ac:spMkLst>
        </pc:spChg>
        <pc:spChg chg="mod">
          <ac:chgData name="Alexandre Quach" userId="03a3b9a4-365b-425e-bba9-a77346403bac" providerId="ADAL" clId="{45276DEB-BEEE-481B-9C99-F39377ADBF02}" dt="2025-06-03T08:35:26.598" v="1805" actId="14100"/>
          <ac:spMkLst>
            <pc:docMk/>
            <pc:sldMk cId="315575821" sldId="512"/>
            <ac:spMk id="42" creationId="{B545B041-88EE-F0F6-3A9A-C206F21049CD}"/>
          </ac:spMkLst>
        </pc:spChg>
        <pc:spChg chg="mod">
          <ac:chgData name="Alexandre Quach" userId="03a3b9a4-365b-425e-bba9-a77346403bac" providerId="ADAL" clId="{45276DEB-BEEE-481B-9C99-F39377ADBF02}" dt="2025-06-03T08:35:26.598" v="1805" actId="14100"/>
          <ac:spMkLst>
            <pc:docMk/>
            <pc:sldMk cId="315575821" sldId="512"/>
            <ac:spMk id="43" creationId="{A3ED61C0-74C4-3E71-7D03-9EAD3171AFE1}"/>
          </ac:spMkLst>
        </pc:spChg>
        <pc:spChg chg="mod">
          <ac:chgData name="Alexandre Quach" userId="03a3b9a4-365b-425e-bba9-a77346403bac" providerId="ADAL" clId="{45276DEB-BEEE-481B-9C99-F39377ADBF02}" dt="2025-06-03T08:35:26.598" v="1805" actId="14100"/>
          <ac:spMkLst>
            <pc:docMk/>
            <pc:sldMk cId="315575821" sldId="512"/>
            <ac:spMk id="44" creationId="{7F29CE9A-FD9A-83B3-CFF1-7FDCA5BE6587}"/>
          </ac:spMkLst>
        </pc:spChg>
        <pc:picChg chg="mod">
          <ac:chgData name="Alexandre Quach" userId="03a3b9a4-365b-425e-bba9-a77346403bac" providerId="ADAL" clId="{45276DEB-BEEE-481B-9C99-F39377ADBF02}" dt="2025-06-03T08:40:34.542" v="2003" actId="1076"/>
          <ac:picMkLst>
            <pc:docMk/>
            <pc:sldMk cId="315575821" sldId="512"/>
            <ac:picMk id="11" creationId="{F599B297-9BCA-5FFB-6FF9-FA705CB63A97}"/>
          </ac:picMkLst>
        </pc:picChg>
        <pc:picChg chg="mod">
          <ac:chgData name="Alexandre Quach" userId="03a3b9a4-365b-425e-bba9-a77346403bac" providerId="ADAL" clId="{45276DEB-BEEE-481B-9C99-F39377ADBF02}" dt="2025-06-03T08:40:27.031" v="2001" actId="1076"/>
          <ac:picMkLst>
            <pc:docMk/>
            <pc:sldMk cId="315575821" sldId="512"/>
            <ac:picMk id="13" creationId="{64D4C826-C0EF-6060-5573-CAD905EC2DA1}"/>
          </ac:picMkLst>
        </pc:picChg>
        <pc:picChg chg="del">
          <ac:chgData name="Alexandre Quach" userId="03a3b9a4-365b-425e-bba9-a77346403bac" providerId="ADAL" clId="{45276DEB-BEEE-481B-9C99-F39377ADBF02}" dt="2025-06-03T08:40:54.745" v="2005" actId="478"/>
          <ac:picMkLst>
            <pc:docMk/>
            <pc:sldMk cId="315575821" sldId="512"/>
            <ac:picMk id="14" creationId="{4346060E-ED3D-5DA5-731A-816ECE9AFA71}"/>
          </ac:picMkLst>
        </pc:picChg>
        <pc:picChg chg="del mod">
          <ac:chgData name="Alexandre Quach" userId="03a3b9a4-365b-425e-bba9-a77346403bac" providerId="ADAL" clId="{45276DEB-BEEE-481B-9C99-F39377ADBF02}" dt="2025-06-03T08:40:54.745" v="2005" actId="478"/>
          <ac:picMkLst>
            <pc:docMk/>
            <pc:sldMk cId="315575821" sldId="512"/>
            <ac:picMk id="16" creationId="{C0957F19-F1A0-16CF-1BC4-9568EEEBFFE3}"/>
          </ac:picMkLst>
        </pc:picChg>
        <pc:picChg chg="del">
          <ac:chgData name="Alexandre Quach" userId="03a3b9a4-365b-425e-bba9-a77346403bac" providerId="ADAL" clId="{45276DEB-BEEE-481B-9C99-F39377ADBF02}" dt="2025-06-03T08:40:54.745" v="2005" actId="478"/>
          <ac:picMkLst>
            <pc:docMk/>
            <pc:sldMk cId="315575821" sldId="512"/>
            <ac:picMk id="17" creationId="{C10D9FA9-8467-BCF2-C36B-BAD62FF00D30}"/>
          </ac:picMkLst>
        </pc:picChg>
        <pc:picChg chg="del mod">
          <ac:chgData name="Alexandre Quach" userId="03a3b9a4-365b-425e-bba9-a77346403bac" providerId="ADAL" clId="{45276DEB-BEEE-481B-9C99-F39377ADBF02}" dt="2025-06-03T08:40:54.745" v="2005" actId="478"/>
          <ac:picMkLst>
            <pc:docMk/>
            <pc:sldMk cId="315575821" sldId="512"/>
            <ac:picMk id="19" creationId="{F54A7A2F-30E2-FBA2-93F4-A65FE4858755}"/>
          </ac:picMkLst>
        </pc:picChg>
        <pc:picChg chg="del">
          <ac:chgData name="Alexandre Quach" userId="03a3b9a4-365b-425e-bba9-a77346403bac" providerId="ADAL" clId="{45276DEB-BEEE-481B-9C99-F39377ADBF02}" dt="2025-06-03T08:40:54.745" v="2005" actId="478"/>
          <ac:picMkLst>
            <pc:docMk/>
            <pc:sldMk cId="315575821" sldId="512"/>
            <ac:picMk id="20" creationId="{C818C888-B3C2-F14A-1B6C-F99DB0BFA085}"/>
          </ac:picMkLst>
        </pc:picChg>
        <pc:picChg chg="del mod">
          <ac:chgData name="Alexandre Quach" userId="03a3b9a4-365b-425e-bba9-a77346403bac" providerId="ADAL" clId="{45276DEB-BEEE-481B-9C99-F39377ADBF02}" dt="2025-06-03T08:40:54.745" v="2005" actId="478"/>
          <ac:picMkLst>
            <pc:docMk/>
            <pc:sldMk cId="315575821" sldId="512"/>
            <ac:picMk id="22" creationId="{9A54E5BF-85AE-6A0E-10AF-725D166588DA}"/>
          </ac:picMkLst>
        </pc:picChg>
        <pc:picChg chg="del">
          <ac:chgData name="Alexandre Quach" userId="03a3b9a4-365b-425e-bba9-a77346403bac" providerId="ADAL" clId="{45276DEB-BEEE-481B-9C99-F39377ADBF02}" dt="2025-06-03T08:41:01.773" v="2006" actId="478"/>
          <ac:picMkLst>
            <pc:docMk/>
            <pc:sldMk cId="315575821" sldId="512"/>
            <ac:picMk id="24" creationId="{BBCE0C11-3DF8-8A09-B373-306C4B4EDF71}"/>
          </ac:picMkLst>
        </pc:picChg>
        <pc:picChg chg="del mod">
          <ac:chgData name="Alexandre Quach" userId="03a3b9a4-365b-425e-bba9-a77346403bac" providerId="ADAL" clId="{45276DEB-BEEE-481B-9C99-F39377ADBF02}" dt="2025-06-03T08:41:01.773" v="2006" actId="478"/>
          <ac:picMkLst>
            <pc:docMk/>
            <pc:sldMk cId="315575821" sldId="512"/>
            <ac:picMk id="25" creationId="{E4A0DA19-EA4C-8CFD-B18D-9D11AF533ADE}"/>
          </ac:picMkLst>
        </pc:picChg>
        <pc:picChg chg="del mod">
          <ac:chgData name="Alexandre Quach" userId="03a3b9a4-365b-425e-bba9-a77346403bac" providerId="ADAL" clId="{45276DEB-BEEE-481B-9C99-F39377ADBF02}" dt="2025-06-03T08:41:01.773" v="2006" actId="478"/>
          <ac:picMkLst>
            <pc:docMk/>
            <pc:sldMk cId="315575821" sldId="512"/>
            <ac:picMk id="27" creationId="{4D96B75A-FBFD-B38E-492B-2E4A1BDD84B7}"/>
          </ac:picMkLst>
        </pc:picChg>
        <pc:picChg chg="del">
          <ac:chgData name="Alexandre Quach" userId="03a3b9a4-365b-425e-bba9-a77346403bac" providerId="ADAL" clId="{45276DEB-BEEE-481B-9C99-F39377ADBF02}" dt="2025-06-03T08:41:01.773" v="2006" actId="478"/>
          <ac:picMkLst>
            <pc:docMk/>
            <pc:sldMk cId="315575821" sldId="512"/>
            <ac:picMk id="29" creationId="{5A6C2B60-2762-AA4B-ED6F-187B550BEAA6}"/>
          </ac:picMkLst>
        </pc:picChg>
        <pc:picChg chg="del mod">
          <ac:chgData name="Alexandre Quach" userId="03a3b9a4-365b-425e-bba9-a77346403bac" providerId="ADAL" clId="{45276DEB-BEEE-481B-9C99-F39377ADBF02}" dt="2025-06-03T08:41:01.773" v="2006" actId="478"/>
          <ac:picMkLst>
            <pc:docMk/>
            <pc:sldMk cId="315575821" sldId="512"/>
            <ac:picMk id="31" creationId="{37E4D736-3AB5-5A15-E8E8-19C7B48FE24F}"/>
          </ac:picMkLst>
        </pc:picChg>
        <pc:picChg chg="del">
          <ac:chgData name="Alexandre Quach" userId="03a3b9a4-365b-425e-bba9-a77346403bac" providerId="ADAL" clId="{45276DEB-BEEE-481B-9C99-F39377ADBF02}" dt="2025-06-03T08:41:01.773" v="2006" actId="478"/>
          <ac:picMkLst>
            <pc:docMk/>
            <pc:sldMk cId="315575821" sldId="512"/>
            <ac:picMk id="32" creationId="{CADF2AC5-E2BD-9CC3-58C4-10C7BF78812D}"/>
          </ac:picMkLst>
        </pc:picChg>
        <pc:picChg chg="del mod">
          <ac:chgData name="Alexandre Quach" userId="03a3b9a4-365b-425e-bba9-a77346403bac" providerId="ADAL" clId="{45276DEB-BEEE-481B-9C99-F39377ADBF02}" dt="2025-06-03T08:41:01.773" v="2006" actId="478"/>
          <ac:picMkLst>
            <pc:docMk/>
            <pc:sldMk cId="315575821" sldId="512"/>
            <ac:picMk id="33" creationId="{774F12F0-62E4-5D70-9348-B4E4B0FBE16E}"/>
          </ac:picMkLst>
        </pc:picChg>
        <pc:picChg chg="add mod">
          <ac:chgData name="Alexandre Quach" userId="03a3b9a4-365b-425e-bba9-a77346403bac" providerId="ADAL" clId="{45276DEB-BEEE-481B-9C99-F39377ADBF02}" dt="2025-06-03T08:40:39.638" v="2004" actId="1076"/>
          <ac:picMkLst>
            <pc:docMk/>
            <pc:sldMk cId="315575821" sldId="512"/>
            <ac:picMk id="52" creationId="{F7ACAF89-7530-27F7-6C8D-1820A65913F4}"/>
          </ac:picMkLst>
        </pc:picChg>
        <pc:picChg chg="add del mod">
          <ac:chgData name="Alexandre Quach" userId="03a3b9a4-365b-425e-bba9-a77346403bac" providerId="ADAL" clId="{45276DEB-BEEE-481B-9C99-F39377ADBF02}" dt="2025-06-03T08:40:54.745" v="2005" actId="478"/>
          <ac:picMkLst>
            <pc:docMk/>
            <pc:sldMk cId="315575821" sldId="512"/>
            <ac:picMk id="53" creationId="{593B6315-B1D2-622E-3A01-90A47514F005}"/>
          </ac:picMkLst>
        </pc:picChg>
        <pc:picChg chg="add del mod">
          <ac:chgData name="Alexandre Quach" userId="03a3b9a4-365b-425e-bba9-a77346403bac" providerId="ADAL" clId="{45276DEB-BEEE-481B-9C99-F39377ADBF02}" dt="2025-06-03T08:40:54.745" v="2005" actId="478"/>
          <ac:picMkLst>
            <pc:docMk/>
            <pc:sldMk cId="315575821" sldId="512"/>
            <ac:picMk id="54" creationId="{21323EB1-10C2-62AC-4AC7-91575A365A5C}"/>
          </ac:picMkLst>
        </pc:picChg>
        <pc:picChg chg="add del mod">
          <ac:chgData name="Alexandre Quach" userId="03a3b9a4-365b-425e-bba9-a77346403bac" providerId="ADAL" clId="{45276DEB-BEEE-481B-9C99-F39377ADBF02}" dt="2025-06-03T08:40:54.745" v="2005" actId="478"/>
          <ac:picMkLst>
            <pc:docMk/>
            <pc:sldMk cId="315575821" sldId="512"/>
            <ac:picMk id="55" creationId="{DD76E044-6890-B5AC-4A62-53CC6CB648D1}"/>
          </ac:picMkLst>
        </pc:picChg>
        <pc:picChg chg="add del mod">
          <ac:chgData name="Alexandre Quach" userId="03a3b9a4-365b-425e-bba9-a77346403bac" providerId="ADAL" clId="{45276DEB-BEEE-481B-9C99-F39377ADBF02}" dt="2025-06-03T08:41:01.773" v="2006" actId="478"/>
          <ac:picMkLst>
            <pc:docMk/>
            <pc:sldMk cId="315575821" sldId="512"/>
            <ac:picMk id="56" creationId="{E6B6AA73-BC04-2989-3F5C-60E1EE14A14C}"/>
          </ac:picMkLst>
        </pc:picChg>
        <pc:picChg chg="add del mod">
          <ac:chgData name="Alexandre Quach" userId="03a3b9a4-365b-425e-bba9-a77346403bac" providerId="ADAL" clId="{45276DEB-BEEE-481B-9C99-F39377ADBF02}" dt="2025-06-03T08:41:01.773" v="2006" actId="478"/>
          <ac:picMkLst>
            <pc:docMk/>
            <pc:sldMk cId="315575821" sldId="512"/>
            <ac:picMk id="57" creationId="{EBBF85C9-E464-9824-EFE5-439F5D52DED7}"/>
          </ac:picMkLst>
        </pc:picChg>
        <pc:picChg chg="add del mod">
          <ac:chgData name="Alexandre Quach" userId="03a3b9a4-365b-425e-bba9-a77346403bac" providerId="ADAL" clId="{45276DEB-BEEE-481B-9C99-F39377ADBF02}" dt="2025-06-03T08:41:01.773" v="2006" actId="478"/>
          <ac:picMkLst>
            <pc:docMk/>
            <pc:sldMk cId="315575821" sldId="512"/>
            <ac:picMk id="58" creationId="{97441E09-9E11-1C11-891D-69086DF1EEA8}"/>
          </ac:picMkLst>
        </pc:picChg>
        <pc:picChg chg="add mod">
          <ac:chgData name="Alexandre Quach" userId="03a3b9a4-365b-425e-bba9-a77346403bac" providerId="ADAL" clId="{45276DEB-BEEE-481B-9C99-F39377ADBF02}" dt="2025-06-03T08:36:12.152" v="1812" actId="571"/>
          <ac:picMkLst>
            <pc:docMk/>
            <pc:sldMk cId="315575821" sldId="512"/>
            <ac:picMk id="59" creationId="{CC710563-B26C-D5FC-4EA8-2D23CA565C6C}"/>
          </ac:picMkLst>
        </pc:picChg>
        <pc:picChg chg="add mod">
          <ac:chgData name="Alexandre Quach" userId="03a3b9a4-365b-425e-bba9-a77346403bac" providerId="ADAL" clId="{45276DEB-BEEE-481B-9C99-F39377ADBF02}" dt="2025-06-03T08:41:33.726" v="2019" actId="1037"/>
          <ac:picMkLst>
            <pc:docMk/>
            <pc:sldMk cId="315575821" sldId="512"/>
            <ac:picMk id="60" creationId="{989730F1-5816-7F9C-5DE3-F64D7B382AAC}"/>
          </ac:picMkLst>
        </pc:picChg>
        <pc:picChg chg="add mod">
          <ac:chgData name="Alexandre Quach" userId="03a3b9a4-365b-425e-bba9-a77346403bac" providerId="ADAL" clId="{45276DEB-BEEE-481B-9C99-F39377ADBF02}" dt="2025-06-03T08:41:33.726" v="2019" actId="1037"/>
          <ac:picMkLst>
            <pc:docMk/>
            <pc:sldMk cId="315575821" sldId="512"/>
            <ac:picMk id="61" creationId="{4D0618D2-EDCD-8E0A-4F46-EECA453EEFAD}"/>
          </ac:picMkLst>
        </pc:picChg>
        <pc:picChg chg="add mod">
          <ac:chgData name="Alexandre Quach" userId="03a3b9a4-365b-425e-bba9-a77346403bac" providerId="ADAL" clId="{45276DEB-BEEE-481B-9C99-F39377ADBF02}" dt="2025-06-03T08:41:33.726" v="2019" actId="1037"/>
          <ac:picMkLst>
            <pc:docMk/>
            <pc:sldMk cId="315575821" sldId="512"/>
            <ac:picMk id="62" creationId="{43DE56BD-0F5A-7E0A-1C84-17FE3342A6A9}"/>
          </ac:picMkLst>
        </pc:picChg>
        <pc:picChg chg="add mod">
          <ac:chgData name="Alexandre Quach" userId="03a3b9a4-365b-425e-bba9-a77346403bac" providerId="ADAL" clId="{45276DEB-BEEE-481B-9C99-F39377ADBF02}" dt="2025-06-03T08:41:31.472" v="2016"/>
          <ac:picMkLst>
            <pc:docMk/>
            <pc:sldMk cId="315575821" sldId="512"/>
            <ac:picMk id="63" creationId="{8D59189A-8BFE-C96F-8AE7-A581D359667A}"/>
          </ac:picMkLst>
        </pc:picChg>
        <pc:picChg chg="add mod">
          <ac:chgData name="Alexandre Quach" userId="03a3b9a4-365b-425e-bba9-a77346403bac" providerId="ADAL" clId="{45276DEB-BEEE-481B-9C99-F39377ADBF02}" dt="2025-06-03T08:41:31.472" v="2016"/>
          <ac:picMkLst>
            <pc:docMk/>
            <pc:sldMk cId="315575821" sldId="512"/>
            <ac:picMk id="64" creationId="{D6879049-094F-FEB2-F4EB-9AF7D67EAD4C}"/>
          </ac:picMkLst>
        </pc:picChg>
        <pc:picChg chg="add mod">
          <ac:chgData name="Alexandre Quach" userId="03a3b9a4-365b-425e-bba9-a77346403bac" providerId="ADAL" clId="{45276DEB-BEEE-481B-9C99-F39377ADBF02}" dt="2025-06-03T08:41:31.472" v="2016"/>
          <ac:picMkLst>
            <pc:docMk/>
            <pc:sldMk cId="315575821" sldId="512"/>
            <ac:picMk id="65" creationId="{2B2FA7A9-17A5-4807-9722-3AEAA955DCC2}"/>
          </ac:picMkLst>
        </pc:picChg>
        <pc:picChg chg="add mod">
          <ac:chgData name="Alexandre Quach" userId="03a3b9a4-365b-425e-bba9-a77346403bac" providerId="ADAL" clId="{45276DEB-BEEE-481B-9C99-F39377ADBF02}" dt="2025-06-03T08:41:30.633" v="2015"/>
          <ac:picMkLst>
            <pc:docMk/>
            <pc:sldMk cId="315575821" sldId="512"/>
            <ac:picMk id="66" creationId="{4CC4BED8-B9AC-9E27-BB75-5E3AF2F6EDD9}"/>
          </ac:picMkLst>
        </pc:picChg>
        <pc:picChg chg="add mod">
          <ac:chgData name="Alexandre Quach" userId="03a3b9a4-365b-425e-bba9-a77346403bac" providerId="ADAL" clId="{45276DEB-BEEE-481B-9C99-F39377ADBF02}" dt="2025-06-03T08:41:30.633" v="2015"/>
          <ac:picMkLst>
            <pc:docMk/>
            <pc:sldMk cId="315575821" sldId="512"/>
            <ac:picMk id="67" creationId="{B417CDCB-CFDD-D5DA-BDA2-E926B055BE20}"/>
          </ac:picMkLst>
        </pc:picChg>
        <pc:picChg chg="add mod">
          <ac:chgData name="Alexandre Quach" userId="03a3b9a4-365b-425e-bba9-a77346403bac" providerId="ADAL" clId="{45276DEB-BEEE-481B-9C99-F39377ADBF02}" dt="2025-06-03T08:41:30.633" v="2015"/>
          <ac:picMkLst>
            <pc:docMk/>
            <pc:sldMk cId="315575821" sldId="512"/>
            <ac:picMk id="68" creationId="{044AAAA5-8E9C-EE6D-8740-320FAC7B8B57}"/>
          </ac:picMkLst>
        </pc:picChg>
        <pc:picChg chg="add mod">
          <ac:chgData name="Alexandre Quach" userId="03a3b9a4-365b-425e-bba9-a77346403bac" providerId="ADAL" clId="{45276DEB-BEEE-481B-9C99-F39377ADBF02}" dt="2025-06-03T08:41:40.758" v="2021" actId="1076"/>
          <ac:picMkLst>
            <pc:docMk/>
            <pc:sldMk cId="315575821" sldId="512"/>
            <ac:picMk id="69" creationId="{519064C2-5AE4-1B5E-9E76-DAC6B2A3CE4B}"/>
          </ac:picMkLst>
        </pc:picChg>
        <pc:picChg chg="add mod">
          <ac:chgData name="Alexandre Quach" userId="03a3b9a4-365b-425e-bba9-a77346403bac" providerId="ADAL" clId="{45276DEB-BEEE-481B-9C99-F39377ADBF02}" dt="2025-06-03T08:41:40.758" v="2021" actId="1076"/>
          <ac:picMkLst>
            <pc:docMk/>
            <pc:sldMk cId="315575821" sldId="512"/>
            <ac:picMk id="70" creationId="{6D5C1972-E274-B122-074A-2DC7F7FCB901}"/>
          </ac:picMkLst>
        </pc:picChg>
        <pc:picChg chg="add mod">
          <ac:chgData name="Alexandre Quach" userId="03a3b9a4-365b-425e-bba9-a77346403bac" providerId="ADAL" clId="{45276DEB-BEEE-481B-9C99-F39377ADBF02}" dt="2025-06-03T08:41:40.758" v="2021" actId="1076"/>
          <ac:picMkLst>
            <pc:docMk/>
            <pc:sldMk cId="315575821" sldId="512"/>
            <ac:picMk id="71" creationId="{6C1EE08C-71F5-04D4-C522-B4C19F20B127}"/>
          </ac:picMkLst>
        </pc:picChg>
        <pc:picChg chg="add mod">
          <ac:chgData name="Alexandre Quach" userId="03a3b9a4-365b-425e-bba9-a77346403bac" providerId="ADAL" clId="{45276DEB-BEEE-481B-9C99-F39377ADBF02}" dt="2025-06-03T08:41:41.240" v="2022"/>
          <ac:picMkLst>
            <pc:docMk/>
            <pc:sldMk cId="315575821" sldId="512"/>
            <ac:picMk id="72" creationId="{F6C84B8F-375C-516E-B354-679C13AA9B8D}"/>
          </ac:picMkLst>
        </pc:picChg>
        <pc:picChg chg="add mod">
          <ac:chgData name="Alexandre Quach" userId="03a3b9a4-365b-425e-bba9-a77346403bac" providerId="ADAL" clId="{45276DEB-BEEE-481B-9C99-F39377ADBF02}" dt="2025-06-03T08:41:41.240" v="2022"/>
          <ac:picMkLst>
            <pc:docMk/>
            <pc:sldMk cId="315575821" sldId="512"/>
            <ac:picMk id="73" creationId="{1756BC9D-B3F2-3C7E-8457-73D4C863EF54}"/>
          </ac:picMkLst>
        </pc:picChg>
        <pc:picChg chg="add mod">
          <ac:chgData name="Alexandre Quach" userId="03a3b9a4-365b-425e-bba9-a77346403bac" providerId="ADAL" clId="{45276DEB-BEEE-481B-9C99-F39377ADBF02}" dt="2025-06-03T08:41:41.240" v="2022"/>
          <ac:picMkLst>
            <pc:docMk/>
            <pc:sldMk cId="315575821" sldId="512"/>
            <ac:picMk id="74" creationId="{A1282D14-1514-276F-C7D3-82D12DF426E9}"/>
          </ac:picMkLst>
        </pc:picChg>
        <pc:picChg chg="add mod">
          <ac:chgData name="Alexandre Quach" userId="03a3b9a4-365b-425e-bba9-a77346403bac" providerId="ADAL" clId="{45276DEB-BEEE-481B-9C99-F39377ADBF02}" dt="2025-06-03T08:42:03.466" v="2024" actId="1076"/>
          <ac:picMkLst>
            <pc:docMk/>
            <pc:sldMk cId="315575821" sldId="512"/>
            <ac:picMk id="76" creationId="{E663F721-858C-1E14-CB91-267E64AF73D6}"/>
          </ac:picMkLst>
        </pc:picChg>
        <pc:picChg chg="add mod">
          <ac:chgData name="Alexandre Quach" userId="03a3b9a4-365b-425e-bba9-a77346403bac" providerId="ADAL" clId="{45276DEB-BEEE-481B-9C99-F39377ADBF02}" dt="2025-06-03T08:42:03.466" v="2024" actId="1076"/>
          <ac:picMkLst>
            <pc:docMk/>
            <pc:sldMk cId="315575821" sldId="512"/>
            <ac:picMk id="77" creationId="{5A68E036-D1CD-38DD-123B-6489FBEA3E6E}"/>
          </ac:picMkLst>
        </pc:picChg>
        <pc:picChg chg="add mod">
          <ac:chgData name="Alexandre Quach" userId="03a3b9a4-365b-425e-bba9-a77346403bac" providerId="ADAL" clId="{45276DEB-BEEE-481B-9C99-F39377ADBF02}" dt="2025-06-03T08:42:03.466" v="2024" actId="1076"/>
          <ac:picMkLst>
            <pc:docMk/>
            <pc:sldMk cId="315575821" sldId="512"/>
            <ac:picMk id="79" creationId="{ED841C80-67F4-058A-27FE-027D3C5A1BFD}"/>
          </ac:picMkLst>
        </pc:picChg>
        <pc:picChg chg="add mod">
          <ac:chgData name="Alexandre Quach" userId="03a3b9a4-365b-425e-bba9-a77346403bac" providerId="ADAL" clId="{45276DEB-BEEE-481B-9C99-F39377ADBF02}" dt="2025-06-03T08:42:03.466" v="2024" actId="1076"/>
          <ac:picMkLst>
            <pc:docMk/>
            <pc:sldMk cId="315575821" sldId="512"/>
            <ac:picMk id="80" creationId="{96AAE4B6-38F0-5B14-FE3A-97200C996F79}"/>
          </ac:picMkLst>
        </pc:picChg>
        <pc:picChg chg="add mod">
          <ac:chgData name="Alexandre Quach" userId="03a3b9a4-365b-425e-bba9-a77346403bac" providerId="ADAL" clId="{45276DEB-BEEE-481B-9C99-F39377ADBF02}" dt="2025-06-03T08:42:03.466" v="2024" actId="1076"/>
          <ac:picMkLst>
            <pc:docMk/>
            <pc:sldMk cId="315575821" sldId="512"/>
            <ac:picMk id="81" creationId="{6E12D55B-8D73-1A5C-6A80-BF9EA08B7207}"/>
          </ac:picMkLst>
        </pc:picChg>
        <pc:picChg chg="add mod">
          <ac:chgData name="Alexandre Quach" userId="03a3b9a4-365b-425e-bba9-a77346403bac" providerId="ADAL" clId="{45276DEB-BEEE-481B-9C99-F39377ADBF02}" dt="2025-06-03T08:42:03.466" v="2024" actId="1076"/>
          <ac:picMkLst>
            <pc:docMk/>
            <pc:sldMk cId="315575821" sldId="512"/>
            <ac:picMk id="82" creationId="{F61D1D23-7D29-4050-BBE9-20ADAB179FC5}"/>
          </ac:picMkLst>
        </pc:picChg>
        <pc:picChg chg="add mod">
          <ac:chgData name="Alexandre Quach" userId="03a3b9a4-365b-425e-bba9-a77346403bac" providerId="ADAL" clId="{45276DEB-BEEE-481B-9C99-F39377ADBF02}" dt="2025-06-03T08:42:03.466" v="2024" actId="1076"/>
          <ac:picMkLst>
            <pc:docMk/>
            <pc:sldMk cId="315575821" sldId="512"/>
            <ac:picMk id="83" creationId="{05D9F3D2-483E-A186-6A7D-9F731C4D0951}"/>
          </ac:picMkLst>
        </pc:picChg>
        <pc:picChg chg="add mod">
          <ac:chgData name="Alexandre Quach" userId="03a3b9a4-365b-425e-bba9-a77346403bac" providerId="ADAL" clId="{45276DEB-BEEE-481B-9C99-F39377ADBF02}" dt="2025-06-03T08:42:03.466" v="2024" actId="1076"/>
          <ac:picMkLst>
            <pc:docMk/>
            <pc:sldMk cId="315575821" sldId="512"/>
            <ac:picMk id="84" creationId="{6EF7E5D5-761E-7D1D-4F26-28F5A6850D56}"/>
          </ac:picMkLst>
        </pc:picChg>
        <pc:picChg chg="add mod">
          <ac:chgData name="Alexandre Quach" userId="03a3b9a4-365b-425e-bba9-a77346403bac" providerId="ADAL" clId="{45276DEB-BEEE-481B-9C99-F39377ADBF02}" dt="2025-06-03T08:42:03.466" v="2024" actId="1076"/>
          <ac:picMkLst>
            <pc:docMk/>
            <pc:sldMk cId="315575821" sldId="512"/>
            <ac:picMk id="85" creationId="{455E4FC8-6778-9D3E-1DDC-788F9C12D8DE}"/>
          </ac:picMkLst>
        </pc:picChg>
        <pc:picChg chg="add mod">
          <ac:chgData name="Alexandre Quach" userId="03a3b9a4-365b-425e-bba9-a77346403bac" providerId="ADAL" clId="{45276DEB-BEEE-481B-9C99-F39377ADBF02}" dt="2025-06-03T08:42:03.466" v="2024" actId="1076"/>
          <ac:picMkLst>
            <pc:docMk/>
            <pc:sldMk cId="315575821" sldId="512"/>
            <ac:picMk id="86" creationId="{F807E825-9408-AFF2-D2FE-1F59B36C132D}"/>
          </ac:picMkLst>
        </pc:picChg>
      </pc:sldChg>
      <pc:sldChg chg="modSp mod">
        <pc:chgData name="Alexandre Quach" userId="03a3b9a4-365b-425e-bba9-a77346403bac" providerId="ADAL" clId="{45276DEB-BEEE-481B-9C99-F39377ADBF02}" dt="2025-06-03T08:52:36.860" v="2069" actId="20577"/>
        <pc:sldMkLst>
          <pc:docMk/>
          <pc:sldMk cId="1539450378" sldId="513"/>
        </pc:sldMkLst>
        <pc:spChg chg="mod">
          <ac:chgData name="Alexandre Quach" userId="03a3b9a4-365b-425e-bba9-a77346403bac" providerId="ADAL" clId="{45276DEB-BEEE-481B-9C99-F39377ADBF02}" dt="2025-06-03T08:52:36.860" v="2069" actId="20577"/>
          <ac:spMkLst>
            <pc:docMk/>
            <pc:sldMk cId="1539450378" sldId="513"/>
            <ac:spMk id="4" creationId="{7BF11794-6274-417B-BB20-3FA80B7B99D5}"/>
          </ac:spMkLst>
        </pc:spChg>
        <pc:spChg chg="mod">
          <ac:chgData name="Alexandre Quach" userId="03a3b9a4-365b-425e-bba9-a77346403bac" providerId="ADAL" clId="{45276DEB-BEEE-481B-9C99-F39377ADBF02}" dt="2025-06-03T07:36:04.011" v="1217" actId="790"/>
          <ac:spMkLst>
            <pc:docMk/>
            <pc:sldMk cId="1539450378" sldId="513"/>
            <ac:spMk id="5" creationId="{592C106E-B5D6-4891-8175-50D176D1F80F}"/>
          </ac:spMkLst>
        </pc:spChg>
      </pc:sldChg>
      <pc:sldChg chg="modSp mod">
        <pc:chgData name="Alexandre Quach" userId="03a3b9a4-365b-425e-bba9-a77346403bac" providerId="ADAL" clId="{45276DEB-BEEE-481B-9C99-F39377ADBF02}" dt="2025-06-03T07:36:04.011" v="1217" actId="790"/>
        <pc:sldMkLst>
          <pc:docMk/>
          <pc:sldMk cId="3877474112" sldId="514"/>
        </pc:sldMkLst>
        <pc:spChg chg="mod">
          <ac:chgData name="Alexandre Quach" userId="03a3b9a4-365b-425e-bba9-a77346403bac" providerId="ADAL" clId="{45276DEB-BEEE-481B-9C99-F39377ADBF02}" dt="2025-06-03T07:36:04.011" v="1217" actId="790"/>
          <ac:spMkLst>
            <pc:docMk/>
            <pc:sldMk cId="3877474112" sldId="514"/>
            <ac:spMk id="4" creationId="{7BF11794-6274-417B-BB20-3FA80B7B99D5}"/>
          </ac:spMkLst>
        </pc:spChg>
        <pc:spChg chg="mod">
          <ac:chgData name="Alexandre Quach" userId="03a3b9a4-365b-425e-bba9-a77346403bac" providerId="ADAL" clId="{45276DEB-BEEE-481B-9C99-F39377ADBF02}" dt="2025-06-03T07:36:04.011" v="1217" actId="790"/>
          <ac:spMkLst>
            <pc:docMk/>
            <pc:sldMk cId="3877474112" sldId="514"/>
            <ac:spMk id="5" creationId="{592C106E-B5D6-4891-8175-50D176D1F80F}"/>
          </ac:spMkLst>
        </pc:spChg>
      </pc:sldChg>
      <pc:sldChg chg="modSp del mod">
        <pc:chgData name="Alexandre Quach" userId="03a3b9a4-365b-425e-bba9-a77346403bac" providerId="ADAL" clId="{45276DEB-BEEE-481B-9C99-F39377ADBF02}" dt="2025-06-03T09:12:23.123" v="2131" actId="47"/>
        <pc:sldMkLst>
          <pc:docMk/>
          <pc:sldMk cId="873154635" sldId="515"/>
        </pc:sldMkLst>
        <pc:spChg chg="mod">
          <ac:chgData name="Alexandre Quach" userId="03a3b9a4-365b-425e-bba9-a77346403bac" providerId="ADAL" clId="{45276DEB-BEEE-481B-9C99-F39377ADBF02}" dt="2025-06-03T07:36:04.011" v="1217" actId="790"/>
          <ac:spMkLst>
            <pc:docMk/>
            <pc:sldMk cId="873154635" sldId="515"/>
            <ac:spMk id="4" creationId="{7BF11794-6274-417B-BB20-3FA80B7B99D5}"/>
          </ac:spMkLst>
        </pc:spChg>
        <pc:spChg chg="mod">
          <ac:chgData name="Alexandre Quach" userId="03a3b9a4-365b-425e-bba9-a77346403bac" providerId="ADAL" clId="{45276DEB-BEEE-481B-9C99-F39377ADBF02}" dt="2025-06-03T07:36:04.011" v="1217" actId="790"/>
          <ac:spMkLst>
            <pc:docMk/>
            <pc:sldMk cId="873154635" sldId="515"/>
            <ac:spMk id="5" creationId="{592C106E-B5D6-4891-8175-50D176D1F80F}"/>
          </ac:spMkLst>
        </pc:spChg>
      </pc:sldChg>
      <pc:sldChg chg="addSp delSp modSp mod">
        <pc:chgData name="Alexandre Quach" userId="03a3b9a4-365b-425e-bba9-a77346403bac" providerId="ADAL" clId="{45276DEB-BEEE-481B-9C99-F39377ADBF02}" dt="2025-06-03T08:53:57.158" v="2076"/>
        <pc:sldMkLst>
          <pc:docMk/>
          <pc:sldMk cId="3419464598" sldId="516"/>
        </pc:sldMkLst>
        <pc:spChg chg="mod">
          <ac:chgData name="Alexandre Quach" userId="03a3b9a4-365b-425e-bba9-a77346403bac" providerId="ADAL" clId="{45276DEB-BEEE-481B-9C99-F39377ADBF02}" dt="2025-06-03T08:39:29.759" v="1997" actId="20577"/>
          <ac:spMkLst>
            <pc:docMk/>
            <pc:sldMk cId="3419464598" sldId="516"/>
            <ac:spMk id="2" creationId="{684E4248-FA83-6555-2BF2-6DB0134833B3}"/>
          </ac:spMkLst>
        </pc:spChg>
        <pc:spChg chg="mod">
          <ac:chgData name="Alexandre Quach" userId="03a3b9a4-365b-425e-bba9-a77346403bac" providerId="ADAL" clId="{45276DEB-BEEE-481B-9C99-F39377ADBF02}" dt="2025-06-03T07:36:04.011" v="1217" actId="790"/>
          <ac:spMkLst>
            <pc:docMk/>
            <pc:sldMk cId="3419464598" sldId="516"/>
            <ac:spMk id="3" creationId="{31016298-7C0C-800D-1E29-EA26C0162EB1}"/>
          </ac:spMkLst>
        </pc:spChg>
        <pc:spChg chg="mod">
          <ac:chgData name="Alexandre Quach" userId="03a3b9a4-365b-425e-bba9-a77346403bac" providerId="ADAL" clId="{45276DEB-BEEE-481B-9C99-F39377ADBF02}" dt="2025-06-03T08:52:05.537" v="2048" actId="404"/>
          <ac:spMkLst>
            <pc:docMk/>
            <pc:sldMk cId="3419464598" sldId="516"/>
            <ac:spMk id="4" creationId="{777D9970-0BF5-BE2B-A665-F6F626FC3009}"/>
          </ac:spMkLst>
        </pc:spChg>
        <pc:spChg chg="mod">
          <ac:chgData name="Alexandre Quach" userId="03a3b9a4-365b-425e-bba9-a77346403bac" providerId="ADAL" clId="{45276DEB-BEEE-481B-9C99-F39377ADBF02}" dt="2025-06-03T08:52:10.896" v="2051" actId="27636"/>
          <ac:spMkLst>
            <pc:docMk/>
            <pc:sldMk cId="3419464598" sldId="516"/>
            <ac:spMk id="5" creationId="{9280D8B8-01B8-C07C-BC3B-153DA056A6FA}"/>
          </ac:spMkLst>
        </pc:spChg>
        <pc:spChg chg="mod">
          <ac:chgData name="Alexandre Quach" userId="03a3b9a4-365b-425e-bba9-a77346403bac" providerId="ADAL" clId="{45276DEB-BEEE-481B-9C99-F39377ADBF02}" dt="2025-06-03T08:42:46.310" v="2030" actId="20577"/>
          <ac:spMkLst>
            <pc:docMk/>
            <pc:sldMk cId="3419464598" sldId="516"/>
            <ac:spMk id="6" creationId="{E0975216-DD03-B3D3-C7BA-B7EFC0990897}"/>
          </ac:spMkLst>
        </pc:spChg>
        <pc:spChg chg="mod">
          <ac:chgData name="Alexandre Quach" userId="03a3b9a4-365b-425e-bba9-a77346403bac" providerId="ADAL" clId="{45276DEB-BEEE-481B-9C99-F39377ADBF02}" dt="2025-06-03T08:37:28.370" v="1937"/>
          <ac:spMkLst>
            <pc:docMk/>
            <pc:sldMk cId="3419464598" sldId="516"/>
            <ac:spMk id="7" creationId="{2039C40F-8E4D-BA7F-01C7-1AC8F87220B7}"/>
          </ac:spMkLst>
        </pc:spChg>
        <pc:spChg chg="mod">
          <ac:chgData name="Alexandre Quach" userId="03a3b9a4-365b-425e-bba9-a77346403bac" providerId="ADAL" clId="{45276DEB-BEEE-481B-9C99-F39377ADBF02}" dt="2025-06-03T08:52:43.382" v="2070" actId="27636"/>
          <ac:spMkLst>
            <pc:docMk/>
            <pc:sldMk cId="3419464598" sldId="516"/>
            <ac:spMk id="8" creationId="{29B45A7A-3E11-78F6-9A7D-B923F65A7FFD}"/>
          </ac:spMkLst>
        </pc:spChg>
        <pc:spChg chg="mod">
          <ac:chgData name="Alexandre Quach" userId="03a3b9a4-365b-425e-bba9-a77346403bac" providerId="ADAL" clId="{45276DEB-BEEE-481B-9C99-F39377ADBF02}" dt="2025-06-03T08:43:06.902" v="2038" actId="6549"/>
          <ac:spMkLst>
            <pc:docMk/>
            <pc:sldMk cId="3419464598" sldId="516"/>
            <ac:spMk id="9" creationId="{5CE78F0D-A942-C56B-ADD3-C7AD6D0CF996}"/>
          </ac:spMkLst>
        </pc:spChg>
        <pc:spChg chg="mod">
          <ac:chgData name="Alexandre Quach" userId="03a3b9a4-365b-425e-bba9-a77346403bac" providerId="ADAL" clId="{45276DEB-BEEE-481B-9C99-F39377ADBF02}" dt="2025-06-03T08:52:56.398" v="2071" actId="404"/>
          <ac:spMkLst>
            <pc:docMk/>
            <pc:sldMk cId="3419464598" sldId="516"/>
            <ac:spMk id="10" creationId="{2BC44F2C-9ECB-2540-E721-0323FA0639B4}"/>
          </ac:spMkLst>
        </pc:spChg>
        <pc:spChg chg="mod">
          <ac:chgData name="Alexandre Quach" userId="03a3b9a4-365b-425e-bba9-a77346403bac" providerId="ADAL" clId="{45276DEB-BEEE-481B-9C99-F39377ADBF02}" dt="2025-06-03T08:37:28.370" v="1937"/>
          <ac:spMkLst>
            <pc:docMk/>
            <pc:sldMk cId="3419464598" sldId="516"/>
            <ac:spMk id="12" creationId="{4D6D24E1-5A7B-B14D-F759-38976E0C5CB4}"/>
          </ac:spMkLst>
        </pc:spChg>
        <pc:spChg chg="mod">
          <ac:chgData name="Alexandre Quach" userId="03a3b9a4-365b-425e-bba9-a77346403bac" providerId="ADAL" clId="{45276DEB-BEEE-481B-9C99-F39377ADBF02}" dt="2025-06-03T08:37:28.370" v="1937"/>
          <ac:spMkLst>
            <pc:docMk/>
            <pc:sldMk cId="3419464598" sldId="516"/>
            <ac:spMk id="15" creationId="{728198C0-CDF4-AEA4-F59D-1D2901DBD7CF}"/>
          </ac:spMkLst>
        </pc:spChg>
        <pc:spChg chg="mod">
          <ac:chgData name="Alexandre Quach" userId="03a3b9a4-365b-425e-bba9-a77346403bac" providerId="ADAL" clId="{45276DEB-BEEE-481B-9C99-F39377ADBF02}" dt="2025-06-03T08:52:25.443" v="2062" actId="20577"/>
          <ac:spMkLst>
            <pc:docMk/>
            <pc:sldMk cId="3419464598" sldId="516"/>
            <ac:spMk id="18" creationId="{63C1A507-47B8-706B-5E01-2B6BF80B53EE}"/>
          </ac:spMkLst>
        </pc:spChg>
        <pc:spChg chg="mod">
          <ac:chgData name="Alexandre Quach" userId="03a3b9a4-365b-425e-bba9-a77346403bac" providerId="ADAL" clId="{45276DEB-BEEE-481B-9C99-F39377ADBF02}" dt="2025-06-03T08:37:28.370" v="1937"/>
          <ac:spMkLst>
            <pc:docMk/>
            <pc:sldMk cId="3419464598" sldId="516"/>
            <ac:spMk id="21" creationId="{18087E73-BC20-FFB2-90C1-07FF01B309D9}"/>
          </ac:spMkLst>
        </pc:spChg>
        <pc:spChg chg="mod">
          <ac:chgData name="Alexandre Quach" userId="03a3b9a4-365b-425e-bba9-a77346403bac" providerId="ADAL" clId="{45276DEB-BEEE-481B-9C99-F39377ADBF02}" dt="2025-06-03T08:37:28.370" v="1937"/>
          <ac:spMkLst>
            <pc:docMk/>
            <pc:sldMk cId="3419464598" sldId="516"/>
            <ac:spMk id="23" creationId="{24EC3F6C-214D-6586-7925-1E88C61D55E8}"/>
          </ac:spMkLst>
        </pc:spChg>
        <pc:spChg chg="mod">
          <ac:chgData name="Alexandre Quach" userId="03a3b9a4-365b-425e-bba9-a77346403bac" providerId="ADAL" clId="{45276DEB-BEEE-481B-9C99-F39377ADBF02}" dt="2025-06-03T08:37:28.370" v="1937"/>
          <ac:spMkLst>
            <pc:docMk/>
            <pc:sldMk cId="3419464598" sldId="516"/>
            <ac:spMk id="28" creationId="{BFF0D943-81BC-048F-A5D7-0E5B49AE3CA2}"/>
          </ac:spMkLst>
        </pc:spChg>
        <pc:spChg chg="mod">
          <ac:chgData name="Alexandre Quach" userId="03a3b9a4-365b-425e-bba9-a77346403bac" providerId="ADAL" clId="{45276DEB-BEEE-481B-9C99-F39377ADBF02}" dt="2025-06-03T08:37:28.370" v="1937"/>
          <ac:spMkLst>
            <pc:docMk/>
            <pc:sldMk cId="3419464598" sldId="516"/>
            <ac:spMk id="30" creationId="{E00B8B56-3FE3-6D0E-B787-E2FFBEFB03D2}"/>
          </ac:spMkLst>
        </pc:spChg>
        <pc:spChg chg="del mod">
          <ac:chgData name="Alexandre Quach" userId="03a3b9a4-365b-425e-bba9-a77346403bac" providerId="ADAL" clId="{45276DEB-BEEE-481B-9C99-F39377ADBF02}" dt="2025-06-03T08:42:30.214" v="2027" actId="478"/>
          <ac:spMkLst>
            <pc:docMk/>
            <pc:sldMk cId="3419464598" sldId="516"/>
            <ac:spMk id="36" creationId="{F1ACC744-C029-A5E4-2DDF-5787EF3D39D6}"/>
          </ac:spMkLst>
        </pc:spChg>
        <pc:spChg chg="del mod">
          <ac:chgData name="Alexandre Quach" userId="03a3b9a4-365b-425e-bba9-a77346403bac" providerId="ADAL" clId="{45276DEB-BEEE-481B-9C99-F39377ADBF02}" dt="2025-06-03T08:42:30.214" v="2027" actId="478"/>
          <ac:spMkLst>
            <pc:docMk/>
            <pc:sldMk cId="3419464598" sldId="516"/>
            <ac:spMk id="37" creationId="{3B6D2373-4C20-62BF-F6BF-114E3F47F785}"/>
          </ac:spMkLst>
        </pc:spChg>
        <pc:spChg chg="del mod">
          <ac:chgData name="Alexandre Quach" userId="03a3b9a4-365b-425e-bba9-a77346403bac" providerId="ADAL" clId="{45276DEB-BEEE-481B-9C99-F39377ADBF02}" dt="2025-06-03T08:42:30.214" v="2027" actId="478"/>
          <ac:spMkLst>
            <pc:docMk/>
            <pc:sldMk cId="3419464598" sldId="516"/>
            <ac:spMk id="38" creationId="{62B0271B-8715-CAE0-6233-3E392F1CC594}"/>
          </ac:spMkLst>
        </pc:spChg>
        <pc:spChg chg="del mod">
          <ac:chgData name="Alexandre Quach" userId="03a3b9a4-365b-425e-bba9-a77346403bac" providerId="ADAL" clId="{45276DEB-BEEE-481B-9C99-F39377ADBF02}" dt="2025-06-03T08:42:30.214" v="2027" actId="478"/>
          <ac:spMkLst>
            <pc:docMk/>
            <pc:sldMk cId="3419464598" sldId="516"/>
            <ac:spMk id="39" creationId="{973CB874-ABA0-4598-AC62-BEF69CEC9E2F}"/>
          </ac:spMkLst>
        </pc:spChg>
        <pc:spChg chg="del mod">
          <ac:chgData name="Alexandre Quach" userId="03a3b9a4-365b-425e-bba9-a77346403bac" providerId="ADAL" clId="{45276DEB-BEEE-481B-9C99-F39377ADBF02}" dt="2025-06-03T08:53:29.898" v="2072" actId="478"/>
          <ac:spMkLst>
            <pc:docMk/>
            <pc:sldMk cId="3419464598" sldId="516"/>
            <ac:spMk id="40" creationId="{464DD5A9-B845-E48F-AA4A-E61BA4E0B899}"/>
          </ac:spMkLst>
        </pc:spChg>
        <pc:spChg chg="del mod">
          <ac:chgData name="Alexandre Quach" userId="03a3b9a4-365b-425e-bba9-a77346403bac" providerId="ADAL" clId="{45276DEB-BEEE-481B-9C99-F39377ADBF02}" dt="2025-06-03T08:53:29.898" v="2072" actId="478"/>
          <ac:spMkLst>
            <pc:docMk/>
            <pc:sldMk cId="3419464598" sldId="516"/>
            <ac:spMk id="42" creationId="{6A4DD6D5-B81A-B393-2245-1B54994E2480}"/>
          </ac:spMkLst>
        </pc:spChg>
        <pc:spChg chg="del mod">
          <ac:chgData name="Alexandre Quach" userId="03a3b9a4-365b-425e-bba9-a77346403bac" providerId="ADAL" clId="{45276DEB-BEEE-481B-9C99-F39377ADBF02}" dt="2025-06-03T08:53:29.898" v="2072" actId="478"/>
          <ac:spMkLst>
            <pc:docMk/>
            <pc:sldMk cId="3419464598" sldId="516"/>
            <ac:spMk id="43" creationId="{1032411B-18BB-BBC7-B516-B5057E13D9E0}"/>
          </ac:spMkLst>
        </pc:spChg>
        <pc:spChg chg="del mod">
          <ac:chgData name="Alexandre Quach" userId="03a3b9a4-365b-425e-bba9-a77346403bac" providerId="ADAL" clId="{45276DEB-BEEE-481B-9C99-F39377ADBF02}" dt="2025-06-03T08:53:29.898" v="2072" actId="478"/>
          <ac:spMkLst>
            <pc:docMk/>
            <pc:sldMk cId="3419464598" sldId="516"/>
            <ac:spMk id="44" creationId="{DD76F325-E332-BD4E-DAC8-75ED74D14C62}"/>
          </ac:spMkLst>
        </pc:spChg>
        <pc:spChg chg="mod">
          <ac:chgData name="Alexandre Quach" userId="03a3b9a4-365b-425e-bba9-a77346403bac" providerId="ADAL" clId="{45276DEB-BEEE-481B-9C99-F39377ADBF02}" dt="2025-06-03T07:36:04.011" v="1217" actId="790"/>
          <ac:spMkLst>
            <pc:docMk/>
            <pc:sldMk cId="3419464598" sldId="516"/>
            <ac:spMk id="51" creationId="{D39E09B9-5B1C-182A-74CC-196D4E50B6D1}"/>
          </ac:spMkLst>
        </pc:spChg>
        <pc:spChg chg="add mod">
          <ac:chgData name="Alexandre Quach" userId="03a3b9a4-365b-425e-bba9-a77346403bac" providerId="ADAL" clId="{45276DEB-BEEE-481B-9C99-F39377ADBF02}" dt="2025-06-03T08:42:30.733" v="2028"/>
          <ac:spMkLst>
            <pc:docMk/>
            <pc:sldMk cId="3419464598" sldId="516"/>
            <ac:spMk id="54" creationId="{AE222CF8-3B8E-4C22-1F59-3458474F6643}"/>
          </ac:spMkLst>
        </pc:spChg>
        <pc:spChg chg="add mod">
          <ac:chgData name="Alexandre Quach" userId="03a3b9a4-365b-425e-bba9-a77346403bac" providerId="ADAL" clId="{45276DEB-BEEE-481B-9C99-F39377ADBF02}" dt="2025-06-03T08:42:30.733" v="2028"/>
          <ac:spMkLst>
            <pc:docMk/>
            <pc:sldMk cId="3419464598" sldId="516"/>
            <ac:spMk id="55" creationId="{5A7BA763-9A93-1C46-E60B-4C7C43791A35}"/>
          </ac:spMkLst>
        </pc:spChg>
        <pc:spChg chg="add mod">
          <ac:chgData name="Alexandre Quach" userId="03a3b9a4-365b-425e-bba9-a77346403bac" providerId="ADAL" clId="{45276DEB-BEEE-481B-9C99-F39377ADBF02}" dt="2025-06-03T08:42:30.733" v="2028"/>
          <ac:spMkLst>
            <pc:docMk/>
            <pc:sldMk cId="3419464598" sldId="516"/>
            <ac:spMk id="56" creationId="{606DF72B-8F29-3DE4-10F6-CE7333E1A122}"/>
          </ac:spMkLst>
        </pc:spChg>
        <pc:spChg chg="add mod">
          <ac:chgData name="Alexandre Quach" userId="03a3b9a4-365b-425e-bba9-a77346403bac" providerId="ADAL" clId="{45276DEB-BEEE-481B-9C99-F39377ADBF02}" dt="2025-06-03T08:42:30.733" v="2028"/>
          <ac:spMkLst>
            <pc:docMk/>
            <pc:sldMk cId="3419464598" sldId="516"/>
            <ac:spMk id="57" creationId="{071F03BD-E0D7-99B3-A0AD-6DD07F34E772}"/>
          </ac:spMkLst>
        </pc:spChg>
        <pc:spChg chg="add mod">
          <ac:chgData name="Alexandre Quach" userId="03a3b9a4-365b-425e-bba9-a77346403bac" providerId="ADAL" clId="{45276DEB-BEEE-481B-9C99-F39377ADBF02}" dt="2025-06-03T08:53:30.475" v="2073"/>
          <ac:spMkLst>
            <pc:docMk/>
            <pc:sldMk cId="3419464598" sldId="516"/>
            <ac:spMk id="68" creationId="{6F2D1018-715E-20F6-2767-660F3D8132FB}"/>
          </ac:spMkLst>
        </pc:spChg>
        <pc:spChg chg="add mod">
          <ac:chgData name="Alexandre Quach" userId="03a3b9a4-365b-425e-bba9-a77346403bac" providerId="ADAL" clId="{45276DEB-BEEE-481B-9C99-F39377ADBF02}" dt="2025-06-03T08:53:30.475" v="2073"/>
          <ac:spMkLst>
            <pc:docMk/>
            <pc:sldMk cId="3419464598" sldId="516"/>
            <ac:spMk id="69" creationId="{81E7E0D9-1C62-E657-E779-AE95C51D8456}"/>
          </ac:spMkLst>
        </pc:spChg>
        <pc:spChg chg="add mod">
          <ac:chgData name="Alexandre Quach" userId="03a3b9a4-365b-425e-bba9-a77346403bac" providerId="ADAL" clId="{45276DEB-BEEE-481B-9C99-F39377ADBF02}" dt="2025-06-03T08:53:30.475" v="2073"/>
          <ac:spMkLst>
            <pc:docMk/>
            <pc:sldMk cId="3419464598" sldId="516"/>
            <ac:spMk id="70" creationId="{EE581578-3A1F-1DD0-D7D1-DC615214B1C5}"/>
          </ac:spMkLst>
        </pc:spChg>
        <pc:spChg chg="add mod">
          <ac:chgData name="Alexandre Quach" userId="03a3b9a4-365b-425e-bba9-a77346403bac" providerId="ADAL" clId="{45276DEB-BEEE-481B-9C99-F39377ADBF02}" dt="2025-06-03T08:53:30.475" v="2073"/>
          <ac:spMkLst>
            <pc:docMk/>
            <pc:sldMk cId="3419464598" sldId="516"/>
            <ac:spMk id="71" creationId="{D7F1A6ED-2317-7243-7B84-3DD03823470F}"/>
          </ac:spMkLst>
        </pc:spChg>
        <pc:spChg chg="add mod">
          <ac:chgData name="Alexandre Quach" userId="03a3b9a4-365b-425e-bba9-a77346403bac" providerId="ADAL" clId="{45276DEB-BEEE-481B-9C99-F39377ADBF02}" dt="2025-06-03T08:53:57.158" v="2076"/>
          <ac:spMkLst>
            <pc:docMk/>
            <pc:sldMk cId="3419464598" sldId="516"/>
            <ac:spMk id="84" creationId="{36E3EB08-196B-7FB2-CE55-A728163D5B43}"/>
          </ac:spMkLst>
        </pc:spChg>
        <pc:spChg chg="add mod">
          <ac:chgData name="Alexandre Quach" userId="03a3b9a4-365b-425e-bba9-a77346403bac" providerId="ADAL" clId="{45276DEB-BEEE-481B-9C99-F39377ADBF02}" dt="2025-06-03T08:53:57.158" v="2076"/>
          <ac:spMkLst>
            <pc:docMk/>
            <pc:sldMk cId="3419464598" sldId="516"/>
            <ac:spMk id="85" creationId="{17C57880-0127-EAA6-5FD2-70CF2A6897A0}"/>
          </ac:spMkLst>
        </pc:spChg>
        <pc:spChg chg="add mod">
          <ac:chgData name="Alexandre Quach" userId="03a3b9a4-365b-425e-bba9-a77346403bac" providerId="ADAL" clId="{45276DEB-BEEE-481B-9C99-F39377ADBF02}" dt="2025-06-03T08:53:57.158" v="2076"/>
          <ac:spMkLst>
            <pc:docMk/>
            <pc:sldMk cId="3419464598" sldId="516"/>
            <ac:spMk id="86" creationId="{951C0618-AD1C-70E6-7E2F-DBAC434BF915}"/>
          </ac:spMkLst>
        </pc:spChg>
        <pc:spChg chg="add mod">
          <ac:chgData name="Alexandre Quach" userId="03a3b9a4-365b-425e-bba9-a77346403bac" providerId="ADAL" clId="{45276DEB-BEEE-481B-9C99-F39377ADBF02}" dt="2025-06-03T08:53:57.158" v="2076"/>
          <ac:spMkLst>
            <pc:docMk/>
            <pc:sldMk cId="3419464598" sldId="516"/>
            <ac:spMk id="87" creationId="{D467B3E5-3408-4BB3-E0F6-F7AB934DC888}"/>
          </ac:spMkLst>
        </pc:spChg>
        <pc:picChg chg="del">
          <ac:chgData name="Alexandre Quach" userId="03a3b9a4-365b-425e-bba9-a77346403bac" providerId="ADAL" clId="{45276DEB-BEEE-481B-9C99-F39377ADBF02}" dt="2025-06-03T08:38:33.391" v="1938" actId="478"/>
          <ac:picMkLst>
            <pc:docMk/>
            <pc:sldMk cId="3419464598" sldId="516"/>
            <ac:picMk id="11" creationId="{2601E871-D535-5951-AF26-4C91BBC8E6B9}"/>
          </ac:picMkLst>
        </pc:picChg>
        <pc:picChg chg="del">
          <ac:chgData name="Alexandre Quach" userId="03a3b9a4-365b-425e-bba9-a77346403bac" providerId="ADAL" clId="{45276DEB-BEEE-481B-9C99-F39377ADBF02}" dt="2025-06-03T08:38:33.391" v="1938" actId="478"/>
          <ac:picMkLst>
            <pc:docMk/>
            <pc:sldMk cId="3419464598" sldId="516"/>
            <ac:picMk id="13" creationId="{E3795849-A148-6170-55D7-43474099F384}"/>
          </ac:picMkLst>
        </pc:picChg>
        <pc:picChg chg="del">
          <ac:chgData name="Alexandre Quach" userId="03a3b9a4-365b-425e-bba9-a77346403bac" providerId="ADAL" clId="{45276DEB-BEEE-481B-9C99-F39377ADBF02}" dt="2025-06-03T08:38:33.391" v="1938" actId="478"/>
          <ac:picMkLst>
            <pc:docMk/>
            <pc:sldMk cId="3419464598" sldId="516"/>
            <ac:picMk id="14" creationId="{29B2CDF8-D8D1-7EEB-30C8-DD77E95BD16B}"/>
          </ac:picMkLst>
        </pc:picChg>
        <pc:picChg chg="del">
          <ac:chgData name="Alexandre Quach" userId="03a3b9a4-365b-425e-bba9-a77346403bac" providerId="ADAL" clId="{45276DEB-BEEE-481B-9C99-F39377ADBF02}" dt="2025-06-03T08:40:01.750" v="1998" actId="478"/>
          <ac:picMkLst>
            <pc:docMk/>
            <pc:sldMk cId="3419464598" sldId="516"/>
            <ac:picMk id="16" creationId="{2250CCA6-89F3-D95F-5E0A-7FFB938EF16A}"/>
          </ac:picMkLst>
        </pc:picChg>
        <pc:picChg chg="del">
          <ac:chgData name="Alexandre Quach" userId="03a3b9a4-365b-425e-bba9-a77346403bac" providerId="ADAL" clId="{45276DEB-BEEE-481B-9C99-F39377ADBF02}" dt="2025-06-03T08:38:33.391" v="1938" actId="478"/>
          <ac:picMkLst>
            <pc:docMk/>
            <pc:sldMk cId="3419464598" sldId="516"/>
            <ac:picMk id="17" creationId="{C86DE8C8-F061-0C0F-AD5C-77684E4B1068}"/>
          </ac:picMkLst>
        </pc:picChg>
        <pc:picChg chg="del">
          <ac:chgData name="Alexandre Quach" userId="03a3b9a4-365b-425e-bba9-a77346403bac" providerId="ADAL" clId="{45276DEB-BEEE-481B-9C99-F39377ADBF02}" dt="2025-06-03T08:40:01.750" v="1998" actId="478"/>
          <ac:picMkLst>
            <pc:docMk/>
            <pc:sldMk cId="3419464598" sldId="516"/>
            <ac:picMk id="19" creationId="{57AA16DF-08CE-078C-503D-A1D53EE6AEE2}"/>
          </ac:picMkLst>
        </pc:picChg>
        <pc:picChg chg="del">
          <ac:chgData name="Alexandre Quach" userId="03a3b9a4-365b-425e-bba9-a77346403bac" providerId="ADAL" clId="{45276DEB-BEEE-481B-9C99-F39377ADBF02}" dt="2025-06-03T08:38:33.391" v="1938" actId="478"/>
          <ac:picMkLst>
            <pc:docMk/>
            <pc:sldMk cId="3419464598" sldId="516"/>
            <ac:picMk id="20" creationId="{AB46A1DC-AD0C-4F4E-8FD4-49811D1B7EC1}"/>
          </ac:picMkLst>
        </pc:picChg>
        <pc:picChg chg="del">
          <ac:chgData name="Alexandre Quach" userId="03a3b9a4-365b-425e-bba9-a77346403bac" providerId="ADAL" clId="{45276DEB-BEEE-481B-9C99-F39377ADBF02}" dt="2025-06-03T08:40:01.750" v="1998" actId="478"/>
          <ac:picMkLst>
            <pc:docMk/>
            <pc:sldMk cId="3419464598" sldId="516"/>
            <ac:picMk id="22" creationId="{EE6756FE-F1D2-252E-3775-CA3B9080B822}"/>
          </ac:picMkLst>
        </pc:picChg>
        <pc:picChg chg="del">
          <ac:chgData name="Alexandre Quach" userId="03a3b9a4-365b-425e-bba9-a77346403bac" providerId="ADAL" clId="{45276DEB-BEEE-481B-9C99-F39377ADBF02}" dt="2025-06-03T08:38:33.391" v="1938" actId="478"/>
          <ac:picMkLst>
            <pc:docMk/>
            <pc:sldMk cId="3419464598" sldId="516"/>
            <ac:picMk id="24" creationId="{73F9BCB2-440C-7D62-2563-DB185D1D44C3}"/>
          </ac:picMkLst>
        </pc:picChg>
        <pc:picChg chg="del">
          <ac:chgData name="Alexandre Quach" userId="03a3b9a4-365b-425e-bba9-a77346403bac" providerId="ADAL" clId="{45276DEB-BEEE-481B-9C99-F39377ADBF02}" dt="2025-06-03T08:40:01.750" v="1998" actId="478"/>
          <ac:picMkLst>
            <pc:docMk/>
            <pc:sldMk cId="3419464598" sldId="516"/>
            <ac:picMk id="25" creationId="{38EFA13A-A14E-56D5-3AEF-08124A699AE3}"/>
          </ac:picMkLst>
        </pc:picChg>
        <pc:picChg chg="del">
          <ac:chgData name="Alexandre Quach" userId="03a3b9a4-365b-425e-bba9-a77346403bac" providerId="ADAL" clId="{45276DEB-BEEE-481B-9C99-F39377ADBF02}" dt="2025-06-03T08:38:33.391" v="1938" actId="478"/>
          <ac:picMkLst>
            <pc:docMk/>
            <pc:sldMk cId="3419464598" sldId="516"/>
            <ac:picMk id="26" creationId="{A4189EA1-EF28-809D-03AA-09C3CC8765C3}"/>
          </ac:picMkLst>
        </pc:picChg>
        <pc:picChg chg="del">
          <ac:chgData name="Alexandre Quach" userId="03a3b9a4-365b-425e-bba9-a77346403bac" providerId="ADAL" clId="{45276DEB-BEEE-481B-9C99-F39377ADBF02}" dt="2025-06-03T08:40:01.750" v="1998" actId="478"/>
          <ac:picMkLst>
            <pc:docMk/>
            <pc:sldMk cId="3419464598" sldId="516"/>
            <ac:picMk id="27" creationId="{8AF290F0-CD64-4B78-E465-8648288A2890}"/>
          </ac:picMkLst>
        </pc:picChg>
        <pc:picChg chg="del">
          <ac:chgData name="Alexandre Quach" userId="03a3b9a4-365b-425e-bba9-a77346403bac" providerId="ADAL" clId="{45276DEB-BEEE-481B-9C99-F39377ADBF02}" dt="2025-06-03T08:38:33.391" v="1938" actId="478"/>
          <ac:picMkLst>
            <pc:docMk/>
            <pc:sldMk cId="3419464598" sldId="516"/>
            <ac:picMk id="29" creationId="{1E64407B-6FEB-43B9-3CD2-0DC95A495464}"/>
          </ac:picMkLst>
        </pc:picChg>
        <pc:picChg chg="del">
          <ac:chgData name="Alexandre Quach" userId="03a3b9a4-365b-425e-bba9-a77346403bac" providerId="ADAL" clId="{45276DEB-BEEE-481B-9C99-F39377ADBF02}" dt="2025-06-03T08:40:01.750" v="1998" actId="478"/>
          <ac:picMkLst>
            <pc:docMk/>
            <pc:sldMk cId="3419464598" sldId="516"/>
            <ac:picMk id="31" creationId="{B730517E-CA7A-29B1-B2C5-E08EAB7790F5}"/>
          </ac:picMkLst>
        </pc:picChg>
        <pc:picChg chg="del">
          <ac:chgData name="Alexandre Quach" userId="03a3b9a4-365b-425e-bba9-a77346403bac" providerId="ADAL" clId="{45276DEB-BEEE-481B-9C99-F39377ADBF02}" dt="2025-06-03T08:38:33.391" v="1938" actId="478"/>
          <ac:picMkLst>
            <pc:docMk/>
            <pc:sldMk cId="3419464598" sldId="516"/>
            <ac:picMk id="32" creationId="{CC276017-868A-08EF-311E-A2DF86AD0CE1}"/>
          </ac:picMkLst>
        </pc:picChg>
        <pc:picChg chg="del">
          <ac:chgData name="Alexandre Quach" userId="03a3b9a4-365b-425e-bba9-a77346403bac" providerId="ADAL" clId="{45276DEB-BEEE-481B-9C99-F39377ADBF02}" dt="2025-06-03T08:40:01.750" v="1998" actId="478"/>
          <ac:picMkLst>
            <pc:docMk/>
            <pc:sldMk cId="3419464598" sldId="516"/>
            <ac:picMk id="33" creationId="{DF510F5A-630D-4056-611E-E94FFD4B25B1}"/>
          </ac:picMkLst>
        </pc:picChg>
        <pc:picChg chg="add mod">
          <ac:chgData name="Alexandre Quach" userId="03a3b9a4-365b-425e-bba9-a77346403bac" providerId="ADAL" clId="{45276DEB-BEEE-481B-9C99-F39377ADBF02}" dt="2025-06-03T08:42:30.733" v="2028"/>
          <ac:picMkLst>
            <pc:docMk/>
            <pc:sldMk cId="3419464598" sldId="516"/>
            <ac:picMk id="52" creationId="{1FFEC5D4-6879-FA2D-2F87-FD0A0B40A16C}"/>
          </ac:picMkLst>
        </pc:picChg>
        <pc:picChg chg="add mod">
          <ac:chgData name="Alexandre Quach" userId="03a3b9a4-365b-425e-bba9-a77346403bac" providerId="ADAL" clId="{45276DEB-BEEE-481B-9C99-F39377ADBF02}" dt="2025-06-03T08:42:30.733" v="2028"/>
          <ac:picMkLst>
            <pc:docMk/>
            <pc:sldMk cId="3419464598" sldId="516"/>
            <ac:picMk id="53" creationId="{7A8CAEF4-09D4-A79D-2FE1-8191426BF443}"/>
          </ac:picMkLst>
        </pc:picChg>
        <pc:picChg chg="add mod">
          <ac:chgData name="Alexandre Quach" userId="03a3b9a4-365b-425e-bba9-a77346403bac" providerId="ADAL" clId="{45276DEB-BEEE-481B-9C99-F39377ADBF02}" dt="2025-06-03T08:42:30.733" v="2028"/>
          <ac:picMkLst>
            <pc:docMk/>
            <pc:sldMk cId="3419464598" sldId="516"/>
            <ac:picMk id="60" creationId="{7B2C7F26-BBF7-481D-EA9F-5CD6378CABF5}"/>
          </ac:picMkLst>
        </pc:picChg>
        <pc:picChg chg="add mod">
          <ac:chgData name="Alexandre Quach" userId="03a3b9a4-365b-425e-bba9-a77346403bac" providerId="ADAL" clId="{45276DEB-BEEE-481B-9C99-F39377ADBF02}" dt="2025-06-03T08:42:30.733" v="2028"/>
          <ac:picMkLst>
            <pc:docMk/>
            <pc:sldMk cId="3419464598" sldId="516"/>
            <ac:picMk id="62" creationId="{6E00CC4D-7209-91CE-92B0-C95114CD08E0}"/>
          </ac:picMkLst>
        </pc:picChg>
        <pc:picChg chg="add mod">
          <ac:chgData name="Alexandre Quach" userId="03a3b9a4-365b-425e-bba9-a77346403bac" providerId="ADAL" clId="{45276DEB-BEEE-481B-9C99-F39377ADBF02}" dt="2025-06-03T08:42:30.733" v="2028"/>
          <ac:picMkLst>
            <pc:docMk/>
            <pc:sldMk cId="3419464598" sldId="516"/>
            <ac:picMk id="63" creationId="{0C00F723-B65A-B036-A257-57FD2DF8EF45}"/>
          </ac:picMkLst>
        </pc:picChg>
        <pc:picChg chg="add mod">
          <ac:chgData name="Alexandre Quach" userId="03a3b9a4-365b-425e-bba9-a77346403bac" providerId="ADAL" clId="{45276DEB-BEEE-481B-9C99-F39377ADBF02}" dt="2025-06-03T08:42:30.733" v="2028"/>
          <ac:picMkLst>
            <pc:docMk/>
            <pc:sldMk cId="3419464598" sldId="516"/>
            <ac:picMk id="67" creationId="{28E2C6D0-A571-F556-5377-DE5410731643}"/>
          </ac:picMkLst>
        </pc:picChg>
        <pc:picChg chg="add mod">
          <ac:chgData name="Alexandre Quach" userId="03a3b9a4-365b-425e-bba9-a77346403bac" providerId="ADAL" clId="{45276DEB-BEEE-481B-9C99-F39377ADBF02}" dt="2025-06-03T08:53:30.475" v="2073"/>
          <ac:picMkLst>
            <pc:docMk/>
            <pc:sldMk cId="3419464598" sldId="516"/>
            <ac:picMk id="72" creationId="{C97912C6-9259-E0E7-B3B2-31FF72917CC5}"/>
          </ac:picMkLst>
        </pc:picChg>
        <pc:picChg chg="add mod">
          <ac:chgData name="Alexandre Quach" userId="03a3b9a4-365b-425e-bba9-a77346403bac" providerId="ADAL" clId="{45276DEB-BEEE-481B-9C99-F39377ADBF02}" dt="2025-06-03T08:53:30.475" v="2073"/>
          <ac:picMkLst>
            <pc:docMk/>
            <pc:sldMk cId="3419464598" sldId="516"/>
            <ac:picMk id="75" creationId="{AC0168A2-C3C8-5A1F-0A0C-F4488FAE1BBD}"/>
          </ac:picMkLst>
        </pc:picChg>
        <pc:picChg chg="add mod">
          <ac:chgData name="Alexandre Quach" userId="03a3b9a4-365b-425e-bba9-a77346403bac" providerId="ADAL" clId="{45276DEB-BEEE-481B-9C99-F39377ADBF02}" dt="2025-06-03T08:53:30.475" v="2073"/>
          <ac:picMkLst>
            <pc:docMk/>
            <pc:sldMk cId="3419464598" sldId="516"/>
            <ac:picMk id="76" creationId="{0C11C4FF-7F40-A689-0CB2-8CA761A5B3AF}"/>
          </ac:picMkLst>
        </pc:picChg>
        <pc:picChg chg="add mod">
          <ac:chgData name="Alexandre Quach" userId="03a3b9a4-365b-425e-bba9-a77346403bac" providerId="ADAL" clId="{45276DEB-BEEE-481B-9C99-F39377ADBF02}" dt="2025-06-03T08:53:30.475" v="2073"/>
          <ac:picMkLst>
            <pc:docMk/>
            <pc:sldMk cId="3419464598" sldId="516"/>
            <ac:picMk id="77" creationId="{F45D66FD-405B-E2D7-91DF-62AE8D015B57}"/>
          </ac:picMkLst>
        </pc:picChg>
        <pc:picChg chg="add mod">
          <ac:chgData name="Alexandre Quach" userId="03a3b9a4-365b-425e-bba9-a77346403bac" providerId="ADAL" clId="{45276DEB-BEEE-481B-9C99-F39377ADBF02}" dt="2025-06-03T08:53:30.475" v="2073"/>
          <ac:picMkLst>
            <pc:docMk/>
            <pc:sldMk cId="3419464598" sldId="516"/>
            <ac:picMk id="78" creationId="{FF85839D-1DC9-8786-AC98-26085CED9F80}"/>
          </ac:picMkLst>
        </pc:picChg>
        <pc:picChg chg="add mod">
          <ac:chgData name="Alexandre Quach" userId="03a3b9a4-365b-425e-bba9-a77346403bac" providerId="ADAL" clId="{45276DEB-BEEE-481B-9C99-F39377ADBF02}" dt="2025-06-03T08:53:30.475" v="2073"/>
          <ac:picMkLst>
            <pc:docMk/>
            <pc:sldMk cId="3419464598" sldId="516"/>
            <ac:picMk id="81" creationId="{946DB56E-28B4-E90E-5221-1C6AE1CCD38B}"/>
          </ac:picMkLst>
        </pc:picChg>
        <pc:picChg chg="add mod">
          <ac:chgData name="Alexandre Quach" userId="03a3b9a4-365b-425e-bba9-a77346403bac" providerId="ADAL" clId="{45276DEB-BEEE-481B-9C99-F39377ADBF02}" dt="2025-06-03T08:53:57.158" v="2076"/>
          <ac:picMkLst>
            <pc:docMk/>
            <pc:sldMk cId="3419464598" sldId="516"/>
            <ac:picMk id="88" creationId="{EA64F0CB-610B-8559-DD6C-133696143DF1}"/>
          </ac:picMkLst>
        </pc:picChg>
        <pc:picChg chg="add mod">
          <ac:chgData name="Alexandre Quach" userId="03a3b9a4-365b-425e-bba9-a77346403bac" providerId="ADAL" clId="{45276DEB-BEEE-481B-9C99-F39377ADBF02}" dt="2025-06-03T08:53:57.158" v="2076"/>
          <ac:picMkLst>
            <pc:docMk/>
            <pc:sldMk cId="3419464598" sldId="516"/>
            <ac:picMk id="89" creationId="{D0E1EFD2-4D39-275B-20CE-A694E8EF9A01}"/>
          </ac:picMkLst>
        </pc:picChg>
        <pc:picChg chg="add mod">
          <ac:chgData name="Alexandre Quach" userId="03a3b9a4-365b-425e-bba9-a77346403bac" providerId="ADAL" clId="{45276DEB-BEEE-481B-9C99-F39377ADBF02}" dt="2025-06-03T08:53:57.158" v="2076"/>
          <ac:picMkLst>
            <pc:docMk/>
            <pc:sldMk cId="3419464598" sldId="516"/>
            <ac:picMk id="93" creationId="{1283BDE0-0D09-D04E-1168-86E182EB8090}"/>
          </ac:picMkLst>
        </pc:picChg>
        <pc:picChg chg="add mod">
          <ac:chgData name="Alexandre Quach" userId="03a3b9a4-365b-425e-bba9-a77346403bac" providerId="ADAL" clId="{45276DEB-BEEE-481B-9C99-F39377ADBF02}" dt="2025-06-03T08:53:57.158" v="2076"/>
          <ac:picMkLst>
            <pc:docMk/>
            <pc:sldMk cId="3419464598" sldId="516"/>
            <ac:picMk id="94" creationId="{F34FAF01-0C1D-4583-1EEB-C7271DB70CB2}"/>
          </ac:picMkLst>
        </pc:picChg>
        <pc:picChg chg="add mod">
          <ac:chgData name="Alexandre Quach" userId="03a3b9a4-365b-425e-bba9-a77346403bac" providerId="ADAL" clId="{45276DEB-BEEE-481B-9C99-F39377ADBF02}" dt="2025-06-03T08:53:57.158" v="2076"/>
          <ac:picMkLst>
            <pc:docMk/>
            <pc:sldMk cId="3419464598" sldId="516"/>
            <ac:picMk id="95" creationId="{72FB7DAA-B7E9-19D6-664B-D29D3B5824CB}"/>
          </ac:picMkLst>
        </pc:picChg>
        <pc:picChg chg="add mod">
          <ac:chgData name="Alexandre Quach" userId="03a3b9a4-365b-425e-bba9-a77346403bac" providerId="ADAL" clId="{45276DEB-BEEE-481B-9C99-F39377ADBF02}" dt="2025-06-03T08:53:57.158" v="2076"/>
          <ac:picMkLst>
            <pc:docMk/>
            <pc:sldMk cId="3419464598" sldId="516"/>
            <ac:picMk id="98" creationId="{884D73A6-B02C-9D48-5A67-01B549918FF4}"/>
          </ac:picMkLst>
        </pc:picChg>
      </pc:sldChg>
      <pc:sldChg chg="modSp mod">
        <pc:chgData name="Alexandre Quach" userId="03a3b9a4-365b-425e-bba9-a77346403bac" providerId="ADAL" clId="{45276DEB-BEEE-481B-9C99-F39377ADBF02}" dt="2025-06-03T07:36:04.011" v="1217" actId="790"/>
        <pc:sldMkLst>
          <pc:docMk/>
          <pc:sldMk cId="1150929289" sldId="517"/>
        </pc:sldMkLst>
        <pc:spChg chg="mod">
          <ac:chgData name="Alexandre Quach" userId="03a3b9a4-365b-425e-bba9-a77346403bac" providerId="ADAL" clId="{45276DEB-BEEE-481B-9C99-F39377ADBF02}" dt="2025-06-03T07:36:04.011" v="1217" actId="790"/>
          <ac:spMkLst>
            <pc:docMk/>
            <pc:sldMk cId="1150929289" sldId="517"/>
            <ac:spMk id="101" creationId="{73FB3CC8-D524-BB14-6861-7587B95DA700}"/>
          </ac:spMkLst>
        </pc:spChg>
      </pc:sldChg>
      <pc:sldChg chg="addSp delSp modSp mod">
        <pc:chgData name="Alexandre Quach" userId="03a3b9a4-365b-425e-bba9-a77346403bac" providerId="ADAL" clId="{45276DEB-BEEE-481B-9C99-F39377ADBF02}" dt="2025-06-03T09:10:50.582" v="2129" actId="20577"/>
        <pc:sldMkLst>
          <pc:docMk/>
          <pc:sldMk cId="164079623" sldId="518"/>
        </pc:sldMkLst>
        <pc:spChg chg="mod">
          <ac:chgData name="Alexandre Quach" userId="03a3b9a4-365b-425e-bba9-a77346403bac" providerId="ADAL" clId="{45276DEB-BEEE-481B-9C99-F39377ADBF02}" dt="2025-06-03T09:01:39.694" v="2108" actId="404"/>
          <ac:spMkLst>
            <pc:docMk/>
            <pc:sldMk cId="164079623" sldId="518"/>
            <ac:spMk id="2" creationId="{3CB23E83-4B31-927C-3E37-4C13C1D126F1}"/>
          </ac:spMkLst>
        </pc:spChg>
        <pc:spChg chg="mod">
          <ac:chgData name="Alexandre Quach" userId="03a3b9a4-365b-425e-bba9-a77346403bac" providerId="ADAL" clId="{45276DEB-BEEE-481B-9C99-F39377ADBF02}" dt="2025-06-03T09:01:45.845" v="2109" actId="404"/>
          <ac:spMkLst>
            <pc:docMk/>
            <pc:sldMk cId="164079623" sldId="518"/>
            <ac:spMk id="3" creationId="{0C134234-5B12-734E-A1EC-7B70431EFC08}"/>
          </ac:spMkLst>
        </pc:spChg>
        <pc:spChg chg="mod">
          <ac:chgData name="Alexandre Quach" userId="03a3b9a4-365b-425e-bba9-a77346403bac" providerId="ADAL" clId="{45276DEB-BEEE-481B-9C99-F39377ADBF02}" dt="2025-06-03T09:02:04.542" v="2113" actId="27636"/>
          <ac:spMkLst>
            <pc:docMk/>
            <pc:sldMk cId="164079623" sldId="518"/>
            <ac:spMk id="4" creationId="{C802239D-8CF0-C056-9646-A077C1F0A959}"/>
          </ac:spMkLst>
        </pc:spChg>
        <pc:spChg chg="mod">
          <ac:chgData name="Alexandre Quach" userId="03a3b9a4-365b-425e-bba9-a77346403bac" providerId="ADAL" clId="{45276DEB-BEEE-481B-9C99-F39377ADBF02}" dt="2025-06-03T09:02:08.776" v="2116" actId="27636"/>
          <ac:spMkLst>
            <pc:docMk/>
            <pc:sldMk cId="164079623" sldId="518"/>
            <ac:spMk id="5" creationId="{51380184-E84A-3D23-9EC6-737D8A72D26C}"/>
          </ac:spMkLst>
        </pc:spChg>
        <pc:spChg chg="mod">
          <ac:chgData name="Alexandre Quach" userId="03a3b9a4-365b-425e-bba9-a77346403bac" providerId="ADAL" clId="{45276DEB-BEEE-481B-9C99-F39377ADBF02}" dt="2025-06-03T09:01:53.404" v="2110" actId="404"/>
          <ac:spMkLst>
            <pc:docMk/>
            <pc:sldMk cId="164079623" sldId="518"/>
            <ac:spMk id="6" creationId="{6D111C42-3600-59E5-7D72-60DC6973F0C7}"/>
          </ac:spMkLst>
        </pc:spChg>
        <pc:spChg chg="mod">
          <ac:chgData name="Alexandre Quach" userId="03a3b9a4-365b-425e-bba9-a77346403bac" providerId="ADAL" clId="{45276DEB-BEEE-481B-9C99-F39377ADBF02}" dt="2025-06-03T09:02:15.693" v="2120" actId="404"/>
          <ac:spMkLst>
            <pc:docMk/>
            <pc:sldMk cId="164079623" sldId="518"/>
            <ac:spMk id="8" creationId="{E0D52538-FE4F-8B33-E7F7-1D0E7870CE12}"/>
          </ac:spMkLst>
        </pc:spChg>
        <pc:spChg chg="mod">
          <ac:chgData name="Alexandre Quach" userId="03a3b9a4-365b-425e-bba9-a77346403bac" providerId="ADAL" clId="{45276DEB-BEEE-481B-9C99-F39377ADBF02}" dt="2025-06-03T09:02:28.072" v="2122" actId="27636"/>
          <ac:spMkLst>
            <pc:docMk/>
            <pc:sldMk cId="164079623" sldId="518"/>
            <ac:spMk id="10" creationId="{71FE3220-43D0-E3C1-C071-262CABF27E2B}"/>
          </ac:spMkLst>
        </pc:spChg>
        <pc:spChg chg="add mod">
          <ac:chgData name="Alexandre Quach" userId="03a3b9a4-365b-425e-bba9-a77346403bac" providerId="ADAL" clId="{45276DEB-BEEE-481B-9C99-F39377ADBF02}" dt="2025-06-03T08:54:43.281" v="2084"/>
          <ac:spMkLst>
            <pc:docMk/>
            <pc:sldMk cId="164079623" sldId="518"/>
            <ac:spMk id="16" creationId="{8F49C623-4968-E3FA-5C65-7DC2461126B3}"/>
          </ac:spMkLst>
        </pc:spChg>
        <pc:spChg chg="add mod">
          <ac:chgData name="Alexandre Quach" userId="03a3b9a4-365b-425e-bba9-a77346403bac" providerId="ADAL" clId="{45276DEB-BEEE-481B-9C99-F39377ADBF02}" dt="2025-06-03T08:54:43.281" v="2084"/>
          <ac:spMkLst>
            <pc:docMk/>
            <pc:sldMk cId="164079623" sldId="518"/>
            <ac:spMk id="19" creationId="{948DE4BC-251A-F0DB-8654-FD7E773EFB19}"/>
          </ac:spMkLst>
        </pc:spChg>
        <pc:spChg chg="add mod">
          <ac:chgData name="Alexandre Quach" userId="03a3b9a4-365b-425e-bba9-a77346403bac" providerId="ADAL" clId="{45276DEB-BEEE-481B-9C99-F39377ADBF02}" dt="2025-06-03T08:54:43.281" v="2084"/>
          <ac:spMkLst>
            <pc:docMk/>
            <pc:sldMk cId="164079623" sldId="518"/>
            <ac:spMk id="22" creationId="{25A06779-9A4F-E025-3F69-E15E167647D4}"/>
          </ac:spMkLst>
        </pc:spChg>
        <pc:spChg chg="add mod">
          <ac:chgData name="Alexandre Quach" userId="03a3b9a4-365b-425e-bba9-a77346403bac" providerId="ADAL" clId="{45276DEB-BEEE-481B-9C99-F39377ADBF02}" dt="2025-06-03T08:54:43.281" v="2084"/>
          <ac:spMkLst>
            <pc:docMk/>
            <pc:sldMk cId="164079623" sldId="518"/>
            <ac:spMk id="25" creationId="{A60E64BA-94BB-04C8-6B81-8B96BB5C7FF7}"/>
          </ac:spMkLst>
        </pc:spChg>
        <pc:spChg chg="mod">
          <ac:chgData name="Alexandre Quach" userId="03a3b9a4-365b-425e-bba9-a77346403bac" providerId="ADAL" clId="{45276DEB-BEEE-481B-9C99-F39377ADBF02}" dt="2025-06-03T08:37:28.370" v="1937"/>
          <ac:spMkLst>
            <pc:docMk/>
            <pc:sldMk cId="164079623" sldId="518"/>
            <ac:spMk id="34" creationId="{4A3889FA-603A-C6D8-AAF4-8F490B803214}"/>
          </ac:spMkLst>
        </pc:spChg>
        <pc:spChg chg="mod">
          <ac:chgData name="Alexandre Quach" userId="03a3b9a4-365b-425e-bba9-a77346403bac" providerId="ADAL" clId="{45276DEB-BEEE-481B-9C99-F39377ADBF02}" dt="2025-06-03T08:37:28.370" v="1937"/>
          <ac:spMkLst>
            <pc:docMk/>
            <pc:sldMk cId="164079623" sldId="518"/>
            <ac:spMk id="35" creationId="{75918B45-0CBA-265A-8AEF-2FEA6529304B}"/>
          </ac:spMkLst>
        </pc:spChg>
        <pc:spChg chg="mod">
          <ac:chgData name="Alexandre Quach" userId="03a3b9a4-365b-425e-bba9-a77346403bac" providerId="ADAL" clId="{45276DEB-BEEE-481B-9C99-F39377ADBF02}" dt="2025-06-03T08:37:28.370" v="1937"/>
          <ac:spMkLst>
            <pc:docMk/>
            <pc:sldMk cId="164079623" sldId="518"/>
            <ac:spMk id="36" creationId="{090971CF-B0FE-5614-650D-2009E3513D82}"/>
          </ac:spMkLst>
        </pc:spChg>
        <pc:spChg chg="mod">
          <ac:chgData name="Alexandre Quach" userId="03a3b9a4-365b-425e-bba9-a77346403bac" providerId="ADAL" clId="{45276DEB-BEEE-481B-9C99-F39377ADBF02}" dt="2025-06-03T09:10:50.582" v="2129" actId="20577"/>
          <ac:spMkLst>
            <pc:docMk/>
            <pc:sldMk cId="164079623" sldId="518"/>
            <ac:spMk id="37" creationId="{A03E3D25-D735-BFFE-69B8-3D6BCD031441}"/>
          </ac:spMkLst>
        </pc:spChg>
        <pc:spChg chg="mod">
          <ac:chgData name="Alexandre Quach" userId="03a3b9a4-365b-425e-bba9-a77346403bac" providerId="ADAL" clId="{45276DEB-BEEE-481B-9C99-F39377ADBF02}" dt="2025-06-03T08:37:28.370" v="1937"/>
          <ac:spMkLst>
            <pc:docMk/>
            <pc:sldMk cId="164079623" sldId="518"/>
            <ac:spMk id="38" creationId="{42531FF8-3C20-2C08-C0E2-129677753255}"/>
          </ac:spMkLst>
        </pc:spChg>
        <pc:spChg chg="mod">
          <ac:chgData name="Alexandre Quach" userId="03a3b9a4-365b-425e-bba9-a77346403bac" providerId="ADAL" clId="{45276DEB-BEEE-481B-9C99-F39377ADBF02}" dt="2025-06-03T08:37:28.370" v="1937"/>
          <ac:spMkLst>
            <pc:docMk/>
            <pc:sldMk cId="164079623" sldId="518"/>
            <ac:spMk id="39" creationId="{3C375A09-AE4A-3902-5FA7-97E1112798C4}"/>
          </ac:spMkLst>
        </pc:spChg>
        <pc:spChg chg="mod">
          <ac:chgData name="Alexandre Quach" userId="03a3b9a4-365b-425e-bba9-a77346403bac" providerId="ADAL" clId="{45276DEB-BEEE-481B-9C99-F39377ADBF02}" dt="2025-06-03T08:37:28.370" v="1937"/>
          <ac:spMkLst>
            <pc:docMk/>
            <pc:sldMk cId="164079623" sldId="518"/>
            <ac:spMk id="40" creationId="{34985E96-A6CC-63D2-9519-92C8865DA1AB}"/>
          </ac:spMkLst>
        </pc:spChg>
        <pc:spChg chg="mod">
          <ac:chgData name="Alexandre Quach" userId="03a3b9a4-365b-425e-bba9-a77346403bac" providerId="ADAL" clId="{45276DEB-BEEE-481B-9C99-F39377ADBF02}" dt="2025-06-03T08:37:28.370" v="1937"/>
          <ac:spMkLst>
            <pc:docMk/>
            <pc:sldMk cId="164079623" sldId="518"/>
            <ac:spMk id="41" creationId="{84C2B228-0EAE-3AF4-06E5-4A9233A6D5BA}"/>
          </ac:spMkLst>
        </pc:spChg>
        <pc:spChg chg="add mod">
          <ac:chgData name="Alexandre Quach" userId="03a3b9a4-365b-425e-bba9-a77346403bac" providerId="ADAL" clId="{45276DEB-BEEE-481B-9C99-F39377ADBF02}" dt="2025-06-03T08:54:43.281" v="2084"/>
          <ac:spMkLst>
            <pc:docMk/>
            <pc:sldMk cId="164079623" sldId="518"/>
            <ac:spMk id="52" creationId="{FD1E4612-B23C-ACB1-F253-47825425A058}"/>
          </ac:spMkLst>
        </pc:spChg>
        <pc:spChg chg="add mod">
          <ac:chgData name="Alexandre Quach" userId="03a3b9a4-365b-425e-bba9-a77346403bac" providerId="ADAL" clId="{45276DEB-BEEE-481B-9C99-F39377ADBF02}" dt="2025-06-03T08:54:43.281" v="2084"/>
          <ac:spMkLst>
            <pc:docMk/>
            <pc:sldMk cId="164079623" sldId="518"/>
            <ac:spMk id="53" creationId="{DAD8FD5E-2826-6867-1165-99D5287A91A5}"/>
          </ac:spMkLst>
        </pc:spChg>
        <pc:spChg chg="add mod">
          <ac:chgData name="Alexandre Quach" userId="03a3b9a4-365b-425e-bba9-a77346403bac" providerId="ADAL" clId="{45276DEB-BEEE-481B-9C99-F39377ADBF02}" dt="2025-06-03T08:54:43.281" v="2084"/>
          <ac:spMkLst>
            <pc:docMk/>
            <pc:sldMk cId="164079623" sldId="518"/>
            <ac:spMk id="54" creationId="{5443742B-C7B7-DAB2-8BCA-DCE9CB66D701}"/>
          </ac:spMkLst>
        </pc:spChg>
        <pc:spChg chg="add mod">
          <ac:chgData name="Alexandre Quach" userId="03a3b9a4-365b-425e-bba9-a77346403bac" providerId="ADAL" clId="{45276DEB-BEEE-481B-9C99-F39377ADBF02}" dt="2025-06-03T08:54:43.281" v="2084"/>
          <ac:spMkLst>
            <pc:docMk/>
            <pc:sldMk cId="164079623" sldId="518"/>
            <ac:spMk id="55" creationId="{591260D4-E942-1D0D-DBD6-8192603626F7}"/>
          </ac:spMkLst>
        </pc:spChg>
        <pc:spChg chg="mod">
          <ac:chgData name="Alexandre Quach" userId="03a3b9a4-365b-425e-bba9-a77346403bac" providerId="ADAL" clId="{45276DEB-BEEE-481B-9C99-F39377ADBF02}" dt="2025-06-03T07:36:04.011" v="1217" actId="790"/>
          <ac:spMkLst>
            <pc:docMk/>
            <pc:sldMk cId="164079623" sldId="518"/>
            <ac:spMk id="68" creationId="{2347C444-2F94-78FE-DEDC-5D79BC349219}"/>
          </ac:spMkLst>
        </pc:spChg>
        <pc:spChg chg="del mod">
          <ac:chgData name="Alexandre Quach" userId="03a3b9a4-365b-425e-bba9-a77346403bac" providerId="ADAL" clId="{45276DEB-BEEE-481B-9C99-F39377ADBF02}" dt="2025-06-03T08:54:35.587" v="2082" actId="478"/>
          <ac:spMkLst>
            <pc:docMk/>
            <pc:sldMk cId="164079623" sldId="518"/>
            <ac:spMk id="69" creationId="{A18EE689-FE99-C867-F5B9-84DB87FF348A}"/>
          </ac:spMkLst>
        </pc:spChg>
        <pc:spChg chg="del mod">
          <ac:chgData name="Alexandre Quach" userId="03a3b9a4-365b-425e-bba9-a77346403bac" providerId="ADAL" clId="{45276DEB-BEEE-481B-9C99-F39377ADBF02}" dt="2025-06-03T08:54:35.587" v="2082" actId="478"/>
          <ac:spMkLst>
            <pc:docMk/>
            <pc:sldMk cId="164079623" sldId="518"/>
            <ac:spMk id="70" creationId="{963E76AD-E07F-387D-366F-A47592DA4C39}"/>
          </ac:spMkLst>
        </pc:spChg>
        <pc:spChg chg="del mod">
          <ac:chgData name="Alexandre Quach" userId="03a3b9a4-365b-425e-bba9-a77346403bac" providerId="ADAL" clId="{45276DEB-BEEE-481B-9C99-F39377ADBF02}" dt="2025-06-03T08:54:35.587" v="2082" actId="478"/>
          <ac:spMkLst>
            <pc:docMk/>
            <pc:sldMk cId="164079623" sldId="518"/>
            <ac:spMk id="71" creationId="{F2067614-07D7-73B7-F90C-FD0EA2CF54E3}"/>
          </ac:spMkLst>
        </pc:spChg>
        <pc:spChg chg="del mod">
          <ac:chgData name="Alexandre Quach" userId="03a3b9a4-365b-425e-bba9-a77346403bac" providerId="ADAL" clId="{45276DEB-BEEE-481B-9C99-F39377ADBF02}" dt="2025-06-03T08:54:35.587" v="2082" actId="478"/>
          <ac:spMkLst>
            <pc:docMk/>
            <pc:sldMk cId="164079623" sldId="518"/>
            <ac:spMk id="72" creationId="{13232E06-7161-3367-89D7-FF5398D41580}"/>
          </ac:spMkLst>
        </pc:spChg>
        <pc:spChg chg="del mod">
          <ac:chgData name="Alexandre Quach" userId="03a3b9a4-365b-425e-bba9-a77346403bac" providerId="ADAL" clId="{45276DEB-BEEE-481B-9C99-F39377ADBF02}" dt="2025-06-03T08:54:42.484" v="2083" actId="478"/>
          <ac:spMkLst>
            <pc:docMk/>
            <pc:sldMk cId="164079623" sldId="518"/>
            <ac:spMk id="73" creationId="{C28C411D-F3AC-96AD-72BD-A1EBBB43B7C2}"/>
          </ac:spMkLst>
        </pc:spChg>
        <pc:spChg chg="del mod">
          <ac:chgData name="Alexandre Quach" userId="03a3b9a4-365b-425e-bba9-a77346403bac" providerId="ADAL" clId="{45276DEB-BEEE-481B-9C99-F39377ADBF02}" dt="2025-06-03T08:54:42.484" v="2083" actId="478"/>
          <ac:spMkLst>
            <pc:docMk/>
            <pc:sldMk cId="164079623" sldId="518"/>
            <ac:spMk id="74" creationId="{9FC7FA2B-30E7-B18B-DC7C-A15B67AA88DF}"/>
          </ac:spMkLst>
        </pc:spChg>
        <pc:spChg chg="del mod">
          <ac:chgData name="Alexandre Quach" userId="03a3b9a4-365b-425e-bba9-a77346403bac" providerId="ADAL" clId="{45276DEB-BEEE-481B-9C99-F39377ADBF02}" dt="2025-06-03T08:54:42.484" v="2083" actId="478"/>
          <ac:spMkLst>
            <pc:docMk/>
            <pc:sldMk cId="164079623" sldId="518"/>
            <ac:spMk id="75" creationId="{BF79DC65-AB77-D3AE-587F-3C390B5CAE6F}"/>
          </ac:spMkLst>
        </pc:spChg>
        <pc:spChg chg="del mod">
          <ac:chgData name="Alexandre Quach" userId="03a3b9a4-365b-425e-bba9-a77346403bac" providerId="ADAL" clId="{45276DEB-BEEE-481B-9C99-F39377ADBF02}" dt="2025-06-03T08:54:42.484" v="2083" actId="478"/>
          <ac:spMkLst>
            <pc:docMk/>
            <pc:sldMk cId="164079623" sldId="518"/>
            <ac:spMk id="76" creationId="{85D59D06-B098-7A7F-7AD8-E784F32887E9}"/>
          </ac:spMkLst>
        </pc:spChg>
        <pc:picChg chg="del">
          <ac:chgData name="Alexandre Quach" userId="03a3b9a4-365b-425e-bba9-a77346403bac" providerId="ADAL" clId="{45276DEB-BEEE-481B-9C99-F39377ADBF02}" dt="2025-06-03T08:54:31.787" v="2081" actId="478"/>
          <ac:picMkLst>
            <pc:docMk/>
            <pc:sldMk cId="164079623" sldId="518"/>
            <ac:picMk id="11" creationId="{577B3127-6898-FA6B-58D3-7AA3DD4CCE19}"/>
          </ac:picMkLst>
        </pc:picChg>
        <pc:picChg chg="del">
          <ac:chgData name="Alexandre Quach" userId="03a3b9a4-365b-425e-bba9-a77346403bac" providerId="ADAL" clId="{45276DEB-BEEE-481B-9C99-F39377ADBF02}" dt="2025-06-03T08:54:31.787" v="2081" actId="478"/>
          <ac:picMkLst>
            <pc:docMk/>
            <pc:sldMk cId="164079623" sldId="518"/>
            <ac:picMk id="12" creationId="{6E25C078-5A92-A24F-4DCC-F20A2C85C335}"/>
          </ac:picMkLst>
        </pc:picChg>
        <pc:picChg chg="add mod">
          <ac:chgData name="Alexandre Quach" userId="03a3b9a4-365b-425e-bba9-a77346403bac" providerId="ADAL" clId="{45276DEB-BEEE-481B-9C99-F39377ADBF02}" dt="2025-06-03T08:54:43.281" v="2084"/>
          <ac:picMkLst>
            <pc:docMk/>
            <pc:sldMk cId="164079623" sldId="518"/>
            <ac:picMk id="13" creationId="{7C19815C-3B2F-3CCE-8483-A818D82F6933}"/>
          </ac:picMkLst>
        </pc:picChg>
        <pc:picChg chg="del">
          <ac:chgData name="Alexandre Quach" userId="03a3b9a4-365b-425e-bba9-a77346403bac" providerId="ADAL" clId="{45276DEB-BEEE-481B-9C99-F39377ADBF02}" dt="2025-06-03T08:54:31.787" v="2081" actId="478"/>
          <ac:picMkLst>
            <pc:docMk/>
            <pc:sldMk cId="164079623" sldId="518"/>
            <ac:picMk id="14" creationId="{FB119D7F-8B68-EBE9-0DFA-ED36148A46AC}"/>
          </ac:picMkLst>
        </pc:picChg>
        <pc:picChg chg="del">
          <ac:chgData name="Alexandre Quach" userId="03a3b9a4-365b-425e-bba9-a77346403bac" providerId="ADAL" clId="{45276DEB-BEEE-481B-9C99-F39377ADBF02}" dt="2025-06-03T08:54:31.787" v="2081" actId="478"/>
          <ac:picMkLst>
            <pc:docMk/>
            <pc:sldMk cId="164079623" sldId="518"/>
            <ac:picMk id="15" creationId="{904ED7CE-8600-40C9-53F7-B32067F09992}"/>
          </ac:picMkLst>
        </pc:picChg>
        <pc:picChg chg="del">
          <ac:chgData name="Alexandre Quach" userId="03a3b9a4-365b-425e-bba9-a77346403bac" providerId="ADAL" clId="{45276DEB-BEEE-481B-9C99-F39377ADBF02}" dt="2025-06-03T08:54:31.787" v="2081" actId="478"/>
          <ac:picMkLst>
            <pc:docMk/>
            <pc:sldMk cId="164079623" sldId="518"/>
            <ac:picMk id="17" creationId="{B54745E6-66D3-092B-BDAB-DD40490315C6}"/>
          </ac:picMkLst>
        </pc:picChg>
        <pc:picChg chg="del">
          <ac:chgData name="Alexandre Quach" userId="03a3b9a4-365b-425e-bba9-a77346403bac" providerId="ADAL" clId="{45276DEB-BEEE-481B-9C99-F39377ADBF02}" dt="2025-06-03T08:54:31.787" v="2081" actId="478"/>
          <ac:picMkLst>
            <pc:docMk/>
            <pc:sldMk cId="164079623" sldId="518"/>
            <ac:picMk id="18" creationId="{05290D34-888C-827D-ABA4-16154C835B95}"/>
          </ac:picMkLst>
        </pc:picChg>
        <pc:picChg chg="del">
          <ac:chgData name="Alexandre Quach" userId="03a3b9a4-365b-425e-bba9-a77346403bac" providerId="ADAL" clId="{45276DEB-BEEE-481B-9C99-F39377ADBF02}" dt="2025-06-03T08:54:31.787" v="2081" actId="478"/>
          <ac:picMkLst>
            <pc:docMk/>
            <pc:sldMk cId="164079623" sldId="518"/>
            <ac:picMk id="20" creationId="{ADB13DAB-5A97-69D2-1664-2F129B547923}"/>
          </ac:picMkLst>
        </pc:picChg>
        <pc:picChg chg="del">
          <ac:chgData name="Alexandre Quach" userId="03a3b9a4-365b-425e-bba9-a77346403bac" providerId="ADAL" clId="{45276DEB-BEEE-481B-9C99-F39377ADBF02}" dt="2025-06-03T08:54:31.787" v="2081" actId="478"/>
          <ac:picMkLst>
            <pc:docMk/>
            <pc:sldMk cId="164079623" sldId="518"/>
            <ac:picMk id="21" creationId="{9DFF41F8-D372-781F-FAF0-A5FBA428B74E}"/>
          </ac:picMkLst>
        </pc:picChg>
        <pc:picChg chg="del">
          <ac:chgData name="Alexandre Quach" userId="03a3b9a4-365b-425e-bba9-a77346403bac" providerId="ADAL" clId="{45276DEB-BEEE-481B-9C99-F39377ADBF02}" dt="2025-06-03T08:54:42.484" v="2083" actId="478"/>
          <ac:picMkLst>
            <pc:docMk/>
            <pc:sldMk cId="164079623" sldId="518"/>
            <ac:picMk id="23" creationId="{E66C8095-334E-C0F6-B777-BE0217375049}"/>
          </ac:picMkLst>
        </pc:picChg>
        <pc:picChg chg="del">
          <ac:chgData name="Alexandre Quach" userId="03a3b9a4-365b-425e-bba9-a77346403bac" providerId="ADAL" clId="{45276DEB-BEEE-481B-9C99-F39377ADBF02}" dt="2025-06-03T08:54:42.484" v="2083" actId="478"/>
          <ac:picMkLst>
            <pc:docMk/>
            <pc:sldMk cId="164079623" sldId="518"/>
            <ac:picMk id="24" creationId="{65736D34-AE4E-F0E0-5D96-ED7C40B5FFC7}"/>
          </ac:picMkLst>
        </pc:picChg>
        <pc:picChg chg="del">
          <ac:chgData name="Alexandre Quach" userId="03a3b9a4-365b-425e-bba9-a77346403bac" providerId="ADAL" clId="{45276DEB-BEEE-481B-9C99-F39377ADBF02}" dt="2025-06-03T08:54:42.484" v="2083" actId="478"/>
          <ac:picMkLst>
            <pc:docMk/>
            <pc:sldMk cId="164079623" sldId="518"/>
            <ac:picMk id="26" creationId="{4A925D98-D941-DA94-7A02-FB32F4C24A45}"/>
          </ac:picMkLst>
        </pc:picChg>
        <pc:picChg chg="del">
          <ac:chgData name="Alexandre Quach" userId="03a3b9a4-365b-425e-bba9-a77346403bac" providerId="ADAL" clId="{45276DEB-BEEE-481B-9C99-F39377ADBF02}" dt="2025-06-03T08:54:42.484" v="2083" actId="478"/>
          <ac:picMkLst>
            <pc:docMk/>
            <pc:sldMk cId="164079623" sldId="518"/>
            <ac:picMk id="29" creationId="{1A503AD0-B1CE-6871-0780-9E9753AB71E8}"/>
          </ac:picMkLst>
        </pc:picChg>
        <pc:picChg chg="del">
          <ac:chgData name="Alexandre Quach" userId="03a3b9a4-365b-425e-bba9-a77346403bac" providerId="ADAL" clId="{45276DEB-BEEE-481B-9C99-F39377ADBF02}" dt="2025-06-03T08:54:42.484" v="2083" actId="478"/>
          <ac:picMkLst>
            <pc:docMk/>
            <pc:sldMk cId="164079623" sldId="518"/>
            <ac:picMk id="30" creationId="{C1D2E78B-BFD2-B621-14EA-8FA7D42148FD}"/>
          </ac:picMkLst>
        </pc:picChg>
        <pc:picChg chg="del">
          <ac:chgData name="Alexandre Quach" userId="03a3b9a4-365b-425e-bba9-a77346403bac" providerId="ADAL" clId="{45276DEB-BEEE-481B-9C99-F39377ADBF02}" dt="2025-06-03T08:54:42.484" v="2083" actId="478"/>
          <ac:picMkLst>
            <pc:docMk/>
            <pc:sldMk cId="164079623" sldId="518"/>
            <ac:picMk id="42" creationId="{4D077BA0-0EE4-285A-9DEA-93A034AAC27F}"/>
          </ac:picMkLst>
        </pc:picChg>
        <pc:picChg chg="add mod">
          <ac:chgData name="Alexandre Quach" userId="03a3b9a4-365b-425e-bba9-a77346403bac" providerId="ADAL" clId="{45276DEB-BEEE-481B-9C99-F39377ADBF02}" dt="2025-06-03T08:54:43.281" v="2084"/>
          <ac:picMkLst>
            <pc:docMk/>
            <pc:sldMk cId="164079623" sldId="518"/>
            <ac:picMk id="83" creationId="{86274EAA-1632-6786-1718-A0FBEC1819BA}"/>
          </ac:picMkLst>
        </pc:picChg>
      </pc:sldChg>
      <pc:sldChg chg="modSp mod">
        <pc:chgData name="Alexandre Quach" userId="03a3b9a4-365b-425e-bba9-a77346403bac" providerId="ADAL" clId="{45276DEB-BEEE-481B-9C99-F39377ADBF02}" dt="2025-06-03T07:36:04.011" v="1217" actId="790"/>
        <pc:sldMkLst>
          <pc:docMk/>
          <pc:sldMk cId="3861257296" sldId="519"/>
        </pc:sldMkLst>
        <pc:spChg chg="mod">
          <ac:chgData name="Alexandre Quach" userId="03a3b9a4-365b-425e-bba9-a77346403bac" providerId="ADAL" clId="{45276DEB-BEEE-481B-9C99-F39377ADBF02}" dt="2025-06-03T07:36:04.011" v="1217" actId="790"/>
          <ac:spMkLst>
            <pc:docMk/>
            <pc:sldMk cId="3861257296" sldId="519"/>
            <ac:spMk id="101" creationId="{B9B85179-E405-2EA1-971C-E1DF0F40C0FF}"/>
          </ac:spMkLst>
        </pc:spChg>
      </pc:sldChg>
      <pc:sldChg chg="modSp add mod">
        <pc:chgData name="Alexandre Quach" userId="03a3b9a4-365b-425e-bba9-a77346403bac" providerId="ADAL" clId="{45276DEB-BEEE-481B-9C99-F39377ADBF02}" dt="2025-06-03T07:36:04.011" v="1217" actId="790"/>
        <pc:sldMkLst>
          <pc:docMk/>
          <pc:sldMk cId="1025465318" sldId="520"/>
        </pc:sldMkLst>
        <pc:spChg chg="mod">
          <ac:chgData name="Alexandre Quach" userId="03a3b9a4-365b-425e-bba9-a77346403bac" providerId="ADAL" clId="{45276DEB-BEEE-481B-9C99-F39377ADBF02}" dt="2025-06-03T07:36:04.011" v="1217" actId="790"/>
          <ac:spMkLst>
            <pc:docMk/>
            <pc:sldMk cId="1025465318" sldId="520"/>
            <ac:spMk id="2" creationId="{0084E5C7-B349-7BB7-BFE3-D332EAE0D084}"/>
          </ac:spMkLst>
        </pc:spChg>
        <pc:spChg chg="mod">
          <ac:chgData name="Alexandre Quach" userId="03a3b9a4-365b-425e-bba9-a77346403bac" providerId="ADAL" clId="{45276DEB-BEEE-481B-9C99-F39377ADBF02}" dt="2025-06-03T07:36:04.011" v="1217" actId="790"/>
          <ac:spMkLst>
            <pc:docMk/>
            <pc:sldMk cId="1025465318" sldId="520"/>
            <ac:spMk id="3" creationId="{442BA3DD-CC87-0A6D-97F6-58D7C148D966}"/>
          </ac:spMkLst>
        </pc:spChg>
      </pc:sldChg>
      <pc:sldChg chg="add del">
        <pc:chgData name="Alexandre Quach" userId="03a3b9a4-365b-425e-bba9-a77346403bac" providerId="ADAL" clId="{45276DEB-BEEE-481B-9C99-F39377ADBF02}" dt="2025-06-03T08:42:10.524" v="2026" actId="2890"/>
        <pc:sldMkLst>
          <pc:docMk/>
          <pc:sldMk cId="992704296" sldId="521"/>
        </pc:sldMkLst>
      </pc:sldChg>
      <pc:sldMasterChg chg="modSp">
        <pc:chgData name="Alexandre Quach" userId="03a3b9a4-365b-425e-bba9-a77346403bac" providerId="ADAL" clId="{45276DEB-BEEE-481B-9C99-F39377ADBF02}" dt="2025-06-03T09:11:35.249" v="2130" actId="14100"/>
        <pc:sldMasterMkLst>
          <pc:docMk/>
          <pc:sldMasterMk cId="2982416332" sldId="2147483661"/>
        </pc:sldMasterMkLst>
        <pc:picChg chg="mod">
          <ac:chgData name="Alexandre Quach" userId="03a3b9a4-365b-425e-bba9-a77346403bac" providerId="ADAL" clId="{45276DEB-BEEE-481B-9C99-F39377ADBF02}" dt="2025-06-03T09:11:35.249" v="2130" actId="14100"/>
          <ac:picMkLst>
            <pc:docMk/>
            <pc:sldMasterMk cId="2982416332" sldId="2147483661"/>
            <ac:picMk id="1026" creationId="{4AE398FC-05E9-A00A-E60D-254764A3DEC3}"/>
          </ac:picMkLst>
        </pc:pic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0C527A-07D4-422F-A29E-BE3679BB3F79}" type="datetimeFigureOut">
              <a:rPr lang="fr-FR" smtClean="0"/>
              <a:t>03/06/2025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96AF65-E912-42BE-9CFE-A780E820DF8B}" type="slidenum">
              <a:rPr lang="fr-FR" smtClean="0"/>
              <a:t>‹N›</a:t>
            </a:fld>
            <a:endParaRPr lang="fr-FR"/>
          </a:p>
        </p:txBody>
      </p:sp>
    </p:spTree>
    <p:extLst>
      <p:ext uri="{BB962C8B-B14F-4D97-AF65-F5344CB8AC3E}">
        <p14:creationId xmlns:p14="http://schemas.microsoft.com/office/powerpoint/2010/main" val="3260456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rgbClr val="34657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Rectangle 11">
            <a:extLst>
              <a:ext uri="{FF2B5EF4-FFF2-40B4-BE49-F238E27FC236}">
                <a16:creationId xmlns:a16="http://schemas.microsoft.com/office/drawing/2014/main" id="{AE398C8A-F6B5-56A3-695F-92582797A788}"/>
              </a:ext>
            </a:extLst>
          </p:cNvPr>
          <p:cNvSpPr>
            <a:spLocks noChangeAspect="1"/>
          </p:cNvSpPr>
          <p:nvPr userDrawn="1"/>
        </p:nvSpPr>
        <p:spPr>
          <a:xfrm>
            <a:off x="8038764" y="614407"/>
            <a:ext cx="3712949" cy="6009030"/>
          </a:xfrm>
          <a:prstGeom prst="rect">
            <a:avLst/>
          </a:prstGeom>
          <a:solidFill>
            <a:srgbClr val="8E2C48"/>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9" name="Rectangle 8"/>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2" name="Rectangle 9"/>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Rectangle 10"/>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91870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rgbClr val="34657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C455A2DD-6D16-17CE-012A-9ADCA0FBBCC8}"/>
              </a:ext>
            </a:extLst>
          </p:cNvPr>
          <p:cNvSpPr>
            <a:spLocks noChangeAspect="1"/>
          </p:cNvSpPr>
          <p:nvPr userDrawn="1"/>
        </p:nvSpPr>
        <p:spPr>
          <a:xfrm>
            <a:off x="8038764" y="614407"/>
            <a:ext cx="3712949" cy="60090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906B0B64-12CB-C286-3970-64D4B6615D62}"/>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85B5E719-CCAC-E698-E567-67E7A78EDE8B}"/>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B3033467-E05A-2C6E-BD56-258BC987208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19399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rgbClr val="60546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rgbClr val="8E2C48"/>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6CD74D51-5D14-03C7-FF99-FD9F00960215}"/>
              </a:ext>
            </a:extLst>
          </p:cNvPr>
          <p:cNvSpPr>
            <a:spLocks noChangeAspect="1"/>
          </p:cNvSpPr>
          <p:nvPr userDrawn="1"/>
        </p:nvSpPr>
        <p:spPr>
          <a:xfrm>
            <a:off x="8038764" y="614407"/>
            <a:ext cx="3712949" cy="600903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BDDADDFB-2FA6-2242-360C-70F1C4B2C5C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5C276AE1-59BD-6A51-2A97-6C0DAFD83FAE}"/>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BE80F7AD-9D3D-736A-7D1C-16B68B3F970C}"/>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96596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6CD74D51-5D14-03C7-FF99-FD9F00960215}"/>
              </a:ext>
            </a:extLst>
          </p:cNvPr>
          <p:cNvSpPr>
            <a:spLocks noChangeAspect="1"/>
          </p:cNvSpPr>
          <p:nvPr userDrawn="1"/>
        </p:nvSpPr>
        <p:spPr>
          <a:xfrm>
            <a:off x="8038764" y="614407"/>
            <a:ext cx="3712949" cy="6009030"/>
          </a:xfrm>
          <a:prstGeom prst="rect">
            <a:avLst/>
          </a:prstGeom>
          <a:solidFill>
            <a:srgbClr val="60546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B3685FAF-0B7B-BA9C-41C4-78C999E1C4B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20EEB6B7-6EDD-C8AB-30F8-3FDFDCA20C89}"/>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8D42BBB2-46F2-7A23-3ECF-6B62E754734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79890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re court viole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81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urt viole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8">
            <a:extLst>
              <a:ext uri="{FF2B5EF4-FFF2-40B4-BE49-F238E27FC236}">
                <a16:creationId xmlns:a16="http://schemas.microsoft.com/office/drawing/2014/main" id="{7ED7DC72-456B-B0A0-CF2E-D2849B01328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9B0E1A8C-FF8C-ACB0-4943-C8895C7C6B14}"/>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4EB353E9-7B3D-AB0F-E9AA-6D594227C98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itle 1">
            <a:extLst>
              <a:ext uri="{FF2B5EF4-FFF2-40B4-BE49-F238E27FC236}">
                <a16:creationId xmlns:a16="http://schemas.microsoft.com/office/drawing/2014/main" id="{31F651CE-F036-C11E-2CE7-EB28990A6B8D}"/>
              </a:ext>
            </a:extLst>
          </p:cNvPr>
          <p:cNvSpPr txBox="1">
            <a:spLocks/>
          </p:cNvSpPr>
          <p:nvPr userDrawn="1"/>
        </p:nvSpPr>
        <p:spPr>
          <a:xfrm>
            <a:off x="581192" y="1147155"/>
            <a:ext cx="11029616" cy="469047"/>
          </a:xfrm>
          <a:prstGeom prst="rect">
            <a:avLst/>
          </a:prstGeom>
        </p:spPr>
        <p:txBody>
          <a:bodyPr/>
          <a:lstStyle>
            <a:lvl1pPr algn="ctr" defTabSz="457200" rtl="0" eaLnBrk="1" latinLnBrk="0" hangingPunct="1">
              <a:spcBef>
                <a:spcPct val="0"/>
              </a:spcBef>
              <a:buNone/>
              <a:defRPr sz="2800" b="0" kern="1200" cap="all" spc="750" baseline="0">
                <a:solidFill>
                  <a:schemeClr val="bg1"/>
                </a:solidFill>
                <a:latin typeface="Avenir Next LT Pro Light" panose="020B03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EDIT Titre court</a:t>
            </a:r>
          </a:p>
        </p:txBody>
      </p:sp>
      <p:pic>
        <p:nvPicPr>
          <p:cNvPr id="8" name="Immagine 7" descr="Immagine che contiene logo, Elementi grafici, Carattere, simbolo&#10;&#10;Descrizione generata automaticamente">
            <a:extLst>
              <a:ext uri="{FF2B5EF4-FFF2-40B4-BE49-F238E27FC236}">
                <a16:creationId xmlns:a16="http://schemas.microsoft.com/office/drawing/2014/main" id="{07E42FC6-F0AC-9D88-8A06-A5329C1076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4157686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urt bordeaux">
    <p:bg>
      <p:bgPr>
        <a:solidFill>
          <a:schemeClr val="bg1"/>
        </a:solidFill>
        <a:effectLst/>
      </p:bgPr>
    </p:bg>
    <p:spTree>
      <p:nvGrpSpPr>
        <p:cNvPr id="1" name=""/>
        <p:cNvGrpSpPr/>
        <p:nvPr/>
      </p:nvGrpSpPr>
      <p:grpSpPr>
        <a:xfrm>
          <a:off x="0" y="0"/>
          <a:ext cx="0" cy="0"/>
          <a:chOff x="0" y="0"/>
          <a:chExt cx="0" cy="0"/>
        </a:xfrm>
      </p:grpSpPr>
      <p:sp>
        <p:nvSpPr>
          <p:cNvPr id="7" name="Rectangle 6"/>
          <p:cNvSpPr>
            <a:spLocks noChangeAspect="1"/>
          </p:cNvSpPr>
          <p:nvPr userDrawn="1"/>
        </p:nvSpPr>
        <p:spPr>
          <a:xfrm>
            <a:off x="440286" y="614407"/>
            <a:ext cx="11309338" cy="1189298"/>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8">
            <a:extLst>
              <a:ext uri="{FF2B5EF4-FFF2-40B4-BE49-F238E27FC236}">
                <a16:creationId xmlns:a16="http://schemas.microsoft.com/office/drawing/2014/main" id="{0E4874BB-BBD8-4D3F-205D-55D3547EE09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0C5E39A9-D8C4-748C-EBD7-CDBC1B11FEE1}"/>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7404BA2C-2559-E4C7-51D9-9BE14C9E9B5D}"/>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Immagine 7" descr="Immagine che contiene logo, Elementi grafici, Carattere, simbolo&#10;&#10;Descrizione generata automaticamente">
            <a:extLst>
              <a:ext uri="{FF2B5EF4-FFF2-40B4-BE49-F238E27FC236}">
                <a16:creationId xmlns:a16="http://schemas.microsoft.com/office/drawing/2014/main" id="{478EA28B-D99E-A6E6-913C-3304EF2F82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952844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urt ble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73723"/>
            <a:ext cx="11029616" cy="842479"/>
          </a:xfrm>
          <a:prstGeom prst="rect">
            <a:avLst/>
          </a:prstGeom>
        </p:spPr>
        <p:txBody>
          <a:bodyPr/>
          <a:lstStyle>
            <a:lvl1pPr algn="ctr">
              <a:defRPr spc="750" baseline="0">
                <a:latin typeface="Avenir Next LT Pro Light" panose="020B0304020202020204" pitchFamily="34" charset="0"/>
              </a:defRPr>
            </a:lvl1pPr>
          </a:lstStyle>
          <a:p>
            <a:r>
              <a:rPr lang="en-US" dirty="0"/>
              <a:t>EDIT </a:t>
            </a:r>
            <a:r>
              <a:rPr lang="en-US" dirty="0" err="1"/>
              <a:t>Titre</a:t>
            </a:r>
            <a:r>
              <a:rPr lang="en-US" dirty="0"/>
              <a:t> court</a:t>
            </a:r>
          </a:p>
        </p:txBody>
      </p:sp>
      <p:sp>
        <p:nvSpPr>
          <p:cNvPr id="8" name="Rectangle 8">
            <a:extLst>
              <a:ext uri="{FF2B5EF4-FFF2-40B4-BE49-F238E27FC236}">
                <a16:creationId xmlns:a16="http://schemas.microsoft.com/office/drawing/2014/main" id="{A8B4D9FD-9F8F-B6A0-4826-72672EA6E26F}"/>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08D7FF0A-9E74-E8AF-7D0B-33CCE902EF1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3BE5BDF4-C58E-5E99-0F2C-4EF7F33CF975}"/>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E37479CF-B0F3-22CD-AA07-6978B6A917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8352073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re court ver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15109"/>
            <a:ext cx="11029616" cy="901094"/>
          </a:xfrm>
          <a:prstGeom prst="rect">
            <a:avLst/>
          </a:prstGeom>
        </p:spPr>
        <p:txBody>
          <a:bodyPr/>
          <a:lstStyle>
            <a:lvl1pPr algn="ctr">
              <a:defRPr spc="750" baseline="0">
                <a:latin typeface="Avenir Next LT Pro Light" panose="020B0304020202020204" pitchFamily="34" charset="0"/>
              </a:defRPr>
            </a:lvl1pPr>
          </a:lstStyle>
          <a:p>
            <a:r>
              <a:rPr lang="en-US" dirty="0"/>
              <a:t>EDIT </a:t>
            </a:r>
            <a:r>
              <a:rPr lang="en-US" dirty="0" err="1"/>
              <a:t>Titre</a:t>
            </a:r>
            <a:r>
              <a:rPr lang="en-US" dirty="0"/>
              <a:t> court</a:t>
            </a:r>
          </a:p>
        </p:txBody>
      </p:sp>
      <p:sp>
        <p:nvSpPr>
          <p:cNvPr id="8" name="Rectangle 8">
            <a:extLst>
              <a:ext uri="{FF2B5EF4-FFF2-40B4-BE49-F238E27FC236}">
                <a16:creationId xmlns:a16="http://schemas.microsoft.com/office/drawing/2014/main" id="{C2061C22-93FD-408A-723F-9D2B95D9195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875ECB46-256F-0DD2-9B8C-4407491E932A}"/>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F12EDE58-1CE1-D1E1-B2BE-DC9D3535AEC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E3288278-D9F5-5D2C-8E99-24E15B2A63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7848641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re court gri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62001"/>
            <a:ext cx="11029616" cy="854202"/>
          </a:xfrm>
          <a:prstGeom prst="rect">
            <a:avLst/>
          </a:prstGeom>
        </p:spPr>
        <p:txBody>
          <a:bodyPr/>
          <a:lstStyle>
            <a:lvl1pPr algn="ctr">
              <a:defRPr spc="750" baseline="0">
                <a:latin typeface="Avenir Next LT Pro Light" panose="020B0304020202020204" pitchFamily="34" charset="0"/>
              </a:defRPr>
            </a:lvl1pPr>
          </a:lstStyle>
          <a:p>
            <a:r>
              <a:rPr lang="en-US" dirty="0"/>
              <a:t>EDIT </a:t>
            </a:r>
            <a:r>
              <a:rPr lang="en-US" dirty="0" err="1"/>
              <a:t>Titre</a:t>
            </a:r>
            <a:r>
              <a:rPr lang="en-US" dirty="0"/>
              <a:t> court</a:t>
            </a:r>
          </a:p>
        </p:txBody>
      </p:sp>
      <p:sp>
        <p:nvSpPr>
          <p:cNvPr id="8" name="Rectangle 8">
            <a:extLst>
              <a:ext uri="{FF2B5EF4-FFF2-40B4-BE49-F238E27FC236}">
                <a16:creationId xmlns:a16="http://schemas.microsoft.com/office/drawing/2014/main" id="{90DEA308-96F1-0311-1B6B-454EDC611B3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3238A82F-900A-4E33-7B7A-65B1F4B3C0D8}"/>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88D5DB1A-A340-507C-FB05-8FF94CD2FF69}"/>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BABF1125-461F-8602-E48C-7684A2E55D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795706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long viole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CE479C5-A60C-21E6-2D0C-339B394A2659}"/>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04E40109-1EB7-2658-44A8-B773C6000F33}"/>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234A7663-EFC0-D95F-C518-5E2292C780B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D9E26E1-6921-86EA-FF4A-9F6F2C0EE7DA}"/>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4D69A594-E99D-B37F-A9ED-91B1F55057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2704411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long bordeaux">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11E4C511-1E82-CE71-54ED-1E9E6D7F2ED1}"/>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DDACB3A9-F8D4-E3A4-B49A-CD73B6F58D37}"/>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1773050E-4B3C-8443-BA01-4E3632A3E855}"/>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5FB5519-6B4E-34C4-1B0D-04F5956B554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C6B95440-A2DD-ECE6-2AEF-3E5DCE5E9A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844736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long ble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C827A3EE-2388-7266-8754-7C55DF778E0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B2B1B0BB-42FE-E437-F236-795D0A942DA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3D580A49-2564-3C95-6191-97EDCEE6F99D}"/>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766650CE-9965-B52B-12FF-7FD990287C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663525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re long ver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F285A6F7-9209-C194-DB75-F8A5AD3EE341}"/>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DEB6C767-03EA-0BAD-1663-EB510FC22801}"/>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C5FDCAF6-56CA-7BED-7D51-ACB088E9858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340EF7D8-1D52-4F23-049C-84EBDE9096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581242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re long orange">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rgbClr val="E87706"/>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957B8456-9959-E669-1EEF-6F3B11CBDC4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5686B5ED-2A3A-39BB-A570-E9BD3966E635}"/>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9AA8FF3-AC44-18E7-D7CA-0EA40CCD933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330C885F-14EC-65F6-3098-B3B5D253C7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973638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re long blanc">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solidFill>
                  <a:schemeClr val="tx1"/>
                </a:solidFill>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22758D99-F590-AA24-A21F-F07CD11F195D}"/>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CA650F4F-7632-F9BD-16B3-82126F67331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8B96639D-81CB-C2E7-5DA1-F42DACF8C9B5}"/>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A6485358-BAD5-1717-395C-35E3816543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885737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re long gri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49696EC3-D8AC-2AB1-EB47-987E5505DC0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ADE15938-67AA-2872-50FC-6C32A7945A04}"/>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B84BC818-9579-BC31-F046-FA2BA1F6E930}"/>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2AF9C54E-B1D1-BFA5-6E80-55A4DED9D4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040314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41EE212-5F92-A0AE-E1C8-521EE819543A}"/>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a:t>Click to edit Master title style</a:t>
            </a:r>
          </a:p>
        </p:txBody>
      </p:sp>
      <p:sp>
        <p:nvSpPr>
          <p:cNvPr id="10" name="Rectangle 8">
            <a:extLst>
              <a:ext uri="{FF2B5EF4-FFF2-40B4-BE49-F238E27FC236}">
                <a16:creationId xmlns:a16="http://schemas.microsoft.com/office/drawing/2014/main" id="{5114A44C-D5E3-42D0-EEC3-3BB3053D3CB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9">
            <a:extLst>
              <a:ext uri="{FF2B5EF4-FFF2-40B4-BE49-F238E27FC236}">
                <a16:creationId xmlns:a16="http://schemas.microsoft.com/office/drawing/2014/main" id="{D35F0E2D-E930-88B4-BB61-C543FFEB1BA0}"/>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0">
            <a:extLst>
              <a:ext uri="{FF2B5EF4-FFF2-40B4-BE49-F238E27FC236}">
                <a16:creationId xmlns:a16="http://schemas.microsoft.com/office/drawing/2014/main" id="{F6ED1406-541C-F475-6CC7-E219FEB4BD4E}"/>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5" name="Immagine 4" descr="Immagine che contiene logo, Elementi grafici, Carattere, simbolo&#10;&#10;Descrizione generata automaticamente">
            <a:extLst>
              <a:ext uri="{FF2B5EF4-FFF2-40B4-BE49-F238E27FC236}">
                <a16:creationId xmlns:a16="http://schemas.microsoft.com/office/drawing/2014/main" id="{B4C87589-0C5B-1303-5FCF-F5BEBE493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618691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latin typeface="Avenir Next LT Pro Light" panose="020B03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lvl1pPr>
              <a:defRPr>
                <a:latin typeface="Avenir Next LT Pro Light" panose="020B0304020202020204" pitchFamily="34" charset="0"/>
              </a:defRPr>
            </a:lvl1pPr>
            <a:lvl2pPr>
              <a:defRPr>
                <a:latin typeface="Avenir Next LT Pro Light" panose="020B0304020202020204" pitchFamily="34" charset="0"/>
              </a:defRPr>
            </a:lvl2pPr>
            <a:lvl3pPr>
              <a:defRPr>
                <a:latin typeface="Avenir Next LT Pro Light" panose="020B0304020202020204" pitchFamily="34" charset="0"/>
              </a:defRPr>
            </a:lvl3pPr>
            <a:lvl4pPr>
              <a:defRPr>
                <a:latin typeface="Avenir Next LT Pro Light" panose="020B0304020202020204" pitchFamily="34" charset="0"/>
              </a:defRPr>
            </a:lvl4pPr>
            <a:lvl5pPr>
              <a:defRPr>
                <a:latin typeface="Avenir Next LT Pro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latin typeface="Avenir Next LT Pro Light" panose="020B03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lvl1pPr>
              <a:defRPr>
                <a:latin typeface="Avenir Next LT Pro Light" panose="020B0304020202020204" pitchFamily="34" charset="0"/>
              </a:defRPr>
            </a:lvl1pPr>
            <a:lvl2pPr>
              <a:defRPr>
                <a:latin typeface="Avenir Next LT Pro Light" panose="020B0304020202020204" pitchFamily="34" charset="0"/>
              </a:defRPr>
            </a:lvl2pPr>
            <a:lvl3pPr>
              <a:defRPr>
                <a:latin typeface="Avenir Next LT Pro Light" panose="020B0304020202020204" pitchFamily="34" charset="0"/>
              </a:defRPr>
            </a:lvl3pPr>
            <a:lvl4pPr>
              <a:defRPr>
                <a:latin typeface="Avenir Next LT Pro Light" panose="020B0304020202020204" pitchFamily="34" charset="0"/>
              </a:defRPr>
            </a:lvl4pPr>
            <a:lvl5pPr>
              <a:defRPr>
                <a:latin typeface="Avenir Next LT Pro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D76612BB-D5BD-E5EA-67B4-CC41703DAB40}"/>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a:t>Click to edit Master title style</a:t>
            </a:r>
          </a:p>
        </p:txBody>
      </p:sp>
      <p:sp>
        <p:nvSpPr>
          <p:cNvPr id="12" name="Rectangle 8">
            <a:extLst>
              <a:ext uri="{FF2B5EF4-FFF2-40B4-BE49-F238E27FC236}">
                <a16:creationId xmlns:a16="http://schemas.microsoft.com/office/drawing/2014/main" id="{A59F4DE8-8CCE-E531-2B12-0D89B668355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9">
            <a:extLst>
              <a:ext uri="{FF2B5EF4-FFF2-40B4-BE49-F238E27FC236}">
                <a16:creationId xmlns:a16="http://schemas.microsoft.com/office/drawing/2014/main" id="{7734DEA0-CC0D-C7E3-4190-7A57C160D89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0">
            <a:extLst>
              <a:ext uri="{FF2B5EF4-FFF2-40B4-BE49-F238E27FC236}">
                <a16:creationId xmlns:a16="http://schemas.microsoft.com/office/drawing/2014/main" id="{BF1F22BC-F715-336F-1457-84F5D111F3BC}"/>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F0B2FB6D-8642-CECA-4ECD-99B00F6ED5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568292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itle 1">
            <a:extLst>
              <a:ext uri="{FF2B5EF4-FFF2-40B4-BE49-F238E27FC236}">
                <a16:creationId xmlns:a16="http://schemas.microsoft.com/office/drawing/2014/main" id="{A9416B56-F0DE-A802-5693-A1DBCF514625}"/>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dirty="0"/>
              <a:t>Click to edit Master title style</a:t>
            </a:r>
          </a:p>
        </p:txBody>
      </p:sp>
      <p:sp>
        <p:nvSpPr>
          <p:cNvPr id="8" name="Rectangle 8">
            <a:extLst>
              <a:ext uri="{FF2B5EF4-FFF2-40B4-BE49-F238E27FC236}">
                <a16:creationId xmlns:a16="http://schemas.microsoft.com/office/drawing/2014/main" id="{160685EE-D8FF-6E64-3465-7A1B20D8C8C6}"/>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D7F00FA9-84C2-FDAA-CA9F-F9CD8DADA9E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0797B3AC-16E8-08D1-6B4A-8D6E8D929B6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4558C855-F4C8-B353-B429-A7F12D4388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247231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605951" y="5956137"/>
            <a:ext cx="2844799" cy="365125"/>
          </a:xfrm>
          <a:prstGeom prst="rect">
            <a:avLst/>
          </a:prstGeom>
        </p:spPr>
        <p:txBody>
          <a:bodyPr/>
          <a:lstStyle>
            <a:lvl1pPr>
              <a:defRPr>
                <a:solidFill>
                  <a:schemeClr val="accent1">
                    <a:lumMod val="75000"/>
                    <a:lumOff val="25000"/>
                  </a:schemeClr>
                </a:solidFill>
              </a:defRPr>
            </a:lvl1pPr>
          </a:lstStyle>
          <a:p>
            <a:fld id="{B61BEF0D-F0BB-DE4B-95CE-6DB70DBA9567}" type="datetimeFigureOut">
              <a:rPr lang="en-US" dirty="0"/>
              <a:pPr/>
              <a:t>6/3/2025</a:t>
            </a:fld>
            <a:endParaRPr lang="en-US"/>
          </a:p>
        </p:txBody>
      </p:sp>
      <p:sp>
        <p:nvSpPr>
          <p:cNvPr id="6" name="Footer Placeholder 5"/>
          <p:cNvSpPr>
            <a:spLocks noGrp="1"/>
          </p:cNvSpPr>
          <p:nvPr>
            <p:ph type="ftr" sz="quarter" idx="11"/>
          </p:nvPr>
        </p:nvSpPr>
        <p:spPr>
          <a:xfrm>
            <a:off x="581192" y="5951811"/>
            <a:ext cx="6917210" cy="365125"/>
          </a:xfrm>
          <a:prstGeom prst="rect">
            <a:avLst/>
          </a:prstGeom>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a:xfrm>
            <a:off x="10558300" y="5956137"/>
            <a:ext cx="1052510" cy="365125"/>
          </a:xfrm>
          <a:prstGeom prst="rect">
            <a:avLst/>
          </a:prstGeom>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a:p>
        </p:txBody>
      </p:sp>
      <p:pic>
        <p:nvPicPr>
          <p:cNvPr id="10" name="Image 246" descr="Une image contenant texte, clipart&#10;&#10;Description générée automatiquement">
            <a:extLst>
              <a:ext uri="{FF2B5EF4-FFF2-40B4-BE49-F238E27FC236}">
                <a16:creationId xmlns:a16="http://schemas.microsoft.com/office/drawing/2014/main" id="{5823EAB7-14C6-4D84-B784-92DE34C2D090}"/>
              </a:ext>
            </a:extLst>
          </p:cNvPr>
          <p:cNvPicPr>
            <a:picLocks noChangeAspect="1"/>
          </p:cNvPicPr>
          <p:nvPr userDrawn="1"/>
        </p:nvPicPr>
        <p:blipFill rotWithShape="1">
          <a:blip r:embed="rId2"/>
          <a:srcRect l="3900" r="4178" b="-899"/>
          <a:stretch/>
        </p:blipFill>
        <p:spPr>
          <a:xfrm>
            <a:off x="10563414" y="6145133"/>
            <a:ext cx="1373116" cy="617815"/>
          </a:xfrm>
          <a:prstGeom prst="rect">
            <a:avLst/>
          </a:prstGeom>
          <a:ln>
            <a:noFill/>
          </a:ln>
          <a:effectLst/>
        </p:spPr>
      </p:pic>
      <p:sp>
        <p:nvSpPr>
          <p:cNvPr id="14" name="Rectangle 8">
            <a:extLst>
              <a:ext uri="{FF2B5EF4-FFF2-40B4-BE49-F238E27FC236}">
                <a16:creationId xmlns:a16="http://schemas.microsoft.com/office/drawing/2014/main" id="{48B2BB74-CFB8-8CA9-02C8-C917F4D0AF9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C4CA8950-3657-9117-8710-0499A2E7B0EA}"/>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0EFCE4B5-63A4-B69E-8A09-213162ACB98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103379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8" name="Image 246" descr="Une image contenant texte, clipart&#10;&#10;Description générée automatiquement">
            <a:extLst>
              <a:ext uri="{FF2B5EF4-FFF2-40B4-BE49-F238E27FC236}">
                <a16:creationId xmlns:a16="http://schemas.microsoft.com/office/drawing/2014/main" id="{E9D2774E-EE70-4438-927E-92AC7602BAB3}"/>
              </a:ext>
            </a:extLst>
          </p:cNvPr>
          <p:cNvPicPr>
            <a:picLocks noChangeAspect="1"/>
          </p:cNvPicPr>
          <p:nvPr userDrawn="1"/>
        </p:nvPicPr>
        <p:blipFill rotWithShape="1">
          <a:blip r:embed="rId2"/>
          <a:srcRect l="3900" r="4178" b="-899"/>
          <a:stretch/>
        </p:blipFill>
        <p:spPr>
          <a:xfrm>
            <a:off x="10563414" y="6145133"/>
            <a:ext cx="1373116" cy="617815"/>
          </a:xfrm>
          <a:prstGeom prst="rect">
            <a:avLst/>
          </a:prstGeom>
          <a:ln>
            <a:noFill/>
          </a:ln>
          <a:effectLst/>
        </p:spPr>
      </p:pic>
    </p:spTree>
    <p:extLst>
      <p:ext uri="{BB962C8B-B14F-4D97-AF65-F5344CB8AC3E}">
        <p14:creationId xmlns:p14="http://schemas.microsoft.com/office/powerpoint/2010/main" val="11935294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E9CBB-FACB-47FD-B993-887944B72BB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068065A3-CD36-4164-9DDB-3E263947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EC552175-BAFE-4F92-B696-0F83C414594D}"/>
              </a:ext>
            </a:extLst>
          </p:cNvPr>
          <p:cNvSpPr>
            <a:spLocks noGrp="1"/>
          </p:cNvSpPr>
          <p:nvPr>
            <p:ph type="dt" sz="half" idx="10"/>
          </p:nvPr>
        </p:nvSpPr>
        <p:spPr/>
        <p:txBody>
          <a:bodyPr/>
          <a:lstStyle/>
          <a:p>
            <a:fld id="{8BF863FB-1D05-453E-A071-E19A74A57CD6}" type="datetimeFigureOut">
              <a:rPr lang="en-US" smtClean="0"/>
              <a:t>6/3/2025</a:t>
            </a:fld>
            <a:endParaRPr lang="en-US"/>
          </a:p>
        </p:txBody>
      </p:sp>
      <p:sp>
        <p:nvSpPr>
          <p:cNvPr id="5" name="Espace réservé du pied de page 4">
            <a:extLst>
              <a:ext uri="{FF2B5EF4-FFF2-40B4-BE49-F238E27FC236}">
                <a16:creationId xmlns:a16="http://schemas.microsoft.com/office/drawing/2014/main" id="{7F852C2C-69DA-4AC7-A36A-DDAE533143AE}"/>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A4E8798-FB35-4792-8C3C-333152B902EF}"/>
              </a:ext>
            </a:extLst>
          </p:cNvPr>
          <p:cNvSpPr>
            <a:spLocks noGrp="1"/>
          </p:cNvSpPr>
          <p:nvPr>
            <p:ph type="sldNum" sz="quarter" idx="12"/>
          </p:nvPr>
        </p:nvSpPr>
        <p:spPr/>
        <p:txBody>
          <a:bodyPr/>
          <a:lstStyle/>
          <a:p>
            <a:fld id="{CC42924E-A6FE-49E9-BB6D-453D1C29ED4B}" type="slidenum">
              <a:rPr lang="en-US" smtClean="0"/>
              <a:t>‹N›</a:t>
            </a:fld>
            <a:endParaRPr lang="en-US"/>
          </a:p>
        </p:txBody>
      </p:sp>
    </p:spTree>
    <p:extLst>
      <p:ext uri="{BB962C8B-B14F-4D97-AF65-F5344CB8AC3E}">
        <p14:creationId xmlns:p14="http://schemas.microsoft.com/office/powerpoint/2010/main" val="33793274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099012-955C-4B60-8751-37EFA6474D2B}"/>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059008CA-BF35-4E5B-B0B4-FD92B5C0B5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A39AE10-AE85-4D2F-A369-4FDCF70B49F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0BDD706E-F062-4496-81A4-EA3DAE6055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D2302C-5B3E-4747-9F78-F90268DCB68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81C3D165-71FD-47F8-AE2C-B3B2785D5D06}"/>
              </a:ext>
            </a:extLst>
          </p:cNvPr>
          <p:cNvSpPr>
            <a:spLocks noGrp="1"/>
          </p:cNvSpPr>
          <p:nvPr>
            <p:ph type="dt" sz="half" idx="10"/>
          </p:nvPr>
        </p:nvSpPr>
        <p:spPr/>
        <p:txBody>
          <a:bodyPr/>
          <a:lstStyle/>
          <a:p>
            <a:fld id="{8BF863FB-1D05-453E-A071-E19A74A57CD6}" type="datetimeFigureOut">
              <a:rPr lang="en-US" smtClean="0"/>
              <a:t>6/3/2025</a:t>
            </a:fld>
            <a:endParaRPr lang="en-US"/>
          </a:p>
        </p:txBody>
      </p:sp>
      <p:sp>
        <p:nvSpPr>
          <p:cNvPr id="8" name="Espace réservé du pied de page 7">
            <a:extLst>
              <a:ext uri="{FF2B5EF4-FFF2-40B4-BE49-F238E27FC236}">
                <a16:creationId xmlns:a16="http://schemas.microsoft.com/office/drawing/2014/main" id="{AF1EC934-A1AE-4553-91BC-4D95CAF70A19}"/>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A9020A61-0790-4D9D-A932-CA37599106B0}"/>
              </a:ext>
            </a:extLst>
          </p:cNvPr>
          <p:cNvSpPr>
            <a:spLocks noGrp="1"/>
          </p:cNvSpPr>
          <p:nvPr>
            <p:ph type="sldNum" sz="quarter" idx="12"/>
          </p:nvPr>
        </p:nvSpPr>
        <p:spPr/>
        <p:txBody>
          <a:bodyPr/>
          <a:lstStyle/>
          <a:p>
            <a:fld id="{CC42924E-A6FE-49E9-BB6D-453D1C29ED4B}" type="slidenum">
              <a:rPr lang="en-US" smtClean="0"/>
              <a:t>‹N›</a:t>
            </a:fld>
            <a:endParaRPr lang="en-US"/>
          </a:p>
        </p:txBody>
      </p:sp>
      <p:sp>
        <p:nvSpPr>
          <p:cNvPr id="14" name="Rectangle 8">
            <a:extLst>
              <a:ext uri="{FF2B5EF4-FFF2-40B4-BE49-F238E27FC236}">
                <a16:creationId xmlns:a16="http://schemas.microsoft.com/office/drawing/2014/main" id="{FDC73403-C5B2-D358-171A-360A7B4099FD}"/>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4E8EA7D4-B815-B164-60C5-9A90FDA946A9}"/>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34AFF1CA-7948-EAFF-10F5-4D8366B38BDA}"/>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 name="Immagine 9" descr="Immagine che contiene logo, Elementi grafici, Carattere, simbolo&#10;&#10;Descrizione generata automaticamente">
            <a:extLst>
              <a:ext uri="{FF2B5EF4-FFF2-40B4-BE49-F238E27FC236}">
                <a16:creationId xmlns:a16="http://schemas.microsoft.com/office/drawing/2014/main" id="{C7D33A5B-F88D-6E37-069F-A0D42D0716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4874562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741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a:t>
            </a:r>
          </a:p>
          <a:p>
            <a:pPr lvl="7"/>
            <a:r>
              <a:rPr lang="en-US"/>
              <a:t>Eight</a:t>
            </a:r>
          </a:p>
          <a:p>
            <a:pPr lvl="8"/>
            <a:r>
              <a:rPr lang="en-US"/>
              <a:t>nine</a:t>
            </a: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pic>
        <p:nvPicPr>
          <p:cNvPr id="1026" name="Picture 2" descr="Comment fonctionnent les licences Creative Commons">
            <a:extLst>
              <a:ext uri="{FF2B5EF4-FFF2-40B4-BE49-F238E27FC236}">
                <a16:creationId xmlns:a16="http://schemas.microsoft.com/office/drawing/2014/main" id="{4AE398FC-05E9-A00A-E60D-254764A3DEC3}"/>
              </a:ext>
            </a:extLst>
          </p:cNvPr>
          <p:cNvPicPr>
            <a:picLocks noChangeAspect="1" noChangeArrowheads="1"/>
          </p:cNvPicPr>
          <p:nvPr userDrawn="1"/>
        </p:nvPicPr>
        <p:blipFill rotWithShape="1">
          <a:blip r:embed="rId27">
            <a:extLst>
              <a:ext uri="{28A0092B-C50C-407E-A947-70E740481C1C}">
                <a14:useLocalDpi xmlns:a14="http://schemas.microsoft.com/office/drawing/2010/main" val="0"/>
              </a:ext>
            </a:extLst>
          </a:blip>
          <a:srcRect l="4988" t="31563" r="5839" b="31359"/>
          <a:stretch/>
        </p:blipFill>
        <p:spPr bwMode="auto">
          <a:xfrm>
            <a:off x="11261558" y="68299"/>
            <a:ext cx="867085" cy="360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41633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84" r:id="rId15"/>
    <p:sldLayoutId id="2147483685" r:id="rId16"/>
    <p:sldLayoutId id="2147483676" r:id="rId17"/>
    <p:sldLayoutId id="2147483677" r:id="rId18"/>
    <p:sldLayoutId id="2147483678" r:id="rId19"/>
    <p:sldLayoutId id="2147483679" r:id="rId20"/>
    <p:sldLayoutId id="2147483680" r:id="rId21"/>
    <p:sldLayoutId id="2147483681" r:id="rId22"/>
    <p:sldLayoutId id="2147483686" r:id="rId23"/>
    <p:sldLayoutId id="2147483687" r:id="rId24"/>
    <p:sldLayoutId id="2147483689" r:id="rId25"/>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3.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image" Target="../media/image1.jpeg"/><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5.xml"/><Relationship Id="rId6" Type="http://schemas.openxmlformats.org/officeDocument/2006/relationships/image" Target="../media/image1.jpeg"/><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image" Target="../media/image1.jpeg"/><Relationship Id="rId5" Type="http://schemas.openxmlformats.org/officeDocument/2006/relationships/image" Target="../media/image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image" Target="../media/image1.jpeg"/><Relationship Id="rId5" Type="http://schemas.openxmlformats.org/officeDocument/2006/relationships/image" Target="../media/image2.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image" Target="../media/image1.jpeg"/><Relationship Id="rId5" Type="http://schemas.openxmlformats.org/officeDocument/2006/relationships/image" Target="../media/image2.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re 1">
            <a:extLst>
              <a:ext uri="{FF2B5EF4-FFF2-40B4-BE49-F238E27FC236}">
                <a16:creationId xmlns:a16="http://schemas.microsoft.com/office/drawing/2014/main" id="{4E720B81-7367-463A-BEA5-5080DC093B9C}"/>
              </a:ext>
            </a:extLst>
          </p:cNvPr>
          <p:cNvSpPr txBox="1">
            <a:spLocks/>
          </p:cNvSpPr>
          <p:nvPr/>
        </p:nvSpPr>
        <p:spPr>
          <a:xfrm>
            <a:off x="525334" y="1433887"/>
            <a:ext cx="5282821" cy="25301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b="1" i="1" noProof="0" dirty="0">
                <a:solidFill>
                  <a:schemeClr val="accent3"/>
                </a:solidFill>
              </a:rPr>
              <a:t>Brise-4-glaces</a:t>
            </a:r>
            <a:endParaRPr lang="fr-FR" b="1" i="1" noProof="0" dirty="0">
              <a:solidFill>
                <a:srgbClr val="605469"/>
              </a:solidFill>
            </a:endParaRPr>
          </a:p>
        </p:txBody>
      </p:sp>
      <p:sp>
        <p:nvSpPr>
          <p:cNvPr id="27" name="Titre 1">
            <a:extLst>
              <a:ext uri="{FF2B5EF4-FFF2-40B4-BE49-F238E27FC236}">
                <a16:creationId xmlns:a16="http://schemas.microsoft.com/office/drawing/2014/main" id="{7B7DD5ED-A143-4FE8-9627-B98AB824079B}"/>
              </a:ext>
            </a:extLst>
          </p:cNvPr>
          <p:cNvSpPr txBox="1">
            <a:spLocks/>
          </p:cNvSpPr>
          <p:nvPr/>
        </p:nvSpPr>
        <p:spPr>
          <a:xfrm>
            <a:off x="479239" y="4933624"/>
            <a:ext cx="5440734" cy="1486852"/>
          </a:xfrm>
          <a:prstGeom prst="rect">
            <a:avLst/>
          </a:prstGeom>
        </p:spPr>
        <p:txBody>
          <a:bodyPr vert="horz" lIns="91440" tIns="45720" rIns="91440" bIns="45720" rtlCol="0" anchor="ctr">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4000" i="1" noProof="0" dirty="0">
                <a:solidFill>
                  <a:srgbClr val="000000"/>
                </a:solidFill>
              </a:rPr>
              <a:t>Se connaître plus profondément à chaque question</a:t>
            </a:r>
          </a:p>
        </p:txBody>
      </p:sp>
      <p:pic>
        <p:nvPicPr>
          <p:cNvPr id="2" name="Immagine 1" descr="Immagine che contiene logo, Elementi grafici, Carattere, simbolo&#10;&#10;Descrizione generata automaticamente">
            <a:extLst>
              <a:ext uri="{FF2B5EF4-FFF2-40B4-BE49-F238E27FC236}">
                <a16:creationId xmlns:a16="http://schemas.microsoft.com/office/drawing/2014/main" id="{8ED70C7B-B756-9758-7F00-54C8942CB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1405" y="4379865"/>
            <a:ext cx="1866749" cy="632153"/>
          </a:xfrm>
          <a:prstGeom prst="rect">
            <a:avLst/>
          </a:prstGeom>
        </p:spPr>
      </p:pic>
      <p:grpSp>
        <p:nvGrpSpPr>
          <p:cNvPr id="14" name="Gruppo 13">
            <a:extLst>
              <a:ext uri="{FF2B5EF4-FFF2-40B4-BE49-F238E27FC236}">
                <a16:creationId xmlns:a16="http://schemas.microsoft.com/office/drawing/2014/main" id="{E41E23E2-CA87-C6EC-B920-199CB85FD71E}"/>
              </a:ext>
            </a:extLst>
          </p:cNvPr>
          <p:cNvGrpSpPr/>
          <p:nvPr/>
        </p:nvGrpSpPr>
        <p:grpSpPr>
          <a:xfrm rot="20829787">
            <a:off x="7287377" y="625701"/>
            <a:ext cx="2548800" cy="3417921"/>
            <a:chOff x="7287377" y="625701"/>
            <a:chExt cx="2548800" cy="3417921"/>
          </a:xfrm>
        </p:grpSpPr>
        <p:sp>
          <p:nvSpPr>
            <p:cNvPr id="9" name="Espace réservé du contenu 6">
              <a:extLst>
                <a:ext uri="{FF2B5EF4-FFF2-40B4-BE49-F238E27FC236}">
                  <a16:creationId xmlns:a16="http://schemas.microsoft.com/office/drawing/2014/main" id="{41D3DE94-D0C6-1E64-ECD1-7799A149A6F0}"/>
                </a:ext>
              </a:extLst>
            </p:cNvPr>
            <p:cNvSpPr txBox="1">
              <a:spLocks/>
            </p:cNvSpPr>
            <p:nvPr/>
          </p:nvSpPr>
          <p:spPr>
            <a:xfrm>
              <a:off x="7287377" y="62570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Emploi et organisation</a:t>
              </a:r>
              <a:endParaRPr lang="fr-FR" sz="1100" b="1" noProof="0" dirty="0">
                <a:solidFill>
                  <a:schemeClr val="bg1"/>
                </a:solidFill>
              </a:endParaRPr>
            </a:p>
          </p:txBody>
        </p:sp>
        <p:sp>
          <p:nvSpPr>
            <p:cNvPr id="10" name="Espace réservé du contenu 6">
              <a:extLst>
                <a:ext uri="{FF2B5EF4-FFF2-40B4-BE49-F238E27FC236}">
                  <a16:creationId xmlns:a16="http://schemas.microsoft.com/office/drawing/2014/main" id="{DBCDCC4D-2269-815E-3A67-36E23F057653}"/>
                </a:ext>
              </a:extLst>
            </p:cNvPr>
            <p:cNvSpPr txBox="1">
              <a:spLocks/>
            </p:cNvSpPr>
            <p:nvPr/>
          </p:nvSpPr>
          <p:spPr>
            <a:xfrm>
              <a:off x="7487447" y="7700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fr-FR" sz="1200" b="1" i="1" noProof="0" dirty="0">
                  <a:solidFill>
                    <a:schemeClr val="accent1"/>
                  </a:solidFill>
                </a:rPr>
                <a:t>Quel est votre rôle dans l’entreprise ?
Qu’est-ce qui vous plaît le plus dans votre travail ?
Quel est votre plus grand défi au travail ?
Quelle est la chose que vous changeriez dans votre organisation ?</a:t>
              </a:r>
            </a:p>
          </p:txBody>
        </p:sp>
        <p:pic>
          <p:nvPicPr>
            <p:cNvPr id="11" name="Image 2">
              <a:extLst>
                <a:ext uri="{FF2B5EF4-FFF2-40B4-BE49-F238E27FC236}">
                  <a16:creationId xmlns:a16="http://schemas.microsoft.com/office/drawing/2014/main" id="{1A031F32-D08C-8AAC-7FBA-4632C0EF5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2290" y="3315746"/>
              <a:ext cx="230858" cy="223162"/>
            </a:xfrm>
            <a:prstGeom prst="rect">
              <a:avLst/>
            </a:prstGeom>
          </p:spPr>
        </p:pic>
        <p:sp>
          <p:nvSpPr>
            <p:cNvPr id="13" name="CasellaDiTesto 12">
              <a:extLst>
                <a:ext uri="{FF2B5EF4-FFF2-40B4-BE49-F238E27FC236}">
                  <a16:creationId xmlns:a16="http://schemas.microsoft.com/office/drawing/2014/main" id="{84985711-F06C-5048-28C1-FAB02FC39271}"/>
                </a:ext>
              </a:extLst>
            </p:cNvPr>
            <p:cNvSpPr txBox="1"/>
            <p:nvPr/>
          </p:nvSpPr>
          <p:spPr>
            <a:xfrm>
              <a:off x="7456257" y="3218369"/>
              <a:ext cx="175289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grpSp>
      <p:grpSp>
        <p:nvGrpSpPr>
          <p:cNvPr id="20" name="Gruppo 19">
            <a:extLst>
              <a:ext uri="{FF2B5EF4-FFF2-40B4-BE49-F238E27FC236}">
                <a16:creationId xmlns:a16="http://schemas.microsoft.com/office/drawing/2014/main" id="{B14F0486-FF2B-88B3-BE8D-56C6240E4932}"/>
              </a:ext>
            </a:extLst>
          </p:cNvPr>
          <p:cNvGrpSpPr/>
          <p:nvPr/>
        </p:nvGrpSpPr>
        <p:grpSpPr>
          <a:xfrm>
            <a:off x="8679785" y="770080"/>
            <a:ext cx="2548800" cy="3417921"/>
            <a:chOff x="8688218" y="0"/>
            <a:chExt cx="2548800" cy="3417921"/>
          </a:xfrm>
        </p:grpSpPr>
        <p:sp>
          <p:nvSpPr>
            <p:cNvPr id="15" name="Espace réservé du contenu 6">
              <a:extLst>
                <a:ext uri="{FF2B5EF4-FFF2-40B4-BE49-F238E27FC236}">
                  <a16:creationId xmlns:a16="http://schemas.microsoft.com/office/drawing/2014/main" id="{464E54ED-4253-D57C-07D0-D903C7281ECD}"/>
                </a:ext>
              </a:extLst>
            </p:cNvPr>
            <p:cNvSpPr txBox="1">
              <a:spLocks/>
            </p:cNvSpPr>
            <p:nvPr/>
          </p:nvSpPr>
          <p:spPr>
            <a:xfrm>
              <a:off x="8688218"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Nouvelles connexions</a:t>
              </a:r>
              <a:endParaRPr lang="fr-FR" sz="1100" b="1" noProof="0" dirty="0">
                <a:solidFill>
                  <a:schemeClr val="bg1"/>
                </a:solidFill>
              </a:endParaRPr>
            </a:p>
          </p:txBody>
        </p:sp>
        <p:sp>
          <p:nvSpPr>
            <p:cNvPr id="16" name="Espace réservé du contenu 6">
              <a:extLst>
                <a:ext uri="{FF2B5EF4-FFF2-40B4-BE49-F238E27FC236}">
                  <a16:creationId xmlns:a16="http://schemas.microsoft.com/office/drawing/2014/main" id="{2E11BCB9-C9FB-47CE-4CC6-D8CD1B59C817}"/>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fontScale="92500" lnSpcReduction="20000"/>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noProof="0" dirty="0"/>
                <a:t>Quelle est la conversation la plus intéressante que vous ayez eue jusqu’à présent aujourd’hui ?
Quelle est la personne la plus intéressante que vous ayez rencontrée aujourd’hui ?
Avec qui aimeriez-vous vous connecter ici ?
Comment allez-vous vous connecter plus tard avec les personnes que vous rencontrerez ?</a:t>
              </a:r>
            </a:p>
          </p:txBody>
        </p:sp>
        <p:pic>
          <p:nvPicPr>
            <p:cNvPr id="17" name="Image 2">
              <a:extLst>
                <a:ext uri="{FF2B5EF4-FFF2-40B4-BE49-F238E27FC236}">
                  <a16:creationId xmlns:a16="http://schemas.microsoft.com/office/drawing/2014/main" id="{C232A40D-8F5B-A2FF-3956-D34938BEE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sp>
          <p:nvSpPr>
            <p:cNvPr id="18" name="CasellaDiTesto 17">
              <a:extLst>
                <a:ext uri="{FF2B5EF4-FFF2-40B4-BE49-F238E27FC236}">
                  <a16:creationId xmlns:a16="http://schemas.microsoft.com/office/drawing/2014/main" id="{7D99B1AC-A321-B7E9-4E74-56D1E2C60365}"/>
                </a:ext>
              </a:extLst>
            </p:cNvPr>
            <p:cNvSpPr txBox="1"/>
            <p:nvPr/>
          </p:nvSpPr>
          <p:spPr>
            <a:xfrm>
              <a:off x="8905993" y="2613542"/>
              <a:ext cx="1794072"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grpSp>
      <p:pic>
        <p:nvPicPr>
          <p:cNvPr id="3" name="Image 2">
            <a:extLst>
              <a:ext uri="{FF2B5EF4-FFF2-40B4-BE49-F238E27FC236}">
                <a16:creationId xmlns:a16="http://schemas.microsoft.com/office/drawing/2014/main" id="{DFE4EE9F-5188-E716-4DEE-3B8741B31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7042" y="4484147"/>
            <a:ext cx="1613948" cy="1560145"/>
          </a:xfrm>
          <a:prstGeom prst="rect">
            <a:avLst/>
          </a:prstGeom>
        </p:spPr>
      </p:pic>
      <p:pic>
        <p:nvPicPr>
          <p:cNvPr id="4" name="Picture 2" descr="Comment fonctionnent les licences Creative Commons">
            <a:extLst>
              <a:ext uri="{FF2B5EF4-FFF2-40B4-BE49-F238E27FC236}">
                <a16:creationId xmlns:a16="http://schemas.microsoft.com/office/drawing/2014/main" id="{F4E6BBA6-0B4E-2AA8-77CF-DFBA5B06BD2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88" t="31563" r="5839" b="31359"/>
          <a:stretch/>
        </p:blipFill>
        <p:spPr bwMode="auto">
          <a:xfrm>
            <a:off x="6798700" y="5177989"/>
            <a:ext cx="2526578" cy="1050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F50BCF-F490-42C3-84D7-68B191DDCB9C}"/>
              </a:ext>
            </a:extLst>
          </p:cNvPr>
          <p:cNvSpPr>
            <a:spLocks noGrp="1"/>
          </p:cNvSpPr>
          <p:nvPr>
            <p:ph type="title" idx="4294967295"/>
          </p:nvPr>
        </p:nvSpPr>
        <p:spPr>
          <a:xfrm>
            <a:off x="4486275" y="628650"/>
            <a:ext cx="7705725" cy="1287463"/>
          </a:xfrm>
        </p:spPr>
        <p:txBody>
          <a:bodyPr anchor="ctr">
            <a:normAutofit/>
          </a:bodyPr>
          <a:lstStyle/>
          <a:p>
            <a:r>
              <a:rPr lang="fr-FR" sz="3200" noProof="0" dirty="0"/>
              <a:t>Pitch</a:t>
            </a:r>
          </a:p>
        </p:txBody>
      </p:sp>
      <p:sp>
        <p:nvSpPr>
          <p:cNvPr id="3" name="Espace réservé du contenu 2">
            <a:extLst>
              <a:ext uri="{FF2B5EF4-FFF2-40B4-BE49-F238E27FC236}">
                <a16:creationId xmlns:a16="http://schemas.microsoft.com/office/drawing/2014/main" id="{C6C9DE5E-1522-41A0-A178-5BAB610C88C0}"/>
              </a:ext>
            </a:extLst>
          </p:cNvPr>
          <p:cNvSpPr>
            <a:spLocks noGrp="1"/>
          </p:cNvSpPr>
          <p:nvPr>
            <p:ph idx="4294967295"/>
          </p:nvPr>
        </p:nvSpPr>
        <p:spPr>
          <a:xfrm>
            <a:off x="7057111" y="482802"/>
            <a:ext cx="5096256" cy="6122823"/>
          </a:xfrm>
        </p:spPr>
        <p:txBody>
          <a:bodyPr vert="horz" lIns="91440" tIns="45720" rIns="91440" bIns="45720" rtlCol="0" anchor="t">
            <a:normAutofit fontScale="92500" lnSpcReduction="10000"/>
          </a:bodyPr>
          <a:lstStyle/>
          <a:p>
            <a:pPr marL="0" indent="0">
              <a:buNone/>
            </a:pPr>
            <a:r>
              <a:rPr lang="fr-FR" sz="1600" noProof="0" dirty="0"/>
              <a:t>Avez-vous déjà vécu des moments de brise-glaces trop mondains, où vous n’aviez pas l’impression de vous connecter réellement ? Ou au contraire, avez-vous vécu des moments gênants où quelqu’un arrivait bien trop vite aux questions personnelles et profondes ? </a:t>
            </a:r>
          </a:p>
          <a:p>
            <a:pPr marL="0" indent="0">
              <a:buNone/>
            </a:pPr>
            <a:r>
              <a:rPr lang="fr-FR" sz="1600" noProof="0" dirty="0"/>
              <a:t>Nous croyons que ces scénarios sont évitables, et que ce n’est pas une histoire de personne mais d’ordre dans lequel nous faisons connaissance, de point d’arrêts dans la conversation, et de pratique.</a:t>
            </a:r>
          </a:p>
          <a:p>
            <a:pPr marL="0" indent="0">
              <a:buNone/>
            </a:pPr>
            <a:r>
              <a:rPr lang="fr-FR" sz="1600" noProof="0" dirty="0"/>
              <a:t>Et si on trouvait une façon de s’y entraîner en jouant, à appliquer directement dans nos événements ?</a:t>
            </a:r>
          </a:p>
          <a:p>
            <a:pPr marL="0" indent="0">
              <a:buNone/>
            </a:pPr>
            <a:r>
              <a:rPr lang="fr-FR" sz="1600" noProof="0" dirty="0"/>
              <a:t>Brise-4-Glaces est un jeu de cartes simple conçu pour permettre, sans forcer, des connexions authentiques au sein des équipes, des organisations et de tout type de collectif, à partir d’inconnus. 
À travers quatre questions de plus en plus profondes, les participants passent de conversations superficielles à des échanges plus significatifs. Idéal pour briser la glace de manière naturelle et confortable, ce jeu aide les équipes à se connaître plus rapidement et à établir des relations plus solides, ce qui le rend parfait pour tout environnement collaboratif.
Le format jeu par carte entraîne les participants dans un moment assisté, mais sans non plus mettre un ou deux écrans en obstacle d’une relation qui se tisse.</a:t>
            </a:r>
            <a:endParaRPr lang="fr-FR" sz="1700" noProof="0" dirty="0">
              <a:cs typeface="Calibri"/>
            </a:endParaRPr>
          </a:p>
        </p:txBody>
      </p:sp>
      <p:pic>
        <p:nvPicPr>
          <p:cNvPr id="6" name="Immagine 5" descr="Immagine che contiene vestiti, donna, calzature, Animazione&#10;&#10;Descrizione generata automaticamente">
            <a:extLst>
              <a:ext uri="{FF2B5EF4-FFF2-40B4-BE49-F238E27FC236}">
                <a16:creationId xmlns:a16="http://schemas.microsoft.com/office/drawing/2014/main" id="{E417E056-338C-C768-07F0-1CBD963B028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2854473053"/>
      </p:ext>
    </p:extLst>
  </p:cSld>
  <p:clrMapOvr>
    <a:masterClrMapping/>
  </p:clrMapOvr>
  <mc:AlternateContent xmlns:mc="http://schemas.openxmlformats.org/markup-compatibility/2006" xmlns:p14="http://schemas.microsoft.com/office/powerpoint/2010/main">
    <mc:Choice Requires="p14">
      <p:transition spd="slow" p14:dur="2000" advTm="68033"/>
    </mc:Choice>
    <mc:Fallback xmlns="">
      <p:transition spd="slow" advTm="680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31235" y="673686"/>
            <a:ext cx="2832018" cy="635885"/>
          </a:xfrm>
          <a:solidFill>
            <a:schemeClr val="accent2"/>
          </a:solidFill>
        </p:spPr>
        <p:txBody>
          <a:bodyPr anchor="ctr">
            <a:normAutofit fontScale="92500" lnSpcReduction="10000"/>
          </a:bodyPr>
          <a:lstStyle/>
          <a:p>
            <a:r>
              <a:rPr lang="fr-FR" sz="2000" noProof="0" dirty="0">
                <a:solidFill>
                  <a:schemeClr val="bg1"/>
                </a:solidFill>
              </a:rPr>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31235" y="1497599"/>
            <a:ext cx="2832018" cy="1813980"/>
          </a:xfrm>
          <a:solidFill>
            <a:schemeClr val="accent2">
              <a:lumMod val="20000"/>
              <a:lumOff val="80000"/>
            </a:schemeClr>
          </a:solidFill>
        </p:spPr>
        <p:txBody>
          <a:bodyPr>
            <a:normAutofit/>
          </a:bodyPr>
          <a:lstStyle/>
          <a:p>
            <a:pPr marL="0" indent="0">
              <a:buNone/>
            </a:pPr>
            <a:r>
              <a:rPr lang="fr-FR" noProof="0" dirty="0"/>
              <a:t>Savoir se connecter à l’autre progressivement, s’ouvrir progressivement, savoir poser des points d’arrêt</a:t>
            </a:r>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50035" y="673686"/>
            <a:ext cx="2845965" cy="635885"/>
          </a:xfrm>
          <a:solidFill>
            <a:schemeClr val="accent3"/>
          </a:solidFill>
        </p:spPr>
        <p:txBody>
          <a:bodyPr anchor="ctr">
            <a:normAutofit fontScale="92500" lnSpcReduction="10000"/>
          </a:bodyPr>
          <a:lstStyle/>
          <a:p>
            <a:r>
              <a:rPr lang="fr-FR" sz="2000" noProof="0" dirty="0">
                <a:solidFill>
                  <a:schemeClr val="bg1"/>
                </a:solidFill>
              </a:rPr>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50035" y="1497599"/>
            <a:ext cx="2845965" cy="1813980"/>
          </a:xfrm>
          <a:solidFill>
            <a:schemeClr val="accent3">
              <a:lumMod val="20000"/>
              <a:lumOff val="80000"/>
            </a:schemeClr>
          </a:solidFill>
        </p:spPr>
        <p:txBody>
          <a:bodyPr>
            <a:normAutofit/>
          </a:bodyPr>
          <a:lstStyle/>
          <a:p>
            <a:pPr marL="0" indent="0">
              <a:buNone/>
            </a:pPr>
            <a:r>
              <a:rPr lang="fr-FR" noProof="0" dirty="0"/>
              <a:t>Favoriser des liens plus forts entre les joueurs ou les participants à l’événement.</a:t>
            </a:r>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82782" y="673686"/>
            <a:ext cx="2832018" cy="635885"/>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noProof="0" dirty="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82782" y="1497599"/>
            <a:ext cx="2832018" cy="1813980"/>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noProof="0" dirty="0"/>
              <a:t>Groupes qui ne se connaissent pas ou dont les expériences partagées sont limitées. Participants à un événement professionnel ou à un séminaire de courte durée.</a:t>
            </a:r>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01582" y="673686"/>
            <a:ext cx="2832018" cy="635885"/>
          </a:xfrm>
          <a:prstGeom prst="rect">
            <a:avLst/>
          </a:prstGeom>
          <a:solidFill>
            <a:schemeClr val="bg1"/>
          </a:solidFill>
          <a:ln>
            <a:solidFill>
              <a:schemeClr val="tx1"/>
            </a:solidFill>
          </a:ln>
        </p:spPr>
        <p:txBody>
          <a:bodyPr vert="horz" lIns="91440" tIns="45720" rIns="91440" bIns="45720" rtlCol="0" anchor="ct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noProof="0" dirty="0"/>
              <a:t>Problèmes et défis abordés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01582" y="1497599"/>
            <a:ext cx="2832018" cy="1813980"/>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noProof="0" dirty="0"/>
              <a:t>Opportunités limitées de création de liens au sein du groupe</a:t>
            </a:r>
          </a:p>
          <a:p>
            <a:pPr marL="0" indent="0">
              <a:buNone/>
            </a:pPr>
            <a:r>
              <a:rPr lang="fr-FR" sz="1600" noProof="0" dirty="0"/>
              <a:t>Echanges trop de surface</a:t>
            </a:r>
          </a:p>
          <a:p>
            <a:pPr marL="0" indent="0">
              <a:buNone/>
            </a:pPr>
            <a:r>
              <a:rPr lang="fr-FR" sz="1600" noProof="0" dirty="0"/>
              <a:t>Echanges trop rapidement profonds et malaisants</a:t>
            </a:r>
            <a:endParaRPr lang="fr-FR" sz="2400" noProof="0" dirty="0"/>
          </a:p>
        </p:txBody>
      </p:sp>
      <p:sp>
        <p:nvSpPr>
          <p:cNvPr id="13" name="Espace réservé du texte 3">
            <a:extLst>
              <a:ext uri="{FF2B5EF4-FFF2-40B4-BE49-F238E27FC236}">
                <a16:creationId xmlns:a16="http://schemas.microsoft.com/office/drawing/2014/main" id="{4583658D-96D2-4428-8C04-12BABFB02F15}"/>
              </a:ext>
            </a:extLst>
          </p:cNvPr>
          <p:cNvSpPr txBox="1">
            <a:spLocks/>
          </p:cNvSpPr>
          <p:nvPr/>
        </p:nvSpPr>
        <p:spPr>
          <a:xfrm>
            <a:off x="553336" y="3429000"/>
            <a:ext cx="3753555" cy="823912"/>
          </a:xfrm>
          <a:prstGeom prst="rect">
            <a:avLst/>
          </a:prstGeom>
          <a:solidFill>
            <a:schemeClr val="accent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noProof="0" dirty="0">
                <a:solidFill>
                  <a:schemeClr val="bg1"/>
                </a:solidFill>
              </a:rPr>
              <a:t>Sujets non couverts par cet atelier</a:t>
            </a:r>
          </a:p>
        </p:txBody>
      </p:sp>
      <p:sp>
        <p:nvSpPr>
          <p:cNvPr id="14" name="Espace réservé du contenu 2">
            <a:extLst>
              <a:ext uri="{FF2B5EF4-FFF2-40B4-BE49-F238E27FC236}">
                <a16:creationId xmlns:a16="http://schemas.microsoft.com/office/drawing/2014/main" id="{35C97B3F-F2BF-4533-B31C-BBC0A63139D1}"/>
              </a:ext>
            </a:extLst>
          </p:cNvPr>
          <p:cNvSpPr txBox="1">
            <a:spLocks/>
          </p:cNvSpPr>
          <p:nvPr/>
        </p:nvSpPr>
        <p:spPr>
          <a:xfrm>
            <a:off x="553336" y="4252912"/>
            <a:ext cx="3753555" cy="2163932"/>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noProof="0" dirty="0"/>
              <a:t>Comment travailler ensemble
Ce qui nous unit</a:t>
            </a:r>
          </a:p>
        </p:txBody>
      </p:sp>
      <p:sp>
        <p:nvSpPr>
          <p:cNvPr id="15" name="Espace réservé du texte 4">
            <a:extLst>
              <a:ext uri="{FF2B5EF4-FFF2-40B4-BE49-F238E27FC236}">
                <a16:creationId xmlns:a16="http://schemas.microsoft.com/office/drawing/2014/main" id="{EF86EE06-D8B2-422B-8FD5-44E3A9C9053E}"/>
              </a:ext>
            </a:extLst>
          </p:cNvPr>
          <p:cNvSpPr txBox="1">
            <a:spLocks/>
          </p:cNvSpPr>
          <p:nvPr/>
        </p:nvSpPr>
        <p:spPr>
          <a:xfrm>
            <a:off x="4393673" y="3429000"/>
            <a:ext cx="3865481" cy="823912"/>
          </a:xfrm>
          <a:prstGeom prst="rect">
            <a:avLst/>
          </a:prstGeom>
          <a:solidFill>
            <a:schemeClr val="accent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noProof="0" dirty="0">
                <a:solidFill>
                  <a:schemeClr val="bg1"/>
                </a:solidFill>
              </a:rPr>
              <a:t>Avec quoi compléter ?</a:t>
            </a:r>
          </a:p>
        </p:txBody>
      </p:sp>
      <p:sp>
        <p:nvSpPr>
          <p:cNvPr id="16" name="Espace réservé du contenu 5">
            <a:extLst>
              <a:ext uri="{FF2B5EF4-FFF2-40B4-BE49-F238E27FC236}">
                <a16:creationId xmlns:a16="http://schemas.microsoft.com/office/drawing/2014/main" id="{0C6E07FB-30F1-47EB-B01D-66E07C71C10D}"/>
              </a:ext>
            </a:extLst>
          </p:cNvPr>
          <p:cNvSpPr txBox="1">
            <a:spLocks/>
          </p:cNvSpPr>
          <p:nvPr/>
        </p:nvSpPr>
        <p:spPr>
          <a:xfrm>
            <a:off x="4393673" y="4252912"/>
            <a:ext cx="3865481" cy="2163932"/>
          </a:xfrm>
          <a:prstGeom prst="rect">
            <a:avLst/>
          </a:prstGeom>
          <a:solidFill>
            <a:schemeClr val="accent3">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noProof="0" dirty="0"/>
              <a:t>2 mensonges 1 vérité</a:t>
            </a:r>
          </a:p>
        </p:txBody>
      </p:sp>
      <p:sp>
        <p:nvSpPr>
          <p:cNvPr id="17" name="Espace réservé du texte 3">
            <a:extLst>
              <a:ext uri="{FF2B5EF4-FFF2-40B4-BE49-F238E27FC236}">
                <a16:creationId xmlns:a16="http://schemas.microsoft.com/office/drawing/2014/main" id="{B423CEF8-9171-4369-90C5-9648B987B047}"/>
              </a:ext>
            </a:extLst>
          </p:cNvPr>
          <p:cNvSpPr txBox="1">
            <a:spLocks/>
          </p:cNvSpPr>
          <p:nvPr/>
        </p:nvSpPr>
        <p:spPr>
          <a:xfrm>
            <a:off x="8345936" y="3429000"/>
            <a:ext cx="3440612" cy="823912"/>
          </a:xfrm>
          <a:prstGeom prst="rect">
            <a:avLst/>
          </a:prstGeom>
          <a:solidFill>
            <a:schemeClr val="bg1">
              <a:lumMod val="75000"/>
            </a:schemeClr>
          </a:solidFill>
        </p:spPr>
        <p:txBody>
          <a:bodyPr vert="horz" lIns="91440" tIns="45720" rIns="91440" bIns="45720" rtlCol="0" anchor="ctr">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noProof="0" dirty="0"/>
              <a:t>Ce qui est supposé des utilisateurs au-delà de la session</a:t>
            </a:r>
          </a:p>
        </p:txBody>
      </p:sp>
      <p:sp>
        <p:nvSpPr>
          <p:cNvPr id="18" name="Espace réservé du contenu 2">
            <a:extLst>
              <a:ext uri="{FF2B5EF4-FFF2-40B4-BE49-F238E27FC236}">
                <a16:creationId xmlns:a16="http://schemas.microsoft.com/office/drawing/2014/main" id="{54358775-AA17-4797-AFBA-7CA6F9428214}"/>
              </a:ext>
            </a:extLst>
          </p:cNvPr>
          <p:cNvSpPr txBox="1">
            <a:spLocks/>
          </p:cNvSpPr>
          <p:nvPr/>
        </p:nvSpPr>
        <p:spPr>
          <a:xfrm>
            <a:off x="8345936" y="4252912"/>
            <a:ext cx="3440612" cy="2163932"/>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1800" noProof="0" dirty="0"/>
          </a:p>
        </p:txBody>
      </p:sp>
    </p:spTree>
    <p:extLst>
      <p:ext uri="{BB962C8B-B14F-4D97-AF65-F5344CB8AC3E}">
        <p14:creationId xmlns:p14="http://schemas.microsoft.com/office/powerpoint/2010/main" val="1190578019"/>
      </p:ext>
    </p:ext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864437438"/>
              </p:ext>
            </p:extLst>
          </p:nvPr>
        </p:nvGraphicFramePr>
        <p:xfrm>
          <a:off x="581025" y="2181225"/>
          <a:ext cx="11029948" cy="1854200"/>
        </p:xfrm>
        <a:graphic>
          <a:graphicData uri="http://schemas.openxmlformats.org/drawingml/2006/table">
            <a:tbl>
              <a:tblPr firstRow="1" bandRow="1">
                <a:tableStyleId>{21E4AEA4-8DFA-4A89-87EB-49C32662AFE0}</a:tableStyleId>
              </a:tblPr>
              <a:tblGrid>
                <a:gridCol w="2757487">
                  <a:extLst>
                    <a:ext uri="{9D8B030D-6E8A-4147-A177-3AD203B41FA5}">
                      <a16:colId xmlns:a16="http://schemas.microsoft.com/office/drawing/2014/main" val="3807656759"/>
                    </a:ext>
                  </a:extLst>
                </a:gridCol>
                <a:gridCol w="2757487">
                  <a:extLst>
                    <a:ext uri="{9D8B030D-6E8A-4147-A177-3AD203B41FA5}">
                      <a16:colId xmlns:a16="http://schemas.microsoft.com/office/drawing/2014/main" val="2648948851"/>
                    </a:ext>
                  </a:extLst>
                </a:gridCol>
                <a:gridCol w="2757487">
                  <a:extLst>
                    <a:ext uri="{9D8B030D-6E8A-4147-A177-3AD203B41FA5}">
                      <a16:colId xmlns:a16="http://schemas.microsoft.com/office/drawing/2014/main" val="285982558"/>
                    </a:ext>
                  </a:extLst>
                </a:gridCol>
                <a:gridCol w="2757487">
                  <a:extLst>
                    <a:ext uri="{9D8B030D-6E8A-4147-A177-3AD203B41FA5}">
                      <a16:colId xmlns:a16="http://schemas.microsoft.com/office/drawing/2014/main" val="1267208164"/>
                    </a:ext>
                  </a:extLst>
                </a:gridCol>
              </a:tblGrid>
              <a:tr h="370840">
                <a:tc>
                  <a:txBody>
                    <a:bodyPr/>
                    <a:lstStyle/>
                    <a:p>
                      <a:r>
                        <a:rPr lang="fr-FR" noProof="0" dirty="0"/>
                        <a:t>Version </a:t>
                      </a:r>
                    </a:p>
                  </a:txBody>
                  <a:tcPr/>
                </a:tc>
                <a:tc>
                  <a:txBody>
                    <a:bodyPr/>
                    <a:lstStyle/>
                    <a:p>
                      <a:r>
                        <a:rPr lang="fr-FR" noProof="0" dirty="0"/>
                        <a:t>Contributeurs</a:t>
                      </a:r>
                    </a:p>
                  </a:txBody>
                  <a:tcPr/>
                </a:tc>
                <a:tc>
                  <a:txBody>
                    <a:bodyPr/>
                    <a:lstStyle/>
                    <a:p>
                      <a:r>
                        <a:rPr lang="fr-FR" noProof="0" dirty="0"/>
                        <a:t>Licence</a:t>
                      </a:r>
                    </a:p>
                  </a:txBody>
                  <a:tcPr/>
                </a:tc>
                <a:tc>
                  <a:txBody>
                    <a:bodyPr/>
                    <a:lstStyle/>
                    <a:p>
                      <a:r>
                        <a:rPr lang="fr-FR" noProof="0" dirty="0" err="1"/>
                        <a:t>Comments</a:t>
                      </a:r>
                      <a:endParaRPr lang="fr-FR" noProof="0" dirty="0"/>
                    </a:p>
                  </a:txBody>
                  <a:tcPr/>
                </a:tc>
                <a:extLst>
                  <a:ext uri="{0D108BD9-81ED-4DB2-BD59-A6C34878D82A}">
                    <a16:rowId xmlns:a16="http://schemas.microsoft.com/office/drawing/2014/main" val="748113296"/>
                  </a:ext>
                </a:extLst>
              </a:tr>
              <a:tr h="370840">
                <a:tc>
                  <a:txBody>
                    <a:bodyPr/>
                    <a:lstStyle/>
                    <a:p>
                      <a:r>
                        <a:rPr lang="fr-FR" sz="1200" noProof="0" dirty="0"/>
                        <a:t>1</a:t>
                      </a:r>
                    </a:p>
                  </a:txBody>
                  <a:tcPr/>
                </a:tc>
                <a:tc>
                  <a:txBody>
                    <a:bodyPr/>
                    <a:lstStyle/>
                    <a:p>
                      <a:r>
                        <a:rPr lang="fr-FR" sz="1200" noProof="0" dirty="0"/>
                        <a:t>Alexandre QUACH</a:t>
                      </a:r>
                    </a:p>
                  </a:txBody>
                  <a:tcPr/>
                </a:tc>
                <a:tc>
                  <a:txBody>
                    <a:bodyPr/>
                    <a:lstStyle/>
                    <a:p>
                      <a:r>
                        <a:rPr lang="fr-FR" sz="1200" noProof="0" dirty="0"/>
                        <a:t>CC-BY-NC-SA</a:t>
                      </a:r>
                    </a:p>
                  </a:txBody>
                  <a:tcPr/>
                </a:tc>
                <a:tc>
                  <a:txBody>
                    <a:bodyPr/>
                    <a:lstStyle/>
                    <a:p>
                      <a:r>
                        <a:rPr lang="fr-FR" sz="1200" noProof="0" dirty="0" err="1"/>
                        <a:t>Moved</a:t>
                      </a:r>
                      <a:r>
                        <a:rPr lang="fr-FR" sz="1200" noProof="0" dirty="0"/>
                        <a:t> from </a:t>
                      </a:r>
                      <a:r>
                        <a:rPr lang="fr-FR" sz="1200" noProof="0" dirty="0" err="1"/>
                        <a:t>Card</a:t>
                      </a:r>
                      <a:r>
                        <a:rPr lang="fr-FR" sz="1200" noProof="0" dirty="0"/>
                        <a:t> Creator to PPT</a:t>
                      </a:r>
                    </a:p>
                  </a:txBody>
                  <a:tcPr/>
                </a:tc>
                <a:extLst>
                  <a:ext uri="{0D108BD9-81ED-4DB2-BD59-A6C34878D82A}">
                    <a16:rowId xmlns:a16="http://schemas.microsoft.com/office/drawing/2014/main" val="2337500579"/>
                  </a:ext>
                </a:extLst>
              </a:tr>
              <a:tr h="370840">
                <a:tc>
                  <a:txBody>
                    <a:bodyPr/>
                    <a:lstStyle/>
                    <a:p>
                      <a:endParaRPr lang="fr-FR" sz="12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noProof="0" dirty="0"/>
                    </a:p>
                  </a:txBody>
                  <a:tcPr/>
                </a:tc>
                <a:tc>
                  <a:txBody>
                    <a:bodyPr/>
                    <a:lstStyle/>
                    <a:p>
                      <a:endParaRPr lang="fr-FR" sz="1200" noProof="0" dirty="0"/>
                    </a:p>
                  </a:txBody>
                  <a:tcPr/>
                </a:tc>
                <a:tc>
                  <a:txBody>
                    <a:bodyPr/>
                    <a:lstStyle/>
                    <a:p>
                      <a:endParaRPr lang="fr-FR" sz="1200" noProof="0" dirty="0"/>
                    </a:p>
                  </a:txBody>
                  <a:tcPr/>
                </a:tc>
                <a:extLst>
                  <a:ext uri="{0D108BD9-81ED-4DB2-BD59-A6C34878D82A}">
                    <a16:rowId xmlns:a16="http://schemas.microsoft.com/office/drawing/2014/main" val="3565347869"/>
                  </a:ext>
                </a:extLst>
              </a:tr>
              <a:tr h="370840">
                <a:tc>
                  <a:txBody>
                    <a:bodyPr/>
                    <a:lstStyle/>
                    <a:p>
                      <a:endParaRPr lang="fr-FR" sz="1200" noProof="0" dirty="0"/>
                    </a:p>
                  </a:txBody>
                  <a:tcPr/>
                </a:tc>
                <a:tc>
                  <a:txBody>
                    <a:bodyPr/>
                    <a:lstStyle/>
                    <a:p>
                      <a:endParaRPr lang="fr-FR" sz="1200" noProof="0" dirty="0"/>
                    </a:p>
                  </a:txBody>
                  <a:tcPr/>
                </a:tc>
                <a:tc>
                  <a:txBody>
                    <a:bodyPr/>
                    <a:lstStyle/>
                    <a:p>
                      <a:endParaRPr lang="fr-FR" sz="1200" noProof="0" dirty="0"/>
                    </a:p>
                  </a:txBody>
                  <a:tcPr/>
                </a:tc>
                <a:tc>
                  <a:txBody>
                    <a:bodyPr/>
                    <a:lstStyle/>
                    <a:p>
                      <a:endParaRPr lang="fr-FR" sz="1200" noProof="0" dirty="0"/>
                    </a:p>
                  </a:txBody>
                  <a:tcPr/>
                </a:tc>
                <a:extLst>
                  <a:ext uri="{0D108BD9-81ED-4DB2-BD59-A6C34878D82A}">
                    <a16:rowId xmlns:a16="http://schemas.microsoft.com/office/drawing/2014/main" val="26495474"/>
                  </a:ext>
                </a:extLst>
              </a:tr>
              <a:tr h="370840">
                <a:tc>
                  <a:txBody>
                    <a:bodyPr/>
                    <a:lstStyle/>
                    <a:p>
                      <a:endParaRPr lang="fr-FR" sz="1200" noProof="0" dirty="0"/>
                    </a:p>
                  </a:txBody>
                  <a:tcPr/>
                </a:tc>
                <a:tc>
                  <a:txBody>
                    <a:bodyPr/>
                    <a:lstStyle/>
                    <a:p>
                      <a:endParaRPr lang="fr-FR" sz="1200" noProof="0" dirty="0"/>
                    </a:p>
                  </a:txBody>
                  <a:tcPr/>
                </a:tc>
                <a:tc>
                  <a:txBody>
                    <a:bodyPr/>
                    <a:lstStyle/>
                    <a:p>
                      <a:endParaRPr lang="fr-FR" sz="1200" noProof="0" dirty="0"/>
                    </a:p>
                  </a:txBody>
                  <a:tcPr/>
                </a:tc>
                <a:tc>
                  <a:txBody>
                    <a:bodyPr/>
                    <a:lstStyle/>
                    <a:p>
                      <a:endParaRPr lang="fr-FR" sz="1200" noProof="0" dirty="0"/>
                    </a:p>
                  </a:txBody>
                  <a:tcPr/>
                </a:tc>
                <a:extLst>
                  <a:ext uri="{0D108BD9-81ED-4DB2-BD59-A6C34878D82A}">
                    <a16:rowId xmlns:a16="http://schemas.microsoft.com/office/drawing/2014/main" val="3632454121"/>
                  </a:ext>
                </a:extLst>
              </a:tr>
            </a:tbl>
          </a:graphicData>
        </a:graphic>
      </p:graphicFrame>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noProof="0"/>
              <a:t>Historique des modifications et des licences</a:t>
            </a:r>
          </a:p>
        </p:txBody>
      </p:sp>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4E70F61-9E1E-415E-B79B-8C028D3BA0C3}"/>
              </a:ext>
            </a:extLst>
          </p:cNvPr>
          <p:cNvSpPr>
            <a:spLocks noGrp="1"/>
          </p:cNvSpPr>
          <p:nvPr>
            <p:ph idx="1"/>
          </p:nvPr>
        </p:nvSpPr>
        <p:spPr/>
        <p:txBody>
          <a:bodyPr/>
          <a:lstStyle/>
          <a:p>
            <a:pPr marL="0" indent="0">
              <a:buNone/>
            </a:pPr>
            <a:r>
              <a:rPr lang="fr-FR" dirty="0"/>
              <a:t>Qu’avez-vous appris l’un de l’autre ? 
A-t-il été facile de poser des questions plus profondes ?
Qui d’autre devrait bénéficier d’un tel type d’exercice ?</a:t>
            </a:r>
            <a:endParaRPr lang="fr-FR" noProof="0" dirty="0"/>
          </a:p>
        </p:txBody>
      </p:sp>
      <p:sp>
        <p:nvSpPr>
          <p:cNvPr id="2" name="Titre 1">
            <a:extLst>
              <a:ext uri="{FF2B5EF4-FFF2-40B4-BE49-F238E27FC236}">
                <a16:creationId xmlns:a16="http://schemas.microsoft.com/office/drawing/2014/main" id="{F06043D0-9ED6-4303-8B4E-D7E1301DD127}"/>
              </a:ext>
            </a:extLst>
          </p:cNvPr>
          <p:cNvSpPr>
            <a:spLocks noGrp="1"/>
          </p:cNvSpPr>
          <p:nvPr>
            <p:ph type="title"/>
          </p:nvPr>
        </p:nvSpPr>
        <p:spPr/>
        <p:txBody>
          <a:bodyPr/>
          <a:lstStyle/>
          <a:p>
            <a:r>
              <a:rPr lang="fr-FR" dirty="0"/>
              <a:t>Questions spécifiques de débriefing</a:t>
            </a:r>
            <a:endParaRPr lang="fr-FR" noProof="0" dirty="0"/>
          </a:p>
        </p:txBody>
      </p:sp>
    </p:spTree>
    <p:extLst>
      <p:ext uri="{BB962C8B-B14F-4D97-AF65-F5344CB8AC3E}">
        <p14:creationId xmlns:p14="http://schemas.microsoft.com/office/powerpoint/2010/main" val="1680687491"/>
      </p:ext>
    </p:extLst>
  </p:cSld>
  <p:clrMapOvr>
    <a:masterClrMapping/>
  </p:clrMapOvr>
  <mc:AlternateContent xmlns:mc="http://schemas.openxmlformats.org/markup-compatibility/2006" xmlns:p14="http://schemas.microsoft.com/office/powerpoint/2010/main">
    <mc:Choice Requires="p14">
      <p:transition spd="slow" p14:dur="2000" advTm="26216"/>
    </mc:Choice>
    <mc:Fallback xmlns="">
      <p:transition spd="slow" advTm="2621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CADEC-49C0-C992-D992-EBE04FD7663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42BA3DD-CC87-0A6D-97F6-58D7C148D966}"/>
              </a:ext>
            </a:extLst>
          </p:cNvPr>
          <p:cNvSpPr>
            <a:spLocks noGrp="1"/>
          </p:cNvSpPr>
          <p:nvPr>
            <p:ph idx="1"/>
          </p:nvPr>
        </p:nvSpPr>
        <p:spPr/>
        <p:txBody>
          <a:bodyPr/>
          <a:lstStyle/>
          <a:p>
            <a:pPr marL="0" indent="0">
              <a:buNone/>
            </a:pPr>
            <a:endParaRPr lang="fr-FR" sz="1800" noProof="0" dirty="0"/>
          </a:p>
          <a:p>
            <a:pPr marL="0" indent="0">
              <a:buNone/>
            </a:pPr>
            <a:r>
              <a:rPr lang="fr-FR" sz="1800" noProof="0" dirty="0"/>
              <a:t>Ce jeu est évolutif : plusieurs personnes peuvent jouer ensemble en même temps sans que tout le monde ait à attendre une personne ou que quelqu’un soit mis sous pression pour parler vite.  (N/2 participants peuvent parler simultanément et l’autre moitié écouter, contre 1 participant parlant et N-1 écoutant, ce qui fonctionne pour les petits groupes mais peut être lourd pour les grands groupes.)</a:t>
            </a:r>
            <a:endParaRPr lang="fr-FR" sz="2000" noProof="0" dirty="0">
              <a:cs typeface="Calibri"/>
            </a:endParaRPr>
          </a:p>
        </p:txBody>
      </p:sp>
      <p:sp>
        <p:nvSpPr>
          <p:cNvPr id="2" name="Titre 1">
            <a:extLst>
              <a:ext uri="{FF2B5EF4-FFF2-40B4-BE49-F238E27FC236}">
                <a16:creationId xmlns:a16="http://schemas.microsoft.com/office/drawing/2014/main" id="{0084E5C7-B349-7BB7-BFE3-D332EAE0D084}"/>
              </a:ext>
            </a:extLst>
          </p:cNvPr>
          <p:cNvSpPr>
            <a:spLocks noGrp="1"/>
          </p:cNvSpPr>
          <p:nvPr>
            <p:ph type="title"/>
          </p:nvPr>
        </p:nvSpPr>
        <p:spPr/>
        <p:txBody>
          <a:bodyPr/>
          <a:lstStyle/>
          <a:p>
            <a:r>
              <a:rPr lang="fr-FR" noProof="0" dirty="0"/>
              <a:t>NOTES D’ANIMATION</a:t>
            </a:r>
          </a:p>
        </p:txBody>
      </p:sp>
    </p:spTree>
    <p:extLst>
      <p:ext uri="{BB962C8B-B14F-4D97-AF65-F5344CB8AC3E}">
        <p14:creationId xmlns:p14="http://schemas.microsoft.com/office/powerpoint/2010/main" val="1025465318"/>
      </p:ext>
    </p:extLst>
  </p:cSld>
  <p:clrMapOvr>
    <a:masterClrMapping/>
  </p:clrMapOvr>
  <mc:AlternateContent xmlns:mc="http://schemas.openxmlformats.org/markup-compatibility/2006">
    <mc:Choice xmlns:p14="http://schemas.microsoft.com/office/powerpoint/2010/main" Requires="p14">
      <p:transition spd="slow" p14:dur="2000" advTm="26216"/>
    </mc:Choice>
    <mc:Fallback>
      <p:transition spd="slow" advTm="2621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fr-FR" dirty="0">
                <a:solidFill>
                  <a:schemeClr val="tx1"/>
                </a:solidFill>
              </a:rPr>
              <a:t>Cartes</a:t>
            </a:r>
            <a:endParaRPr lang="fr-FR" noProof="0" dirty="0">
              <a:solidFill>
                <a:schemeClr val="tx1"/>
              </a:solidFill>
            </a:endParaRP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fr-FR" noProof="0" dirty="0"/>
          </a:p>
        </p:txBody>
      </p:sp>
    </p:spTree>
    <p:extLst>
      <p:ext uri="{BB962C8B-B14F-4D97-AF65-F5344CB8AC3E}">
        <p14:creationId xmlns:p14="http://schemas.microsoft.com/office/powerpoint/2010/main" val="691603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234FF1-3A1E-BB1F-41D4-10A75AA8B666}"/>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CF65FF44-1F6E-4FAF-9594-61825B090CFB}"/>
              </a:ext>
            </a:extLst>
          </p:cNvPr>
          <p:cNvSpPr/>
          <p:nvPr/>
        </p:nvSpPr>
        <p:spPr>
          <a:xfrm>
            <a:off x="991419" y="0"/>
            <a:ext cx="10266770" cy="684753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6" name="Espace réservé du contenu 6">
            <a:extLst>
              <a:ext uri="{FF2B5EF4-FFF2-40B4-BE49-F238E27FC236}">
                <a16:creationId xmlns:a16="http://schemas.microsoft.com/office/drawing/2014/main" id="{1B9C8390-DD44-C266-C679-945521A6F862}"/>
              </a:ext>
            </a:extLst>
          </p:cNvPr>
          <p:cNvSpPr txBox="1">
            <a:spLocks/>
          </p:cNvSpPr>
          <p:nvPr/>
        </p:nvSpPr>
        <p:spPr>
          <a:xfrm>
            <a:off x="8688218"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sp>
        <p:nvSpPr>
          <p:cNvPr id="29" name="Espace réservé du contenu 6">
            <a:extLst>
              <a:ext uri="{FF2B5EF4-FFF2-40B4-BE49-F238E27FC236}">
                <a16:creationId xmlns:a16="http://schemas.microsoft.com/office/drawing/2014/main" id="{9F2386CF-9E41-8B1D-0D43-CBD20C8D3493}"/>
              </a:ext>
            </a:extLst>
          </p:cNvPr>
          <p:cNvSpPr txBox="1">
            <a:spLocks/>
          </p:cNvSpPr>
          <p:nvPr/>
        </p:nvSpPr>
        <p:spPr>
          <a:xfrm>
            <a:off x="1017205"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sp>
        <p:nvSpPr>
          <p:cNvPr id="32" name="Espace réservé du contenu 6">
            <a:extLst>
              <a:ext uri="{FF2B5EF4-FFF2-40B4-BE49-F238E27FC236}">
                <a16:creationId xmlns:a16="http://schemas.microsoft.com/office/drawing/2014/main" id="{27AE732C-0317-8CE8-12D0-D7584753FDAF}"/>
              </a:ext>
            </a:extLst>
          </p:cNvPr>
          <p:cNvSpPr txBox="1">
            <a:spLocks/>
          </p:cNvSpPr>
          <p:nvPr/>
        </p:nvSpPr>
        <p:spPr>
          <a:xfrm>
            <a:off x="6131213"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sp>
        <p:nvSpPr>
          <p:cNvPr id="39" name="Espace réservé du contenu 6">
            <a:extLst>
              <a:ext uri="{FF2B5EF4-FFF2-40B4-BE49-F238E27FC236}">
                <a16:creationId xmlns:a16="http://schemas.microsoft.com/office/drawing/2014/main" id="{EC55C278-B074-9CB0-1A2D-60922B43A26A}"/>
              </a:ext>
            </a:extLst>
          </p:cNvPr>
          <p:cNvSpPr txBox="1">
            <a:spLocks/>
          </p:cNvSpPr>
          <p:nvPr/>
        </p:nvSpPr>
        <p:spPr>
          <a:xfrm>
            <a:off x="3574209"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sp>
        <p:nvSpPr>
          <p:cNvPr id="38" name="Espace réservé du contenu 6">
            <a:extLst>
              <a:ext uri="{FF2B5EF4-FFF2-40B4-BE49-F238E27FC236}">
                <a16:creationId xmlns:a16="http://schemas.microsoft.com/office/drawing/2014/main" id="{A2E16128-D595-F6C2-BDC5-F6D8629F28AA}"/>
              </a:ext>
            </a:extLst>
          </p:cNvPr>
          <p:cNvSpPr txBox="1">
            <a:spLocks/>
          </p:cNvSpPr>
          <p:nvPr/>
        </p:nvSpPr>
        <p:spPr>
          <a:xfrm>
            <a:off x="8688218"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sp>
        <p:nvSpPr>
          <p:cNvPr id="23" name="Espace réservé du contenu 6">
            <a:extLst>
              <a:ext uri="{FF2B5EF4-FFF2-40B4-BE49-F238E27FC236}">
                <a16:creationId xmlns:a16="http://schemas.microsoft.com/office/drawing/2014/main" id="{D0B03FF1-3C92-93F8-8F14-F3A9009254E4}"/>
              </a:ext>
            </a:extLst>
          </p:cNvPr>
          <p:cNvSpPr txBox="1">
            <a:spLocks/>
          </p:cNvSpPr>
          <p:nvPr/>
        </p:nvSpPr>
        <p:spPr>
          <a:xfrm>
            <a:off x="1017205" y="0"/>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sp>
        <p:nvSpPr>
          <p:cNvPr id="35" name="Espace réservé du contenu 6">
            <a:extLst>
              <a:ext uri="{FF2B5EF4-FFF2-40B4-BE49-F238E27FC236}">
                <a16:creationId xmlns:a16="http://schemas.microsoft.com/office/drawing/2014/main" id="{6F77676E-C558-C0D0-B8E5-F9CD43B42E33}"/>
              </a:ext>
            </a:extLst>
          </p:cNvPr>
          <p:cNvSpPr txBox="1">
            <a:spLocks/>
          </p:cNvSpPr>
          <p:nvPr/>
        </p:nvSpPr>
        <p:spPr>
          <a:xfrm>
            <a:off x="6131213"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sp>
        <p:nvSpPr>
          <p:cNvPr id="28" name="Espace réservé du contenu 6">
            <a:extLst>
              <a:ext uri="{FF2B5EF4-FFF2-40B4-BE49-F238E27FC236}">
                <a16:creationId xmlns:a16="http://schemas.microsoft.com/office/drawing/2014/main" id="{D544E6EE-2B6B-AA9F-6B8F-E08921455415}"/>
              </a:ext>
            </a:extLst>
          </p:cNvPr>
          <p:cNvSpPr txBox="1">
            <a:spLocks/>
          </p:cNvSpPr>
          <p:nvPr/>
        </p:nvSpPr>
        <p:spPr>
          <a:xfrm>
            <a:off x="3574209"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noProof="0" dirty="0">
                <a:solidFill>
                  <a:schemeClr val="bg1"/>
                </a:solidFill>
              </a:rPr>
              <a:t>www.komyu.fr</a:t>
            </a:r>
          </a:p>
        </p:txBody>
      </p:sp>
      <p:grpSp>
        <p:nvGrpSpPr>
          <p:cNvPr id="37" name="Gruppo 36">
            <a:extLst>
              <a:ext uri="{FF2B5EF4-FFF2-40B4-BE49-F238E27FC236}">
                <a16:creationId xmlns:a16="http://schemas.microsoft.com/office/drawing/2014/main" id="{92BE633A-3142-60F3-587F-B3DB5296F097}"/>
              </a:ext>
            </a:extLst>
          </p:cNvPr>
          <p:cNvGrpSpPr/>
          <p:nvPr/>
        </p:nvGrpSpPr>
        <p:grpSpPr>
          <a:xfrm>
            <a:off x="933812" y="-4729"/>
            <a:ext cx="11247696" cy="6840571"/>
            <a:chOff x="957507" y="-1"/>
            <a:chExt cx="11185358" cy="6774999"/>
          </a:xfrm>
        </p:grpSpPr>
        <p:grpSp>
          <p:nvGrpSpPr>
            <p:cNvPr id="56" name="Gruppo 55">
              <a:extLst>
                <a:ext uri="{FF2B5EF4-FFF2-40B4-BE49-F238E27FC236}">
                  <a16:creationId xmlns:a16="http://schemas.microsoft.com/office/drawing/2014/main" id="{C0D2BE51-707F-2AB4-4785-B8B5ADD0F471}"/>
                </a:ext>
              </a:extLst>
            </p:cNvPr>
            <p:cNvGrpSpPr>
              <a:grpSpLocks/>
            </p:cNvGrpSpPr>
            <p:nvPr/>
          </p:nvGrpSpPr>
          <p:grpSpPr>
            <a:xfrm>
              <a:off x="957507" y="-1"/>
              <a:ext cx="10736840" cy="6774999"/>
              <a:chOff x="-50026" y="0"/>
              <a:chExt cx="10736840" cy="6040813"/>
            </a:xfrm>
          </p:grpSpPr>
          <p:cxnSp>
            <p:nvCxnSpPr>
              <p:cNvPr id="7" name="Connettore diritto 6">
                <a:extLst>
                  <a:ext uri="{FF2B5EF4-FFF2-40B4-BE49-F238E27FC236}">
                    <a16:creationId xmlns:a16="http://schemas.microsoft.com/office/drawing/2014/main" id="{A6F2326F-6396-766D-FBFD-19133A99FD7A}"/>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80E6F4C-529E-6AFC-A203-979068E5070D}"/>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09B5C1A2-D45E-B496-EF90-27F49EFFF3C3}"/>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Connettore diritto 40">
                <a:extLst>
                  <a:ext uri="{FF2B5EF4-FFF2-40B4-BE49-F238E27FC236}">
                    <a16:creationId xmlns:a16="http://schemas.microsoft.com/office/drawing/2014/main" id="{FFDF92C2-BE87-D83F-3179-B8B8D95D351C}"/>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700B0AB-A9FB-37E2-B89C-12DB43038D57}"/>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Connettore diritto 35">
                <a:extLst>
                  <a:ext uri="{FF2B5EF4-FFF2-40B4-BE49-F238E27FC236}">
                    <a16:creationId xmlns:a16="http://schemas.microsoft.com/office/drawing/2014/main" id="{2E70145A-3ABD-7724-3418-596937EB7C30}"/>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8" name="Elemento grafico 57" descr="Forbici con riempimento a tinta unita">
              <a:extLst>
                <a:ext uri="{FF2B5EF4-FFF2-40B4-BE49-F238E27FC236}">
                  <a16:creationId xmlns:a16="http://schemas.microsoft.com/office/drawing/2014/main" id="{9EEC0386-54E0-FCC5-C1CE-00FE199294E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820947">
              <a:off x="11228465" y="2960720"/>
              <a:ext cx="914400" cy="914400"/>
            </a:xfrm>
            <a:prstGeom prst="rect">
              <a:avLst/>
            </a:prstGeom>
          </p:spPr>
        </p:pic>
      </p:grpSp>
      <p:sp>
        <p:nvSpPr>
          <p:cNvPr id="2" name="Espace réservé du contenu 6">
            <a:extLst>
              <a:ext uri="{FF2B5EF4-FFF2-40B4-BE49-F238E27FC236}">
                <a16:creationId xmlns:a16="http://schemas.microsoft.com/office/drawing/2014/main" id="{701E7023-FC27-D727-2171-C84E5AF641B9}"/>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Règles et pratiques 1</a:t>
            </a:r>
            <a:r>
              <a:rPr lang="fr-FR" sz="1800" b="1" i="1" noProof="0" dirty="0">
                <a:solidFill>
                  <a:schemeClr val="accent1"/>
                </a:solidFill>
              </a:rPr>
              <a:t>
</a:t>
            </a:r>
            <a:r>
              <a:rPr lang="fr-FR" sz="1600" i="1" dirty="0">
                <a:solidFill>
                  <a:schemeClr val="accent1"/>
                </a:solidFill>
              </a:rPr>
              <a:t>Chaque carte comporte 4 questions, de la moins profonde et la plus facile à poser à la plus profonde, pour favoriser une connexion solide.</a:t>
            </a:r>
            <a:endParaRPr lang="fr-FR" sz="1400" b="1" i="1" noProof="0" dirty="0">
              <a:solidFill>
                <a:schemeClr val="accent1"/>
              </a:solidFill>
            </a:endParaRPr>
          </a:p>
        </p:txBody>
      </p:sp>
      <p:sp>
        <p:nvSpPr>
          <p:cNvPr id="4" name="Espace réservé du contenu 6">
            <a:extLst>
              <a:ext uri="{FF2B5EF4-FFF2-40B4-BE49-F238E27FC236}">
                <a16:creationId xmlns:a16="http://schemas.microsoft.com/office/drawing/2014/main" id="{2062FF70-06EA-15F5-0887-DAC7B563B65D}"/>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QUI A CRÉÉ CE JEU ?</a:t>
            </a:r>
            <a:r>
              <a:rPr lang="fr-FR" sz="1800" b="1" i="1" noProof="0" dirty="0">
                <a:solidFill>
                  <a:schemeClr val="accent1"/>
                </a:solidFill>
              </a:rPr>
              <a:t>
</a:t>
            </a:r>
            <a:r>
              <a:rPr lang="fr-FR" sz="1800" i="1" dirty="0">
                <a:solidFill>
                  <a:schemeClr val="accent1"/>
                </a:solidFill>
              </a:rPr>
              <a:t>Ce jeu a été créé par la société KOMYU</a:t>
            </a:r>
            <a:endParaRPr lang="fr-FR" sz="1400" i="1" noProof="0" dirty="0">
              <a:solidFill>
                <a:schemeClr val="accent1"/>
              </a:solidFill>
            </a:endParaRPr>
          </a:p>
        </p:txBody>
      </p:sp>
      <p:sp>
        <p:nvSpPr>
          <p:cNvPr id="3" name="Espace réservé du contenu 6">
            <a:extLst>
              <a:ext uri="{FF2B5EF4-FFF2-40B4-BE49-F238E27FC236}">
                <a16:creationId xmlns:a16="http://schemas.microsoft.com/office/drawing/2014/main" id="{9D29A426-A336-9E68-38A4-A176D82B62A5}"/>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Règles et pratiques 2</a:t>
            </a:r>
            <a:r>
              <a:rPr lang="fr-FR" sz="1800" b="1" i="1" noProof="0" dirty="0">
                <a:solidFill>
                  <a:schemeClr val="accent1"/>
                </a:solidFill>
              </a:rPr>
              <a:t>
</a:t>
            </a:r>
            <a:r>
              <a:rPr lang="fr-FR" sz="1700" i="1" dirty="0">
                <a:solidFill>
                  <a:schemeClr val="accent1"/>
                </a:solidFill>
              </a:rPr>
              <a:t>L’utilisation la plus simple est de demander à tout le monde de choisir une carte, de composer des paires et de poser les 4 questions aux autres participants (1 carte à la fois). </a:t>
            </a:r>
            <a:endParaRPr lang="fr-FR" sz="1400" i="1" noProof="0" dirty="0">
              <a:solidFill>
                <a:schemeClr val="accent1"/>
              </a:solidFill>
            </a:endParaRPr>
          </a:p>
        </p:txBody>
      </p:sp>
      <p:sp>
        <p:nvSpPr>
          <p:cNvPr id="5" name="Espace réservé du contenu 6">
            <a:extLst>
              <a:ext uri="{FF2B5EF4-FFF2-40B4-BE49-F238E27FC236}">
                <a16:creationId xmlns:a16="http://schemas.microsoft.com/office/drawing/2014/main" id="{05BD932E-69DA-9B38-AC70-FA0CE75CFE5B}"/>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QUI EST 
?
Komyu est une entreprise spécialisée dans la mission d’augmenter l’intelligence collective, au service des entreprises, des organisations, des collectifs.</a:t>
            </a:r>
            <a:endParaRPr lang="fr-FR" sz="1800" i="1" noProof="0" dirty="0">
              <a:solidFill>
                <a:schemeClr val="accent1"/>
              </a:solidFill>
            </a:endParaRPr>
          </a:p>
        </p:txBody>
      </p:sp>
      <p:sp>
        <p:nvSpPr>
          <p:cNvPr id="6" name="Espace réservé du contenu 6">
            <a:extLst>
              <a:ext uri="{FF2B5EF4-FFF2-40B4-BE49-F238E27FC236}">
                <a16:creationId xmlns:a16="http://schemas.microsoft.com/office/drawing/2014/main" id="{C8E37575-B83F-95C0-3EC1-755A079FF130}"/>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Règles et pratiques 3</a:t>
            </a:r>
            <a:r>
              <a:rPr lang="fr-FR" sz="1800" b="1" i="1" noProof="0" dirty="0">
                <a:solidFill>
                  <a:schemeClr val="accent1"/>
                </a:solidFill>
              </a:rPr>
              <a:t>
</a:t>
            </a:r>
            <a:r>
              <a:rPr lang="fr-FR" sz="1400" i="1" dirty="0">
                <a:solidFill>
                  <a:schemeClr val="accent1"/>
                </a:solidFill>
              </a:rPr>
              <a:t>Si quelqu’un veut s’arrêter à quelque niveau que ce soit pour la confidentialité ou pour quelque raison que ce soit, cela doit être accepté par l’autre </a:t>
            </a:r>
            <a:endParaRPr lang="fr-FR" sz="1400" i="1" noProof="0" dirty="0">
              <a:solidFill>
                <a:schemeClr val="accent1"/>
              </a:solidFill>
            </a:endParaRPr>
          </a:p>
        </p:txBody>
      </p:sp>
      <p:sp>
        <p:nvSpPr>
          <p:cNvPr id="8" name="Espace réservé du contenu 6">
            <a:extLst>
              <a:ext uri="{FF2B5EF4-FFF2-40B4-BE49-F238E27FC236}">
                <a16:creationId xmlns:a16="http://schemas.microsoft.com/office/drawing/2014/main" id="{4DFC0336-ECC0-8066-77CD-E4D193568627}"/>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noProof="0" dirty="0">
                <a:solidFill>
                  <a:schemeClr val="accent1"/>
                </a:solidFill>
              </a:rPr>
              <a:t>Prêt à transmettre
</a:t>
            </a:r>
            <a:r>
              <a:rPr lang="fr-FR" sz="1800" i="1" noProof="0" dirty="0">
                <a:solidFill>
                  <a:schemeClr val="accent1"/>
                </a:solidFill>
              </a:rPr>
              <a:t>Ce jeu est un #OpenSeriousGame, il est fait pour que les joueurs puissent facilement le retransmettre après avoir joué</a:t>
            </a:r>
          </a:p>
          <a:p>
            <a:pPr algn="ctr"/>
            <a:r>
              <a:rPr lang="fr-FR" sz="1800" i="1" dirty="0">
                <a:solidFill>
                  <a:schemeClr val="accent1"/>
                </a:solidFill>
              </a:rPr>
              <a:t>Plus d’informations sur www.openseriousgames.org</a:t>
            </a:r>
            <a:endParaRPr lang="fr-FR" sz="1800" i="1" noProof="0" dirty="0">
              <a:solidFill>
                <a:schemeClr val="accent1"/>
              </a:solidFill>
            </a:endParaRPr>
          </a:p>
          <a:p>
            <a:pPr algn="ctr"/>
            <a:r>
              <a:rPr lang="fr-FR" sz="1800" i="1" noProof="0" dirty="0">
                <a:solidFill>
                  <a:schemeClr val="accent1"/>
                </a:solidFill>
              </a:rPr>
              <a:t> </a:t>
            </a:r>
            <a:endParaRPr lang="fr-FR" sz="1400" i="1" noProof="0" dirty="0">
              <a:solidFill>
                <a:schemeClr val="accent1"/>
              </a:solidFill>
            </a:endParaRPr>
          </a:p>
        </p:txBody>
      </p:sp>
      <p:sp>
        <p:nvSpPr>
          <p:cNvPr id="9" name="Espace réservé du contenu 6">
            <a:extLst>
              <a:ext uri="{FF2B5EF4-FFF2-40B4-BE49-F238E27FC236}">
                <a16:creationId xmlns:a16="http://schemas.microsoft.com/office/drawing/2014/main" id="{D39545CC-AAFC-1F0A-39FD-25AB2123D0A4}"/>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Règles et pratiques 4</a:t>
            </a:r>
            <a:r>
              <a:rPr lang="fr-FR" sz="1800" b="1" i="1" noProof="0" dirty="0">
                <a:solidFill>
                  <a:schemeClr val="accent1"/>
                </a:solidFill>
              </a:rPr>
              <a:t>
</a:t>
            </a:r>
            <a:r>
              <a:rPr lang="fr-FR" sz="1500" i="1" dirty="0">
                <a:solidFill>
                  <a:schemeClr val="accent1"/>
                </a:solidFill>
              </a:rPr>
              <a:t>Encouragez les gens à se mélanger
Pour gamifier davantage, vous pouvez compter les points ou le nombre de cartes dans les limites de temps.</a:t>
            </a:r>
            <a:endParaRPr lang="fr-FR" sz="1400" i="1" noProof="0" dirty="0">
              <a:solidFill>
                <a:schemeClr val="accent1"/>
              </a:solidFill>
            </a:endParaRPr>
          </a:p>
        </p:txBody>
      </p:sp>
      <p:sp>
        <p:nvSpPr>
          <p:cNvPr id="10" name="Espace réservé du contenu 6">
            <a:extLst>
              <a:ext uri="{FF2B5EF4-FFF2-40B4-BE49-F238E27FC236}">
                <a16:creationId xmlns:a16="http://schemas.microsoft.com/office/drawing/2014/main" id="{B15C287B-DE53-E822-ADF6-22A65FE9BB86}"/>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Créer votre variante</a:t>
            </a:r>
            <a:r>
              <a:rPr lang="fr-FR" sz="1800" b="1" i="1" noProof="0" dirty="0">
                <a:solidFill>
                  <a:schemeClr val="accent1"/>
                </a:solidFill>
              </a:rPr>
              <a:t>
</a:t>
            </a:r>
            <a:r>
              <a:rPr lang="fr-FR" sz="1600" i="1" noProof="0" dirty="0">
                <a:solidFill>
                  <a:schemeClr val="accent1"/>
                </a:solidFill>
              </a:rPr>
              <a:t>Ce jeu est mis en open source pour que vous puissiez créer votre propre variante.</a:t>
            </a:r>
          </a:p>
          <a:p>
            <a:pPr algn="ctr"/>
            <a:r>
              <a:rPr lang="fr-FR" sz="1600" i="1" noProof="0" dirty="0">
                <a:solidFill>
                  <a:schemeClr val="accent1"/>
                </a:solidFill>
              </a:rPr>
              <a:t> </a:t>
            </a:r>
            <a:endParaRPr lang="fr-FR" sz="1200" i="1" noProof="0" dirty="0">
              <a:solidFill>
                <a:schemeClr val="accent1"/>
              </a:solidFill>
            </a:endParaRPr>
          </a:p>
        </p:txBody>
      </p:sp>
      <p:pic>
        <p:nvPicPr>
          <p:cNvPr id="34" name="Immagine 33" descr="Immagine che contiene logo, Elementi grafici, Carattere, simbolo&#10;&#10;Descrizione generata automaticamente">
            <a:extLst>
              <a:ext uri="{FF2B5EF4-FFF2-40B4-BE49-F238E27FC236}">
                <a16:creationId xmlns:a16="http://schemas.microsoft.com/office/drawing/2014/main" id="{578307F9-8848-74D1-E7F3-DE46CD775B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9702" y="3856224"/>
            <a:ext cx="1227705" cy="415749"/>
          </a:xfrm>
          <a:prstGeom prst="rect">
            <a:avLst/>
          </a:prstGeom>
        </p:spPr>
      </p:pic>
      <p:pic>
        <p:nvPicPr>
          <p:cNvPr id="55" name="Image 2">
            <a:extLst>
              <a:ext uri="{FF2B5EF4-FFF2-40B4-BE49-F238E27FC236}">
                <a16:creationId xmlns:a16="http://schemas.microsoft.com/office/drawing/2014/main" id="{C192AD57-343F-6826-8F1B-F1364DA209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22118" y="2690045"/>
            <a:ext cx="230858" cy="223162"/>
          </a:xfrm>
          <a:prstGeom prst="rect">
            <a:avLst/>
          </a:prstGeom>
        </p:spPr>
      </p:pic>
      <p:pic>
        <p:nvPicPr>
          <p:cNvPr id="57" name="Immagine 56" descr="Immagine che contiene logo, Elementi grafici, Carattere, simbolo&#10;&#10;Descrizione generata automaticamente">
            <a:extLst>
              <a:ext uri="{FF2B5EF4-FFF2-40B4-BE49-F238E27FC236}">
                <a16:creationId xmlns:a16="http://schemas.microsoft.com/office/drawing/2014/main" id="{E8D88311-5D92-B86D-118B-3F7683C90E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6203" y="2690045"/>
            <a:ext cx="658997" cy="223162"/>
          </a:xfrm>
          <a:prstGeom prst="rect">
            <a:avLst/>
          </a:prstGeom>
        </p:spPr>
      </p:pic>
      <p:pic>
        <p:nvPicPr>
          <p:cNvPr id="59" name="Image 2">
            <a:extLst>
              <a:ext uri="{FF2B5EF4-FFF2-40B4-BE49-F238E27FC236}">
                <a16:creationId xmlns:a16="http://schemas.microsoft.com/office/drawing/2014/main" id="{6E6F967B-0950-D942-F7F1-C9F9A447A7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60" name="Immagine 59" descr="Immagine che contiene logo, Elementi grafici, Carattere, simbolo&#10;&#10;Descrizione generata automaticamente">
            <a:extLst>
              <a:ext uri="{FF2B5EF4-FFF2-40B4-BE49-F238E27FC236}">
                <a16:creationId xmlns:a16="http://schemas.microsoft.com/office/drawing/2014/main" id="{9AC0FCA7-033C-C21E-3C70-2883664E32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61" name="Image 2">
            <a:extLst>
              <a:ext uri="{FF2B5EF4-FFF2-40B4-BE49-F238E27FC236}">
                <a16:creationId xmlns:a16="http://schemas.microsoft.com/office/drawing/2014/main" id="{3DED185C-EB35-750E-AF59-5FAD6B617C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62" name="Immagine 61" descr="Immagine che contiene logo, Elementi grafici, Carattere, simbolo&#10;&#10;Descrizione generata automaticamente">
            <a:extLst>
              <a:ext uri="{FF2B5EF4-FFF2-40B4-BE49-F238E27FC236}">
                <a16:creationId xmlns:a16="http://schemas.microsoft.com/office/drawing/2014/main" id="{D1792A2C-8CF3-FA8B-AB2F-721DDB5A02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63" name="Image 2">
            <a:extLst>
              <a:ext uri="{FF2B5EF4-FFF2-40B4-BE49-F238E27FC236}">
                <a16:creationId xmlns:a16="http://schemas.microsoft.com/office/drawing/2014/main" id="{3A7D4C7F-6BCD-B1E7-9C03-35FDC195FD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64" name="Immagine 63" descr="Immagine che contiene logo, Elementi grafici, Carattere, simbolo&#10;&#10;Descrizione generata automaticamente">
            <a:extLst>
              <a:ext uri="{FF2B5EF4-FFF2-40B4-BE49-F238E27FC236}">
                <a16:creationId xmlns:a16="http://schemas.microsoft.com/office/drawing/2014/main" id="{5E531816-B94D-EC5A-F4BE-EBB9DDAF0D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84828" y="2690045"/>
            <a:ext cx="658997" cy="223162"/>
          </a:xfrm>
          <a:prstGeom prst="rect">
            <a:avLst/>
          </a:prstGeom>
        </p:spPr>
      </p:pic>
      <p:pic>
        <p:nvPicPr>
          <p:cNvPr id="65" name="Picture 2" descr="Comment fonctionnent les licences Creative Commons">
            <a:extLst>
              <a:ext uri="{FF2B5EF4-FFF2-40B4-BE49-F238E27FC236}">
                <a16:creationId xmlns:a16="http://schemas.microsoft.com/office/drawing/2014/main" id="{6FEE255E-CC70-03BF-84A6-BFBC0EF9B95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880841" y="2678356"/>
            <a:ext cx="539504" cy="22433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Comment fonctionnent les licences Creative Commons">
            <a:extLst>
              <a:ext uri="{FF2B5EF4-FFF2-40B4-BE49-F238E27FC236}">
                <a16:creationId xmlns:a16="http://schemas.microsoft.com/office/drawing/2014/main" id="{1665CC06-FF5C-598C-550D-3149BADC3A4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4448974" y="2678356"/>
            <a:ext cx="539504" cy="224330"/>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Comment fonctionnent les licences Creative Commons">
            <a:extLst>
              <a:ext uri="{FF2B5EF4-FFF2-40B4-BE49-F238E27FC236}">
                <a16:creationId xmlns:a16="http://schemas.microsoft.com/office/drawing/2014/main" id="{AAFDDA13-C051-62FF-7200-2BB211B4D7C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6993500" y="2690045"/>
            <a:ext cx="539504" cy="224330"/>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Comment fonctionnent les licences Creative Commons">
            <a:extLst>
              <a:ext uri="{FF2B5EF4-FFF2-40B4-BE49-F238E27FC236}">
                <a16:creationId xmlns:a16="http://schemas.microsoft.com/office/drawing/2014/main" id="{470EFAC7-956B-C2F8-833C-28B32BB1137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9533663" y="2703053"/>
            <a:ext cx="539504" cy="224330"/>
          </a:xfrm>
          <a:prstGeom prst="rect">
            <a:avLst/>
          </a:prstGeom>
          <a:noFill/>
          <a:extLst>
            <a:ext uri="{909E8E84-426E-40DD-AFC4-6F175D3DCCD1}">
              <a14:hiddenFill xmlns:a14="http://schemas.microsoft.com/office/drawing/2010/main">
                <a:solidFill>
                  <a:srgbClr val="FFFFFF"/>
                </a:solidFill>
              </a14:hiddenFill>
            </a:ext>
          </a:extLst>
        </p:spPr>
      </p:pic>
      <p:pic>
        <p:nvPicPr>
          <p:cNvPr id="69" name="Image 2">
            <a:extLst>
              <a:ext uri="{FF2B5EF4-FFF2-40B4-BE49-F238E27FC236}">
                <a16:creationId xmlns:a16="http://schemas.microsoft.com/office/drawing/2014/main" id="{272267CE-BA5B-9477-33A1-6EBD5EDA7C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20717" y="6136318"/>
            <a:ext cx="230858" cy="223162"/>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4B862B8B-F6B3-9019-9729-07802644DC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4802" y="6136318"/>
            <a:ext cx="658997" cy="223162"/>
          </a:xfrm>
          <a:prstGeom prst="rect">
            <a:avLst/>
          </a:prstGeom>
        </p:spPr>
      </p:pic>
      <p:pic>
        <p:nvPicPr>
          <p:cNvPr id="71" name="Image 2">
            <a:extLst>
              <a:ext uri="{FF2B5EF4-FFF2-40B4-BE49-F238E27FC236}">
                <a16:creationId xmlns:a16="http://schemas.microsoft.com/office/drawing/2014/main" id="{9A82E546-4A65-D405-BB56-3E9FCB4D3E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4914" y="6136318"/>
            <a:ext cx="230858" cy="223162"/>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40B4A1F4-07EE-88BC-E8A3-767E119364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8999" y="6136318"/>
            <a:ext cx="658997" cy="223162"/>
          </a:xfrm>
          <a:prstGeom prst="rect">
            <a:avLst/>
          </a:prstGeom>
        </p:spPr>
      </p:pic>
      <p:pic>
        <p:nvPicPr>
          <p:cNvPr id="73" name="Image 2">
            <a:extLst>
              <a:ext uri="{FF2B5EF4-FFF2-40B4-BE49-F238E27FC236}">
                <a16:creationId xmlns:a16="http://schemas.microsoft.com/office/drawing/2014/main" id="{068D4567-7764-729C-E193-44F2ADBE58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8402" y="6136318"/>
            <a:ext cx="230858" cy="223162"/>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9E3273A2-9A34-EC1C-D746-761DC0CCA0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2487" y="6136318"/>
            <a:ext cx="658997" cy="223162"/>
          </a:xfrm>
          <a:prstGeom prst="rect">
            <a:avLst/>
          </a:prstGeom>
        </p:spPr>
      </p:pic>
      <p:pic>
        <p:nvPicPr>
          <p:cNvPr id="75" name="Image 2">
            <a:extLst>
              <a:ext uri="{FF2B5EF4-FFF2-40B4-BE49-F238E27FC236}">
                <a16:creationId xmlns:a16="http://schemas.microsoft.com/office/drawing/2014/main" id="{FB694C85-E424-5163-2C40-726338E8FD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19342" y="6136318"/>
            <a:ext cx="230858" cy="223162"/>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349A8E31-C372-A46E-EA26-7218E5906C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83427" y="6136318"/>
            <a:ext cx="658997" cy="223162"/>
          </a:xfrm>
          <a:prstGeom prst="rect">
            <a:avLst/>
          </a:prstGeom>
        </p:spPr>
      </p:pic>
      <p:pic>
        <p:nvPicPr>
          <p:cNvPr id="77" name="Picture 2" descr="Comment fonctionnent les licences Creative Commons">
            <a:extLst>
              <a:ext uri="{FF2B5EF4-FFF2-40B4-BE49-F238E27FC236}">
                <a16:creationId xmlns:a16="http://schemas.microsoft.com/office/drawing/2014/main" id="{6F1F7797-A829-7986-1609-08F24542AA1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879440" y="6124629"/>
            <a:ext cx="539504" cy="224330"/>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Comment fonctionnent les licences Creative Commons">
            <a:extLst>
              <a:ext uri="{FF2B5EF4-FFF2-40B4-BE49-F238E27FC236}">
                <a16:creationId xmlns:a16="http://schemas.microsoft.com/office/drawing/2014/main" id="{90C232D1-F8AE-CFFF-8FA7-A1DFC9A57A8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4447573" y="6124629"/>
            <a:ext cx="539504" cy="224330"/>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Comment fonctionnent les licences Creative Commons">
            <a:extLst>
              <a:ext uri="{FF2B5EF4-FFF2-40B4-BE49-F238E27FC236}">
                <a16:creationId xmlns:a16="http://schemas.microsoft.com/office/drawing/2014/main" id="{D0CC1943-6EDF-C9C2-C824-F0713697022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6992099" y="6136318"/>
            <a:ext cx="539504" cy="224330"/>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Comment fonctionnent les licences Creative Commons">
            <a:extLst>
              <a:ext uri="{FF2B5EF4-FFF2-40B4-BE49-F238E27FC236}">
                <a16:creationId xmlns:a16="http://schemas.microsoft.com/office/drawing/2014/main" id="{8BFAA8F6-B17D-9721-C8F6-62662A6DA98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9532262" y="6149326"/>
            <a:ext cx="539504" cy="224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84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C5BD-1B50-B2F0-3E92-92F986C8A458}"/>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3E29BD1A-16D2-1117-7B06-4E243D578823}"/>
              </a:ext>
            </a:extLst>
          </p:cNvPr>
          <p:cNvSpPr/>
          <p:nvPr/>
        </p:nvSpPr>
        <p:spPr>
          <a:xfrm>
            <a:off x="0" y="0"/>
            <a:ext cx="12292815" cy="684753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FBB01BF3-2842-B09E-B684-972096496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8489F9BE-6E17-DF63-404E-66046AE86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002E43E8-437D-EEB1-9270-38B2D5A75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EE7010A9-5853-CF4F-78B2-D6C0A4903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003DBFB2-6DAD-6C80-7D30-8D25438DB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A143158C-9378-B430-1D0D-DA7624E92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D87E317C-40DB-3E1D-EDEA-5936A46A0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908EA80E-D481-C541-3BEA-AC8B414DF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0FD94593-4298-D033-4823-54DAD3F1C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DC4CF723-BD7F-C199-6B4B-68254FB53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4210C6C3-0676-0F26-C733-51BCDFA50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F9FBF28E-0300-3252-F4B5-58D3779B30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DADE8CE4-E3D7-21C1-987E-9EAB9ED45D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51FC55FA-26F0-E79B-0AD7-513299334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30A12A5A-24A5-14C9-DB0E-C22D2963E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4DA74C31-AFCD-D643-2D78-C9C00B912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E4F70A20-53A2-B2F2-2129-8A32FE9AB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2E8468FA-0ADB-92EE-8AD8-98CBF4F97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2949F33C-3B25-1941-945D-AB854D5E7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8527590B-82B0-E345-BF79-AB5F0AA30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3C1B94C2-0FF5-33BE-F396-A89FBEAC1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F691DC43-C495-2B3B-FE97-7E8E36B03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13E62A2B-71AF-7626-9327-2BC7CEA030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2A1566E7-FDE3-06D6-26F6-E6A3FB67A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CFD8F828-0D8A-9A7B-D69C-F9E8C2180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804A8715-BF49-6FD7-A2B0-BE88E91F3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E216A63C-F31B-2922-0484-649DDAAC0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A9614C70-ACEA-24CD-B1B4-F81A9667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317240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fr-FR" dirty="0">
                <a:solidFill>
                  <a:schemeClr val="tx1"/>
                </a:solidFill>
              </a:rPr>
              <a:t>Thème : TRAVAIL</a:t>
            </a:r>
            <a:endParaRPr lang="fr-FR" noProof="0" dirty="0">
              <a:solidFill>
                <a:schemeClr val="tx1"/>
              </a:solidFill>
            </a:endParaRP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fr-FR" noProof="0" dirty="0"/>
          </a:p>
        </p:txBody>
      </p:sp>
    </p:spTree>
    <p:extLst>
      <p:ext uri="{BB962C8B-B14F-4D97-AF65-F5344CB8AC3E}">
        <p14:creationId xmlns:p14="http://schemas.microsoft.com/office/powerpoint/2010/main" val="1539450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21296-C34C-A5C8-A3FD-D038E8304B7D}"/>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6B97B58B-D38D-045A-4EDC-91796AC6B7D4}"/>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 name="Espace réservé du contenu 6">
            <a:extLst>
              <a:ext uri="{FF2B5EF4-FFF2-40B4-BE49-F238E27FC236}">
                <a16:creationId xmlns:a16="http://schemas.microsoft.com/office/drawing/2014/main" id="{A25F44E4-BC27-0A62-1C05-397473EE17BB}"/>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Résolution de problèmes</a:t>
            </a:r>
            <a:endParaRPr lang="fr-FR" sz="1100" b="1" noProof="0" dirty="0">
              <a:solidFill>
                <a:schemeClr val="bg1"/>
              </a:solidFill>
            </a:endParaRPr>
          </a:p>
        </p:txBody>
      </p:sp>
      <p:sp>
        <p:nvSpPr>
          <p:cNvPr id="12" name="Espace réservé du contenu 6">
            <a:extLst>
              <a:ext uri="{FF2B5EF4-FFF2-40B4-BE49-F238E27FC236}">
                <a16:creationId xmlns:a16="http://schemas.microsoft.com/office/drawing/2014/main" id="{437242D6-FD03-2C5B-D5E2-62875C1D76C8}"/>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Expérience professionnelle</a:t>
            </a:r>
            <a:endParaRPr lang="fr-FR" sz="1100" b="1" noProof="0" dirty="0">
              <a:solidFill>
                <a:schemeClr val="bg1"/>
              </a:solidFill>
            </a:endParaRPr>
          </a:p>
        </p:txBody>
      </p:sp>
      <p:sp>
        <p:nvSpPr>
          <p:cNvPr id="15" name="Espace réservé du contenu 6">
            <a:extLst>
              <a:ext uri="{FF2B5EF4-FFF2-40B4-BE49-F238E27FC236}">
                <a16:creationId xmlns:a16="http://schemas.microsoft.com/office/drawing/2014/main" id="{B4E581E7-81EC-E088-BDF4-671BAEC132EC}"/>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Projet préféré</a:t>
            </a:r>
            <a:endParaRPr lang="fr-FR" sz="1100" b="1" noProof="0" dirty="0">
              <a:solidFill>
                <a:schemeClr val="bg1"/>
              </a:solidFill>
            </a:endParaRPr>
          </a:p>
        </p:txBody>
      </p:sp>
      <p:sp>
        <p:nvSpPr>
          <p:cNvPr id="18" name="Espace réservé du contenu 6">
            <a:extLst>
              <a:ext uri="{FF2B5EF4-FFF2-40B4-BE49-F238E27FC236}">
                <a16:creationId xmlns:a16="http://schemas.microsoft.com/office/drawing/2014/main" id="{92027F6E-7FA5-5C3B-0400-968A873E1212}"/>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Inspiration professionnelle</a:t>
            </a:r>
            <a:endParaRPr lang="fr-FR" sz="1100" b="1" noProof="0" dirty="0">
              <a:solidFill>
                <a:schemeClr val="bg1"/>
              </a:solidFill>
            </a:endParaRPr>
          </a:p>
        </p:txBody>
      </p:sp>
      <p:sp>
        <p:nvSpPr>
          <p:cNvPr id="21" name="Espace réservé du contenu 6">
            <a:extLst>
              <a:ext uri="{FF2B5EF4-FFF2-40B4-BE49-F238E27FC236}">
                <a16:creationId xmlns:a16="http://schemas.microsoft.com/office/drawing/2014/main" id="{74B0B587-1885-B02A-644C-7004AB00331C}"/>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Carrière</a:t>
            </a:r>
            <a:endParaRPr lang="fr-FR" sz="1100" b="1" noProof="0" dirty="0">
              <a:solidFill>
                <a:schemeClr val="bg1"/>
              </a:solidFill>
            </a:endParaRPr>
          </a:p>
        </p:txBody>
      </p:sp>
      <p:sp>
        <p:nvSpPr>
          <p:cNvPr id="23" name="Espace réservé du contenu 6">
            <a:extLst>
              <a:ext uri="{FF2B5EF4-FFF2-40B4-BE49-F238E27FC236}">
                <a16:creationId xmlns:a16="http://schemas.microsoft.com/office/drawing/2014/main" id="{CE0A41FE-D5E8-1F65-8B58-87D23118C58A}"/>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Emploi et organisation</a:t>
            </a:r>
            <a:endParaRPr lang="fr-FR" sz="1100" b="1" noProof="0" dirty="0">
              <a:solidFill>
                <a:schemeClr val="bg1"/>
              </a:solidFill>
            </a:endParaRPr>
          </a:p>
        </p:txBody>
      </p:sp>
      <p:sp>
        <p:nvSpPr>
          <p:cNvPr id="28" name="Espace réservé du contenu 6">
            <a:extLst>
              <a:ext uri="{FF2B5EF4-FFF2-40B4-BE49-F238E27FC236}">
                <a16:creationId xmlns:a16="http://schemas.microsoft.com/office/drawing/2014/main" id="{21BCE6C7-5E55-CB08-CE62-D4419C639355}"/>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Équipe</a:t>
            </a:r>
            <a:endParaRPr lang="fr-FR" sz="1100" b="1" noProof="0" dirty="0">
              <a:solidFill>
                <a:schemeClr val="bg1"/>
              </a:solidFill>
            </a:endParaRPr>
          </a:p>
        </p:txBody>
      </p:sp>
      <p:sp>
        <p:nvSpPr>
          <p:cNvPr id="30" name="Espace réservé du contenu 6">
            <a:extLst>
              <a:ext uri="{FF2B5EF4-FFF2-40B4-BE49-F238E27FC236}">
                <a16:creationId xmlns:a16="http://schemas.microsoft.com/office/drawing/2014/main" id="{F96B2D98-C142-4ABB-496B-5D60BDEA97DB}"/>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Évolution des rôles</a:t>
            </a:r>
            <a:endParaRPr lang="fr-FR" sz="1100" b="1" noProof="0" dirty="0">
              <a:solidFill>
                <a:schemeClr val="bg1"/>
              </a:solidFill>
            </a:endParaRPr>
          </a:p>
        </p:txBody>
      </p:sp>
      <p:sp>
        <p:nvSpPr>
          <p:cNvPr id="2" name="Espace réservé du contenu 6">
            <a:extLst>
              <a:ext uri="{FF2B5EF4-FFF2-40B4-BE49-F238E27FC236}">
                <a16:creationId xmlns:a16="http://schemas.microsoft.com/office/drawing/2014/main" id="{7F0F3D3E-6210-29B6-B653-3E643DCBFB49}"/>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fr-FR" sz="1100" b="1" i="1" dirty="0">
                <a:solidFill>
                  <a:schemeClr val="accent1"/>
                </a:solidFill>
              </a:rPr>
              <a:t>Quel est votre rôle dans l’entreprise ?
Qu’est-ce qui vous plaît le plus dans votre travail ?
Quel est votre plus grand défi au travail ?
Quelle est la chose que vous changeriez dans votre organisation ?</a:t>
            </a:r>
            <a:endParaRPr lang="fr-FR" sz="1100" b="1" i="1" noProof="0" dirty="0">
              <a:solidFill>
                <a:schemeClr val="accent1"/>
              </a:solidFill>
            </a:endParaRPr>
          </a:p>
        </p:txBody>
      </p:sp>
      <p:sp>
        <p:nvSpPr>
          <p:cNvPr id="4" name="Espace réservé du contenu 6">
            <a:extLst>
              <a:ext uri="{FF2B5EF4-FFF2-40B4-BE49-F238E27FC236}">
                <a16:creationId xmlns:a16="http://schemas.microsoft.com/office/drawing/2014/main" id="{1CE77108-A888-41C1-35D3-221AE689B7D1}"/>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Comment commencez-vous généralement votre journée de travail ?
Quel est votre moment le plus productif de la journée ?
Comment gérez-vous les situations stressantes au travail ?
Quel est le plus profond changement que vous souhaitez?</a:t>
            </a:r>
          </a:p>
          <a:p>
            <a:pPr marL="0" indent="0">
              <a:buNone/>
            </a:pPr>
            <a:endParaRPr lang="fr-FR" sz="1100" noProof="0" dirty="0"/>
          </a:p>
        </p:txBody>
      </p:sp>
      <p:sp>
        <p:nvSpPr>
          <p:cNvPr id="3" name="Espace réservé du contenu 6">
            <a:extLst>
              <a:ext uri="{FF2B5EF4-FFF2-40B4-BE49-F238E27FC236}">
                <a16:creationId xmlns:a16="http://schemas.microsoft.com/office/drawing/2014/main" id="{08557C70-9E74-513F-8DBF-AA430C9F5E77}"/>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fr-FR" sz="1100" b="1" i="1" dirty="0">
                <a:solidFill>
                  <a:schemeClr val="accent1"/>
                </a:solidFill>
              </a:rPr>
              <a:t>Depuis combien de temps occupez-vous votre poste actuel ?
Quel est le projet le plus mémorable sur lequel vous avez travaillé ?
Quelles sont les compétences essentielles pour votre métier ?
Où vous voyez-vous dans 2 ans ?</a:t>
            </a:r>
            <a:endParaRPr lang="fr-FR" sz="1100" b="1" i="1" noProof="0" dirty="0">
              <a:solidFill>
                <a:schemeClr val="accent1"/>
              </a:solidFill>
            </a:endParaRPr>
          </a:p>
        </p:txBody>
      </p:sp>
      <p:sp>
        <p:nvSpPr>
          <p:cNvPr id="5" name="Espace réservé du contenu 6">
            <a:extLst>
              <a:ext uri="{FF2B5EF4-FFF2-40B4-BE49-F238E27FC236}">
                <a16:creationId xmlns:a16="http://schemas.microsoft.com/office/drawing/2014/main" id="{C8BFB1DD-B4C3-9775-542E-CC4221EB49A4}"/>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Qui est quelqu’un que vous admirez professionnellement ?
Quelles sont les qualités qui les rendent admirables ?
Comment essayez-vous d’appliquer ces qualités dans votre propre travail ?
Comment espérez-vous inspirer les autres à l’avenir ?</a:t>
            </a:r>
            <a:endParaRPr lang="fr-FR" sz="1100" noProof="0" dirty="0"/>
          </a:p>
        </p:txBody>
      </p:sp>
      <p:sp>
        <p:nvSpPr>
          <p:cNvPr id="6" name="Espace réservé du contenu 6">
            <a:extLst>
              <a:ext uri="{FF2B5EF4-FFF2-40B4-BE49-F238E27FC236}">
                <a16:creationId xmlns:a16="http://schemas.microsoft.com/office/drawing/2014/main" id="{D45D1D0E-5CEA-81F8-4AAD-C364B934ACE4}"/>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À quoi ressemble votre équipe actuelle ?
Quelle est la chose que votre équipe fait bien ?
Quel est le plus grand défi auquel votre équipe est confrontée ?
Comment amélioreriez-vous la collaboration au sein de votre équipe ?</a:t>
            </a:r>
            <a:endParaRPr lang="fr-FR" sz="1100" noProof="0" dirty="0"/>
          </a:p>
        </p:txBody>
      </p:sp>
      <p:sp>
        <p:nvSpPr>
          <p:cNvPr id="8" name="Espace réservé du contenu 6">
            <a:extLst>
              <a:ext uri="{FF2B5EF4-FFF2-40B4-BE49-F238E27FC236}">
                <a16:creationId xmlns:a16="http://schemas.microsoft.com/office/drawing/2014/main" id="{96424DA1-9580-CBD7-A6C4-CA96881B2AC8}"/>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Quel est votre projet préféré sur lequel vous avez travaillé ?
Qu’est-ce qui vous a rendu agréable ?
Quels défis avez-vous surmontés dans ce projet ?
Qu’avez-vous appris de cette expérience ?</a:t>
            </a:r>
            <a:endParaRPr lang="fr-FR" noProof="0" dirty="0"/>
          </a:p>
        </p:txBody>
      </p:sp>
      <p:sp>
        <p:nvSpPr>
          <p:cNvPr id="9" name="Espace réservé du contenu 6">
            <a:extLst>
              <a:ext uri="{FF2B5EF4-FFF2-40B4-BE49-F238E27FC236}">
                <a16:creationId xmlns:a16="http://schemas.microsoft.com/office/drawing/2014/main" id="{B05DCFDF-80F3-6083-7199-BC525B3C6399}"/>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Comment avez-vous commencé votre carrière ?
Quelle est la principale leçon que vous avez apprise au travail ?
Quelle a été votre plus grande réalisation professionnelle ?
Quel est le prochain grand objectif de votre carrière ?</a:t>
            </a:r>
            <a:endParaRPr lang="fr-FR" sz="1100" noProof="0" dirty="0"/>
          </a:p>
        </p:txBody>
      </p:sp>
      <p:sp>
        <p:nvSpPr>
          <p:cNvPr id="10" name="Espace réservé du contenu 6">
            <a:extLst>
              <a:ext uri="{FF2B5EF4-FFF2-40B4-BE49-F238E27FC236}">
                <a16:creationId xmlns:a16="http://schemas.microsoft.com/office/drawing/2014/main" id="{2D824300-EC10-A9B7-90CD-7DDF52313403}"/>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000" dirty="0"/>
              <a:t>Quelle est votre approche pour résoudre les problèmes au travail ?
Comment impliquez-vous les autres dans la résolution de problèmes ?
Quel est le problème le plus difficile que vous ayez eu à résoudre ?
Comment assurez-vous les meilleurs résultats dans votre travail ?</a:t>
            </a:r>
            <a:endParaRPr lang="fr-FR" sz="1000" noProof="0" dirty="0"/>
          </a:p>
        </p:txBody>
      </p:sp>
      <p:pic>
        <p:nvPicPr>
          <p:cNvPr id="11" name="Image 2">
            <a:extLst>
              <a:ext uri="{FF2B5EF4-FFF2-40B4-BE49-F238E27FC236}">
                <a16:creationId xmlns:a16="http://schemas.microsoft.com/office/drawing/2014/main" id="{F599B297-9BCA-5FFB-6FF9-FA705CB63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951" y="2661279"/>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64D4C826-C0EF-6060-5573-CAD905EC2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275" y="3002597"/>
            <a:ext cx="393771" cy="133346"/>
          </a:xfrm>
          <a:prstGeom prst="rect">
            <a:avLst/>
          </a:prstGeom>
          <a:solidFill>
            <a:schemeClr val="bg1"/>
          </a:solidFill>
        </p:spPr>
      </p:pic>
      <p:sp>
        <p:nvSpPr>
          <p:cNvPr id="36" name="CasellaDiTesto 35">
            <a:extLst>
              <a:ext uri="{FF2B5EF4-FFF2-40B4-BE49-F238E27FC236}">
                <a16:creationId xmlns:a16="http://schemas.microsoft.com/office/drawing/2014/main" id="{C240430D-3B5A-D7A5-60C1-7DCFFBAAC1F7}"/>
              </a:ext>
            </a:extLst>
          </p:cNvPr>
          <p:cNvSpPr txBox="1"/>
          <p:nvPr/>
        </p:nvSpPr>
        <p:spPr>
          <a:xfrm>
            <a:off x="1186084" y="259266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37" name="CasellaDiTesto 36">
            <a:extLst>
              <a:ext uri="{FF2B5EF4-FFF2-40B4-BE49-F238E27FC236}">
                <a16:creationId xmlns:a16="http://schemas.microsoft.com/office/drawing/2014/main" id="{4F96636A-71ED-1D9B-7F1D-AD2C2B1CC405}"/>
              </a:ext>
            </a:extLst>
          </p:cNvPr>
          <p:cNvSpPr txBox="1"/>
          <p:nvPr/>
        </p:nvSpPr>
        <p:spPr>
          <a:xfrm>
            <a:off x="3803117" y="260310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38" name="CasellaDiTesto 37">
            <a:extLst>
              <a:ext uri="{FF2B5EF4-FFF2-40B4-BE49-F238E27FC236}">
                <a16:creationId xmlns:a16="http://schemas.microsoft.com/office/drawing/2014/main" id="{5F121B8F-847A-E0FF-A602-40DA6A2D5E87}"/>
              </a:ext>
            </a:extLst>
          </p:cNvPr>
          <p:cNvSpPr txBox="1"/>
          <p:nvPr/>
        </p:nvSpPr>
        <p:spPr>
          <a:xfrm>
            <a:off x="6359959" y="261696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39" name="CasellaDiTesto 38">
            <a:extLst>
              <a:ext uri="{FF2B5EF4-FFF2-40B4-BE49-F238E27FC236}">
                <a16:creationId xmlns:a16="http://schemas.microsoft.com/office/drawing/2014/main" id="{8E87BBC4-1A9D-EFD4-007A-367924237C2F}"/>
              </a:ext>
            </a:extLst>
          </p:cNvPr>
          <p:cNvSpPr txBox="1"/>
          <p:nvPr/>
        </p:nvSpPr>
        <p:spPr>
          <a:xfrm>
            <a:off x="8905992" y="261354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40" name="CasellaDiTesto 39">
            <a:extLst>
              <a:ext uri="{FF2B5EF4-FFF2-40B4-BE49-F238E27FC236}">
                <a16:creationId xmlns:a16="http://schemas.microsoft.com/office/drawing/2014/main" id="{9795A1D4-F0BF-44FE-7BD1-B246BF3A06E3}"/>
              </a:ext>
            </a:extLst>
          </p:cNvPr>
          <p:cNvSpPr txBox="1"/>
          <p:nvPr/>
        </p:nvSpPr>
        <p:spPr>
          <a:xfrm>
            <a:off x="1160684" y="604007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42" name="CasellaDiTesto 41">
            <a:extLst>
              <a:ext uri="{FF2B5EF4-FFF2-40B4-BE49-F238E27FC236}">
                <a16:creationId xmlns:a16="http://schemas.microsoft.com/office/drawing/2014/main" id="{B545B041-88EE-F0F6-3A9A-C206F21049CD}"/>
              </a:ext>
            </a:extLst>
          </p:cNvPr>
          <p:cNvSpPr txBox="1"/>
          <p:nvPr/>
        </p:nvSpPr>
        <p:spPr>
          <a:xfrm>
            <a:off x="3777717" y="605051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43" name="CasellaDiTesto 42">
            <a:extLst>
              <a:ext uri="{FF2B5EF4-FFF2-40B4-BE49-F238E27FC236}">
                <a16:creationId xmlns:a16="http://schemas.microsoft.com/office/drawing/2014/main" id="{A3ED61C0-74C4-3E71-7D03-9EAD3171AFE1}"/>
              </a:ext>
            </a:extLst>
          </p:cNvPr>
          <p:cNvSpPr txBox="1"/>
          <p:nvPr/>
        </p:nvSpPr>
        <p:spPr>
          <a:xfrm>
            <a:off x="6334559" y="606437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44" name="CasellaDiTesto 43">
            <a:extLst>
              <a:ext uri="{FF2B5EF4-FFF2-40B4-BE49-F238E27FC236}">
                <a16:creationId xmlns:a16="http://schemas.microsoft.com/office/drawing/2014/main" id="{7F29CE9A-FD9A-83B3-CFF1-7FDCA5BE6587}"/>
              </a:ext>
            </a:extLst>
          </p:cNvPr>
          <p:cNvSpPr txBox="1"/>
          <p:nvPr/>
        </p:nvSpPr>
        <p:spPr>
          <a:xfrm>
            <a:off x="8880592" y="606095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grpSp>
        <p:nvGrpSpPr>
          <p:cNvPr id="34" name="Gruppo 33">
            <a:extLst>
              <a:ext uri="{FF2B5EF4-FFF2-40B4-BE49-F238E27FC236}">
                <a16:creationId xmlns:a16="http://schemas.microsoft.com/office/drawing/2014/main" id="{79741F85-CA99-1239-CE63-7AE85AEFD1A4}"/>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17BFB01C-8566-AEEC-233F-3927898437E0}"/>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FC3C9CB8-558D-3C79-C68D-0F61DB722CE2}"/>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91698F91-4867-D4F0-5D3D-DC4FA2EF6335}"/>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D23DB03E-CD2F-3EF8-D548-407BA92D12BB}"/>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30767847-B0E1-3875-E3D2-FDF2727B885B}"/>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1C1F519D-2BD7-1594-6775-EBC5CBAE4B55}"/>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5F34700C-968A-A468-7F0D-A453735DF5B9}"/>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E7206BB9-CF41-F591-64A8-D57DAF670DB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pic>
        <p:nvPicPr>
          <p:cNvPr id="52" name="Picture 2" descr="Comment fonctionnent les licences Creative Commons">
            <a:extLst>
              <a:ext uri="{FF2B5EF4-FFF2-40B4-BE49-F238E27FC236}">
                <a16:creationId xmlns:a16="http://schemas.microsoft.com/office/drawing/2014/main" id="{F7ACAF89-7530-27F7-6C8D-1820A65913F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02951" y="3021347"/>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60" name="Image 2">
            <a:extLst>
              <a:ext uri="{FF2B5EF4-FFF2-40B4-BE49-F238E27FC236}">
                <a16:creationId xmlns:a16="http://schemas.microsoft.com/office/drawing/2014/main" id="{989730F1-5816-7F9C-5DE3-F64D7B382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0964" y="2663507"/>
            <a:ext cx="230858" cy="223162"/>
          </a:xfrm>
          <a:prstGeom prst="rect">
            <a:avLst/>
          </a:prstGeom>
        </p:spPr>
      </p:pic>
      <p:pic>
        <p:nvPicPr>
          <p:cNvPr id="61" name="Immagine 60" descr="Immagine che contiene logo, Elementi grafici, Carattere, simbolo&#10;&#10;Descrizione generata automaticamente">
            <a:extLst>
              <a:ext uri="{FF2B5EF4-FFF2-40B4-BE49-F238E27FC236}">
                <a16:creationId xmlns:a16="http://schemas.microsoft.com/office/drawing/2014/main" id="{4D0618D2-EDCD-8E0A-4F46-EECA453EE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5288" y="3004825"/>
            <a:ext cx="393771" cy="133346"/>
          </a:xfrm>
          <a:prstGeom prst="rect">
            <a:avLst/>
          </a:prstGeom>
          <a:solidFill>
            <a:schemeClr val="bg1"/>
          </a:solidFill>
        </p:spPr>
      </p:pic>
      <p:pic>
        <p:nvPicPr>
          <p:cNvPr id="62" name="Picture 2" descr="Comment fonctionnent les licences Creative Commons">
            <a:extLst>
              <a:ext uri="{FF2B5EF4-FFF2-40B4-BE49-F238E27FC236}">
                <a16:creationId xmlns:a16="http://schemas.microsoft.com/office/drawing/2014/main" id="{43DE56BD-0F5A-7E0A-1C84-17FE3342A6A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590964" y="3023575"/>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69" name="Image 2">
            <a:extLst>
              <a:ext uri="{FF2B5EF4-FFF2-40B4-BE49-F238E27FC236}">
                <a16:creationId xmlns:a16="http://schemas.microsoft.com/office/drawing/2014/main" id="{519064C2-5AE4-1B5E-9E76-DAC6B2A3C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2822" y="2678124"/>
            <a:ext cx="230858" cy="223162"/>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6D5C1972-E274-B122-074A-2DC7F7FCB9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7146" y="3019442"/>
            <a:ext cx="393771" cy="133346"/>
          </a:xfrm>
          <a:prstGeom prst="rect">
            <a:avLst/>
          </a:prstGeom>
          <a:solidFill>
            <a:schemeClr val="bg1"/>
          </a:solidFill>
        </p:spPr>
      </p:pic>
      <p:pic>
        <p:nvPicPr>
          <p:cNvPr id="71" name="Picture 2" descr="Comment fonctionnent les licences Creative Commons">
            <a:extLst>
              <a:ext uri="{FF2B5EF4-FFF2-40B4-BE49-F238E27FC236}">
                <a16:creationId xmlns:a16="http://schemas.microsoft.com/office/drawing/2014/main" id="{6C1EE08C-71F5-04D4-C522-B4C19F20B12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42822" y="3038192"/>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72" name="Image 2">
            <a:extLst>
              <a:ext uri="{FF2B5EF4-FFF2-40B4-BE49-F238E27FC236}">
                <a16:creationId xmlns:a16="http://schemas.microsoft.com/office/drawing/2014/main" id="{F6C84B8F-375C-516E-B354-679C13AA9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4680" y="2692741"/>
            <a:ext cx="230858" cy="223162"/>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1756BC9D-B3F2-3C7E-8457-73D4C863E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9004" y="3034059"/>
            <a:ext cx="393771" cy="133346"/>
          </a:xfrm>
          <a:prstGeom prst="rect">
            <a:avLst/>
          </a:prstGeom>
          <a:solidFill>
            <a:schemeClr val="bg1"/>
          </a:solidFill>
        </p:spPr>
      </p:pic>
      <p:pic>
        <p:nvPicPr>
          <p:cNvPr id="74" name="Picture 2" descr="Comment fonctionnent les licences Creative Commons">
            <a:extLst>
              <a:ext uri="{FF2B5EF4-FFF2-40B4-BE49-F238E27FC236}">
                <a16:creationId xmlns:a16="http://schemas.microsoft.com/office/drawing/2014/main" id="{A1282D14-1514-276F-C7D3-82D12DF426E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694680" y="3052809"/>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75" name="Image 2">
            <a:extLst>
              <a:ext uri="{FF2B5EF4-FFF2-40B4-BE49-F238E27FC236}">
                <a16:creationId xmlns:a16="http://schemas.microsoft.com/office/drawing/2014/main" id="{9BD08DF6-AF05-B00C-E225-ECFE6D282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3550" y="6092850"/>
            <a:ext cx="230858" cy="223162"/>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E663F721-858C-1E14-CB91-267E64AF73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7874" y="6434168"/>
            <a:ext cx="393771" cy="133346"/>
          </a:xfrm>
          <a:prstGeom prst="rect">
            <a:avLst/>
          </a:prstGeom>
          <a:solidFill>
            <a:schemeClr val="bg1"/>
          </a:solidFill>
        </p:spPr>
      </p:pic>
      <p:pic>
        <p:nvPicPr>
          <p:cNvPr id="77" name="Picture 2" descr="Comment fonctionnent les licences Creative Commons">
            <a:extLst>
              <a:ext uri="{FF2B5EF4-FFF2-40B4-BE49-F238E27FC236}">
                <a16:creationId xmlns:a16="http://schemas.microsoft.com/office/drawing/2014/main" id="{5A68E036-D1CD-38DD-123B-6489FBEA3E6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23550" y="6452918"/>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78" name="Image 2">
            <a:extLst>
              <a:ext uri="{FF2B5EF4-FFF2-40B4-BE49-F238E27FC236}">
                <a16:creationId xmlns:a16="http://schemas.microsoft.com/office/drawing/2014/main" id="{0FF83D5C-ED57-9C34-E7A6-DCE2841CE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1563" y="6095078"/>
            <a:ext cx="230858" cy="223162"/>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ED841C80-67F4-058A-27FE-027D3C5A1B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87" y="6436396"/>
            <a:ext cx="393771" cy="133346"/>
          </a:xfrm>
          <a:prstGeom prst="rect">
            <a:avLst/>
          </a:prstGeom>
          <a:solidFill>
            <a:schemeClr val="bg1"/>
          </a:solidFill>
        </p:spPr>
      </p:pic>
      <p:pic>
        <p:nvPicPr>
          <p:cNvPr id="80" name="Picture 2" descr="Comment fonctionnent les licences Creative Commons">
            <a:extLst>
              <a:ext uri="{FF2B5EF4-FFF2-40B4-BE49-F238E27FC236}">
                <a16:creationId xmlns:a16="http://schemas.microsoft.com/office/drawing/2014/main" id="{96AAE4B6-38F0-5B14-FE3A-97200C996F7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611563" y="6455146"/>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81" name="Image 2">
            <a:extLst>
              <a:ext uri="{FF2B5EF4-FFF2-40B4-BE49-F238E27FC236}">
                <a16:creationId xmlns:a16="http://schemas.microsoft.com/office/drawing/2014/main" id="{6E12D55B-8D73-1A5C-6A80-BF9EA08B72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3421" y="6109695"/>
            <a:ext cx="230858" cy="223162"/>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F61D1D23-7D29-4050-BBE9-20ADAB179F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7745" y="6451013"/>
            <a:ext cx="393771" cy="133346"/>
          </a:xfrm>
          <a:prstGeom prst="rect">
            <a:avLst/>
          </a:prstGeom>
          <a:solidFill>
            <a:schemeClr val="bg1"/>
          </a:solidFill>
        </p:spPr>
      </p:pic>
      <p:pic>
        <p:nvPicPr>
          <p:cNvPr id="83" name="Picture 2" descr="Comment fonctionnent les licences Creative Commons">
            <a:extLst>
              <a:ext uri="{FF2B5EF4-FFF2-40B4-BE49-F238E27FC236}">
                <a16:creationId xmlns:a16="http://schemas.microsoft.com/office/drawing/2014/main" id="{05D9F3D2-483E-A186-6A7D-9F731C4D095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63421" y="6469763"/>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84" name="Image 2">
            <a:extLst>
              <a:ext uri="{FF2B5EF4-FFF2-40B4-BE49-F238E27FC236}">
                <a16:creationId xmlns:a16="http://schemas.microsoft.com/office/drawing/2014/main" id="{6EF7E5D5-761E-7D1D-4F26-28F5A6850D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5279" y="6124312"/>
            <a:ext cx="230858" cy="223162"/>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455E4FC8-6778-9D3E-1DDC-788F9C12D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9603" y="6465630"/>
            <a:ext cx="393771" cy="133346"/>
          </a:xfrm>
          <a:prstGeom prst="rect">
            <a:avLst/>
          </a:prstGeom>
          <a:solidFill>
            <a:schemeClr val="bg1"/>
          </a:solidFill>
        </p:spPr>
      </p:pic>
      <p:pic>
        <p:nvPicPr>
          <p:cNvPr id="86" name="Picture 2" descr="Comment fonctionnent les licences Creative Commons">
            <a:extLst>
              <a:ext uri="{FF2B5EF4-FFF2-40B4-BE49-F238E27FC236}">
                <a16:creationId xmlns:a16="http://schemas.microsoft.com/office/drawing/2014/main" id="{F807E825-9408-AFF2-D2FE-1F59B36C132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715279" y="6484380"/>
            <a:ext cx="292012" cy="121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75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9490-0350-1C84-A920-438231DB1134}"/>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9F29AE10-F692-2514-805A-CEC1333D6417}"/>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6F5247FA-0F01-A75F-F767-7C579EA36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844ADCA0-6635-09F9-5633-892E3C75D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3E3F5910-8C5D-9408-BD3B-23C0B2BE9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B958AAD4-D369-EA44-701F-45DB033DB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E125AA40-A4DA-4DC6-289C-E57D2C535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D4594F42-0BBA-C870-0FC8-F515772B1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2B1A40BA-6B5B-B12E-D539-6C16B9054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8D67EFCC-1B6D-B383-BB12-4BF0868B85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C0032C5E-4E07-3262-8603-6D46DC74E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DB5F7DCD-8A2B-DF4A-EE4D-04E2FAE36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5A51CDEF-2B67-D472-2690-4F93BD433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0AA3C8C9-0FB0-23C7-1615-9CF45A050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BC109F20-1938-BBF3-3644-ECA9E3B22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8C970CD4-6105-3233-D2AC-DAD388971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DCF67483-EDB7-1A7D-C91F-5B94031D3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7BF532A2-2BE7-B610-B09E-E9BB691B0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226F5668-F2E1-2FDA-6407-AEC4E6A2D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3A49F0C9-2B70-8D18-E40C-8CA266E8D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9FFD66C6-21C8-C319-F71D-813FAC6D3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0814D2E8-2078-2F68-7D32-15DC18C2A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481A4F56-3375-704F-A2AF-39636C143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46DF219C-13C9-3ADA-4AF2-C33EC2E2C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F1CF3E40-6B28-6D5B-1820-C2E34A96C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EE1E0ED-224E-8AAB-D7FC-C30D1F8E8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EA5A10CF-4801-77CE-834E-F534F72A84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BE07F033-06A2-2DC9-2D66-1D61771D57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F818AA7F-1D4F-937F-08BC-D34404E1D6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68624A74-02E4-1715-2E83-D85807E98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1761812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72BA0-FE0F-A2EE-60BF-FD3CD5CAB067}"/>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D39E09B9-5B1C-182A-74CC-196D4E50B6D1}"/>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 name="Espace réservé du contenu 6">
            <a:extLst>
              <a:ext uri="{FF2B5EF4-FFF2-40B4-BE49-F238E27FC236}">
                <a16:creationId xmlns:a16="http://schemas.microsoft.com/office/drawing/2014/main" id="{2039C40F-8E4D-BA7F-01C7-1AC8F87220B7}"/>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Anciens collègues</a:t>
            </a:r>
            <a:endParaRPr lang="fr-FR" sz="1100" b="1" noProof="0" dirty="0">
              <a:solidFill>
                <a:schemeClr val="bg1"/>
              </a:solidFill>
            </a:endParaRPr>
          </a:p>
        </p:txBody>
      </p:sp>
      <p:sp>
        <p:nvSpPr>
          <p:cNvPr id="12" name="Espace réservé du contenu 6">
            <a:extLst>
              <a:ext uri="{FF2B5EF4-FFF2-40B4-BE49-F238E27FC236}">
                <a16:creationId xmlns:a16="http://schemas.microsoft.com/office/drawing/2014/main" id="{4D6D24E1-5A7B-B14D-F759-38976E0C5CB4}"/>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noProof="0" dirty="0">
                <a:solidFill>
                  <a:schemeClr val="bg1"/>
                </a:solidFill>
              </a:rPr>
              <a:t>Innovation</a:t>
            </a:r>
          </a:p>
        </p:txBody>
      </p:sp>
      <p:sp>
        <p:nvSpPr>
          <p:cNvPr id="15" name="Espace réservé du contenu 6">
            <a:extLst>
              <a:ext uri="{FF2B5EF4-FFF2-40B4-BE49-F238E27FC236}">
                <a16:creationId xmlns:a16="http://schemas.microsoft.com/office/drawing/2014/main" id="{728198C0-CDF4-AEA4-F59D-1D2901DBD7CF}"/>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Équilibre travail-vie personnelle</a:t>
            </a:r>
            <a:endParaRPr lang="fr-FR" sz="1100" b="1" noProof="0" dirty="0">
              <a:solidFill>
                <a:schemeClr val="bg1"/>
              </a:solidFill>
            </a:endParaRPr>
          </a:p>
        </p:txBody>
      </p:sp>
      <p:sp>
        <p:nvSpPr>
          <p:cNvPr id="18" name="Espace réservé du contenu 6">
            <a:extLst>
              <a:ext uri="{FF2B5EF4-FFF2-40B4-BE49-F238E27FC236}">
                <a16:creationId xmlns:a16="http://schemas.microsoft.com/office/drawing/2014/main" id="{63C1A507-47B8-706B-5E01-2B6BF80B53EE}"/>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noProof="0" dirty="0">
                <a:solidFill>
                  <a:schemeClr val="bg1"/>
                </a:solidFill>
              </a:rPr>
              <a:t>Style de Leadership </a:t>
            </a:r>
          </a:p>
        </p:txBody>
      </p:sp>
      <p:sp>
        <p:nvSpPr>
          <p:cNvPr id="21" name="Espace réservé du contenu 6">
            <a:extLst>
              <a:ext uri="{FF2B5EF4-FFF2-40B4-BE49-F238E27FC236}">
                <a16:creationId xmlns:a16="http://schemas.microsoft.com/office/drawing/2014/main" id="{18087E73-BC20-FFB2-90C1-07FF01B309D9}"/>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Dynamique d’équipe</a:t>
            </a:r>
            <a:endParaRPr lang="fr-FR" sz="1100" b="1" noProof="0" dirty="0">
              <a:solidFill>
                <a:schemeClr val="bg1"/>
              </a:solidFill>
            </a:endParaRPr>
          </a:p>
        </p:txBody>
      </p:sp>
      <p:sp>
        <p:nvSpPr>
          <p:cNvPr id="23" name="Espace réservé du contenu 6">
            <a:extLst>
              <a:ext uri="{FF2B5EF4-FFF2-40B4-BE49-F238E27FC236}">
                <a16:creationId xmlns:a16="http://schemas.microsoft.com/office/drawing/2014/main" id="{24EC3F6C-214D-6586-7925-1E88C61D55E8}"/>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Tendances</a:t>
            </a:r>
            <a:endParaRPr lang="fr-FR" sz="1100" b="1" noProof="0" dirty="0">
              <a:solidFill>
                <a:schemeClr val="bg1"/>
              </a:solidFill>
            </a:endParaRPr>
          </a:p>
        </p:txBody>
      </p:sp>
      <p:sp>
        <p:nvSpPr>
          <p:cNvPr id="28" name="Espace réservé du contenu 6">
            <a:extLst>
              <a:ext uri="{FF2B5EF4-FFF2-40B4-BE49-F238E27FC236}">
                <a16:creationId xmlns:a16="http://schemas.microsoft.com/office/drawing/2014/main" id="{BFF0D943-81BC-048F-A5D7-0E5B49AE3CA2}"/>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Valeurs</a:t>
            </a:r>
            <a:endParaRPr lang="fr-FR" sz="1100" b="1" noProof="0" dirty="0">
              <a:solidFill>
                <a:schemeClr val="bg1"/>
              </a:solidFill>
            </a:endParaRPr>
          </a:p>
        </p:txBody>
      </p:sp>
      <p:sp>
        <p:nvSpPr>
          <p:cNvPr id="30" name="Espace réservé du contenu 6">
            <a:extLst>
              <a:ext uri="{FF2B5EF4-FFF2-40B4-BE49-F238E27FC236}">
                <a16:creationId xmlns:a16="http://schemas.microsoft.com/office/drawing/2014/main" id="{E00B8B56-3FE3-6D0E-B787-E2FFBEFB03D2}"/>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Équipe et leadership</a:t>
            </a:r>
            <a:endParaRPr lang="fr-FR" sz="1100" b="1" noProof="0" dirty="0">
              <a:solidFill>
                <a:schemeClr val="bg1"/>
              </a:solidFill>
            </a:endParaRPr>
          </a:p>
        </p:txBody>
      </p:sp>
      <p:sp>
        <p:nvSpPr>
          <p:cNvPr id="2" name="Espace réservé du contenu 6">
            <a:extLst>
              <a:ext uri="{FF2B5EF4-FFF2-40B4-BE49-F238E27FC236}">
                <a16:creationId xmlns:a16="http://schemas.microsoft.com/office/drawing/2014/main" id="{684E4248-FA83-6555-2BF2-6DB0134833B3}"/>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fr-FR" sz="1200" b="1" i="1" dirty="0">
                <a:solidFill>
                  <a:schemeClr val="accent1"/>
                </a:solidFill>
              </a:rPr>
              <a:t>Comment vous tenez-vous au courant des tendances du secteur?
Comment vous êtes-vous adapté aux changements du marché ?
Quel est le plus grand changement que vous ayez traversé ?
Avez-vous peur de quelque chose pour votre propre position dans le futur ?</a:t>
            </a:r>
            <a:endParaRPr lang="fr-FR" sz="1200" b="1" i="1" noProof="0" dirty="0">
              <a:solidFill>
                <a:schemeClr val="accent1"/>
              </a:solidFill>
            </a:endParaRPr>
          </a:p>
        </p:txBody>
      </p:sp>
      <p:sp>
        <p:nvSpPr>
          <p:cNvPr id="4" name="Espace réservé du contenu 6">
            <a:extLst>
              <a:ext uri="{FF2B5EF4-FFF2-40B4-BE49-F238E27FC236}">
                <a16:creationId xmlns:a16="http://schemas.microsoft.com/office/drawing/2014/main" id="{777D9970-0BF5-BE2B-A665-F6F626FC3009}"/>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Comment votre entreprise reste-t-elle innovante ?
Comment contribuez-vous à stimuler l’innovation ?
Quel est le projet le plus excitant sur lequel vous avez travaillé ?
Quelle est l’innovation de vos rêves ?</a:t>
            </a:r>
            <a:endParaRPr lang="fr-FR" sz="1100" noProof="0" dirty="0"/>
          </a:p>
        </p:txBody>
      </p:sp>
      <p:sp>
        <p:nvSpPr>
          <p:cNvPr id="3" name="Espace réservé du contenu 6">
            <a:extLst>
              <a:ext uri="{FF2B5EF4-FFF2-40B4-BE49-F238E27FC236}">
                <a16:creationId xmlns:a16="http://schemas.microsoft.com/office/drawing/2014/main" id="{31016298-7C0C-800D-1E29-EA26C0162EB1}"/>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fr-FR" sz="1200" b="1" i="1" dirty="0">
                <a:solidFill>
                  <a:schemeClr val="accent1"/>
                </a:solidFill>
              </a:rPr>
              <a:t>Quelle est votre idée d’une « équipe forte » ?
Comment motivez-vous votre équipe ?
Comment gérez-vous les conflits ou les désaccords au sein de l’équipe ?
Quelles sont vos difficultés en matière de leadership ?</a:t>
            </a:r>
            <a:endParaRPr lang="fr-FR" sz="1200" b="1" i="1" noProof="0" dirty="0">
              <a:solidFill>
                <a:schemeClr val="accent1"/>
              </a:solidFill>
            </a:endParaRPr>
          </a:p>
        </p:txBody>
      </p:sp>
      <p:sp>
        <p:nvSpPr>
          <p:cNvPr id="5" name="Espace réservé du contenu 6">
            <a:extLst>
              <a:ext uri="{FF2B5EF4-FFF2-40B4-BE49-F238E27FC236}">
                <a16:creationId xmlns:a16="http://schemas.microsoft.com/office/drawing/2014/main" id="{9280D8B8-01B8-C07C-BC3B-153DA056A6FA}"/>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Dans quelle mesure vous considérez-vous comme un leader ?
Comment décririez-vous votre style de leadership ?
Quelle est votre leçon de leadership la plus précieuse ?
Comment votre style a-t-il changé en fonction de vos expériences personnelles ?</a:t>
            </a:r>
            <a:endParaRPr lang="fr-FR" noProof="0" dirty="0"/>
          </a:p>
        </p:txBody>
      </p:sp>
      <p:sp>
        <p:nvSpPr>
          <p:cNvPr id="6" name="Espace réservé du contenu 6">
            <a:extLst>
              <a:ext uri="{FF2B5EF4-FFF2-40B4-BE49-F238E27FC236}">
                <a16:creationId xmlns:a16="http://schemas.microsoft.com/office/drawing/2014/main" id="{E0975216-DD03-B3D3-C7BA-B7EFC0990897}"/>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fontScale="92500"/>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Quelles sont les valeurs fondamentales de votre entreprise ?
À laquelle de ces valeurs vous identifiez-vous le plus personnellement ?
Comment incarnez-vous ces valeurs dans votre quotidien ?
Comment vos valeurs personnelles ont-elles évolué au fil du temps ?</a:t>
            </a:r>
            <a:endParaRPr lang="fr-FR" noProof="0" dirty="0"/>
          </a:p>
        </p:txBody>
      </p:sp>
      <p:sp>
        <p:nvSpPr>
          <p:cNvPr id="8" name="Espace réservé du contenu 6">
            <a:extLst>
              <a:ext uri="{FF2B5EF4-FFF2-40B4-BE49-F238E27FC236}">
                <a16:creationId xmlns:a16="http://schemas.microsoft.com/office/drawing/2014/main" id="{29B45A7A-3E11-78F6-9A7D-B923F65A7FFD}"/>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fontScale="92500" lnSpcReduction="20000"/>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Comment vous détendez-vous généralement après une journée de travail ?
Comment gérez-vous votre équilibre entre vie professionnelle et vie privée ?
Quel a été le plus grand défi en matière d’équilibre entre vie professionnelle et vie privée ?
Comment votre équilibre a-t-il affecté votre bien-être général ?</a:t>
            </a:r>
            <a:endParaRPr lang="fr-FR" noProof="0" dirty="0"/>
          </a:p>
        </p:txBody>
      </p:sp>
      <p:sp>
        <p:nvSpPr>
          <p:cNvPr id="9" name="Espace réservé du contenu 6">
            <a:extLst>
              <a:ext uri="{FF2B5EF4-FFF2-40B4-BE49-F238E27FC236}">
                <a16:creationId xmlns:a16="http://schemas.microsoft.com/office/drawing/2014/main" id="{5CE78F0D-A942-C56B-ADD3-C7AD6D0CF996}"/>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Quelle est la taille de votre équipe actuelle ?
Comment favorisez-vous la collaboration entre les membres?
Quel est l’aspect le plus difficile de votre équipe ?
Comment le point de vue d’un membre de l’équipe a-t-il changé votre façon d’agir ?</a:t>
            </a:r>
            <a:endParaRPr lang="fr-FR" noProof="0" dirty="0"/>
          </a:p>
        </p:txBody>
      </p:sp>
      <p:sp>
        <p:nvSpPr>
          <p:cNvPr id="10" name="Espace réservé du contenu 6">
            <a:extLst>
              <a:ext uri="{FF2B5EF4-FFF2-40B4-BE49-F238E27FC236}">
                <a16:creationId xmlns:a16="http://schemas.microsoft.com/office/drawing/2014/main" id="{2BC44F2C-9ECB-2540-E721-0323FA0639B4}"/>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Qui est un collègue avec qui vous ne travaillez plus et qui vous manque ?
Qu’avez-vous le plus aimé dans votre travail avec eux ?
Quel impact ont-ils eu sur votre croissance ?
En quoi leur absence a-t-elle changé votre façon d’aborder votre travail ?</a:t>
            </a:r>
            <a:endParaRPr lang="fr-FR" noProof="0" dirty="0"/>
          </a:p>
        </p:txBody>
      </p:sp>
      <p:grpSp>
        <p:nvGrpSpPr>
          <p:cNvPr id="34" name="Gruppo 33">
            <a:extLst>
              <a:ext uri="{FF2B5EF4-FFF2-40B4-BE49-F238E27FC236}">
                <a16:creationId xmlns:a16="http://schemas.microsoft.com/office/drawing/2014/main" id="{5D4E1BEB-8243-C70E-AF42-DD81A8694590}"/>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E6AA13E2-44B9-0A5D-C0B7-D207B40AEB3D}"/>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0AADAF41-2D8C-453D-988B-65C80D91E2CB}"/>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6225EAC9-5A62-2906-8284-953BCF5BC905}"/>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F82F2512-755C-52C4-3DFF-3DE3F60B04D2}"/>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EB30B4E2-8F60-7252-37C6-B3B26B43EB47}"/>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AEC26A39-48D7-9402-2025-65BF3F3230F6}"/>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B1F6E27E-4C3F-9591-212F-96BDFAF74A8B}"/>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4A3D1817-9F9B-1BF0-306C-8BFD2E2DA6F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820947">
              <a:off x="11228465" y="2960720"/>
              <a:ext cx="914400" cy="914400"/>
            </a:xfrm>
            <a:prstGeom prst="rect">
              <a:avLst/>
            </a:prstGeom>
          </p:spPr>
        </p:pic>
      </p:grpSp>
      <p:pic>
        <p:nvPicPr>
          <p:cNvPr id="52" name="Image 2">
            <a:extLst>
              <a:ext uri="{FF2B5EF4-FFF2-40B4-BE49-F238E27FC236}">
                <a16:creationId xmlns:a16="http://schemas.microsoft.com/office/drawing/2014/main" id="{1FFEC5D4-6879-FA2D-2F87-FD0A0B40A1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2951" y="2661279"/>
            <a:ext cx="230858" cy="223162"/>
          </a:xfrm>
          <a:prstGeom prst="rect">
            <a:avLst/>
          </a:prstGeom>
        </p:spPr>
      </p:pic>
      <p:pic>
        <p:nvPicPr>
          <p:cNvPr id="53" name="Immagine 52" descr="Immagine che contiene logo, Elementi grafici, Carattere, simbolo&#10;&#10;Descrizione generata automaticamente">
            <a:extLst>
              <a:ext uri="{FF2B5EF4-FFF2-40B4-BE49-F238E27FC236}">
                <a16:creationId xmlns:a16="http://schemas.microsoft.com/office/drawing/2014/main" id="{7A8CAEF4-09D4-A79D-2FE1-8191426BF4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7275" y="3002597"/>
            <a:ext cx="393771" cy="133346"/>
          </a:xfrm>
          <a:prstGeom prst="rect">
            <a:avLst/>
          </a:prstGeom>
          <a:solidFill>
            <a:schemeClr val="bg1"/>
          </a:solidFill>
        </p:spPr>
      </p:pic>
      <p:sp>
        <p:nvSpPr>
          <p:cNvPr id="54" name="CasellaDiTesto 53">
            <a:extLst>
              <a:ext uri="{FF2B5EF4-FFF2-40B4-BE49-F238E27FC236}">
                <a16:creationId xmlns:a16="http://schemas.microsoft.com/office/drawing/2014/main" id="{AE222CF8-3B8E-4C22-1F59-3458474F6643}"/>
              </a:ext>
            </a:extLst>
          </p:cNvPr>
          <p:cNvSpPr txBox="1"/>
          <p:nvPr/>
        </p:nvSpPr>
        <p:spPr>
          <a:xfrm>
            <a:off x="1186084" y="259266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55" name="CasellaDiTesto 54">
            <a:extLst>
              <a:ext uri="{FF2B5EF4-FFF2-40B4-BE49-F238E27FC236}">
                <a16:creationId xmlns:a16="http://schemas.microsoft.com/office/drawing/2014/main" id="{5A7BA763-9A93-1C46-E60B-4C7C43791A35}"/>
              </a:ext>
            </a:extLst>
          </p:cNvPr>
          <p:cNvSpPr txBox="1"/>
          <p:nvPr/>
        </p:nvSpPr>
        <p:spPr>
          <a:xfrm>
            <a:off x="3803117" y="260310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56" name="CasellaDiTesto 55">
            <a:extLst>
              <a:ext uri="{FF2B5EF4-FFF2-40B4-BE49-F238E27FC236}">
                <a16:creationId xmlns:a16="http://schemas.microsoft.com/office/drawing/2014/main" id="{606DF72B-8F29-3DE4-10F6-CE7333E1A122}"/>
              </a:ext>
            </a:extLst>
          </p:cNvPr>
          <p:cNvSpPr txBox="1"/>
          <p:nvPr/>
        </p:nvSpPr>
        <p:spPr>
          <a:xfrm>
            <a:off x="6359959" y="261696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57" name="CasellaDiTesto 56">
            <a:extLst>
              <a:ext uri="{FF2B5EF4-FFF2-40B4-BE49-F238E27FC236}">
                <a16:creationId xmlns:a16="http://schemas.microsoft.com/office/drawing/2014/main" id="{071F03BD-E0D7-99B3-A0AD-6DD07F34E772}"/>
              </a:ext>
            </a:extLst>
          </p:cNvPr>
          <p:cNvSpPr txBox="1"/>
          <p:nvPr/>
        </p:nvSpPr>
        <p:spPr>
          <a:xfrm>
            <a:off x="8905992" y="261354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pic>
        <p:nvPicPr>
          <p:cNvPr id="58" name="Picture 2" descr="Comment fonctionnent les licences Creative Commons">
            <a:extLst>
              <a:ext uri="{FF2B5EF4-FFF2-40B4-BE49-F238E27FC236}">
                <a16:creationId xmlns:a16="http://schemas.microsoft.com/office/drawing/2014/main" id="{F71CC2AA-48E9-9D0C-44EA-55CD36A8745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02951" y="3021347"/>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59" name="Image 2">
            <a:extLst>
              <a:ext uri="{FF2B5EF4-FFF2-40B4-BE49-F238E27FC236}">
                <a16:creationId xmlns:a16="http://schemas.microsoft.com/office/drawing/2014/main" id="{903EF543-9821-EB78-9497-0BA6C44DAE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0964" y="2663507"/>
            <a:ext cx="230858" cy="223162"/>
          </a:xfrm>
          <a:prstGeom prst="rect">
            <a:avLst/>
          </a:prstGeom>
        </p:spPr>
      </p:pic>
      <p:pic>
        <p:nvPicPr>
          <p:cNvPr id="60" name="Immagine 59" descr="Immagine che contiene logo, Elementi grafici, Carattere, simbolo&#10;&#10;Descrizione generata automaticamente">
            <a:extLst>
              <a:ext uri="{FF2B5EF4-FFF2-40B4-BE49-F238E27FC236}">
                <a16:creationId xmlns:a16="http://schemas.microsoft.com/office/drawing/2014/main" id="{7B2C7F26-BBF7-481D-EA9F-5CD6378CAB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5288" y="3004825"/>
            <a:ext cx="393771" cy="133346"/>
          </a:xfrm>
          <a:prstGeom prst="rect">
            <a:avLst/>
          </a:prstGeom>
          <a:solidFill>
            <a:schemeClr val="bg1"/>
          </a:solidFill>
        </p:spPr>
      </p:pic>
      <p:pic>
        <p:nvPicPr>
          <p:cNvPr id="61" name="Picture 2" descr="Comment fonctionnent les licences Creative Commons">
            <a:extLst>
              <a:ext uri="{FF2B5EF4-FFF2-40B4-BE49-F238E27FC236}">
                <a16:creationId xmlns:a16="http://schemas.microsoft.com/office/drawing/2014/main" id="{F0FD71AE-EB82-18F2-B979-97AF089FC9E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590964" y="3023575"/>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62" name="Image 2">
            <a:extLst>
              <a:ext uri="{FF2B5EF4-FFF2-40B4-BE49-F238E27FC236}">
                <a16:creationId xmlns:a16="http://schemas.microsoft.com/office/drawing/2014/main" id="{6E00CC4D-7209-91CE-92B0-C95114CD08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2822" y="2678124"/>
            <a:ext cx="230858" cy="223162"/>
          </a:xfrm>
          <a:prstGeom prst="rect">
            <a:avLst/>
          </a:prstGeom>
        </p:spPr>
      </p:pic>
      <p:pic>
        <p:nvPicPr>
          <p:cNvPr id="63" name="Immagine 62" descr="Immagine che contiene logo, Elementi grafici, Carattere, simbolo&#10;&#10;Descrizione generata automaticamente">
            <a:extLst>
              <a:ext uri="{FF2B5EF4-FFF2-40B4-BE49-F238E27FC236}">
                <a16:creationId xmlns:a16="http://schemas.microsoft.com/office/drawing/2014/main" id="{0C00F723-B65A-B036-A257-57FD2DF8EF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7146" y="3019442"/>
            <a:ext cx="393771" cy="133346"/>
          </a:xfrm>
          <a:prstGeom prst="rect">
            <a:avLst/>
          </a:prstGeom>
          <a:solidFill>
            <a:schemeClr val="bg1"/>
          </a:solidFill>
        </p:spPr>
      </p:pic>
      <p:pic>
        <p:nvPicPr>
          <p:cNvPr id="64" name="Picture 2" descr="Comment fonctionnent les licences Creative Commons">
            <a:extLst>
              <a:ext uri="{FF2B5EF4-FFF2-40B4-BE49-F238E27FC236}">
                <a16:creationId xmlns:a16="http://schemas.microsoft.com/office/drawing/2014/main" id="{9A7A0773-57FA-40E8-9C4F-151BF1EC422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42822" y="3038192"/>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65" name="Image 2">
            <a:extLst>
              <a:ext uri="{FF2B5EF4-FFF2-40B4-BE49-F238E27FC236}">
                <a16:creationId xmlns:a16="http://schemas.microsoft.com/office/drawing/2014/main" id="{FC387B17-F3DE-204B-D5E5-8AE7B26523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4680" y="2692741"/>
            <a:ext cx="230858" cy="223162"/>
          </a:xfrm>
          <a:prstGeom prst="rect">
            <a:avLst/>
          </a:prstGeom>
        </p:spPr>
      </p:pic>
      <p:pic>
        <p:nvPicPr>
          <p:cNvPr id="66" name="Immagine 65" descr="Immagine che contiene logo, Elementi grafici, Carattere, simbolo&#10;&#10;Descrizione generata automaticamente">
            <a:extLst>
              <a:ext uri="{FF2B5EF4-FFF2-40B4-BE49-F238E27FC236}">
                <a16:creationId xmlns:a16="http://schemas.microsoft.com/office/drawing/2014/main" id="{1ED21865-8E0A-BCFC-942E-2CD82FB647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9004" y="3034059"/>
            <a:ext cx="393771" cy="133346"/>
          </a:xfrm>
          <a:prstGeom prst="rect">
            <a:avLst/>
          </a:prstGeom>
          <a:solidFill>
            <a:schemeClr val="bg1"/>
          </a:solidFill>
        </p:spPr>
      </p:pic>
      <p:pic>
        <p:nvPicPr>
          <p:cNvPr id="67" name="Picture 2" descr="Comment fonctionnent les licences Creative Commons">
            <a:extLst>
              <a:ext uri="{FF2B5EF4-FFF2-40B4-BE49-F238E27FC236}">
                <a16:creationId xmlns:a16="http://schemas.microsoft.com/office/drawing/2014/main" id="{28E2C6D0-A571-F556-5377-DE541073164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694680" y="3052809"/>
            <a:ext cx="292012" cy="121421"/>
          </a:xfrm>
          <a:prstGeom prst="rect">
            <a:avLst/>
          </a:prstGeom>
          <a:noFill/>
          <a:extLst>
            <a:ext uri="{909E8E84-426E-40DD-AFC4-6F175D3DCCD1}">
              <a14:hiddenFill xmlns:a14="http://schemas.microsoft.com/office/drawing/2010/main">
                <a:solidFill>
                  <a:srgbClr val="FFFFFF"/>
                </a:solidFill>
              </a14:hiddenFill>
            </a:ext>
          </a:extLst>
        </p:spPr>
      </p:pic>
      <p:sp>
        <p:nvSpPr>
          <p:cNvPr id="68" name="CasellaDiTesto 67">
            <a:extLst>
              <a:ext uri="{FF2B5EF4-FFF2-40B4-BE49-F238E27FC236}">
                <a16:creationId xmlns:a16="http://schemas.microsoft.com/office/drawing/2014/main" id="{6F2D1018-715E-20F6-2767-660F3D8132FB}"/>
              </a:ext>
            </a:extLst>
          </p:cNvPr>
          <p:cNvSpPr txBox="1"/>
          <p:nvPr/>
        </p:nvSpPr>
        <p:spPr>
          <a:xfrm>
            <a:off x="1160684" y="604007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69" name="CasellaDiTesto 68">
            <a:extLst>
              <a:ext uri="{FF2B5EF4-FFF2-40B4-BE49-F238E27FC236}">
                <a16:creationId xmlns:a16="http://schemas.microsoft.com/office/drawing/2014/main" id="{81E7E0D9-1C62-E657-E779-AE95C51D8456}"/>
              </a:ext>
            </a:extLst>
          </p:cNvPr>
          <p:cNvSpPr txBox="1"/>
          <p:nvPr/>
        </p:nvSpPr>
        <p:spPr>
          <a:xfrm>
            <a:off x="3777717" y="605051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70" name="CasellaDiTesto 69">
            <a:extLst>
              <a:ext uri="{FF2B5EF4-FFF2-40B4-BE49-F238E27FC236}">
                <a16:creationId xmlns:a16="http://schemas.microsoft.com/office/drawing/2014/main" id="{EE581578-3A1F-1DD0-D7D1-DC615214B1C5}"/>
              </a:ext>
            </a:extLst>
          </p:cNvPr>
          <p:cNvSpPr txBox="1"/>
          <p:nvPr/>
        </p:nvSpPr>
        <p:spPr>
          <a:xfrm>
            <a:off x="6334559" y="606437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71" name="CasellaDiTesto 70">
            <a:extLst>
              <a:ext uri="{FF2B5EF4-FFF2-40B4-BE49-F238E27FC236}">
                <a16:creationId xmlns:a16="http://schemas.microsoft.com/office/drawing/2014/main" id="{D7F1A6ED-2317-7243-7B84-3DD03823470F}"/>
              </a:ext>
            </a:extLst>
          </p:cNvPr>
          <p:cNvSpPr txBox="1"/>
          <p:nvPr/>
        </p:nvSpPr>
        <p:spPr>
          <a:xfrm>
            <a:off x="8880592" y="606095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pic>
        <p:nvPicPr>
          <p:cNvPr id="72" name="Image 2">
            <a:extLst>
              <a:ext uri="{FF2B5EF4-FFF2-40B4-BE49-F238E27FC236}">
                <a16:creationId xmlns:a16="http://schemas.microsoft.com/office/drawing/2014/main" id="{C97912C6-9259-E0E7-B3B2-31FF72917C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3550" y="6092850"/>
            <a:ext cx="230858" cy="223162"/>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60323FAB-F039-805E-DFF7-820BB5D5BE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7874" y="6434168"/>
            <a:ext cx="393771" cy="133346"/>
          </a:xfrm>
          <a:prstGeom prst="rect">
            <a:avLst/>
          </a:prstGeom>
          <a:solidFill>
            <a:schemeClr val="bg1"/>
          </a:solidFill>
        </p:spPr>
      </p:pic>
      <p:pic>
        <p:nvPicPr>
          <p:cNvPr id="74" name="Picture 2" descr="Comment fonctionnent les licences Creative Commons">
            <a:extLst>
              <a:ext uri="{FF2B5EF4-FFF2-40B4-BE49-F238E27FC236}">
                <a16:creationId xmlns:a16="http://schemas.microsoft.com/office/drawing/2014/main" id="{221CADF2-D79E-96C7-8C78-53810742E2E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23550" y="6452918"/>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75" name="Image 2">
            <a:extLst>
              <a:ext uri="{FF2B5EF4-FFF2-40B4-BE49-F238E27FC236}">
                <a16:creationId xmlns:a16="http://schemas.microsoft.com/office/drawing/2014/main" id="{AC0168A2-C3C8-5A1F-0A0C-F4488FAE1B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1563" y="6095078"/>
            <a:ext cx="230858" cy="223162"/>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0C11C4FF-7F40-A689-0CB2-8CA761A5B3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5887" y="6436396"/>
            <a:ext cx="393771" cy="133346"/>
          </a:xfrm>
          <a:prstGeom prst="rect">
            <a:avLst/>
          </a:prstGeom>
          <a:solidFill>
            <a:schemeClr val="bg1"/>
          </a:solidFill>
        </p:spPr>
      </p:pic>
      <p:pic>
        <p:nvPicPr>
          <p:cNvPr id="77" name="Picture 2" descr="Comment fonctionnent les licences Creative Commons">
            <a:extLst>
              <a:ext uri="{FF2B5EF4-FFF2-40B4-BE49-F238E27FC236}">
                <a16:creationId xmlns:a16="http://schemas.microsoft.com/office/drawing/2014/main" id="{F45D66FD-405B-E2D7-91DF-62AE8D015B5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611563" y="6455146"/>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78" name="Image 2">
            <a:extLst>
              <a:ext uri="{FF2B5EF4-FFF2-40B4-BE49-F238E27FC236}">
                <a16:creationId xmlns:a16="http://schemas.microsoft.com/office/drawing/2014/main" id="{FF85839D-1DC9-8786-AC98-26085CED9F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3421" y="6109695"/>
            <a:ext cx="230858" cy="223162"/>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80D4C79F-06A1-7F22-ADA0-A3334846BD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7745" y="6451013"/>
            <a:ext cx="393771" cy="133346"/>
          </a:xfrm>
          <a:prstGeom prst="rect">
            <a:avLst/>
          </a:prstGeom>
          <a:solidFill>
            <a:schemeClr val="bg1"/>
          </a:solidFill>
        </p:spPr>
      </p:pic>
      <p:pic>
        <p:nvPicPr>
          <p:cNvPr id="80" name="Picture 2" descr="Comment fonctionnent les licences Creative Commons">
            <a:extLst>
              <a:ext uri="{FF2B5EF4-FFF2-40B4-BE49-F238E27FC236}">
                <a16:creationId xmlns:a16="http://schemas.microsoft.com/office/drawing/2014/main" id="{67514162-58EF-40A0-6049-F72A3957203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63421" y="6469763"/>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81" name="Image 2">
            <a:extLst>
              <a:ext uri="{FF2B5EF4-FFF2-40B4-BE49-F238E27FC236}">
                <a16:creationId xmlns:a16="http://schemas.microsoft.com/office/drawing/2014/main" id="{946DB56E-28B4-E90E-5221-1C6AE1CCD3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5279" y="6124312"/>
            <a:ext cx="230858" cy="223162"/>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C4489027-8E97-942C-26B0-C8C7DA561A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29603" y="6465630"/>
            <a:ext cx="393771" cy="133346"/>
          </a:xfrm>
          <a:prstGeom prst="rect">
            <a:avLst/>
          </a:prstGeom>
          <a:solidFill>
            <a:schemeClr val="bg1"/>
          </a:solidFill>
        </p:spPr>
      </p:pic>
      <p:pic>
        <p:nvPicPr>
          <p:cNvPr id="83" name="Picture 2" descr="Comment fonctionnent les licences Creative Commons">
            <a:extLst>
              <a:ext uri="{FF2B5EF4-FFF2-40B4-BE49-F238E27FC236}">
                <a16:creationId xmlns:a16="http://schemas.microsoft.com/office/drawing/2014/main" id="{4CD02E0D-1892-DDCE-2DC1-378D17B9BB7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715279" y="6484380"/>
            <a:ext cx="292012" cy="121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464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79677-DA45-75D1-D12D-23B891E19E80}"/>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73FB3CC8-D524-BB14-6861-7587B95DA700}"/>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E0219208-B487-0763-08B2-FADFFA6EF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7EB43016-3187-5397-4EFF-DD3381DDF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0B8B6B33-1E25-6861-D5B3-65153A577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710E8882-F0CE-FF56-C91E-42A26C87F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F9859FD2-522A-72CC-E696-331525842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E94F63E0-8F34-6EF3-02DB-A58E39BB4B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282D15C7-9565-EDEE-47E3-5A64AFC106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7729B0F1-A759-1B63-8FAA-067A49320F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622F7079-F2FB-304C-C736-0DF6C21F7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07C7ECC2-7AA5-1A42-9785-25E1676C2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CE748324-804B-67B1-3785-E67758F2A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47028DFA-643E-2005-C1FA-2A2CED25DD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E4F760F6-5F7B-E6E6-2F58-9E6FA3862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537DA6D5-754F-1AF5-8654-F9795A967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7C7D7EDC-E6D2-D95F-D371-294369E3F3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6417B2AB-D811-79DD-39D2-525DFD7E65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40F7B064-041E-A57A-1796-57E4C6C55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067F0044-C64F-E935-EABC-9172C62B3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379C44C6-1F6C-502C-0B4C-B2DA32973D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2D60A058-1477-73A5-8C6A-0EEB9F4B08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BF3E9F64-E645-4954-9A58-B9FA80105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C386E5F6-A95A-609D-655C-C6542110B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AA8C4B00-1E13-9BBF-ED4B-D96220482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4A6D607C-93D8-8842-3BEF-85AA57E03C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170D3E8A-FE85-DC93-4249-457C02B98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F4F9B558-B6A6-A4C5-A54D-E950161167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1B511644-531A-FEF6-32C1-7D0FC944E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CB96E3F1-C7C8-A21C-180E-0F9D47DB8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1150929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fr-FR" dirty="0">
                <a:solidFill>
                  <a:schemeClr val="tx1"/>
                </a:solidFill>
              </a:rPr>
              <a:t>Thème : Personnel</a:t>
            </a:r>
            <a:endParaRPr lang="fr-FR" noProof="0" dirty="0">
              <a:solidFill>
                <a:schemeClr val="tx1"/>
              </a:solidFill>
            </a:endParaRP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fr-FR" noProof="0" dirty="0"/>
          </a:p>
        </p:txBody>
      </p:sp>
    </p:spTree>
    <p:extLst>
      <p:ext uri="{BB962C8B-B14F-4D97-AF65-F5344CB8AC3E}">
        <p14:creationId xmlns:p14="http://schemas.microsoft.com/office/powerpoint/2010/main" val="387747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0B7AB3-4BDF-CCBA-ACC8-68FBA1F427D0}"/>
            </a:ext>
          </a:extLst>
        </p:cNvPr>
        <p:cNvGrpSpPr/>
        <p:nvPr/>
      </p:nvGrpSpPr>
      <p:grpSpPr>
        <a:xfrm>
          <a:off x="0" y="0"/>
          <a:ext cx="0" cy="0"/>
          <a:chOff x="0" y="0"/>
          <a:chExt cx="0" cy="0"/>
        </a:xfrm>
      </p:grpSpPr>
      <p:sp>
        <p:nvSpPr>
          <p:cNvPr id="68" name="Rettangolo 67">
            <a:extLst>
              <a:ext uri="{FF2B5EF4-FFF2-40B4-BE49-F238E27FC236}">
                <a16:creationId xmlns:a16="http://schemas.microsoft.com/office/drawing/2014/main" id="{C0CA594B-4883-89D8-BA26-0E7EF8A3E1C6}"/>
              </a:ext>
            </a:extLst>
          </p:cNvPr>
          <p:cNvSpPr/>
          <p:nvPr/>
        </p:nvSpPr>
        <p:spPr>
          <a:xfrm>
            <a:off x="991419" y="0"/>
            <a:ext cx="10266770" cy="68475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Espace réservé du contenu 6">
            <a:extLst>
              <a:ext uri="{FF2B5EF4-FFF2-40B4-BE49-F238E27FC236}">
                <a16:creationId xmlns:a16="http://schemas.microsoft.com/office/drawing/2014/main" id="{CBF9CDAE-AB76-5FA2-62FE-DF72586C259A}"/>
              </a:ext>
            </a:extLst>
          </p:cNvPr>
          <p:cNvSpPr txBox="1">
            <a:spLocks/>
          </p:cNvSpPr>
          <p:nvPr/>
        </p:nvSpPr>
        <p:spPr>
          <a:xfrm>
            <a:off x="8688218"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Rêves</a:t>
            </a:r>
            <a:endParaRPr lang="fr-FR" sz="1100" b="1" noProof="0" dirty="0">
              <a:solidFill>
                <a:schemeClr val="bg1"/>
              </a:solidFill>
            </a:endParaRPr>
          </a:p>
        </p:txBody>
      </p:sp>
      <p:sp>
        <p:nvSpPr>
          <p:cNvPr id="35" name="Espace réservé du contenu 6">
            <a:extLst>
              <a:ext uri="{FF2B5EF4-FFF2-40B4-BE49-F238E27FC236}">
                <a16:creationId xmlns:a16="http://schemas.microsoft.com/office/drawing/2014/main" id="{4EE08097-AF59-8FBD-6819-BC7671BC462B}"/>
              </a:ext>
            </a:extLst>
          </p:cNvPr>
          <p:cNvSpPr txBox="1">
            <a:spLocks/>
          </p:cNvSpPr>
          <p:nvPr/>
        </p:nvSpPr>
        <p:spPr>
          <a:xfrm>
            <a:off x="1017205"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Gens</a:t>
            </a:r>
            <a:endParaRPr lang="fr-FR" sz="1100" b="1" noProof="0" dirty="0">
              <a:solidFill>
                <a:schemeClr val="bg1"/>
              </a:solidFill>
            </a:endParaRPr>
          </a:p>
        </p:txBody>
      </p:sp>
      <p:sp>
        <p:nvSpPr>
          <p:cNvPr id="36" name="Espace réservé du contenu 6">
            <a:extLst>
              <a:ext uri="{FF2B5EF4-FFF2-40B4-BE49-F238E27FC236}">
                <a16:creationId xmlns:a16="http://schemas.microsoft.com/office/drawing/2014/main" id="{6E2FD145-91D7-00A4-1178-39EAC4E25BD3}"/>
              </a:ext>
            </a:extLst>
          </p:cNvPr>
          <p:cNvSpPr txBox="1">
            <a:spLocks/>
          </p:cNvSpPr>
          <p:nvPr/>
        </p:nvSpPr>
        <p:spPr>
          <a:xfrm>
            <a:off x="6131213"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Compétence personnelle</a:t>
            </a:r>
            <a:endParaRPr lang="fr-FR" sz="1100" b="1" noProof="0" dirty="0">
              <a:solidFill>
                <a:schemeClr val="bg1"/>
              </a:solidFill>
            </a:endParaRPr>
          </a:p>
        </p:txBody>
      </p:sp>
      <p:sp>
        <p:nvSpPr>
          <p:cNvPr id="37" name="Espace réservé du contenu 6">
            <a:extLst>
              <a:ext uri="{FF2B5EF4-FFF2-40B4-BE49-F238E27FC236}">
                <a16:creationId xmlns:a16="http://schemas.microsoft.com/office/drawing/2014/main" id="{571A1C44-A156-3940-77B6-C93F1F5EDE48}"/>
              </a:ext>
            </a:extLst>
          </p:cNvPr>
          <p:cNvSpPr txBox="1">
            <a:spLocks/>
          </p:cNvSpPr>
          <p:nvPr/>
        </p:nvSpPr>
        <p:spPr>
          <a:xfrm>
            <a:off x="3574209"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noProof="0" dirty="0">
                <a:solidFill>
                  <a:schemeClr val="bg1"/>
                </a:solidFill>
              </a:rPr>
              <a:t>Fictions</a:t>
            </a:r>
          </a:p>
        </p:txBody>
      </p:sp>
      <p:sp>
        <p:nvSpPr>
          <p:cNvPr id="38" name="Espace réservé du contenu 6">
            <a:extLst>
              <a:ext uri="{FF2B5EF4-FFF2-40B4-BE49-F238E27FC236}">
                <a16:creationId xmlns:a16="http://schemas.microsoft.com/office/drawing/2014/main" id="{875E27E2-04C2-802B-0420-D32C88E02E5F}"/>
              </a:ext>
            </a:extLst>
          </p:cNvPr>
          <p:cNvSpPr txBox="1">
            <a:spLocks/>
          </p:cNvSpPr>
          <p:nvPr/>
        </p:nvSpPr>
        <p:spPr>
          <a:xfrm>
            <a:off x="8688218"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noProof="0" dirty="0">
                <a:solidFill>
                  <a:schemeClr val="bg1"/>
                </a:solidFill>
              </a:rPr>
              <a:t>Lieux</a:t>
            </a:r>
          </a:p>
        </p:txBody>
      </p:sp>
      <p:sp>
        <p:nvSpPr>
          <p:cNvPr id="39" name="Espace réservé du contenu 6">
            <a:extLst>
              <a:ext uri="{FF2B5EF4-FFF2-40B4-BE49-F238E27FC236}">
                <a16:creationId xmlns:a16="http://schemas.microsoft.com/office/drawing/2014/main" id="{D21C8784-B081-97E1-6967-B4996C24DF1C}"/>
              </a:ext>
            </a:extLst>
          </p:cNvPr>
          <p:cNvSpPr txBox="1">
            <a:spLocks/>
          </p:cNvSpPr>
          <p:nvPr/>
        </p:nvSpPr>
        <p:spPr>
          <a:xfrm>
            <a:off x="1017205" y="0"/>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noProof="0" dirty="0">
                <a:solidFill>
                  <a:schemeClr val="bg1"/>
                </a:solidFill>
              </a:rPr>
              <a:t>Hobby</a:t>
            </a:r>
          </a:p>
        </p:txBody>
      </p:sp>
      <p:sp>
        <p:nvSpPr>
          <p:cNvPr id="40" name="Espace réservé du contenu 6">
            <a:extLst>
              <a:ext uri="{FF2B5EF4-FFF2-40B4-BE49-F238E27FC236}">
                <a16:creationId xmlns:a16="http://schemas.microsoft.com/office/drawing/2014/main" id="{A4BD1B81-6BD7-3DE4-4AD5-3810357C43D0}"/>
              </a:ext>
            </a:extLst>
          </p:cNvPr>
          <p:cNvSpPr txBox="1">
            <a:spLocks/>
          </p:cNvSpPr>
          <p:nvPr/>
        </p:nvSpPr>
        <p:spPr>
          <a:xfrm>
            <a:off x="6131213"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Musique</a:t>
            </a:r>
            <a:endParaRPr lang="fr-FR" sz="1100" b="1" noProof="0" dirty="0">
              <a:solidFill>
                <a:schemeClr val="bg1"/>
              </a:solidFill>
            </a:endParaRPr>
          </a:p>
        </p:txBody>
      </p:sp>
      <p:sp>
        <p:nvSpPr>
          <p:cNvPr id="41" name="Espace réservé du contenu 6">
            <a:extLst>
              <a:ext uri="{FF2B5EF4-FFF2-40B4-BE49-F238E27FC236}">
                <a16:creationId xmlns:a16="http://schemas.microsoft.com/office/drawing/2014/main" id="{5CE30FAA-2AFD-9339-C19D-78A326747B46}"/>
              </a:ext>
            </a:extLst>
          </p:cNvPr>
          <p:cNvSpPr txBox="1">
            <a:spLocks/>
          </p:cNvSpPr>
          <p:nvPr/>
        </p:nvSpPr>
        <p:spPr>
          <a:xfrm>
            <a:off x="3574209"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Équilibre personnel</a:t>
            </a:r>
            <a:endParaRPr lang="fr-FR" sz="1100" b="1" noProof="0" dirty="0">
              <a:solidFill>
                <a:schemeClr val="bg1"/>
              </a:solidFill>
            </a:endParaRPr>
          </a:p>
        </p:txBody>
      </p:sp>
      <p:sp>
        <p:nvSpPr>
          <p:cNvPr id="2" name="Espace réservé du contenu 6">
            <a:extLst>
              <a:ext uri="{FF2B5EF4-FFF2-40B4-BE49-F238E27FC236}">
                <a16:creationId xmlns:a16="http://schemas.microsoft.com/office/drawing/2014/main" id="{EC42F0FC-713F-8D52-4C2B-0739F74D6BD3}"/>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 est le passe-temps ou l’activité que vous aimez ?
Quelle est votre passion que peu de gens connaissent ?
Comment un défi personnel vous a-t-il façonné ?
Qu’est-ce qui vous tient le plus à cœur dans votre vie personnelle ?</a:t>
            </a:r>
            <a:endParaRPr lang="fr-FR" noProof="0" dirty="0"/>
          </a:p>
        </p:txBody>
      </p:sp>
      <p:sp>
        <p:nvSpPr>
          <p:cNvPr id="4" name="Espace réservé du contenu 6">
            <a:extLst>
              <a:ext uri="{FF2B5EF4-FFF2-40B4-BE49-F238E27FC236}">
                <a16:creationId xmlns:a16="http://schemas.microsoft.com/office/drawing/2014/main" id="{97E0B62D-5F97-D1A9-4B1B-DFC41D135666}"/>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Quelles sont les personnes préférées avec lesquelles vous aimez passer du temps dans votre vie personnelle ?
Quelle est la meilleure partie de vos activités collectives ?
Comment prenez-vous du temps pour eux ?
Pour qui aimeriez-vous avoir (encore) plus de temps ?</a:t>
            </a:r>
            <a:endParaRPr lang="fr-FR" noProof="0" dirty="0"/>
          </a:p>
        </p:txBody>
      </p:sp>
      <p:sp>
        <p:nvSpPr>
          <p:cNvPr id="3" name="Espace réservé du contenu 6">
            <a:extLst>
              <a:ext uri="{FF2B5EF4-FFF2-40B4-BE49-F238E27FC236}">
                <a16:creationId xmlns:a16="http://schemas.microsoft.com/office/drawing/2014/main" id="{19A1C309-7FB7-F03B-6D95-81FD8D8E5296}"/>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Quelle est votre façon préférée de vous détendre ?
Qui vous inspire dans la vie et pourquoi ?
Comment conciliez-vous travail et vie personnelle ?
Quelle est l’expérience la plus enrichissante que vous ayez vécue ?</a:t>
            </a:r>
            <a:endParaRPr lang="fr-FR" noProof="0" dirty="0"/>
          </a:p>
        </p:txBody>
      </p:sp>
      <p:sp>
        <p:nvSpPr>
          <p:cNvPr id="5" name="Espace réservé du contenu 6">
            <a:extLst>
              <a:ext uri="{FF2B5EF4-FFF2-40B4-BE49-F238E27FC236}">
                <a16:creationId xmlns:a16="http://schemas.microsoft.com/office/drawing/2014/main" id="{878AC480-7101-1F09-8512-9F97B3E59079}"/>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 est le film ou le livre que vous aimez ?
Qu’est-ce qui résonne en vous ?
Comment les histoires influencent-elles votre façon de voir le monde ?
Si vous écriviez un livre sur votre vie, quel en serait le titre ?</a:t>
            </a:r>
            <a:endParaRPr lang="fr-FR" noProof="0" dirty="0"/>
          </a:p>
        </p:txBody>
      </p:sp>
      <p:sp>
        <p:nvSpPr>
          <p:cNvPr id="6" name="Espace réservé du contenu 6">
            <a:extLst>
              <a:ext uri="{FF2B5EF4-FFF2-40B4-BE49-F238E27FC236}">
                <a16:creationId xmlns:a16="http://schemas.microsoft.com/office/drawing/2014/main" id="{0638B88D-54F3-6B00-7B83-561615431EEC}"/>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 est votre type de musique préféré ?
Quelle est la chanson qui compte beaucoup pour vous ?
Comment la musique influence-t-elle votre humeur ou votre énergie ?
Si vous ne pouviez écouter qu’une seule chanson pour le reste de votre vie, quelle serait-elle ?</a:t>
            </a:r>
            <a:endParaRPr lang="fr-FR" noProof="0" dirty="0"/>
          </a:p>
        </p:txBody>
      </p:sp>
      <p:sp>
        <p:nvSpPr>
          <p:cNvPr id="8" name="Espace réservé du contenu 6">
            <a:extLst>
              <a:ext uri="{FF2B5EF4-FFF2-40B4-BE49-F238E27FC236}">
                <a16:creationId xmlns:a16="http://schemas.microsoft.com/office/drawing/2014/main" id="{CCFB71B3-EBF2-DA83-9F92-63479C4F4832}"/>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Qu’est-ce que vous faites vraiment bien ?
Comment avez-vous développé cette compétence ou ce talent ?
Comment cela a-t-il façonné votre vie ou vos relations ?
Quelle est la compétence que vous aimeriez maîtriser ensuite ?</a:t>
            </a:r>
            <a:endParaRPr lang="fr-FR" noProof="0" dirty="0"/>
          </a:p>
        </p:txBody>
      </p:sp>
      <p:sp>
        <p:nvSpPr>
          <p:cNvPr id="9" name="Espace réservé du contenu 6">
            <a:extLst>
              <a:ext uri="{FF2B5EF4-FFF2-40B4-BE49-F238E27FC236}">
                <a16:creationId xmlns:a16="http://schemas.microsoft.com/office/drawing/2014/main" id="{3C905D16-10EF-5BD0-CA0E-DC28C29706B5}"/>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 est votre endroit préféré à visiter ?
Qu’est-ce qui rend cet endroit spécial pour vous ?
Comment vos voyages ont-ils influencé votre vision de la vie ?
Si vous pouviez vivre n’importe où dans le monde, où serait-ce et pourquoi ?</a:t>
            </a:r>
            <a:endParaRPr lang="fr-FR" noProof="0" dirty="0"/>
          </a:p>
        </p:txBody>
      </p:sp>
      <p:sp>
        <p:nvSpPr>
          <p:cNvPr id="10" name="Espace réservé du contenu 6">
            <a:extLst>
              <a:ext uri="{FF2B5EF4-FFF2-40B4-BE49-F238E27FC236}">
                <a16:creationId xmlns:a16="http://schemas.microsoft.com/office/drawing/2014/main" id="{5DBA9C1D-A932-D8C9-3E25-06B1BBDE9207}"/>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 rêve faisiez-vous quand vous étiez enfant ?
Comment ce rêve a-t-il changé au fil du temps ?
Quel est votre grand rêve ou votre objectif maintenant ?
Quelles mesures prenez-vous pour faire de ce rêve une réalité ?</a:t>
            </a:r>
            <a:endParaRPr lang="fr-FR" noProof="0" dirty="0"/>
          </a:p>
        </p:txBody>
      </p:sp>
      <p:grpSp>
        <p:nvGrpSpPr>
          <p:cNvPr id="47" name="Gruppo 46">
            <a:extLst>
              <a:ext uri="{FF2B5EF4-FFF2-40B4-BE49-F238E27FC236}">
                <a16:creationId xmlns:a16="http://schemas.microsoft.com/office/drawing/2014/main" id="{B0EE8EEA-75D2-C2DA-C5FE-0F8FDA7C16A5}"/>
              </a:ext>
            </a:extLst>
          </p:cNvPr>
          <p:cNvGrpSpPr/>
          <p:nvPr/>
        </p:nvGrpSpPr>
        <p:grpSpPr>
          <a:xfrm>
            <a:off x="933812" y="-4729"/>
            <a:ext cx="11247696" cy="6840571"/>
            <a:chOff x="957507" y="-1"/>
            <a:chExt cx="11185358" cy="6774999"/>
          </a:xfrm>
        </p:grpSpPr>
        <p:grpSp>
          <p:nvGrpSpPr>
            <p:cNvPr id="50" name="Gruppo 49">
              <a:extLst>
                <a:ext uri="{FF2B5EF4-FFF2-40B4-BE49-F238E27FC236}">
                  <a16:creationId xmlns:a16="http://schemas.microsoft.com/office/drawing/2014/main" id="{DB34BEB2-CDCC-D6C6-42B9-AF0563C1A721}"/>
                </a:ext>
              </a:extLst>
            </p:cNvPr>
            <p:cNvGrpSpPr>
              <a:grpSpLocks/>
            </p:cNvGrpSpPr>
            <p:nvPr/>
          </p:nvGrpSpPr>
          <p:grpSpPr>
            <a:xfrm>
              <a:off x="957507" y="-1"/>
              <a:ext cx="10736840" cy="6774999"/>
              <a:chOff x="-50026" y="0"/>
              <a:chExt cx="10736840" cy="6040813"/>
            </a:xfrm>
          </p:grpSpPr>
          <p:cxnSp>
            <p:nvCxnSpPr>
              <p:cNvPr id="58" name="Connettore diritto 57">
                <a:extLst>
                  <a:ext uri="{FF2B5EF4-FFF2-40B4-BE49-F238E27FC236}">
                    <a16:creationId xmlns:a16="http://schemas.microsoft.com/office/drawing/2014/main" id="{84D127A8-AACE-61EC-0FC5-86B9499189BF}"/>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Connettore diritto 62">
                <a:extLst>
                  <a:ext uri="{FF2B5EF4-FFF2-40B4-BE49-F238E27FC236}">
                    <a16:creationId xmlns:a16="http://schemas.microsoft.com/office/drawing/2014/main" id="{42E536E1-4308-908A-C417-D87AE0401623}"/>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Connettore diritto 63">
                <a:extLst>
                  <a:ext uri="{FF2B5EF4-FFF2-40B4-BE49-F238E27FC236}">
                    <a16:creationId xmlns:a16="http://schemas.microsoft.com/office/drawing/2014/main" id="{CBA37EB6-8DF2-D88E-00F6-145057818DA3}"/>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F863C2AF-0D28-FB4C-5AAF-F201B9107EBE}"/>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Connettore diritto 65">
                <a:extLst>
                  <a:ext uri="{FF2B5EF4-FFF2-40B4-BE49-F238E27FC236}">
                    <a16:creationId xmlns:a16="http://schemas.microsoft.com/office/drawing/2014/main" id="{1F515AAC-27FB-6D22-6A89-41EBAEE730C7}"/>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A830B9FF-6739-A2E4-1D24-0611F8463667}"/>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6" name="Elemento grafico 55" descr="Forbici con riempimento a tinta unita">
              <a:extLst>
                <a:ext uri="{FF2B5EF4-FFF2-40B4-BE49-F238E27FC236}">
                  <a16:creationId xmlns:a16="http://schemas.microsoft.com/office/drawing/2014/main" id="{5009E64D-E83B-8627-49D5-3160A869CCA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820947">
              <a:off x="11228465" y="2960720"/>
              <a:ext cx="914400" cy="914400"/>
            </a:xfrm>
            <a:prstGeom prst="rect">
              <a:avLst/>
            </a:prstGeom>
          </p:spPr>
        </p:pic>
      </p:grpSp>
      <p:pic>
        <p:nvPicPr>
          <p:cNvPr id="100" name="Image 2">
            <a:extLst>
              <a:ext uri="{FF2B5EF4-FFF2-40B4-BE49-F238E27FC236}">
                <a16:creationId xmlns:a16="http://schemas.microsoft.com/office/drawing/2014/main" id="{E408FA3C-6EB9-428F-3094-82566B404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2951" y="2661279"/>
            <a:ext cx="230858" cy="223162"/>
          </a:xfrm>
          <a:prstGeom prst="rect">
            <a:avLst/>
          </a:prstGeom>
        </p:spPr>
      </p:pic>
      <p:pic>
        <p:nvPicPr>
          <p:cNvPr id="101" name="Immagine 100" descr="Immagine che contiene logo, Elementi grafici, Carattere, simbolo&#10;&#10;Descrizione generata automaticamente">
            <a:extLst>
              <a:ext uri="{FF2B5EF4-FFF2-40B4-BE49-F238E27FC236}">
                <a16:creationId xmlns:a16="http://schemas.microsoft.com/office/drawing/2014/main" id="{E98C2AB2-933E-28E8-89D4-4C5B9EBCBB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7275" y="3002597"/>
            <a:ext cx="393771" cy="133346"/>
          </a:xfrm>
          <a:prstGeom prst="rect">
            <a:avLst/>
          </a:prstGeom>
          <a:solidFill>
            <a:schemeClr val="bg1"/>
          </a:solidFill>
        </p:spPr>
      </p:pic>
      <p:sp>
        <p:nvSpPr>
          <p:cNvPr id="102" name="CasellaDiTesto 101">
            <a:extLst>
              <a:ext uri="{FF2B5EF4-FFF2-40B4-BE49-F238E27FC236}">
                <a16:creationId xmlns:a16="http://schemas.microsoft.com/office/drawing/2014/main" id="{A22099B4-CC02-EFBB-1E2C-9BDC0C788620}"/>
              </a:ext>
            </a:extLst>
          </p:cNvPr>
          <p:cNvSpPr txBox="1"/>
          <p:nvPr/>
        </p:nvSpPr>
        <p:spPr>
          <a:xfrm>
            <a:off x="1186084" y="259266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103" name="CasellaDiTesto 102">
            <a:extLst>
              <a:ext uri="{FF2B5EF4-FFF2-40B4-BE49-F238E27FC236}">
                <a16:creationId xmlns:a16="http://schemas.microsoft.com/office/drawing/2014/main" id="{165A44FC-2077-896B-3C7A-25DAC7AC19B0}"/>
              </a:ext>
            </a:extLst>
          </p:cNvPr>
          <p:cNvSpPr txBox="1"/>
          <p:nvPr/>
        </p:nvSpPr>
        <p:spPr>
          <a:xfrm>
            <a:off x="3803117" y="260310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104" name="CasellaDiTesto 103">
            <a:extLst>
              <a:ext uri="{FF2B5EF4-FFF2-40B4-BE49-F238E27FC236}">
                <a16:creationId xmlns:a16="http://schemas.microsoft.com/office/drawing/2014/main" id="{E152BA9C-0E3B-241F-E9B8-517659A265DA}"/>
              </a:ext>
            </a:extLst>
          </p:cNvPr>
          <p:cNvSpPr txBox="1"/>
          <p:nvPr/>
        </p:nvSpPr>
        <p:spPr>
          <a:xfrm>
            <a:off x="6359959" y="261696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105" name="CasellaDiTesto 104">
            <a:extLst>
              <a:ext uri="{FF2B5EF4-FFF2-40B4-BE49-F238E27FC236}">
                <a16:creationId xmlns:a16="http://schemas.microsoft.com/office/drawing/2014/main" id="{1EB00CA0-A5F8-5233-F929-552B8F1A3CF7}"/>
              </a:ext>
            </a:extLst>
          </p:cNvPr>
          <p:cNvSpPr txBox="1"/>
          <p:nvPr/>
        </p:nvSpPr>
        <p:spPr>
          <a:xfrm>
            <a:off x="8905992" y="261354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pic>
        <p:nvPicPr>
          <p:cNvPr id="106" name="Picture 2" descr="Comment fonctionnent les licences Creative Commons">
            <a:extLst>
              <a:ext uri="{FF2B5EF4-FFF2-40B4-BE49-F238E27FC236}">
                <a16:creationId xmlns:a16="http://schemas.microsoft.com/office/drawing/2014/main" id="{C1E66CA4-1076-CCC3-D31A-819A1D19688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02951" y="3021347"/>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107" name="Image 2">
            <a:extLst>
              <a:ext uri="{FF2B5EF4-FFF2-40B4-BE49-F238E27FC236}">
                <a16:creationId xmlns:a16="http://schemas.microsoft.com/office/drawing/2014/main" id="{7FA7CD35-A67D-A0A5-9AD2-0C3FE4216E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0964" y="2663507"/>
            <a:ext cx="230858" cy="223162"/>
          </a:xfrm>
          <a:prstGeom prst="rect">
            <a:avLst/>
          </a:prstGeom>
        </p:spPr>
      </p:pic>
      <p:pic>
        <p:nvPicPr>
          <p:cNvPr id="108" name="Immagine 107" descr="Immagine che contiene logo, Elementi grafici, Carattere, simbolo&#10;&#10;Descrizione generata automaticamente">
            <a:extLst>
              <a:ext uri="{FF2B5EF4-FFF2-40B4-BE49-F238E27FC236}">
                <a16:creationId xmlns:a16="http://schemas.microsoft.com/office/drawing/2014/main" id="{6EBDB84F-1360-0C4A-A514-59B208825B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5288" y="3004825"/>
            <a:ext cx="393771" cy="133346"/>
          </a:xfrm>
          <a:prstGeom prst="rect">
            <a:avLst/>
          </a:prstGeom>
          <a:solidFill>
            <a:schemeClr val="bg1"/>
          </a:solidFill>
        </p:spPr>
      </p:pic>
      <p:pic>
        <p:nvPicPr>
          <p:cNvPr id="109" name="Picture 2" descr="Comment fonctionnent les licences Creative Commons">
            <a:extLst>
              <a:ext uri="{FF2B5EF4-FFF2-40B4-BE49-F238E27FC236}">
                <a16:creationId xmlns:a16="http://schemas.microsoft.com/office/drawing/2014/main" id="{D06E5595-6A4E-230A-2136-C02BCB2ECCD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590964" y="3023575"/>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110" name="Image 2">
            <a:extLst>
              <a:ext uri="{FF2B5EF4-FFF2-40B4-BE49-F238E27FC236}">
                <a16:creationId xmlns:a16="http://schemas.microsoft.com/office/drawing/2014/main" id="{A139BC00-EF43-6F46-7E90-97BADE61CC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2822" y="2678124"/>
            <a:ext cx="230858" cy="223162"/>
          </a:xfrm>
          <a:prstGeom prst="rect">
            <a:avLst/>
          </a:prstGeom>
        </p:spPr>
      </p:pic>
      <p:pic>
        <p:nvPicPr>
          <p:cNvPr id="111" name="Immagine 110" descr="Immagine che contiene logo, Elementi grafici, Carattere, simbolo&#10;&#10;Descrizione generata automaticamente">
            <a:extLst>
              <a:ext uri="{FF2B5EF4-FFF2-40B4-BE49-F238E27FC236}">
                <a16:creationId xmlns:a16="http://schemas.microsoft.com/office/drawing/2014/main" id="{1D99B960-0AA0-16DC-EA10-A87B1A9639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7146" y="3019442"/>
            <a:ext cx="393771" cy="133346"/>
          </a:xfrm>
          <a:prstGeom prst="rect">
            <a:avLst/>
          </a:prstGeom>
          <a:solidFill>
            <a:schemeClr val="bg1"/>
          </a:solidFill>
        </p:spPr>
      </p:pic>
      <p:pic>
        <p:nvPicPr>
          <p:cNvPr id="112" name="Picture 2" descr="Comment fonctionnent les licences Creative Commons">
            <a:extLst>
              <a:ext uri="{FF2B5EF4-FFF2-40B4-BE49-F238E27FC236}">
                <a16:creationId xmlns:a16="http://schemas.microsoft.com/office/drawing/2014/main" id="{8B238527-CD0A-83D0-0EE2-6B5D405E4E6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42822" y="3038192"/>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113" name="Image 2">
            <a:extLst>
              <a:ext uri="{FF2B5EF4-FFF2-40B4-BE49-F238E27FC236}">
                <a16:creationId xmlns:a16="http://schemas.microsoft.com/office/drawing/2014/main" id="{8999FBD6-16A8-58B4-5381-5CE61F45E0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4680" y="2692741"/>
            <a:ext cx="230858" cy="223162"/>
          </a:xfrm>
          <a:prstGeom prst="rect">
            <a:avLst/>
          </a:prstGeom>
        </p:spPr>
      </p:pic>
      <p:pic>
        <p:nvPicPr>
          <p:cNvPr id="114" name="Immagine 113" descr="Immagine che contiene logo, Elementi grafici, Carattere, simbolo&#10;&#10;Descrizione generata automaticamente">
            <a:extLst>
              <a:ext uri="{FF2B5EF4-FFF2-40B4-BE49-F238E27FC236}">
                <a16:creationId xmlns:a16="http://schemas.microsoft.com/office/drawing/2014/main" id="{6F53FF75-0A5E-8ADA-51FD-6AE4322005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9004" y="3034059"/>
            <a:ext cx="393771" cy="133346"/>
          </a:xfrm>
          <a:prstGeom prst="rect">
            <a:avLst/>
          </a:prstGeom>
          <a:solidFill>
            <a:schemeClr val="bg1"/>
          </a:solidFill>
        </p:spPr>
      </p:pic>
      <p:pic>
        <p:nvPicPr>
          <p:cNvPr id="115" name="Picture 2" descr="Comment fonctionnent les licences Creative Commons">
            <a:extLst>
              <a:ext uri="{FF2B5EF4-FFF2-40B4-BE49-F238E27FC236}">
                <a16:creationId xmlns:a16="http://schemas.microsoft.com/office/drawing/2014/main" id="{884D9A96-424A-0C9F-C004-DF8F7FAB364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694680" y="3052809"/>
            <a:ext cx="292012" cy="121421"/>
          </a:xfrm>
          <a:prstGeom prst="rect">
            <a:avLst/>
          </a:prstGeom>
          <a:noFill/>
          <a:extLst>
            <a:ext uri="{909E8E84-426E-40DD-AFC4-6F175D3DCCD1}">
              <a14:hiddenFill xmlns:a14="http://schemas.microsoft.com/office/drawing/2010/main">
                <a:solidFill>
                  <a:srgbClr val="FFFFFF"/>
                </a:solidFill>
              </a14:hiddenFill>
            </a:ext>
          </a:extLst>
        </p:spPr>
      </p:pic>
      <p:sp>
        <p:nvSpPr>
          <p:cNvPr id="116" name="CasellaDiTesto 115">
            <a:extLst>
              <a:ext uri="{FF2B5EF4-FFF2-40B4-BE49-F238E27FC236}">
                <a16:creationId xmlns:a16="http://schemas.microsoft.com/office/drawing/2014/main" id="{3DD79AEA-6715-E22F-F4A2-1F7DB8C02C27}"/>
              </a:ext>
            </a:extLst>
          </p:cNvPr>
          <p:cNvSpPr txBox="1"/>
          <p:nvPr/>
        </p:nvSpPr>
        <p:spPr>
          <a:xfrm>
            <a:off x="1160684" y="604007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117" name="CasellaDiTesto 116">
            <a:extLst>
              <a:ext uri="{FF2B5EF4-FFF2-40B4-BE49-F238E27FC236}">
                <a16:creationId xmlns:a16="http://schemas.microsoft.com/office/drawing/2014/main" id="{B150CFF2-F194-519F-29EA-0002A482CF25}"/>
              </a:ext>
            </a:extLst>
          </p:cNvPr>
          <p:cNvSpPr txBox="1"/>
          <p:nvPr/>
        </p:nvSpPr>
        <p:spPr>
          <a:xfrm>
            <a:off x="3777717" y="605051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118" name="CasellaDiTesto 117">
            <a:extLst>
              <a:ext uri="{FF2B5EF4-FFF2-40B4-BE49-F238E27FC236}">
                <a16:creationId xmlns:a16="http://schemas.microsoft.com/office/drawing/2014/main" id="{6CEB7DED-EE09-99FB-3CF8-7F578EB94D32}"/>
              </a:ext>
            </a:extLst>
          </p:cNvPr>
          <p:cNvSpPr txBox="1"/>
          <p:nvPr/>
        </p:nvSpPr>
        <p:spPr>
          <a:xfrm>
            <a:off x="6334559" y="606437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119" name="CasellaDiTesto 118">
            <a:extLst>
              <a:ext uri="{FF2B5EF4-FFF2-40B4-BE49-F238E27FC236}">
                <a16:creationId xmlns:a16="http://schemas.microsoft.com/office/drawing/2014/main" id="{CF69754F-F840-6FB7-1B17-1948678EB7CD}"/>
              </a:ext>
            </a:extLst>
          </p:cNvPr>
          <p:cNvSpPr txBox="1"/>
          <p:nvPr/>
        </p:nvSpPr>
        <p:spPr>
          <a:xfrm>
            <a:off x="8880592" y="606095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pic>
        <p:nvPicPr>
          <p:cNvPr id="120" name="Image 2">
            <a:extLst>
              <a:ext uri="{FF2B5EF4-FFF2-40B4-BE49-F238E27FC236}">
                <a16:creationId xmlns:a16="http://schemas.microsoft.com/office/drawing/2014/main" id="{676DB96C-0CA9-DA3F-51A2-544F5710C1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3550" y="6092850"/>
            <a:ext cx="230858" cy="223162"/>
          </a:xfrm>
          <a:prstGeom prst="rect">
            <a:avLst/>
          </a:prstGeom>
        </p:spPr>
      </p:pic>
      <p:pic>
        <p:nvPicPr>
          <p:cNvPr id="121" name="Immagine 120" descr="Immagine che contiene logo, Elementi grafici, Carattere, simbolo&#10;&#10;Descrizione generata automaticamente">
            <a:extLst>
              <a:ext uri="{FF2B5EF4-FFF2-40B4-BE49-F238E27FC236}">
                <a16:creationId xmlns:a16="http://schemas.microsoft.com/office/drawing/2014/main" id="{697F9922-7008-1FE4-F77C-CD9C5F716B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7874" y="6434168"/>
            <a:ext cx="393771" cy="133346"/>
          </a:xfrm>
          <a:prstGeom prst="rect">
            <a:avLst/>
          </a:prstGeom>
          <a:solidFill>
            <a:schemeClr val="bg1"/>
          </a:solidFill>
        </p:spPr>
      </p:pic>
      <p:pic>
        <p:nvPicPr>
          <p:cNvPr id="122" name="Picture 2" descr="Comment fonctionnent les licences Creative Commons">
            <a:extLst>
              <a:ext uri="{FF2B5EF4-FFF2-40B4-BE49-F238E27FC236}">
                <a16:creationId xmlns:a16="http://schemas.microsoft.com/office/drawing/2014/main" id="{24FE3045-B3A8-1388-6EA7-89CF0E91327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23550" y="6452918"/>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123" name="Image 2">
            <a:extLst>
              <a:ext uri="{FF2B5EF4-FFF2-40B4-BE49-F238E27FC236}">
                <a16:creationId xmlns:a16="http://schemas.microsoft.com/office/drawing/2014/main" id="{CDFD0AE2-39CC-9348-452F-65648B6797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1563" y="6095078"/>
            <a:ext cx="230858" cy="223162"/>
          </a:xfrm>
          <a:prstGeom prst="rect">
            <a:avLst/>
          </a:prstGeom>
        </p:spPr>
      </p:pic>
      <p:pic>
        <p:nvPicPr>
          <p:cNvPr id="124" name="Immagine 123" descr="Immagine che contiene logo, Elementi grafici, Carattere, simbolo&#10;&#10;Descrizione generata automaticamente">
            <a:extLst>
              <a:ext uri="{FF2B5EF4-FFF2-40B4-BE49-F238E27FC236}">
                <a16:creationId xmlns:a16="http://schemas.microsoft.com/office/drawing/2014/main" id="{1FA34071-9016-9032-07A3-F087F56FED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5887" y="6436396"/>
            <a:ext cx="393771" cy="133346"/>
          </a:xfrm>
          <a:prstGeom prst="rect">
            <a:avLst/>
          </a:prstGeom>
          <a:solidFill>
            <a:schemeClr val="bg1"/>
          </a:solidFill>
        </p:spPr>
      </p:pic>
      <p:pic>
        <p:nvPicPr>
          <p:cNvPr id="125" name="Picture 2" descr="Comment fonctionnent les licences Creative Commons">
            <a:extLst>
              <a:ext uri="{FF2B5EF4-FFF2-40B4-BE49-F238E27FC236}">
                <a16:creationId xmlns:a16="http://schemas.microsoft.com/office/drawing/2014/main" id="{79D51FF8-E7D8-2F0E-7563-E93F0159EB1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611563" y="6455146"/>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126" name="Image 2">
            <a:extLst>
              <a:ext uri="{FF2B5EF4-FFF2-40B4-BE49-F238E27FC236}">
                <a16:creationId xmlns:a16="http://schemas.microsoft.com/office/drawing/2014/main" id="{8E63B039-28AD-76EA-8B39-2EDAF96A07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3421" y="6109695"/>
            <a:ext cx="230858" cy="223162"/>
          </a:xfrm>
          <a:prstGeom prst="rect">
            <a:avLst/>
          </a:prstGeom>
        </p:spPr>
      </p:pic>
      <p:pic>
        <p:nvPicPr>
          <p:cNvPr id="127" name="Immagine 126" descr="Immagine che contiene logo, Elementi grafici, Carattere, simbolo&#10;&#10;Descrizione generata automaticamente">
            <a:extLst>
              <a:ext uri="{FF2B5EF4-FFF2-40B4-BE49-F238E27FC236}">
                <a16:creationId xmlns:a16="http://schemas.microsoft.com/office/drawing/2014/main" id="{F019CCEA-A74B-692F-E884-0628300491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7745" y="6451013"/>
            <a:ext cx="393771" cy="133346"/>
          </a:xfrm>
          <a:prstGeom prst="rect">
            <a:avLst/>
          </a:prstGeom>
          <a:solidFill>
            <a:schemeClr val="bg1"/>
          </a:solidFill>
        </p:spPr>
      </p:pic>
      <p:pic>
        <p:nvPicPr>
          <p:cNvPr id="128" name="Picture 2" descr="Comment fonctionnent les licences Creative Commons">
            <a:extLst>
              <a:ext uri="{FF2B5EF4-FFF2-40B4-BE49-F238E27FC236}">
                <a16:creationId xmlns:a16="http://schemas.microsoft.com/office/drawing/2014/main" id="{2E3CDD4F-BF5D-4DA3-0F9A-4F02E8CF31B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63421" y="6469763"/>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129" name="Image 2">
            <a:extLst>
              <a:ext uri="{FF2B5EF4-FFF2-40B4-BE49-F238E27FC236}">
                <a16:creationId xmlns:a16="http://schemas.microsoft.com/office/drawing/2014/main" id="{0767976C-A283-D99D-6F42-B4FFA43950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5279" y="6124312"/>
            <a:ext cx="230858" cy="223162"/>
          </a:xfrm>
          <a:prstGeom prst="rect">
            <a:avLst/>
          </a:prstGeom>
        </p:spPr>
      </p:pic>
      <p:pic>
        <p:nvPicPr>
          <p:cNvPr id="130" name="Immagine 129" descr="Immagine che contiene logo, Elementi grafici, Carattere, simbolo&#10;&#10;Descrizione generata automaticamente">
            <a:extLst>
              <a:ext uri="{FF2B5EF4-FFF2-40B4-BE49-F238E27FC236}">
                <a16:creationId xmlns:a16="http://schemas.microsoft.com/office/drawing/2014/main" id="{9829F466-5027-F3F8-EE69-D5A9C8EA99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29603" y="6465630"/>
            <a:ext cx="393771" cy="133346"/>
          </a:xfrm>
          <a:prstGeom prst="rect">
            <a:avLst/>
          </a:prstGeom>
          <a:solidFill>
            <a:schemeClr val="bg1"/>
          </a:solidFill>
        </p:spPr>
      </p:pic>
      <p:pic>
        <p:nvPicPr>
          <p:cNvPr id="131" name="Picture 2" descr="Comment fonctionnent les licences Creative Commons">
            <a:extLst>
              <a:ext uri="{FF2B5EF4-FFF2-40B4-BE49-F238E27FC236}">
                <a16:creationId xmlns:a16="http://schemas.microsoft.com/office/drawing/2014/main" id="{515326E6-FE85-8FFA-F4D7-F2F890570BA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715279" y="6484380"/>
            <a:ext cx="292012" cy="121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811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97A8-2F16-91F4-C87F-4F3A9EB792A0}"/>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1FC92CFA-1C95-FBAB-A09D-D05E7FC72D5D}"/>
              </a:ext>
            </a:extLst>
          </p:cNvPr>
          <p:cNvSpPr/>
          <p:nvPr/>
        </p:nvSpPr>
        <p:spPr>
          <a:xfrm>
            <a:off x="0" y="0"/>
            <a:ext cx="12292815" cy="684753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D1EFCF4A-1A03-3D1A-FC93-0F7D72F07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907E63F6-B079-A8FD-698C-652219408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6CA02336-7141-54A7-2865-15DA942FEB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DB84140C-44F1-C5A7-E672-072AD8468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194C886D-0C69-1217-6EBA-010BA59C6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95B407E4-1733-E0C0-C6C4-928438B4D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F616C320-182D-45B5-1FBD-FE65F599D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7C90B78A-A93F-8B17-C7A7-705D21A59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B319E879-64F3-FE43-D3FB-AC6725E0F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73C1A6E2-47F7-2F54-0AF8-BD3F20436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62B2D086-4E45-9068-E6EB-830939FDD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060C02B3-F981-BF29-025D-294C853F2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D1F3BC5F-A7B9-8065-CC05-6B37C66DB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85126FE4-8649-FA20-7A5F-3471903D8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ABB35E1D-5B90-38C1-2C91-53B0413EA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DC1DB908-4458-36B8-49FD-C645445EA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7106E2DA-9659-FD8C-3A24-B1BB61C2E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ECF7FA48-A5D8-2371-E7DC-D260DB780C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A9758C76-1F68-1DB0-0666-82798B0E2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9BBF81BD-AC9A-C742-3647-388703D75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1024D3EB-720C-306F-D573-15CE80845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85B3F657-4702-DDE7-31B8-261EFD7ED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C917FEB4-1812-F957-6A7E-1AF9D54781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194CE50-2F76-EF19-8DE3-34910CD2B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A98F8087-5FAE-96F2-DFD3-8CF90C2DE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71F2E039-5903-A1D4-5388-E5AF0DAA7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B76EBAEC-7C41-F7D5-522E-58E6B345B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29475397-60E5-39AE-EA34-475AC26056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505033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AB607A-F1D2-D28F-707D-B9683D0D6A64}"/>
            </a:ext>
          </a:extLst>
        </p:cNvPr>
        <p:cNvGrpSpPr/>
        <p:nvPr/>
      </p:nvGrpSpPr>
      <p:grpSpPr>
        <a:xfrm>
          <a:off x="0" y="0"/>
          <a:ext cx="0" cy="0"/>
          <a:chOff x="0" y="0"/>
          <a:chExt cx="0" cy="0"/>
        </a:xfrm>
      </p:grpSpPr>
      <p:sp>
        <p:nvSpPr>
          <p:cNvPr id="68" name="Rettangolo 67">
            <a:extLst>
              <a:ext uri="{FF2B5EF4-FFF2-40B4-BE49-F238E27FC236}">
                <a16:creationId xmlns:a16="http://schemas.microsoft.com/office/drawing/2014/main" id="{2347C444-2F94-78FE-DEDC-5D79BC349219}"/>
              </a:ext>
            </a:extLst>
          </p:cNvPr>
          <p:cNvSpPr/>
          <p:nvPr/>
        </p:nvSpPr>
        <p:spPr>
          <a:xfrm>
            <a:off x="991419" y="0"/>
            <a:ext cx="10266770" cy="68475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Espace réservé du contenu 6">
            <a:extLst>
              <a:ext uri="{FF2B5EF4-FFF2-40B4-BE49-F238E27FC236}">
                <a16:creationId xmlns:a16="http://schemas.microsoft.com/office/drawing/2014/main" id="{4A3889FA-603A-C6D8-AAF4-8F490B803214}"/>
              </a:ext>
            </a:extLst>
          </p:cNvPr>
          <p:cNvSpPr txBox="1">
            <a:spLocks/>
          </p:cNvSpPr>
          <p:nvPr/>
        </p:nvSpPr>
        <p:spPr>
          <a:xfrm>
            <a:off x="8688218"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Culture ou pays</a:t>
            </a:r>
            <a:endParaRPr lang="fr-FR" sz="1100" b="1" noProof="0" dirty="0">
              <a:solidFill>
                <a:schemeClr val="bg1"/>
              </a:solidFill>
            </a:endParaRPr>
          </a:p>
        </p:txBody>
      </p:sp>
      <p:sp>
        <p:nvSpPr>
          <p:cNvPr id="35" name="Espace réservé du contenu 6">
            <a:extLst>
              <a:ext uri="{FF2B5EF4-FFF2-40B4-BE49-F238E27FC236}">
                <a16:creationId xmlns:a16="http://schemas.microsoft.com/office/drawing/2014/main" id="{75918B45-0CBA-265A-8AEF-2FEA6529304B}"/>
              </a:ext>
            </a:extLst>
          </p:cNvPr>
          <p:cNvSpPr txBox="1">
            <a:spLocks/>
          </p:cNvSpPr>
          <p:nvPr/>
        </p:nvSpPr>
        <p:spPr>
          <a:xfrm>
            <a:off x="1017205"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Prochain défi</a:t>
            </a:r>
            <a:endParaRPr lang="fr-FR" sz="1100" b="1" noProof="0" dirty="0">
              <a:solidFill>
                <a:schemeClr val="bg1"/>
              </a:solidFill>
            </a:endParaRPr>
          </a:p>
        </p:txBody>
      </p:sp>
      <p:sp>
        <p:nvSpPr>
          <p:cNvPr id="36" name="Espace réservé du contenu 6">
            <a:extLst>
              <a:ext uri="{FF2B5EF4-FFF2-40B4-BE49-F238E27FC236}">
                <a16:creationId xmlns:a16="http://schemas.microsoft.com/office/drawing/2014/main" id="{090971CF-B0FE-5614-650D-2009E3513D82}"/>
              </a:ext>
            </a:extLst>
          </p:cNvPr>
          <p:cNvSpPr txBox="1">
            <a:spLocks/>
          </p:cNvSpPr>
          <p:nvPr/>
        </p:nvSpPr>
        <p:spPr>
          <a:xfrm>
            <a:off x="6131213"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Prendre soin de soi</a:t>
            </a:r>
            <a:endParaRPr lang="fr-FR" sz="1100" b="1" noProof="0" dirty="0">
              <a:solidFill>
                <a:schemeClr val="bg1"/>
              </a:solidFill>
            </a:endParaRPr>
          </a:p>
        </p:txBody>
      </p:sp>
      <p:sp>
        <p:nvSpPr>
          <p:cNvPr id="37" name="Espace réservé du contenu 6">
            <a:extLst>
              <a:ext uri="{FF2B5EF4-FFF2-40B4-BE49-F238E27FC236}">
                <a16:creationId xmlns:a16="http://schemas.microsoft.com/office/drawing/2014/main" id="{A03E3D25-D735-BFFE-69B8-3D6BCD031441}"/>
              </a:ext>
            </a:extLst>
          </p:cNvPr>
          <p:cNvSpPr txBox="1">
            <a:spLocks/>
          </p:cNvSpPr>
          <p:nvPr/>
        </p:nvSpPr>
        <p:spPr>
          <a:xfrm>
            <a:off x="3574209"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noProof="0" dirty="0">
                <a:solidFill>
                  <a:schemeClr val="bg1"/>
                </a:solidFill>
              </a:rPr>
              <a:t>Bonheur</a:t>
            </a:r>
          </a:p>
        </p:txBody>
      </p:sp>
      <p:sp>
        <p:nvSpPr>
          <p:cNvPr id="38" name="Espace réservé du contenu 6">
            <a:extLst>
              <a:ext uri="{FF2B5EF4-FFF2-40B4-BE49-F238E27FC236}">
                <a16:creationId xmlns:a16="http://schemas.microsoft.com/office/drawing/2014/main" id="{42531FF8-3C20-2C08-C0E2-129677753255}"/>
              </a:ext>
            </a:extLst>
          </p:cNvPr>
          <p:cNvSpPr txBox="1">
            <a:spLocks/>
          </p:cNvSpPr>
          <p:nvPr/>
        </p:nvSpPr>
        <p:spPr>
          <a:xfrm>
            <a:off x="8688218"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Surmonter les défis</a:t>
            </a:r>
            <a:endParaRPr lang="fr-FR" sz="1100" b="1" noProof="0" dirty="0">
              <a:solidFill>
                <a:schemeClr val="bg1"/>
              </a:solidFill>
            </a:endParaRPr>
          </a:p>
        </p:txBody>
      </p:sp>
      <p:sp>
        <p:nvSpPr>
          <p:cNvPr id="39" name="Espace réservé du contenu 6">
            <a:extLst>
              <a:ext uri="{FF2B5EF4-FFF2-40B4-BE49-F238E27FC236}">
                <a16:creationId xmlns:a16="http://schemas.microsoft.com/office/drawing/2014/main" id="{3C375A09-AE4A-3902-5FA7-97E1112798C4}"/>
              </a:ext>
            </a:extLst>
          </p:cNvPr>
          <p:cNvSpPr txBox="1">
            <a:spLocks/>
          </p:cNvSpPr>
          <p:nvPr/>
        </p:nvSpPr>
        <p:spPr>
          <a:xfrm>
            <a:off x="1017205" y="0"/>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noProof="0" dirty="0">
                <a:solidFill>
                  <a:schemeClr val="bg1"/>
                </a:solidFill>
              </a:rPr>
              <a:t>Brise-4-Glaces </a:t>
            </a:r>
          </a:p>
          <a:p>
            <a:pPr algn="ctr">
              <a:lnSpc>
                <a:spcPct val="100000"/>
              </a:lnSpc>
              <a:spcBef>
                <a:spcPts val="400"/>
              </a:spcBef>
            </a:pPr>
            <a:r>
              <a:rPr lang="fr-FR" sz="1100" b="1" dirty="0">
                <a:solidFill>
                  <a:schemeClr val="bg1"/>
                </a:solidFill>
              </a:rPr>
              <a:t>Famille et amis</a:t>
            </a:r>
            <a:endParaRPr lang="fr-FR" sz="1100" b="1" noProof="0" dirty="0">
              <a:solidFill>
                <a:schemeClr val="bg1"/>
              </a:solidFill>
            </a:endParaRPr>
          </a:p>
        </p:txBody>
      </p:sp>
      <p:sp>
        <p:nvSpPr>
          <p:cNvPr id="40" name="Espace réservé du contenu 6">
            <a:extLst>
              <a:ext uri="{FF2B5EF4-FFF2-40B4-BE49-F238E27FC236}">
                <a16:creationId xmlns:a16="http://schemas.microsoft.com/office/drawing/2014/main" id="{34985E96-A6CC-63D2-9519-92C8865DA1AB}"/>
              </a:ext>
            </a:extLst>
          </p:cNvPr>
          <p:cNvSpPr txBox="1">
            <a:spLocks/>
          </p:cNvSpPr>
          <p:nvPr/>
        </p:nvSpPr>
        <p:spPr>
          <a:xfrm>
            <a:off x="6131213"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Souvenirs d’enfance</a:t>
            </a:r>
            <a:endParaRPr lang="fr-FR" sz="1100" b="1" noProof="0" dirty="0">
              <a:solidFill>
                <a:schemeClr val="bg1"/>
              </a:solidFill>
            </a:endParaRPr>
          </a:p>
        </p:txBody>
      </p:sp>
      <p:sp>
        <p:nvSpPr>
          <p:cNvPr id="41" name="Espace réservé du contenu 6">
            <a:extLst>
              <a:ext uri="{FF2B5EF4-FFF2-40B4-BE49-F238E27FC236}">
                <a16:creationId xmlns:a16="http://schemas.microsoft.com/office/drawing/2014/main" id="{84C2B228-0EAE-3AF4-06E5-4A9233A6D5BA}"/>
              </a:ext>
            </a:extLst>
          </p:cNvPr>
          <p:cNvSpPr txBox="1">
            <a:spLocks/>
          </p:cNvSpPr>
          <p:nvPr/>
        </p:nvSpPr>
        <p:spPr>
          <a:xfrm>
            <a:off x="3574209"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noProof="0" dirty="0">
                <a:solidFill>
                  <a:schemeClr val="bg1"/>
                </a:solidFill>
              </a:rPr>
              <a:t>Brise-4-Glaces </a:t>
            </a:r>
          </a:p>
          <a:p>
            <a:pPr>
              <a:spcBef>
                <a:spcPts val="400"/>
              </a:spcBef>
            </a:pPr>
            <a:r>
              <a:rPr lang="fr-FR" b="1" dirty="0"/>
              <a:t>Valeurs et croyances</a:t>
            </a:r>
            <a:endParaRPr lang="fr-FR" sz="1100" b="1" noProof="0" dirty="0">
              <a:solidFill>
                <a:schemeClr val="bg1"/>
              </a:solidFill>
            </a:endParaRPr>
          </a:p>
        </p:txBody>
      </p:sp>
      <p:sp>
        <p:nvSpPr>
          <p:cNvPr id="2" name="Espace réservé du contenu 6">
            <a:extLst>
              <a:ext uri="{FF2B5EF4-FFF2-40B4-BE49-F238E27FC236}">
                <a16:creationId xmlns:a16="http://schemas.microsoft.com/office/drawing/2014/main" id="{3CB23E83-4B31-927C-3E37-4C13C1D126F1}"/>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050" dirty="0"/>
              <a:t>Qui est quelqu’un dans votre famille / amis que vous admirez ?
Quel est le souvenir significatif que vous partagez avec eux ?
Comment cette personne a-t-elle influencé vos choix de vie ?
Quelle est la chose la plus importante que cette personne vous a apprise ?</a:t>
            </a:r>
            <a:endParaRPr lang="fr-FR" sz="1100" noProof="0" dirty="0"/>
          </a:p>
        </p:txBody>
      </p:sp>
      <p:sp>
        <p:nvSpPr>
          <p:cNvPr id="4" name="Espace réservé du contenu 6">
            <a:extLst>
              <a:ext uri="{FF2B5EF4-FFF2-40B4-BE49-F238E27FC236}">
                <a16:creationId xmlns:a16="http://schemas.microsoft.com/office/drawing/2014/main" id="{C802239D-8CF0-C056-9646-A077C1F0A959}"/>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Qu’espérez-vous accomplir au cours de la prochaine année ?
Quel est le plus grand obstacle sur votre chemin ?
Comment la réalisation de cet objectif changera-t-elle votre vie ?
Pourquoi un tel changement de vie est-il important pour vous ?</a:t>
            </a:r>
            <a:endParaRPr lang="fr-FR" noProof="0" dirty="0"/>
          </a:p>
        </p:txBody>
      </p:sp>
      <p:sp>
        <p:nvSpPr>
          <p:cNvPr id="3" name="Espace réservé du contenu 6">
            <a:extLst>
              <a:ext uri="{FF2B5EF4-FFF2-40B4-BE49-F238E27FC236}">
                <a16:creationId xmlns:a16="http://schemas.microsoft.com/office/drawing/2014/main" id="{0C134234-5B12-734E-A1EC-7B70431EFC08}"/>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Quelle est la valeur ou la croyance qui est importante pour vous ?
Comment essayez-vous de vivre selon cette valeur ?
Qui ou qu’est-ce qui a influencé cette croyance ?
Comment cette croyance a-t-elle façonné vos actions et vos choix ?</a:t>
            </a:r>
            <a:endParaRPr lang="fr-FR" noProof="0" dirty="0"/>
          </a:p>
        </p:txBody>
      </p:sp>
      <p:sp>
        <p:nvSpPr>
          <p:cNvPr id="5" name="Espace réservé du contenu 6">
            <a:extLst>
              <a:ext uri="{FF2B5EF4-FFF2-40B4-BE49-F238E27FC236}">
                <a16:creationId xmlns:a16="http://schemas.microsoft.com/office/drawing/2014/main" id="{51380184-E84A-3D23-9EC6-737D8A72D26C}"/>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Qu’est-ce qui vous rend heureux au quotidien ?
Quand dans la journée le bonheur se produit-il ?
Comment privilégiez-vous le bonheur dans votre vie ?
Comment votre compréhension du bonheur a-t-elle évolué au fil du temps ?</a:t>
            </a:r>
            <a:endParaRPr lang="fr-FR" noProof="0" dirty="0"/>
          </a:p>
        </p:txBody>
      </p:sp>
      <p:sp>
        <p:nvSpPr>
          <p:cNvPr id="6" name="Espace réservé du contenu 6">
            <a:extLst>
              <a:ext uri="{FF2B5EF4-FFF2-40B4-BE49-F238E27FC236}">
                <a16:creationId xmlns:a16="http://schemas.microsoft.com/office/drawing/2014/main" id="{6D111C42-3600-59E5-7D72-60DC6973F0C7}"/>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Quel est votre meilleur souvenir d’enfance ?
Qui était votre ami le plus proche en grandissant ?
Comment votre enfance a-t-elle façonné vos intérêts actuels ?
Quelle est la leçon de votre enfance que vous portez encore ?</a:t>
            </a:r>
            <a:endParaRPr lang="fr-FR" noProof="0" dirty="0"/>
          </a:p>
        </p:txBody>
      </p:sp>
      <p:sp>
        <p:nvSpPr>
          <p:cNvPr id="8" name="Espace réservé du contenu 6">
            <a:extLst>
              <a:ext uri="{FF2B5EF4-FFF2-40B4-BE49-F238E27FC236}">
                <a16:creationId xmlns:a16="http://schemas.microsoft.com/office/drawing/2014/main" id="{E0D52538-FE4F-8B33-E7F7-1D0E7870CE12}"/>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050" dirty="0"/>
              <a:t>Quelle est la chose que vous faites pour prendre soin de vous ?
Comment maintenez-vous cette activité dans votre vie ?
Quels sont les défis auxquels vous êtes confrontés dans une telle tâche ?
Comment votre approche des soins personnels a-t-elle eu un impact sur votre bonheur général ?</a:t>
            </a:r>
            <a:endParaRPr lang="fr-FR" noProof="0" dirty="0"/>
          </a:p>
        </p:txBody>
      </p:sp>
      <p:sp>
        <p:nvSpPr>
          <p:cNvPr id="9" name="Espace réservé du contenu 6">
            <a:extLst>
              <a:ext uri="{FF2B5EF4-FFF2-40B4-BE49-F238E27FC236}">
                <a16:creationId xmlns:a16="http://schemas.microsoft.com/office/drawing/2014/main" id="{3B8EBEAE-F889-5E2B-679B-EB0C4F551CCC}"/>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Quel est le défi que vous avez relevé récemment ?
Comment avez-vous abordé le fait de le surmonter ?
Qu’avez-vous appris sur vous-même au cours du processus ?
Comment le fait de surmonter ce défi vous a-t-il changé ?</a:t>
            </a:r>
            <a:endParaRPr lang="fr-FR" noProof="0" dirty="0"/>
          </a:p>
        </p:txBody>
      </p:sp>
      <p:sp>
        <p:nvSpPr>
          <p:cNvPr id="10" name="Espace réservé du contenu 6">
            <a:extLst>
              <a:ext uri="{FF2B5EF4-FFF2-40B4-BE49-F238E27FC236}">
                <a16:creationId xmlns:a16="http://schemas.microsoft.com/office/drawing/2014/main" id="{71FE3220-43D0-E3C1-C071-262CABF27E2B}"/>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dirty="0"/>
              <a:t>Qu’est-ce que vous aimez dans votre pays ou votre culture ?
Comment célébrez-vous vos traditions culturelles ?
Quelle est une tradition ou une valeur de votre culture dont vous êtes fier ?
Comment votre origine culturelle a-t-elle façonné qui vous êtes aujourd’hui ?</a:t>
            </a:r>
            <a:endParaRPr lang="fr-FR" noProof="0" dirty="0"/>
          </a:p>
        </p:txBody>
      </p:sp>
      <p:grpSp>
        <p:nvGrpSpPr>
          <p:cNvPr id="47" name="Gruppo 46">
            <a:extLst>
              <a:ext uri="{FF2B5EF4-FFF2-40B4-BE49-F238E27FC236}">
                <a16:creationId xmlns:a16="http://schemas.microsoft.com/office/drawing/2014/main" id="{22967C63-03E3-2982-E63D-6C6B12E5381B}"/>
              </a:ext>
            </a:extLst>
          </p:cNvPr>
          <p:cNvGrpSpPr/>
          <p:nvPr/>
        </p:nvGrpSpPr>
        <p:grpSpPr>
          <a:xfrm>
            <a:off x="933812" y="-4729"/>
            <a:ext cx="11247696" cy="6840571"/>
            <a:chOff x="957507" y="-1"/>
            <a:chExt cx="11185358" cy="6774999"/>
          </a:xfrm>
        </p:grpSpPr>
        <p:grpSp>
          <p:nvGrpSpPr>
            <p:cNvPr id="50" name="Gruppo 49">
              <a:extLst>
                <a:ext uri="{FF2B5EF4-FFF2-40B4-BE49-F238E27FC236}">
                  <a16:creationId xmlns:a16="http://schemas.microsoft.com/office/drawing/2014/main" id="{5DE2D67C-DA16-A77A-656E-1679264ACE20}"/>
                </a:ext>
              </a:extLst>
            </p:cNvPr>
            <p:cNvGrpSpPr>
              <a:grpSpLocks/>
            </p:cNvGrpSpPr>
            <p:nvPr/>
          </p:nvGrpSpPr>
          <p:grpSpPr>
            <a:xfrm>
              <a:off x="957507" y="-1"/>
              <a:ext cx="10736840" cy="6774999"/>
              <a:chOff x="-50026" y="0"/>
              <a:chExt cx="10736840" cy="6040813"/>
            </a:xfrm>
          </p:grpSpPr>
          <p:cxnSp>
            <p:nvCxnSpPr>
              <p:cNvPr id="58" name="Connettore diritto 57">
                <a:extLst>
                  <a:ext uri="{FF2B5EF4-FFF2-40B4-BE49-F238E27FC236}">
                    <a16:creationId xmlns:a16="http://schemas.microsoft.com/office/drawing/2014/main" id="{C4A2C83E-B5FF-7AA0-6BDB-4519F14A45E4}"/>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Connettore diritto 62">
                <a:extLst>
                  <a:ext uri="{FF2B5EF4-FFF2-40B4-BE49-F238E27FC236}">
                    <a16:creationId xmlns:a16="http://schemas.microsoft.com/office/drawing/2014/main" id="{130D0CB1-6016-41C1-C4E1-8EC524B902F7}"/>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Connettore diritto 63">
                <a:extLst>
                  <a:ext uri="{FF2B5EF4-FFF2-40B4-BE49-F238E27FC236}">
                    <a16:creationId xmlns:a16="http://schemas.microsoft.com/office/drawing/2014/main" id="{7384E461-5C21-ACF5-660B-AE2BE7035F67}"/>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0E96D390-7FC6-C17A-5FF4-4C314003D806}"/>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Connettore diritto 65">
                <a:extLst>
                  <a:ext uri="{FF2B5EF4-FFF2-40B4-BE49-F238E27FC236}">
                    <a16:creationId xmlns:a16="http://schemas.microsoft.com/office/drawing/2014/main" id="{A8C61A18-A1AF-559E-0157-AC6F3A8B8085}"/>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BF4F44C0-B2BF-18E4-9EAE-C77464A74C56}"/>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6" name="Elemento grafico 55" descr="Forbici con riempimento a tinta unita">
              <a:extLst>
                <a:ext uri="{FF2B5EF4-FFF2-40B4-BE49-F238E27FC236}">
                  <a16:creationId xmlns:a16="http://schemas.microsoft.com/office/drawing/2014/main" id="{D3DCC6A2-00D0-327F-3D94-23A36E98C2F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820947">
              <a:off x="11228465" y="2960720"/>
              <a:ext cx="914400" cy="914400"/>
            </a:xfrm>
            <a:prstGeom prst="rect">
              <a:avLst/>
            </a:prstGeom>
          </p:spPr>
        </p:pic>
      </p:grpSp>
      <p:pic>
        <p:nvPicPr>
          <p:cNvPr id="7" name="Image 2">
            <a:extLst>
              <a:ext uri="{FF2B5EF4-FFF2-40B4-BE49-F238E27FC236}">
                <a16:creationId xmlns:a16="http://schemas.microsoft.com/office/drawing/2014/main" id="{AFCB9641-4A4D-9E8F-4227-A98C55DD12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2951" y="2661279"/>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7C19815C-3B2F-3CCE-8483-A818D82F69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7275" y="3002597"/>
            <a:ext cx="393771" cy="133346"/>
          </a:xfrm>
          <a:prstGeom prst="rect">
            <a:avLst/>
          </a:prstGeom>
          <a:solidFill>
            <a:schemeClr val="bg1"/>
          </a:solidFill>
        </p:spPr>
      </p:pic>
      <p:sp>
        <p:nvSpPr>
          <p:cNvPr id="16" name="CasellaDiTesto 15">
            <a:extLst>
              <a:ext uri="{FF2B5EF4-FFF2-40B4-BE49-F238E27FC236}">
                <a16:creationId xmlns:a16="http://schemas.microsoft.com/office/drawing/2014/main" id="{8F49C623-4968-E3FA-5C65-7DC2461126B3}"/>
              </a:ext>
            </a:extLst>
          </p:cNvPr>
          <p:cNvSpPr txBox="1"/>
          <p:nvPr/>
        </p:nvSpPr>
        <p:spPr>
          <a:xfrm>
            <a:off x="1186084" y="259266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19" name="CasellaDiTesto 18">
            <a:extLst>
              <a:ext uri="{FF2B5EF4-FFF2-40B4-BE49-F238E27FC236}">
                <a16:creationId xmlns:a16="http://schemas.microsoft.com/office/drawing/2014/main" id="{948DE4BC-251A-F0DB-8654-FD7E773EFB19}"/>
              </a:ext>
            </a:extLst>
          </p:cNvPr>
          <p:cNvSpPr txBox="1"/>
          <p:nvPr/>
        </p:nvSpPr>
        <p:spPr>
          <a:xfrm>
            <a:off x="3803117" y="260310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22" name="CasellaDiTesto 21">
            <a:extLst>
              <a:ext uri="{FF2B5EF4-FFF2-40B4-BE49-F238E27FC236}">
                <a16:creationId xmlns:a16="http://schemas.microsoft.com/office/drawing/2014/main" id="{25A06779-9A4F-E025-3F69-E15E167647D4}"/>
              </a:ext>
            </a:extLst>
          </p:cNvPr>
          <p:cNvSpPr txBox="1"/>
          <p:nvPr/>
        </p:nvSpPr>
        <p:spPr>
          <a:xfrm>
            <a:off x="6359959" y="261696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25" name="CasellaDiTesto 24">
            <a:extLst>
              <a:ext uri="{FF2B5EF4-FFF2-40B4-BE49-F238E27FC236}">
                <a16:creationId xmlns:a16="http://schemas.microsoft.com/office/drawing/2014/main" id="{A60E64BA-94BB-04C8-6B81-8B96BB5C7FF7}"/>
              </a:ext>
            </a:extLst>
          </p:cNvPr>
          <p:cNvSpPr txBox="1"/>
          <p:nvPr/>
        </p:nvSpPr>
        <p:spPr>
          <a:xfrm>
            <a:off x="8905992" y="261354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pic>
        <p:nvPicPr>
          <p:cNvPr id="27" name="Picture 2" descr="Comment fonctionnent les licences Creative Commons">
            <a:extLst>
              <a:ext uri="{FF2B5EF4-FFF2-40B4-BE49-F238E27FC236}">
                <a16:creationId xmlns:a16="http://schemas.microsoft.com/office/drawing/2014/main" id="{8B512EE3-63C6-96F9-2EFF-47F3A9119E4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02951" y="3021347"/>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31" name="Image 2">
            <a:extLst>
              <a:ext uri="{FF2B5EF4-FFF2-40B4-BE49-F238E27FC236}">
                <a16:creationId xmlns:a16="http://schemas.microsoft.com/office/drawing/2014/main" id="{4AFB6586-F8C9-E651-5BE4-220BA78B50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0964" y="2663507"/>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F0EE286B-82A4-5025-84DF-6B866B23DE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5288" y="3004825"/>
            <a:ext cx="393771" cy="133346"/>
          </a:xfrm>
          <a:prstGeom prst="rect">
            <a:avLst/>
          </a:prstGeom>
          <a:solidFill>
            <a:schemeClr val="bg1"/>
          </a:solidFill>
        </p:spPr>
      </p:pic>
      <p:pic>
        <p:nvPicPr>
          <p:cNvPr id="43" name="Picture 2" descr="Comment fonctionnent les licences Creative Commons">
            <a:extLst>
              <a:ext uri="{FF2B5EF4-FFF2-40B4-BE49-F238E27FC236}">
                <a16:creationId xmlns:a16="http://schemas.microsoft.com/office/drawing/2014/main" id="{0FA84886-2E7B-4359-EB99-4FF88AAEF99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590964" y="3023575"/>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44" name="Image 2">
            <a:extLst>
              <a:ext uri="{FF2B5EF4-FFF2-40B4-BE49-F238E27FC236}">
                <a16:creationId xmlns:a16="http://schemas.microsoft.com/office/drawing/2014/main" id="{0CECDF0F-6B3D-58A1-3D71-1AD4DAF7EA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2822" y="2678124"/>
            <a:ext cx="230858" cy="223162"/>
          </a:xfrm>
          <a:prstGeom prst="rect">
            <a:avLst/>
          </a:prstGeom>
        </p:spPr>
      </p:pic>
      <p:pic>
        <p:nvPicPr>
          <p:cNvPr id="45" name="Immagine 44" descr="Immagine che contiene logo, Elementi grafici, Carattere, simbolo&#10;&#10;Descrizione generata automaticamente">
            <a:extLst>
              <a:ext uri="{FF2B5EF4-FFF2-40B4-BE49-F238E27FC236}">
                <a16:creationId xmlns:a16="http://schemas.microsoft.com/office/drawing/2014/main" id="{A463C443-67BD-D25A-9D87-AE877D17F9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7146" y="3019442"/>
            <a:ext cx="393771" cy="133346"/>
          </a:xfrm>
          <a:prstGeom prst="rect">
            <a:avLst/>
          </a:prstGeom>
          <a:solidFill>
            <a:schemeClr val="bg1"/>
          </a:solidFill>
        </p:spPr>
      </p:pic>
      <p:pic>
        <p:nvPicPr>
          <p:cNvPr id="46" name="Picture 2" descr="Comment fonctionnent les licences Creative Commons">
            <a:extLst>
              <a:ext uri="{FF2B5EF4-FFF2-40B4-BE49-F238E27FC236}">
                <a16:creationId xmlns:a16="http://schemas.microsoft.com/office/drawing/2014/main" id="{83B66A02-FBC8-3AC6-103A-A1C7CAD394B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42822" y="3038192"/>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48" name="Image 2">
            <a:extLst>
              <a:ext uri="{FF2B5EF4-FFF2-40B4-BE49-F238E27FC236}">
                <a16:creationId xmlns:a16="http://schemas.microsoft.com/office/drawing/2014/main" id="{671BC48D-DAA1-B532-38CB-00E7D9CC3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4680" y="2692741"/>
            <a:ext cx="230858" cy="223162"/>
          </a:xfrm>
          <a:prstGeom prst="rect">
            <a:avLst/>
          </a:prstGeom>
        </p:spPr>
      </p:pic>
      <p:pic>
        <p:nvPicPr>
          <p:cNvPr id="49" name="Immagine 48" descr="Immagine che contiene logo, Elementi grafici, Carattere, simbolo&#10;&#10;Descrizione generata automaticamente">
            <a:extLst>
              <a:ext uri="{FF2B5EF4-FFF2-40B4-BE49-F238E27FC236}">
                <a16:creationId xmlns:a16="http://schemas.microsoft.com/office/drawing/2014/main" id="{ED439E2F-7DAD-2CDD-476C-DA4BB2892E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9004" y="3034059"/>
            <a:ext cx="393771" cy="133346"/>
          </a:xfrm>
          <a:prstGeom prst="rect">
            <a:avLst/>
          </a:prstGeom>
          <a:solidFill>
            <a:schemeClr val="bg1"/>
          </a:solidFill>
        </p:spPr>
      </p:pic>
      <p:pic>
        <p:nvPicPr>
          <p:cNvPr id="51" name="Picture 2" descr="Comment fonctionnent les licences Creative Commons">
            <a:extLst>
              <a:ext uri="{FF2B5EF4-FFF2-40B4-BE49-F238E27FC236}">
                <a16:creationId xmlns:a16="http://schemas.microsoft.com/office/drawing/2014/main" id="{F08FF101-B5A1-3BB9-C919-01EAD7B2537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694680" y="3052809"/>
            <a:ext cx="292012" cy="121421"/>
          </a:xfrm>
          <a:prstGeom prst="rect">
            <a:avLst/>
          </a:prstGeom>
          <a:noFill/>
          <a:extLst>
            <a:ext uri="{909E8E84-426E-40DD-AFC4-6F175D3DCCD1}">
              <a14:hiddenFill xmlns:a14="http://schemas.microsoft.com/office/drawing/2010/main">
                <a:solidFill>
                  <a:srgbClr val="FFFFFF"/>
                </a:solidFill>
              </a14:hiddenFill>
            </a:ext>
          </a:extLst>
        </p:spPr>
      </p:pic>
      <p:sp>
        <p:nvSpPr>
          <p:cNvPr id="52" name="CasellaDiTesto 51">
            <a:extLst>
              <a:ext uri="{FF2B5EF4-FFF2-40B4-BE49-F238E27FC236}">
                <a16:creationId xmlns:a16="http://schemas.microsoft.com/office/drawing/2014/main" id="{FD1E4612-B23C-ACB1-F253-47825425A058}"/>
              </a:ext>
            </a:extLst>
          </p:cNvPr>
          <p:cNvSpPr txBox="1"/>
          <p:nvPr/>
        </p:nvSpPr>
        <p:spPr>
          <a:xfrm>
            <a:off x="1160684" y="6040078"/>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53" name="CasellaDiTesto 52">
            <a:extLst>
              <a:ext uri="{FF2B5EF4-FFF2-40B4-BE49-F238E27FC236}">
                <a16:creationId xmlns:a16="http://schemas.microsoft.com/office/drawing/2014/main" id="{DAD8FD5E-2826-6867-1165-99D5287A91A5}"/>
              </a:ext>
            </a:extLst>
          </p:cNvPr>
          <p:cNvSpPr txBox="1"/>
          <p:nvPr/>
        </p:nvSpPr>
        <p:spPr>
          <a:xfrm>
            <a:off x="3777717" y="6050517"/>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54" name="CasellaDiTesto 53">
            <a:extLst>
              <a:ext uri="{FF2B5EF4-FFF2-40B4-BE49-F238E27FC236}">
                <a16:creationId xmlns:a16="http://schemas.microsoft.com/office/drawing/2014/main" id="{5443742B-C7B7-DAB2-8BCA-DCE9CB66D701}"/>
              </a:ext>
            </a:extLst>
          </p:cNvPr>
          <p:cNvSpPr txBox="1"/>
          <p:nvPr/>
        </p:nvSpPr>
        <p:spPr>
          <a:xfrm>
            <a:off x="6334559" y="6064374"/>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sp>
        <p:nvSpPr>
          <p:cNvPr id="55" name="CasellaDiTesto 54">
            <a:extLst>
              <a:ext uri="{FF2B5EF4-FFF2-40B4-BE49-F238E27FC236}">
                <a16:creationId xmlns:a16="http://schemas.microsoft.com/office/drawing/2014/main" id="{591260D4-E942-1D0D-DBD6-8192603626F7}"/>
              </a:ext>
            </a:extLst>
          </p:cNvPr>
          <p:cNvSpPr txBox="1"/>
          <p:nvPr/>
        </p:nvSpPr>
        <p:spPr>
          <a:xfrm>
            <a:off x="8880592" y="6060956"/>
            <a:ext cx="1818979" cy="369332"/>
          </a:xfrm>
          <a:prstGeom prst="rect">
            <a:avLst/>
          </a:prstGeom>
          <a:noFill/>
        </p:spPr>
        <p:txBody>
          <a:bodyPr wrap="square">
            <a:spAutoFit/>
          </a:bodyPr>
          <a:lstStyle/>
          <a:p>
            <a:r>
              <a:rPr lang="fr-FR" sz="900" i="1" noProof="0" dirty="0">
                <a:solidFill>
                  <a:schemeClr val="accent1"/>
                </a:solidFill>
              </a:rPr>
              <a:t>Q1 : surface, Q2 : amical, Q3 : engageant, Q4 : profond</a:t>
            </a:r>
            <a:endParaRPr lang="fr-FR" sz="900" noProof="0" dirty="0"/>
          </a:p>
        </p:txBody>
      </p:sp>
      <p:pic>
        <p:nvPicPr>
          <p:cNvPr id="57" name="Image 2">
            <a:extLst>
              <a:ext uri="{FF2B5EF4-FFF2-40B4-BE49-F238E27FC236}">
                <a16:creationId xmlns:a16="http://schemas.microsoft.com/office/drawing/2014/main" id="{3D47F9C5-F993-14D9-8FEE-CBDB0D958D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3550" y="6092850"/>
            <a:ext cx="230858" cy="223162"/>
          </a:xfrm>
          <a:prstGeom prst="rect">
            <a:avLst/>
          </a:prstGeom>
        </p:spPr>
      </p:pic>
      <p:pic>
        <p:nvPicPr>
          <p:cNvPr id="59" name="Immagine 58" descr="Immagine che contiene logo, Elementi grafici, Carattere, simbolo&#10;&#10;Descrizione generata automaticamente">
            <a:extLst>
              <a:ext uri="{FF2B5EF4-FFF2-40B4-BE49-F238E27FC236}">
                <a16:creationId xmlns:a16="http://schemas.microsoft.com/office/drawing/2014/main" id="{013CEFC8-C43E-DFE7-9621-5E015FDF41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7874" y="6434168"/>
            <a:ext cx="393771" cy="133346"/>
          </a:xfrm>
          <a:prstGeom prst="rect">
            <a:avLst/>
          </a:prstGeom>
          <a:solidFill>
            <a:schemeClr val="bg1"/>
          </a:solidFill>
        </p:spPr>
      </p:pic>
      <p:pic>
        <p:nvPicPr>
          <p:cNvPr id="60" name="Picture 2" descr="Comment fonctionnent les licences Creative Commons">
            <a:extLst>
              <a:ext uri="{FF2B5EF4-FFF2-40B4-BE49-F238E27FC236}">
                <a16:creationId xmlns:a16="http://schemas.microsoft.com/office/drawing/2014/main" id="{9E2366A6-7844-3674-910F-E88A61CFBAA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3023550" y="6452918"/>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61" name="Image 2">
            <a:extLst>
              <a:ext uri="{FF2B5EF4-FFF2-40B4-BE49-F238E27FC236}">
                <a16:creationId xmlns:a16="http://schemas.microsoft.com/office/drawing/2014/main" id="{79FF03E1-9D24-AB6F-F9C2-62184BBBC3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1563" y="6095078"/>
            <a:ext cx="230858" cy="223162"/>
          </a:xfrm>
          <a:prstGeom prst="rect">
            <a:avLst/>
          </a:prstGeom>
        </p:spPr>
      </p:pic>
      <p:pic>
        <p:nvPicPr>
          <p:cNvPr id="62" name="Immagine 61" descr="Immagine che contiene logo, Elementi grafici, Carattere, simbolo&#10;&#10;Descrizione generata automaticamente">
            <a:extLst>
              <a:ext uri="{FF2B5EF4-FFF2-40B4-BE49-F238E27FC236}">
                <a16:creationId xmlns:a16="http://schemas.microsoft.com/office/drawing/2014/main" id="{C25B1B18-554B-3364-C711-1FB7E3F813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5887" y="6436396"/>
            <a:ext cx="393771" cy="133346"/>
          </a:xfrm>
          <a:prstGeom prst="rect">
            <a:avLst/>
          </a:prstGeom>
          <a:solidFill>
            <a:schemeClr val="bg1"/>
          </a:solidFill>
        </p:spPr>
      </p:pic>
      <p:pic>
        <p:nvPicPr>
          <p:cNvPr id="77" name="Picture 2" descr="Comment fonctionnent les licences Creative Commons">
            <a:extLst>
              <a:ext uri="{FF2B5EF4-FFF2-40B4-BE49-F238E27FC236}">
                <a16:creationId xmlns:a16="http://schemas.microsoft.com/office/drawing/2014/main" id="{0FFCCD0A-A46C-EE11-2AC9-2DEAD1D571A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5611563" y="6455146"/>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78" name="Image 2">
            <a:extLst>
              <a:ext uri="{FF2B5EF4-FFF2-40B4-BE49-F238E27FC236}">
                <a16:creationId xmlns:a16="http://schemas.microsoft.com/office/drawing/2014/main" id="{D96A1191-867F-E418-253C-89505DC912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3421" y="6109695"/>
            <a:ext cx="230858" cy="223162"/>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49E4E462-712A-3F5B-8F84-BA2358D961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7745" y="6451013"/>
            <a:ext cx="393771" cy="133346"/>
          </a:xfrm>
          <a:prstGeom prst="rect">
            <a:avLst/>
          </a:prstGeom>
          <a:solidFill>
            <a:schemeClr val="bg1"/>
          </a:solidFill>
        </p:spPr>
      </p:pic>
      <p:pic>
        <p:nvPicPr>
          <p:cNvPr id="80" name="Picture 2" descr="Comment fonctionnent les licences Creative Commons">
            <a:extLst>
              <a:ext uri="{FF2B5EF4-FFF2-40B4-BE49-F238E27FC236}">
                <a16:creationId xmlns:a16="http://schemas.microsoft.com/office/drawing/2014/main" id="{AC89D117-CA51-24A9-F93E-B5D4DAD4A96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8163421" y="6469763"/>
            <a:ext cx="292012" cy="121421"/>
          </a:xfrm>
          <a:prstGeom prst="rect">
            <a:avLst/>
          </a:prstGeom>
          <a:noFill/>
          <a:extLst>
            <a:ext uri="{909E8E84-426E-40DD-AFC4-6F175D3DCCD1}">
              <a14:hiddenFill xmlns:a14="http://schemas.microsoft.com/office/drawing/2010/main">
                <a:solidFill>
                  <a:srgbClr val="FFFFFF"/>
                </a:solidFill>
              </a14:hiddenFill>
            </a:ext>
          </a:extLst>
        </p:spPr>
      </p:pic>
      <p:pic>
        <p:nvPicPr>
          <p:cNvPr id="81" name="Image 2">
            <a:extLst>
              <a:ext uri="{FF2B5EF4-FFF2-40B4-BE49-F238E27FC236}">
                <a16:creationId xmlns:a16="http://schemas.microsoft.com/office/drawing/2014/main" id="{BB540C99-78CD-FBAC-5803-ECC4307177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5279" y="6124312"/>
            <a:ext cx="230858" cy="223162"/>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92813FCF-98B0-4E30-3959-FEF142F912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29603" y="6465630"/>
            <a:ext cx="393771" cy="133346"/>
          </a:xfrm>
          <a:prstGeom prst="rect">
            <a:avLst/>
          </a:prstGeom>
          <a:solidFill>
            <a:schemeClr val="bg1"/>
          </a:solidFill>
        </p:spPr>
      </p:pic>
      <p:pic>
        <p:nvPicPr>
          <p:cNvPr id="83" name="Picture 2" descr="Comment fonctionnent les licences Creative Commons">
            <a:extLst>
              <a:ext uri="{FF2B5EF4-FFF2-40B4-BE49-F238E27FC236}">
                <a16:creationId xmlns:a16="http://schemas.microsoft.com/office/drawing/2014/main" id="{86274EAA-1632-6786-1718-A0FBEC1819B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88" t="31563" r="5839" b="31359"/>
          <a:stretch/>
        </p:blipFill>
        <p:spPr bwMode="auto">
          <a:xfrm>
            <a:off x="10715279" y="6484380"/>
            <a:ext cx="292012" cy="121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79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B2FBA-A60A-A602-1D1B-83DB1A7DDB47}"/>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B9B85179-E405-2EA1-971C-E1DF0F40C0FF}"/>
              </a:ext>
            </a:extLst>
          </p:cNvPr>
          <p:cNvSpPr/>
          <p:nvPr/>
        </p:nvSpPr>
        <p:spPr>
          <a:xfrm>
            <a:off x="0" y="0"/>
            <a:ext cx="12292815" cy="684753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38770559-3CE1-5149-04E1-C37C1D44FE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E709805A-4C2C-4B17-16CC-7FCE28A0D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DE48D09B-6AE9-F52E-6962-37DDA2F91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898451DB-C7F7-FAFA-D2A2-D5CDDDC79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E973D39E-15FC-1723-AEED-EBDA579BE8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B45B9A57-D25A-C8EA-EE74-96EEAA50D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1E6ED7E4-A5D4-8A2B-6F14-82270F6A3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2C051A22-9B15-0C16-ED46-FB94D6196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E4B93B2F-E8D6-205A-43F3-51143DD85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789F8C40-61D3-8036-F0C8-4B4263AADF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287129C2-F867-1E86-D0BF-2467F7DB5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B11FA6E5-D2D2-DA58-EF11-E1947977A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B83DB03A-20BD-7111-0D00-165FCF7AA9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CE31342C-3A2C-9DC9-CFB7-D33524253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18D524AA-481D-C1AE-9832-C1BC019E6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755ED228-A29A-14B1-5CA0-46004F4CD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8283F675-E38B-A012-4D15-AC335F629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7A23AD8B-8047-1EAC-0E05-745E73ABF3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02F6247C-AF54-5BD5-3CA4-6CEDC4D949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F53B0782-D76F-6321-2566-B548AF1A5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841C62DC-21D5-A153-A3F4-137137154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FCA0BB13-9C86-72A8-9357-F66C6BBA1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2C9F00ED-C27D-48A5-D3F5-ACF57ACA0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0FFD0BC-2EC9-D460-E08C-1BCDF19CE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000C001D-8774-AE3D-5549-518A82F96F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6A1ABCE5-2868-B343-D9FC-F1C4FA291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8120854B-954B-173D-9738-DCA570351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065EB00D-D5E2-7C43-D2C0-B8291C150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3861257296"/>
      </p:ext>
    </p:extLst>
  </p:cSld>
  <p:clrMapOvr>
    <a:masterClrMapping/>
  </p:clrMapOvr>
</p:sld>
</file>

<file path=ppt/theme/theme1.xml><?xml version="1.0" encoding="utf-8"?>
<a:theme xmlns:a="http://schemas.openxmlformats.org/drawingml/2006/main" name="Dividend">
  <a:themeElements>
    <a:clrScheme name="Komyu">
      <a:dk1>
        <a:sysClr val="windowText" lastClr="000000"/>
      </a:dk1>
      <a:lt1>
        <a:sysClr val="window" lastClr="FFFFFF"/>
      </a:lt1>
      <a:dk2>
        <a:srgbClr val="3D3D3D"/>
      </a:dk2>
      <a:lt2>
        <a:srgbClr val="EBEBEB"/>
      </a:lt2>
      <a:accent1>
        <a:srgbClr val="605469"/>
      </a:accent1>
      <a:accent2>
        <a:srgbClr val="34657F"/>
      </a:accent2>
      <a:accent3>
        <a:srgbClr val="932E4C"/>
      </a:accent3>
      <a:accent4>
        <a:srgbClr val="605469"/>
      </a:accent4>
      <a:accent5>
        <a:srgbClr val="68B497"/>
      </a:accent5>
      <a:accent6>
        <a:srgbClr val="3D3D3D"/>
      </a:accent6>
      <a:hlink>
        <a:srgbClr val="828282"/>
      </a:hlink>
      <a:folHlink>
        <a:srgbClr val="A5A5A5"/>
      </a:folHlink>
    </a:clrScheme>
    <a:fontScheme name="Personnalisé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20" ma:contentTypeDescription="Crée un document." ma:contentTypeScope="" ma:versionID="ab5f056c1685c19dcddb0d1ebb0a02fa">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ce125f74d79e439008123c9d5b80009b"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Descrip" minOccurs="0"/>
                <xsd:element ref="ns2:TestDescription"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Descrip" ma:index="22" nillable="true" ma:displayName="Descrip" ma:format="Dropdown" ma:internalName="Descrip">
      <xsd:simpleType>
        <xsd:restriction base="dms:Note">
          <xsd:maxLength value="255"/>
        </xsd:restriction>
      </xsd:simpleType>
    </xsd:element>
    <xsd:element name="TestDescription" ma:index="23" nillable="true" ma:displayName="Folder Description" ma:format="Dropdown" ma:internalName="TestDescription">
      <xsd:simpleType>
        <xsd:restriction base="dms:Note">
          <xsd:maxLength value="255"/>
        </xsd:restriction>
      </xsd:simpleType>
    </xsd:element>
    <xsd:element name="Status" ma:index="24" nillable="true" ma:displayName="Status" ma:default="Draft - Brouillon" ma:description="Draft : not usable&#10;Frozen - Usable : Do not modify, make a copy&#10;Evolving - Usable : Modify if you need" ma:format="Dropdown" ma:internalName="Status">
      <xsd:simpleType>
        <xsd:restriction base="dms:Choice">
          <xsd:enumeration value="Draft - Brouillon"/>
          <xsd:enumeration value="Evolving - Usable"/>
          <xsd:enumeration value="Frozen - Usable"/>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escrip xmlns="ae28f11b-d4f1-47fe-837d-5da7d4fdfa8d" xsi:nil="true"/>
    <TestDescription xmlns="ae28f11b-d4f1-47fe-837d-5da7d4fdfa8d" xsi:nil="true"/>
    <Status xmlns="ae28f11b-d4f1-47fe-837d-5da7d4fdfa8d">Evolving - Usable</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2CE3B0-23CA-42AD-82F4-A03F62ADBC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8f11b-d4f1-47fe-837d-5da7d4fdfa8d"/>
    <ds:schemaRef ds:uri="2e054d75-df43-4e50-a610-0e7b0816d1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B52BD1-81A4-493E-ABAF-6FD007D4613E}">
  <ds:schemaRefs>
    <ds:schemaRef ds:uri="http://purl.org/dc/dcmitype/"/>
    <ds:schemaRef ds:uri="http://purl.org/dc/terms/"/>
    <ds:schemaRef ds:uri="http://schemas.microsoft.com/office/infopath/2007/PartnerControls"/>
    <ds:schemaRef ds:uri="ae28f11b-d4f1-47fe-837d-5da7d4fdfa8d"/>
    <ds:schemaRef ds:uri="http://schemas.openxmlformats.org/package/2006/metadata/core-properties"/>
    <ds:schemaRef ds:uri="http://schemas.microsoft.com/office/2006/documentManagement/types"/>
    <ds:schemaRef ds:uri="http://purl.org/dc/elements/1.1/"/>
    <ds:schemaRef ds:uri="2e054d75-df43-4e50-a610-0e7b0816d11a"/>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BFE52AF-AA2B-4D87-9A65-1FFB30C732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21900</TotalTime>
  <Words>2852</Words>
  <Application>Microsoft Office PowerPoint</Application>
  <PresentationFormat>Widescreen</PresentationFormat>
  <Paragraphs>202</Paragraphs>
  <Slides>19</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19</vt:i4>
      </vt:variant>
    </vt:vector>
  </HeadingPairs>
  <TitlesOfParts>
    <vt:vector size="24" baseType="lpstr">
      <vt:lpstr>Avenir Next LT Pro</vt:lpstr>
      <vt:lpstr>Avenir Next LT Pro Light</vt:lpstr>
      <vt:lpstr>Calibri</vt:lpstr>
      <vt:lpstr>Wingdings 2</vt:lpstr>
      <vt:lpstr>Dividend</vt:lpstr>
      <vt:lpstr>Presentazione standard di PowerPoint</vt:lpstr>
      <vt:lpstr>Pitch</vt:lpstr>
      <vt:lpstr>Presentazione standard di PowerPoint</vt:lpstr>
      <vt:lpstr>Historique des modifications et des licences</vt:lpstr>
      <vt:lpstr>Questions spécifiques de débriefing</vt:lpstr>
      <vt:lpstr>NOTES D’ANIMATION</vt:lpstr>
      <vt:lpstr>Cartes</vt:lpstr>
      <vt:lpstr>Presentazione standard di PowerPoint</vt:lpstr>
      <vt:lpstr>Presentazione standard di PowerPoint</vt:lpstr>
      <vt:lpstr>Thème : TRAVAIL</vt:lpstr>
      <vt:lpstr>Presentazione standard di PowerPoint</vt:lpstr>
      <vt:lpstr>Presentazione standard di PowerPoint</vt:lpstr>
      <vt:lpstr>Presentazione standard di PowerPoint</vt:lpstr>
      <vt:lpstr>Presentazione standard di PowerPoint</vt:lpstr>
      <vt:lpstr>Thème : Personnel</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alexandre.quach@komyu.fr</dc:creator>
  <cp:lastModifiedBy>Alexandre Quach</cp:lastModifiedBy>
  <cp:revision>29</cp:revision>
  <cp:lastPrinted>2022-09-13T07:49:45Z</cp:lastPrinted>
  <dcterms:created xsi:type="dcterms:W3CDTF">2019-11-02T18:33:24Z</dcterms:created>
  <dcterms:modified xsi:type="dcterms:W3CDTF">2025-06-03T09:13:05Z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