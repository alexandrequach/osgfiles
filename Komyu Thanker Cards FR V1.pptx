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4"/>
  </p:sldMasterIdLst>
  <p:notesMasterIdLst>
    <p:notesMasterId r:id="rId35"/>
  </p:notesMasterIdLst>
  <p:sldIdLst>
    <p:sldId id="263" r:id="rId5"/>
    <p:sldId id="362" r:id="rId6"/>
    <p:sldId id="363" r:id="rId7"/>
    <p:sldId id="366" r:id="rId8"/>
    <p:sldId id="351" r:id="rId9"/>
    <p:sldId id="394" r:id="rId10"/>
    <p:sldId id="497" r:id="rId11"/>
    <p:sldId id="504" r:id="rId12"/>
    <p:sldId id="527" r:id="rId13"/>
    <p:sldId id="518" r:id="rId14"/>
    <p:sldId id="511" r:id="rId15"/>
    <p:sldId id="520" r:id="rId16"/>
    <p:sldId id="521" r:id="rId17"/>
    <p:sldId id="522" r:id="rId18"/>
    <p:sldId id="523" r:id="rId19"/>
    <p:sldId id="524" r:id="rId20"/>
    <p:sldId id="525" r:id="rId21"/>
    <p:sldId id="528" r:id="rId22"/>
    <p:sldId id="498" r:id="rId23"/>
    <p:sldId id="506" r:id="rId24"/>
    <p:sldId id="526" r:id="rId25"/>
    <p:sldId id="499" r:id="rId26"/>
    <p:sldId id="507" r:id="rId27"/>
    <p:sldId id="388" r:id="rId28"/>
    <p:sldId id="510" r:id="rId29"/>
    <p:sldId id="519" r:id="rId30"/>
    <p:sldId id="512" r:id="rId31"/>
    <p:sldId id="517" r:id="rId32"/>
    <p:sldId id="514" r:id="rId33"/>
    <p:sldId id="515" r:id="rId3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5469"/>
    <a:srgbClr val="00FF00"/>
    <a:srgbClr val="BE0000"/>
    <a:srgbClr val="FFFFCC"/>
    <a:srgbClr val="34657F"/>
    <a:srgbClr val="E87706"/>
    <a:srgbClr val="FFFFFF"/>
    <a:srgbClr val="DFDBE2"/>
    <a:srgbClr val="FCE1C0"/>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636E6B-7FB7-45BC-8F1C-7AC72BAC0583}" v="11" dt="2025-05-01T06:07:38.67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Stile medio 2 - Colore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Stile medio 2 - Color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68"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A6636E6B-7FB7-45BC-8F1C-7AC72BAC0583}"/>
    <pc:docChg chg="undo custSel addSld modSld">
      <pc:chgData name="Alexandre Quach" userId="03a3b9a4-365b-425e-bba9-a77346403bac" providerId="ADAL" clId="{A6636E6B-7FB7-45BC-8F1C-7AC72BAC0583}" dt="2025-05-01T06:07:38.662" v="830" actId="20577"/>
      <pc:docMkLst>
        <pc:docMk/>
      </pc:docMkLst>
      <pc:sldChg chg="addSp modSp mod">
        <pc:chgData name="Alexandre Quach" userId="03a3b9a4-365b-425e-bba9-a77346403bac" providerId="ADAL" clId="{A6636E6B-7FB7-45BC-8F1C-7AC72BAC0583}" dt="2025-05-01T06:07:25.581" v="805"/>
        <pc:sldMkLst>
          <pc:docMk/>
          <pc:sldMk cId="2842409871" sldId="263"/>
        </pc:sldMkLst>
        <pc:spChg chg="mod">
          <ac:chgData name="Alexandre Quach" userId="03a3b9a4-365b-425e-bba9-a77346403bac" providerId="ADAL" clId="{A6636E6B-7FB7-45BC-8F1C-7AC72BAC0583}" dt="2025-05-01T06:07:25.581" v="805"/>
          <ac:spMkLst>
            <pc:docMk/>
            <pc:sldMk cId="2842409871" sldId="263"/>
            <ac:spMk id="3" creationId="{9657C4DE-3618-E238-BB2A-2A702925496F}"/>
          </ac:spMkLst>
        </pc:spChg>
        <pc:spChg chg="mod">
          <ac:chgData name="Alexandre Quach" userId="03a3b9a4-365b-425e-bba9-a77346403bac" providerId="ADAL" clId="{A6636E6B-7FB7-45BC-8F1C-7AC72BAC0583}" dt="2025-05-01T06:07:25.581" v="805"/>
          <ac:spMkLst>
            <pc:docMk/>
            <pc:sldMk cId="2842409871" sldId="263"/>
            <ac:spMk id="10" creationId="{D3046EEF-6ECF-4C9E-024F-2DE2F076FD15}"/>
          </ac:spMkLst>
        </pc:spChg>
        <pc:spChg chg="mod">
          <ac:chgData name="Alexandre Quach" userId="03a3b9a4-365b-425e-bba9-a77346403bac" providerId="ADAL" clId="{A6636E6B-7FB7-45BC-8F1C-7AC72BAC0583}" dt="2025-05-01T06:07:25.581" v="805"/>
          <ac:spMkLst>
            <pc:docMk/>
            <pc:sldMk cId="2842409871" sldId="263"/>
            <ac:spMk id="62" creationId="{5BF7210B-29E2-79C8-B1C2-C43CDB38AF36}"/>
          </ac:spMkLst>
        </pc:spChg>
        <pc:grpChg chg="mod">
          <ac:chgData name="Alexandre Quach" userId="03a3b9a4-365b-425e-bba9-a77346403bac" providerId="ADAL" clId="{A6636E6B-7FB7-45BC-8F1C-7AC72BAC0583}" dt="2025-05-01T06:02:26.782" v="594" actId="1037"/>
          <ac:grpSpMkLst>
            <pc:docMk/>
            <pc:sldMk cId="2842409871" sldId="263"/>
            <ac:grpSpMk id="9" creationId="{4E1B9162-7E9F-2C15-D387-571FA43E17E8}"/>
          </ac:grpSpMkLst>
        </pc:grpChg>
        <pc:grpChg chg="mod">
          <ac:chgData name="Alexandre Quach" userId="03a3b9a4-365b-425e-bba9-a77346403bac" providerId="ADAL" clId="{A6636E6B-7FB7-45BC-8F1C-7AC72BAC0583}" dt="2025-05-01T06:02:41.287" v="664" actId="1037"/>
          <ac:grpSpMkLst>
            <pc:docMk/>
            <pc:sldMk cId="2842409871" sldId="263"/>
            <ac:grpSpMk id="74" creationId="{E0BB9C0A-2321-F6DB-61C6-54DCE7EF1D51}"/>
          </ac:grpSpMkLst>
        </pc:grpChg>
        <pc:picChg chg="add mod">
          <ac:chgData name="Alexandre Quach" userId="03a3b9a4-365b-425e-bba9-a77346403bac" providerId="ADAL" clId="{A6636E6B-7FB7-45BC-8F1C-7AC72BAC0583}" dt="2025-05-01T06:05:02.727" v="671" actId="1076"/>
          <ac:picMkLst>
            <pc:docMk/>
            <pc:sldMk cId="2842409871" sldId="263"/>
            <ac:picMk id="13" creationId="{CD0B7692-B80D-1B4E-496E-8B1C24999ACD}"/>
          </ac:picMkLst>
        </pc:picChg>
        <pc:picChg chg="add mod">
          <ac:chgData name="Alexandre Quach" userId="03a3b9a4-365b-425e-bba9-a77346403bac" providerId="ADAL" clId="{A6636E6B-7FB7-45BC-8F1C-7AC72BAC0583}" dt="2025-05-01T06:05:00.438" v="670" actId="1076"/>
          <ac:picMkLst>
            <pc:docMk/>
            <pc:sldMk cId="2842409871" sldId="263"/>
            <ac:picMk id="17" creationId="{B218B5CD-3D04-3944-4F05-DF7CEA6757E6}"/>
          </ac:picMkLst>
        </pc:picChg>
      </pc:sldChg>
      <pc:sldChg chg="modSp mod">
        <pc:chgData name="Alexandre Quach" userId="03a3b9a4-365b-425e-bba9-a77346403bac" providerId="ADAL" clId="{A6636E6B-7FB7-45BC-8F1C-7AC72BAC0583}" dt="2025-05-01T06:05:49.155" v="795" actId="20577"/>
        <pc:sldMkLst>
          <pc:docMk/>
          <pc:sldMk cId="1680687491" sldId="351"/>
        </pc:sldMkLst>
        <pc:spChg chg="mod">
          <ac:chgData name="Alexandre Quach" userId="03a3b9a4-365b-425e-bba9-a77346403bac" providerId="ADAL" clId="{A6636E6B-7FB7-45BC-8F1C-7AC72BAC0583}" dt="2025-05-01T06:05:49.155" v="795" actId="20577"/>
          <ac:spMkLst>
            <pc:docMk/>
            <pc:sldMk cId="1680687491" sldId="351"/>
            <ac:spMk id="3" creationId="{E4E70F61-9E1E-415E-B79B-8C028D3BA0C3}"/>
          </ac:spMkLst>
        </pc:spChg>
      </pc:sldChg>
      <pc:sldChg chg="modSp mod">
        <pc:chgData name="Alexandre Quach" userId="03a3b9a4-365b-425e-bba9-a77346403bac" providerId="ADAL" clId="{A6636E6B-7FB7-45BC-8F1C-7AC72BAC0583}" dt="2025-05-01T06:01:02.048" v="384" actId="20577"/>
        <pc:sldMkLst>
          <pc:docMk/>
          <pc:sldMk cId="691603240" sldId="394"/>
        </pc:sldMkLst>
        <pc:spChg chg="mod">
          <ac:chgData name="Alexandre Quach" userId="03a3b9a4-365b-425e-bba9-a77346403bac" providerId="ADAL" clId="{A6636E6B-7FB7-45BC-8F1C-7AC72BAC0583}" dt="2025-05-01T06:01:02.048" v="384" actId="20577"/>
          <ac:spMkLst>
            <pc:docMk/>
            <pc:sldMk cId="691603240" sldId="394"/>
            <ac:spMk id="4" creationId="{7BF11794-6274-417B-BB20-3FA80B7B99D5}"/>
          </ac:spMkLst>
        </pc:spChg>
      </pc:sldChg>
      <pc:sldChg chg="addSp modSp mod">
        <pc:chgData name="Alexandre Quach" userId="03a3b9a4-365b-425e-bba9-a77346403bac" providerId="ADAL" clId="{A6636E6B-7FB7-45BC-8F1C-7AC72BAC0583}" dt="2025-05-01T06:07:38.662" v="830" actId="20577"/>
        <pc:sldMkLst>
          <pc:docMk/>
          <pc:sldMk cId="403284581" sldId="497"/>
        </pc:sldMkLst>
        <pc:spChg chg="mod">
          <ac:chgData name="Alexandre Quach" userId="03a3b9a4-365b-425e-bba9-a77346403bac" providerId="ADAL" clId="{A6636E6B-7FB7-45BC-8F1C-7AC72BAC0583}" dt="2025-05-01T06:00:07.514" v="245" actId="20577"/>
          <ac:spMkLst>
            <pc:docMk/>
            <pc:sldMk cId="403284581" sldId="497"/>
            <ac:spMk id="8" creationId="{4DFC0336-ECC0-8066-77CD-E4D193568627}"/>
          </ac:spMkLst>
        </pc:spChg>
        <pc:spChg chg="mod">
          <ac:chgData name="Alexandre Quach" userId="03a3b9a4-365b-425e-bba9-a77346403bac" providerId="ADAL" clId="{A6636E6B-7FB7-45BC-8F1C-7AC72BAC0583}" dt="2025-05-01T06:07:38.662" v="830" actId="20577"/>
          <ac:spMkLst>
            <pc:docMk/>
            <pc:sldMk cId="403284581" sldId="497"/>
            <ac:spMk id="10" creationId="{B15C287B-DE53-E822-ADF6-22A65FE9BB86}"/>
          </ac:spMkLst>
        </pc:spChg>
        <pc:spChg chg="mod">
          <ac:chgData name="Alexandre Quach" userId="03a3b9a4-365b-425e-bba9-a77346403bac" providerId="ADAL" clId="{A6636E6B-7FB7-45BC-8F1C-7AC72BAC0583}" dt="2025-05-01T06:07:25.581" v="805"/>
          <ac:spMkLst>
            <pc:docMk/>
            <pc:sldMk cId="403284581" sldId="497"/>
            <ac:spMk id="23" creationId="{D0B03FF1-3C92-93F8-8F14-F3A9009254E4}"/>
          </ac:spMkLst>
        </pc:spChg>
        <pc:spChg chg="mod">
          <ac:chgData name="Alexandre Quach" userId="03a3b9a4-365b-425e-bba9-a77346403bac" providerId="ADAL" clId="{A6636E6B-7FB7-45BC-8F1C-7AC72BAC0583}" dt="2025-05-01T06:07:25.581" v="805"/>
          <ac:spMkLst>
            <pc:docMk/>
            <pc:sldMk cId="403284581" sldId="497"/>
            <ac:spMk id="26" creationId="{1B9C8390-DD44-C266-C679-945521A6F862}"/>
          </ac:spMkLst>
        </pc:spChg>
        <pc:spChg chg="mod">
          <ac:chgData name="Alexandre Quach" userId="03a3b9a4-365b-425e-bba9-a77346403bac" providerId="ADAL" clId="{A6636E6B-7FB7-45BC-8F1C-7AC72BAC0583}" dt="2025-05-01T06:07:25.581" v="805"/>
          <ac:spMkLst>
            <pc:docMk/>
            <pc:sldMk cId="403284581" sldId="497"/>
            <ac:spMk id="28" creationId="{D544E6EE-2B6B-AA9F-6B8F-E08921455415}"/>
          </ac:spMkLst>
        </pc:spChg>
        <pc:spChg chg="mod">
          <ac:chgData name="Alexandre Quach" userId="03a3b9a4-365b-425e-bba9-a77346403bac" providerId="ADAL" clId="{A6636E6B-7FB7-45BC-8F1C-7AC72BAC0583}" dt="2025-05-01T06:07:25.581" v="805"/>
          <ac:spMkLst>
            <pc:docMk/>
            <pc:sldMk cId="403284581" sldId="497"/>
            <ac:spMk id="29" creationId="{9F2386CF-9E41-8B1D-0D43-CBD20C8D3493}"/>
          </ac:spMkLst>
        </pc:spChg>
        <pc:spChg chg="mod">
          <ac:chgData name="Alexandre Quach" userId="03a3b9a4-365b-425e-bba9-a77346403bac" providerId="ADAL" clId="{A6636E6B-7FB7-45BC-8F1C-7AC72BAC0583}" dt="2025-05-01T06:07:25.581" v="805"/>
          <ac:spMkLst>
            <pc:docMk/>
            <pc:sldMk cId="403284581" sldId="497"/>
            <ac:spMk id="32" creationId="{27AE732C-0317-8CE8-12D0-D7584753FDAF}"/>
          </ac:spMkLst>
        </pc:spChg>
        <pc:spChg chg="mod">
          <ac:chgData name="Alexandre Quach" userId="03a3b9a4-365b-425e-bba9-a77346403bac" providerId="ADAL" clId="{A6636E6B-7FB7-45BC-8F1C-7AC72BAC0583}" dt="2025-05-01T06:07:25.581" v="805"/>
          <ac:spMkLst>
            <pc:docMk/>
            <pc:sldMk cId="403284581" sldId="497"/>
            <ac:spMk id="35" creationId="{6F77676E-C558-C0D0-B8E5-F9CD43B42E33}"/>
          </ac:spMkLst>
        </pc:spChg>
        <pc:spChg chg="mod">
          <ac:chgData name="Alexandre Quach" userId="03a3b9a4-365b-425e-bba9-a77346403bac" providerId="ADAL" clId="{A6636E6B-7FB7-45BC-8F1C-7AC72BAC0583}" dt="2025-05-01T06:07:25.581" v="805"/>
          <ac:spMkLst>
            <pc:docMk/>
            <pc:sldMk cId="403284581" sldId="497"/>
            <ac:spMk id="38" creationId="{A2E16128-D595-F6C2-BDC5-F6D8629F28AA}"/>
          </ac:spMkLst>
        </pc:spChg>
        <pc:spChg chg="mod">
          <ac:chgData name="Alexandre Quach" userId="03a3b9a4-365b-425e-bba9-a77346403bac" providerId="ADAL" clId="{A6636E6B-7FB7-45BC-8F1C-7AC72BAC0583}" dt="2025-05-01T06:07:25.581" v="805"/>
          <ac:spMkLst>
            <pc:docMk/>
            <pc:sldMk cId="403284581" sldId="497"/>
            <ac:spMk id="39" creationId="{EC55C278-B074-9CB0-1A2D-60922B43A26A}"/>
          </ac:spMkLst>
        </pc:spChg>
        <pc:picChg chg="add mod modCrop">
          <ac:chgData name="Alexandre Quach" userId="03a3b9a4-365b-425e-bba9-a77346403bac" providerId="ADAL" clId="{A6636E6B-7FB7-45BC-8F1C-7AC72BAC0583}" dt="2025-05-01T06:06:21.688" v="800" actId="1076"/>
          <ac:picMkLst>
            <pc:docMk/>
            <pc:sldMk cId="403284581" sldId="497"/>
            <ac:picMk id="152" creationId="{D1B5F3E4-832A-5621-E0EF-87E7C673DC80}"/>
          </ac:picMkLst>
        </pc:picChg>
        <pc:picChg chg="add mod">
          <ac:chgData name="Alexandre Quach" userId="03a3b9a4-365b-425e-bba9-a77346403bac" providerId="ADAL" clId="{A6636E6B-7FB7-45BC-8F1C-7AC72BAC0583}" dt="2025-05-01T06:06:24.650" v="801" actId="571"/>
          <ac:picMkLst>
            <pc:docMk/>
            <pc:sldMk cId="403284581" sldId="497"/>
            <ac:picMk id="153" creationId="{7EE6ECE2-D64C-4909-742E-2CB8D958EC0E}"/>
          </ac:picMkLst>
        </pc:picChg>
        <pc:picChg chg="add mod">
          <ac:chgData name="Alexandre Quach" userId="03a3b9a4-365b-425e-bba9-a77346403bac" providerId="ADAL" clId="{A6636E6B-7FB7-45BC-8F1C-7AC72BAC0583}" dt="2025-05-01T06:06:31.215" v="802" actId="571"/>
          <ac:picMkLst>
            <pc:docMk/>
            <pc:sldMk cId="403284581" sldId="497"/>
            <ac:picMk id="154" creationId="{969BB3E8-4BCB-3402-9C86-81199284288C}"/>
          </ac:picMkLst>
        </pc:picChg>
        <pc:picChg chg="add mod">
          <ac:chgData name="Alexandre Quach" userId="03a3b9a4-365b-425e-bba9-a77346403bac" providerId="ADAL" clId="{A6636E6B-7FB7-45BC-8F1C-7AC72BAC0583}" dt="2025-05-01T06:06:36.829" v="803" actId="571"/>
          <ac:picMkLst>
            <pc:docMk/>
            <pc:sldMk cId="403284581" sldId="497"/>
            <ac:picMk id="155" creationId="{F398B87C-9BD3-AD2B-698E-6FEE086E944D}"/>
          </ac:picMkLst>
        </pc:picChg>
        <pc:picChg chg="add mod">
          <ac:chgData name="Alexandre Quach" userId="03a3b9a4-365b-425e-bba9-a77346403bac" providerId="ADAL" clId="{A6636E6B-7FB7-45BC-8F1C-7AC72BAC0583}" dt="2025-05-01T06:06:40.618" v="804" actId="571"/>
          <ac:picMkLst>
            <pc:docMk/>
            <pc:sldMk cId="403284581" sldId="497"/>
            <ac:picMk id="156" creationId="{737B272C-BB54-F225-4241-F1511CCC5524}"/>
          </ac:picMkLst>
        </pc:picChg>
      </pc:sldChg>
      <pc:sldChg chg="modSp">
        <pc:chgData name="Alexandre Quach" userId="03a3b9a4-365b-425e-bba9-a77346403bac" providerId="ADAL" clId="{A6636E6B-7FB7-45BC-8F1C-7AC72BAC0583}" dt="2025-05-01T06:07:25.581" v="805"/>
        <pc:sldMkLst>
          <pc:docMk/>
          <pc:sldMk cId="2813811566" sldId="498"/>
        </pc:sldMkLst>
        <pc:spChg chg="mod">
          <ac:chgData name="Alexandre Quach" userId="03a3b9a4-365b-425e-bba9-a77346403bac" providerId="ADAL" clId="{A6636E6B-7FB7-45BC-8F1C-7AC72BAC0583}" dt="2025-05-01T06:07:25.581" v="805"/>
          <ac:spMkLst>
            <pc:docMk/>
            <pc:sldMk cId="2813811566" sldId="498"/>
            <ac:spMk id="34" creationId="{CBF9CDAE-AB76-5FA2-62FE-DF72586C259A}"/>
          </ac:spMkLst>
        </pc:spChg>
        <pc:spChg chg="mod">
          <ac:chgData name="Alexandre Quach" userId="03a3b9a4-365b-425e-bba9-a77346403bac" providerId="ADAL" clId="{A6636E6B-7FB7-45BC-8F1C-7AC72BAC0583}" dt="2025-05-01T06:07:25.581" v="805"/>
          <ac:spMkLst>
            <pc:docMk/>
            <pc:sldMk cId="2813811566" sldId="498"/>
            <ac:spMk id="35" creationId="{4EE08097-AF59-8FBD-6819-BC7671BC462B}"/>
          </ac:spMkLst>
        </pc:spChg>
        <pc:spChg chg="mod">
          <ac:chgData name="Alexandre Quach" userId="03a3b9a4-365b-425e-bba9-a77346403bac" providerId="ADAL" clId="{A6636E6B-7FB7-45BC-8F1C-7AC72BAC0583}" dt="2025-05-01T06:07:25.581" v="805"/>
          <ac:spMkLst>
            <pc:docMk/>
            <pc:sldMk cId="2813811566" sldId="498"/>
            <ac:spMk id="36" creationId="{6E2FD145-91D7-00A4-1178-39EAC4E25BD3}"/>
          </ac:spMkLst>
        </pc:spChg>
        <pc:spChg chg="mod">
          <ac:chgData name="Alexandre Quach" userId="03a3b9a4-365b-425e-bba9-a77346403bac" providerId="ADAL" clId="{A6636E6B-7FB7-45BC-8F1C-7AC72BAC0583}" dt="2025-05-01T06:07:25.581" v="805"/>
          <ac:spMkLst>
            <pc:docMk/>
            <pc:sldMk cId="2813811566" sldId="498"/>
            <ac:spMk id="37" creationId="{571A1C44-A156-3940-77B6-C93F1F5EDE48}"/>
          </ac:spMkLst>
        </pc:spChg>
        <pc:spChg chg="mod">
          <ac:chgData name="Alexandre Quach" userId="03a3b9a4-365b-425e-bba9-a77346403bac" providerId="ADAL" clId="{A6636E6B-7FB7-45BC-8F1C-7AC72BAC0583}" dt="2025-05-01T06:07:25.581" v="805"/>
          <ac:spMkLst>
            <pc:docMk/>
            <pc:sldMk cId="2813811566" sldId="498"/>
            <ac:spMk id="38" creationId="{875E27E2-04C2-802B-0420-D32C88E02E5F}"/>
          </ac:spMkLst>
        </pc:spChg>
        <pc:spChg chg="mod">
          <ac:chgData name="Alexandre Quach" userId="03a3b9a4-365b-425e-bba9-a77346403bac" providerId="ADAL" clId="{A6636E6B-7FB7-45BC-8F1C-7AC72BAC0583}" dt="2025-05-01T06:07:25.581" v="805"/>
          <ac:spMkLst>
            <pc:docMk/>
            <pc:sldMk cId="2813811566" sldId="498"/>
            <ac:spMk id="39" creationId="{D21C8784-B081-97E1-6967-B4996C24DF1C}"/>
          </ac:spMkLst>
        </pc:spChg>
        <pc:spChg chg="mod">
          <ac:chgData name="Alexandre Quach" userId="03a3b9a4-365b-425e-bba9-a77346403bac" providerId="ADAL" clId="{A6636E6B-7FB7-45BC-8F1C-7AC72BAC0583}" dt="2025-05-01T06:07:25.581" v="805"/>
          <ac:spMkLst>
            <pc:docMk/>
            <pc:sldMk cId="2813811566" sldId="498"/>
            <ac:spMk id="40" creationId="{A4BD1B81-6BD7-3DE4-4AD5-3810357C43D0}"/>
          </ac:spMkLst>
        </pc:spChg>
        <pc:spChg chg="mod">
          <ac:chgData name="Alexandre Quach" userId="03a3b9a4-365b-425e-bba9-a77346403bac" providerId="ADAL" clId="{A6636E6B-7FB7-45BC-8F1C-7AC72BAC0583}" dt="2025-05-01T06:07:25.581" v="805"/>
          <ac:spMkLst>
            <pc:docMk/>
            <pc:sldMk cId="2813811566" sldId="498"/>
            <ac:spMk id="41" creationId="{5CE30FAA-2AFD-9339-C19D-78A326747B46}"/>
          </ac:spMkLst>
        </pc:spChg>
      </pc:sldChg>
      <pc:sldChg chg="modSp">
        <pc:chgData name="Alexandre Quach" userId="03a3b9a4-365b-425e-bba9-a77346403bac" providerId="ADAL" clId="{A6636E6B-7FB7-45BC-8F1C-7AC72BAC0583}" dt="2025-05-01T06:07:25.581" v="805"/>
        <pc:sldMkLst>
          <pc:docMk/>
          <pc:sldMk cId="1620630479" sldId="499"/>
        </pc:sldMkLst>
        <pc:spChg chg="mod">
          <ac:chgData name="Alexandre Quach" userId="03a3b9a4-365b-425e-bba9-a77346403bac" providerId="ADAL" clId="{A6636E6B-7FB7-45BC-8F1C-7AC72BAC0583}" dt="2025-05-01T06:07:25.581" v="805"/>
          <ac:spMkLst>
            <pc:docMk/>
            <pc:sldMk cId="1620630479" sldId="499"/>
            <ac:spMk id="7" creationId="{D73E4975-9AF3-8239-BD40-7416A05F93FA}"/>
          </ac:spMkLst>
        </pc:spChg>
        <pc:spChg chg="mod">
          <ac:chgData name="Alexandre Quach" userId="03a3b9a4-365b-425e-bba9-a77346403bac" providerId="ADAL" clId="{A6636E6B-7FB7-45BC-8F1C-7AC72BAC0583}" dt="2025-05-01T06:07:25.581" v="805"/>
          <ac:spMkLst>
            <pc:docMk/>
            <pc:sldMk cId="1620630479" sldId="499"/>
            <ac:spMk id="12" creationId="{8D174D4C-0FB3-17FE-FD99-CA499FC1216B}"/>
          </ac:spMkLst>
        </pc:spChg>
        <pc:spChg chg="mod">
          <ac:chgData name="Alexandre Quach" userId="03a3b9a4-365b-425e-bba9-a77346403bac" providerId="ADAL" clId="{A6636E6B-7FB7-45BC-8F1C-7AC72BAC0583}" dt="2025-05-01T06:07:25.581" v="805"/>
          <ac:spMkLst>
            <pc:docMk/>
            <pc:sldMk cId="1620630479" sldId="499"/>
            <ac:spMk id="15" creationId="{CDCEE7B8-A133-70C8-D794-3F95B0391626}"/>
          </ac:spMkLst>
        </pc:spChg>
        <pc:spChg chg="mod">
          <ac:chgData name="Alexandre Quach" userId="03a3b9a4-365b-425e-bba9-a77346403bac" providerId="ADAL" clId="{A6636E6B-7FB7-45BC-8F1C-7AC72BAC0583}" dt="2025-05-01T06:07:25.581" v="805"/>
          <ac:spMkLst>
            <pc:docMk/>
            <pc:sldMk cId="1620630479" sldId="499"/>
            <ac:spMk id="34" creationId="{A08E4FF7-DD47-3925-DEF1-095997C442AD}"/>
          </ac:spMkLst>
        </pc:spChg>
        <pc:spChg chg="mod">
          <ac:chgData name="Alexandre Quach" userId="03a3b9a4-365b-425e-bba9-a77346403bac" providerId="ADAL" clId="{A6636E6B-7FB7-45BC-8F1C-7AC72BAC0583}" dt="2025-05-01T06:07:25.581" v="805"/>
          <ac:spMkLst>
            <pc:docMk/>
            <pc:sldMk cId="1620630479" sldId="499"/>
            <ac:spMk id="36" creationId="{25FA9117-B5C5-1C10-6EB4-C65E4CC10C26}"/>
          </ac:spMkLst>
        </pc:spChg>
        <pc:spChg chg="mod">
          <ac:chgData name="Alexandre Quach" userId="03a3b9a4-365b-425e-bba9-a77346403bac" providerId="ADAL" clId="{A6636E6B-7FB7-45BC-8F1C-7AC72BAC0583}" dt="2025-05-01T06:07:25.581" v="805"/>
          <ac:spMkLst>
            <pc:docMk/>
            <pc:sldMk cId="1620630479" sldId="499"/>
            <ac:spMk id="37" creationId="{0248301F-119C-411E-CD4A-C0DD4541458A}"/>
          </ac:spMkLst>
        </pc:spChg>
        <pc:spChg chg="mod">
          <ac:chgData name="Alexandre Quach" userId="03a3b9a4-365b-425e-bba9-a77346403bac" providerId="ADAL" clId="{A6636E6B-7FB7-45BC-8F1C-7AC72BAC0583}" dt="2025-05-01T06:07:25.581" v="805"/>
          <ac:spMkLst>
            <pc:docMk/>
            <pc:sldMk cId="1620630479" sldId="499"/>
            <ac:spMk id="38" creationId="{32DA0C14-CAE1-F792-D46E-E8DCC6CB168C}"/>
          </ac:spMkLst>
        </pc:spChg>
        <pc:spChg chg="mod">
          <ac:chgData name="Alexandre Quach" userId="03a3b9a4-365b-425e-bba9-a77346403bac" providerId="ADAL" clId="{A6636E6B-7FB7-45BC-8F1C-7AC72BAC0583}" dt="2025-05-01T06:07:25.581" v="805"/>
          <ac:spMkLst>
            <pc:docMk/>
            <pc:sldMk cId="1620630479" sldId="499"/>
            <ac:spMk id="39" creationId="{0C9D094F-32CF-4AB5-2E0B-0F2BA48F1926}"/>
          </ac:spMkLst>
        </pc:spChg>
      </pc:sldChg>
      <pc:sldChg chg="modSp">
        <pc:chgData name="Alexandre Quach" userId="03a3b9a4-365b-425e-bba9-a77346403bac" providerId="ADAL" clId="{A6636E6B-7FB7-45BC-8F1C-7AC72BAC0583}" dt="2025-05-01T06:07:25.581" v="805"/>
        <pc:sldMkLst>
          <pc:docMk/>
          <pc:sldMk cId="1505098637" sldId="510"/>
        </pc:sldMkLst>
        <pc:spChg chg="mod">
          <ac:chgData name="Alexandre Quach" userId="03a3b9a4-365b-425e-bba9-a77346403bac" providerId="ADAL" clId="{A6636E6B-7FB7-45BC-8F1C-7AC72BAC0583}" dt="2025-05-01T06:07:25.581" v="805"/>
          <ac:spMkLst>
            <pc:docMk/>
            <pc:sldMk cId="1505098637" sldId="510"/>
            <ac:spMk id="7" creationId="{E2D4EF06-A81D-AC0D-A9E2-3033C7857B87}"/>
          </ac:spMkLst>
        </pc:spChg>
        <pc:spChg chg="mod">
          <ac:chgData name="Alexandre Quach" userId="03a3b9a4-365b-425e-bba9-a77346403bac" providerId="ADAL" clId="{A6636E6B-7FB7-45BC-8F1C-7AC72BAC0583}" dt="2025-05-01T06:07:25.581" v="805"/>
          <ac:spMkLst>
            <pc:docMk/>
            <pc:sldMk cId="1505098637" sldId="510"/>
            <ac:spMk id="12" creationId="{3FE14803-9D8A-5AF8-FAB0-445ACD16C006}"/>
          </ac:spMkLst>
        </pc:spChg>
        <pc:spChg chg="mod">
          <ac:chgData name="Alexandre Quach" userId="03a3b9a4-365b-425e-bba9-a77346403bac" providerId="ADAL" clId="{A6636E6B-7FB7-45BC-8F1C-7AC72BAC0583}" dt="2025-05-01T06:07:25.581" v="805"/>
          <ac:spMkLst>
            <pc:docMk/>
            <pc:sldMk cId="1505098637" sldId="510"/>
            <ac:spMk id="15" creationId="{0FBEF366-8712-1823-3D74-94385B5DDBFC}"/>
          </ac:spMkLst>
        </pc:spChg>
        <pc:spChg chg="mod">
          <ac:chgData name="Alexandre Quach" userId="03a3b9a4-365b-425e-bba9-a77346403bac" providerId="ADAL" clId="{A6636E6B-7FB7-45BC-8F1C-7AC72BAC0583}" dt="2025-05-01T06:07:25.581" v="805"/>
          <ac:spMkLst>
            <pc:docMk/>
            <pc:sldMk cId="1505098637" sldId="510"/>
            <ac:spMk id="18" creationId="{007DB95D-978D-CCFF-9E0E-2D76A830F8A1}"/>
          </ac:spMkLst>
        </pc:spChg>
        <pc:spChg chg="mod">
          <ac:chgData name="Alexandre Quach" userId="03a3b9a4-365b-425e-bba9-a77346403bac" providerId="ADAL" clId="{A6636E6B-7FB7-45BC-8F1C-7AC72BAC0583}" dt="2025-05-01T06:07:25.581" v="805"/>
          <ac:spMkLst>
            <pc:docMk/>
            <pc:sldMk cId="1505098637" sldId="510"/>
            <ac:spMk id="21" creationId="{1A3D67BB-5DFD-8F63-D82D-0E25C2C201B1}"/>
          </ac:spMkLst>
        </pc:spChg>
        <pc:spChg chg="mod">
          <ac:chgData name="Alexandre Quach" userId="03a3b9a4-365b-425e-bba9-a77346403bac" providerId="ADAL" clId="{A6636E6B-7FB7-45BC-8F1C-7AC72BAC0583}" dt="2025-05-01T06:07:25.581" v="805"/>
          <ac:spMkLst>
            <pc:docMk/>
            <pc:sldMk cId="1505098637" sldId="510"/>
            <ac:spMk id="23" creationId="{BAC95F7C-E3C7-A80D-155D-2D427B5646A9}"/>
          </ac:spMkLst>
        </pc:spChg>
        <pc:spChg chg="mod">
          <ac:chgData name="Alexandre Quach" userId="03a3b9a4-365b-425e-bba9-a77346403bac" providerId="ADAL" clId="{A6636E6B-7FB7-45BC-8F1C-7AC72BAC0583}" dt="2025-05-01T06:07:25.581" v="805"/>
          <ac:spMkLst>
            <pc:docMk/>
            <pc:sldMk cId="1505098637" sldId="510"/>
            <ac:spMk id="28" creationId="{6F0C5279-6DE9-81D6-124F-5E353504725F}"/>
          </ac:spMkLst>
        </pc:spChg>
        <pc:spChg chg="mod">
          <ac:chgData name="Alexandre Quach" userId="03a3b9a4-365b-425e-bba9-a77346403bac" providerId="ADAL" clId="{A6636E6B-7FB7-45BC-8F1C-7AC72BAC0583}" dt="2025-05-01T06:07:25.581" v="805"/>
          <ac:spMkLst>
            <pc:docMk/>
            <pc:sldMk cId="1505098637" sldId="510"/>
            <ac:spMk id="30" creationId="{17D1C707-F19A-7259-B25F-973F16724642}"/>
          </ac:spMkLst>
        </pc:spChg>
      </pc:sldChg>
      <pc:sldChg chg="modSp">
        <pc:chgData name="Alexandre Quach" userId="03a3b9a4-365b-425e-bba9-a77346403bac" providerId="ADAL" clId="{A6636E6B-7FB7-45BC-8F1C-7AC72BAC0583}" dt="2025-05-01T06:07:25.581" v="805"/>
        <pc:sldMkLst>
          <pc:docMk/>
          <pc:sldMk cId="1188089067" sldId="512"/>
        </pc:sldMkLst>
        <pc:spChg chg="mod">
          <ac:chgData name="Alexandre Quach" userId="03a3b9a4-365b-425e-bba9-a77346403bac" providerId="ADAL" clId="{A6636E6B-7FB7-45BC-8F1C-7AC72BAC0583}" dt="2025-05-01T06:07:25.581" v="805"/>
          <ac:spMkLst>
            <pc:docMk/>
            <pc:sldMk cId="1188089067" sldId="512"/>
            <ac:spMk id="34" creationId="{C91EB722-20C8-BC20-48A2-14A098124B53}"/>
          </ac:spMkLst>
        </pc:spChg>
        <pc:spChg chg="mod">
          <ac:chgData name="Alexandre Quach" userId="03a3b9a4-365b-425e-bba9-a77346403bac" providerId="ADAL" clId="{A6636E6B-7FB7-45BC-8F1C-7AC72BAC0583}" dt="2025-05-01T06:07:25.581" v="805"/>
          <ac:spMkLst>
            <pc:docMk/>
            <pc:sldMk cId="1188089067" sldId="512"/>
            <ac:spMk id="35" creationId="{E11DB8FC-A1CA-5022-41DD-6DD9C82B4139}"/>
          </ac:spMkLst>
        </pc:spChg>
        <pc:spChg chg="mod">
          <ac:chgData name="Alexandre Quach" userId="03a3b9a4-365b-425e-bba9-a77346403bac" providerId="ADAL" clId="{A6636E6B-7FB7-45BC-8F1C-7AC72BAC0583}" dt="2025-05-01T06:07:25.581" v="805"/>
          <ac:spMkLst>
            <pc:docMk/>
            <pc:sldMk cId="1188089067" sldId="512"/>
            <ac:spMk id="36" creationId="{9A159BDE-7C18-B17D-192C-4C4C15AB1B1C}"/>
          </ac:spMkLst>
        </pc:spChg>
        <pc:spChg chg="mod">
          <ac:chgData name="Alexandre Quach" userId="03a3b9a4-365b-425e-bba9-a77346403bac" providerId="ADAL" clId="{A6636E6B-7FB7-45BC-8F1C-7AC72BAC0583}" dt="2025-05-01T06:07:25.581" v="805"/>
          <ac:spMkLst>
            <pc:docMk/>
            <pc:sldMk cId="1188089067" sldId="512"/>
            <ac:spMk id="37" creationId="{8D78D158-FB22-3D87-9480-2CCF500EAA2F}"/>
          </ac:spMkLst>
        </pc:spChg>
        <pc:spChg chg="mod">
          <ac:chgData name="Alexandre Quach" userId="03a3b9a4-365b-425e-bba9-a77346403bac" providerId="ADAL" clId="{A6636E6B-7FB7-45BC-8F1C-7AC72BAC0583}" dt="2025-05-01T06:07:25.581" v="805"/>
          <ac:spMkLst>
            <pc:docMk/>
            <pc:sldMk cId="1188089067" sldId="512"/>
            <ac:spMk id="38" creationId="{1B75B9DD-3F97-6BE1-1855-B383F9B7B6C1}"/>
          </ac:spMkLst>
        </pc:spChg>
        <pc:spChg chg="mod">
          <ac:chgData name="Alexandre Quach" userId="03a3b9a4-365b-425e-bba9-a77346403bac" providerId="ADAL" clId="{A6636E6B-7FB7-45BC-8F1C-7AC72BAC0583}" dt="2025-05-01T06:07:25.581" v="805"/>
          <ac:spMkLst>
            <pc:docMk/>
            <pc:sldMk cId="1188089067" sldId="512"/>
            <ac:spMk id="39" creationId="{7994116D-E90D-0CE7-FE01-562D62C19F55}"/>
          </ac:spMkLst>
        </pc:spChg>
        <pc:spChg chg="mod">
          <ac:chgData name="Alexandre Quach" userId="03a3b9a4-365b-425e-bba9-a77346403bac" providerId="ADAL" clId="{A6636E6B-7FB7-45BC-8F1C-7AC72BAC0583}" dt="2025-05-01T06:07:25.581" v="805"/>
          <ac:spMkLst>
            <pc:docMk/>
            <pc:sldMk cId="1188089067" sldId="512"/>
            <ac:spMk id="40" creationId="{E48DB67E-F0D4-DD5E-5584-E1C96703B536}"/>
          </ac:spMkLst>
        </pc:spChg>
        <pc:spChg chg="mod">
          <ac:chgData name="Alexandre Quach" userId="03a3b9a4-365b-425e-bba9-a77346403bac" providerId="ADAL" clId="{A6636E6B-7FB7-45BC-8F1C-7AC72BAC0583}" dt="2025-05-01T06:07:25.581" v="805"/>
          <ac:spMkLst>
            <pc:docMk/>
            <pc:sldMk cId="1188089067" sldId="512"/>
            <ac:spMk id="41" creationId="{CF9D44F8-FCE7-B18B-6BD4-F67846D80BFB}"/>
          </ac:spMkLst>
        </pc:spChg>
      </pc:sldChg>
      <pc:sldChg chg="modSp">
        <pc:chgData name="Alexandre Quach" userId="03a3b9a4-365b-425e-bba9-a77346403bac" providerId="ADAL" clId="{A6636E6B-7FB7-45BC-8F1C-7AC72BAC0583}" dt="2025-05-01T06:07:25.581" v="805"/>
        <pc:sldMkLst>
          <pc:docMk/>
          <pc:sldMk cId="64032799" sldId="514"/>
        </pc:sldMkLst>
        <pc:spChg chg="mod">
          <ac:chgData name="Alexandre Quach" userId="03a3b9a4-365b-425e-bba9-a77346403bac" providerId="ADAL" clId="{A6636E6B-7FB7-45BC-8F1C-7AC72BAC0583}" dt="2025-05-01T06:07:25.581" v="805"/>
          <ac:spMkLst>
            <pc:docMk/>
            <pc:sldMk cId="64032799" sldId="514"/>
            <ac:spMk id="7" creationId="{656466E8-62DE-0026-3047-B8C91EAB9DB8}"/>
          </ac:spMkLst>
        </pc:spChg>
        <pc:spChg chg="mod">
          <ac:chgData name="Alexandre Quach" userId="03a3b9a4-365b-425e-bba9-a77346403bac" providerId="ADAL" clId="{A6636E6B-7FB7-45BC-8F1C-7AC72BAC0583}" dt="2025-05-01T06:07:25.581" v="805"/>
          <ac:spMkLst>
            <pc:docMk/>
            <pc:sldMk cId="64032799" sldId="514"/>
            <ac:spMk id="12" creationId="{C683E8C9-700E-28BA-59DB-E7DE507FDC09}"/>
          </ac:spMkLst>
        </pc:spChg>
        <pc:spChg chg="mod">
          <ac:chgData name="Alexandre Quach" userId="03a3b9a4-365b-425e-bba9-a77346403bac" providerId="ADAL" clId="{A6636E6B-7FB7-45BC-8F1C-7AC72BAC0583}" dt="2025-05-01T06:07:25.581" v="805"/>
          <ac:spMkLst>
            <pc:docMk/>
            <pc:sldMk cId="64032799" sldId="514"/>
            <ac:spMk id="15" creationId="{5AF296A8-2F1B-7F81-E5D1-14E9CBFFDB91}"/>
          </ac:spMkLst>
        </pc:spChg>
        <pc:spChg chg="mod">
          <ac:chgData name="Alexandre Quach" userId="03a3b9a4-365b-425e-bba9-a77346403bac" providerId="ADAL" clId="{A6636E6B-7FB7-45BC-8F1C-7AC72BAC0583}" dt="2025-05-01T06:07:25.581" v="805"/>
          <ac:spMkLst>
            <pc:docMk/>
            <pc:sldMk cId="64032799" sldId="514"/>
            <ac:spMk id="34" creationId="{46B25184-1250-9856-0C92-1241DE48B80F}"/>
          </ac:spMkLst>
        </pc:spChg>
        <pc:spChg chg="mod">
          <ac:chgData name="Alexandre Quach" userId="03a3b9a4-365b-425e-bba9-a77346403bac" providerId="ADAL" clId="{A6636E6B-7FB7-45BC-8F1C-7AC72BAC0583}" dt="2025-05-01T06:07:25.581" v="805"/>
          <ac:spMkLst>
            <pc:docMk/>
            <pc:sldMk cId="64032799" sldId="514"/>
            <ac:spMk id="36" creationId="{CA6D56D5-DA81-CF2E-B3AF-1B04E5FBA787}"/>
          </ac:spMkLst>
        </pc:spChg>
        <pc:spChg chg="mod">
          <ac:chgData name="Alexandre Quach" userId="03a3b9a4-365b-425e-bba9-a77346403bac" providerId="ADAL" clId="{A6636E6B-7FB7-45BC-8F1C-7AC72BAC0583}" dt="2025-05-01T06:07:25.581" v="805"/>
          <ac:spMkLst>
            <pc:docMk/>
            <pc:sldMk cId="64032799" sldId="514"/>
            <ac:spMk id="37" creationId="{781A32BE-B4E4-F23F-D5BD-002FC7D63317}"/>
          </ac:spMkLst>
        </pc:spChg>
        <pc:spChg chg="mod">
          <ac:chgData name="Alexandre Quach" userId="03a3b9a4-365b-425e-bba9-a77346403bac" providerId="ADAL" clId="{A6636E6B-7FB7-45BC-8F1C-7AC72BAC0583}" dt="2025-05-01T06:07:25.581" v="805"/>
          <ac:spMkLst>
            <pc:docMk/>
            <pc:sldMk cId="64032799" sldId="514"/>
            <ac:spMk id="38" creationId="{20BC769E-AFA3-B2B2-2070-A2087038FE67}"/>
          </ac:spMkLst>
        </pc:spChg>
        <pc:spChg chg="mod">
          <ac:chgData name="Alexandre Quach" userId="03a3b9a4-365b-425e-bba9-a77346403bac" providerId="ADAL" clId="{A6636E6B-7FB7-45BC-8F1C-7AC72BAC0583}" dt="2025-05-01T06:07:25.581" v="805"/>
          <ac:spMkLst>
            <pc:docMk/>
            <pc:sldMk cId="64032799" sldId="514"/>
            <ac:spMk id="39" creationId="{E63098F9-484C-4F22-CC19-640223D3E5E2}"/>
          </ac:spMkLst>
        </pc:spChg>
      </pc:sldChg>
      <pc:sldChg chg="modSp">
        <pc:chgData name="Alexandre Quach" userId="03a3b9a4-365b-425e-bba9-a77346403bac" providerId="ADAL" clId="{A6636E6B-7FB7-45BC-8F1C-7AC72BAC0583}" dt="2025-05-01T06:07:25.581" v="805"/>
        <pc:sldMkLst>
          <pc:docMk/>
          <pc:sldMk cId="4186038" sldId="518"/>
        </pc:sldMkLst>
        <pc:spChg chg="mod">
          <ac:chgData name="Alexandre Quach" userId="03a3b9a4-365b-425e-bba9-a77346403bac" providerId="ADAL" clId="{A6636E6B-7FB7-45BC-8F1C-7AC72BAC0583}" dt="2025-05-01T06:07:25.581" v="805"/>
          <ac:spMkLst>
            <pc:docMk/>
            <pc:sldMk cId="4186038" sldId="518"/>
            <ac:spMk id="7" creationId="{0EF31E44-5BBE-A157-4D80-6ED8D3BB6090}"/>
          </ac:spMkLst>
        </pc:spChg>
        <pc:spChg chg="mod">
          <ac:chgData name="Alexandre Quach" userId="03a3b9a4-365b-425e-bba9-a77346403bac" providerId="ADAL" clId="{A6636E6B-7FB7-45BC-8F1C-7AC72BAC0583}" dt="2025-05-01T06:07:25.581" v="805"/>
          <ac:spMkLst>
            <pc:docMk/>
            <pc:sldMk cId="4186038" sldId="518"/>
            <ac:spMk id="12" creationId="{8CBED4FC-EE48-84F1-27F3-4B8DB5D75919}"/>
          </ac:spMkLst>
        </pc:spChg>
        <pc:spChg chg="mod">
          <ac:chgData name="Alexandre Quach" userId="03a3b9a4-365b-425e-bba9-a77346403bac" providerId="ADAL" clId="{A6636E6B-7FB7-45BC-8F1C-7AC72BAC0583}" dt="2025-05-01T06:07:25.581" v="805"/>
          <ac:spMkLst>
            <pc:docMk/>
            <pc:sldMk cId="4186038" sldId="518"/>
            <ac:spMk id="15" creationId="{376F5328-F96E-A457-7D32-CAC40EA29D0A}"/>
          </ac:spMkLst>
        </pc:spChg>
        <pc:spChg chg="mod">
          <ac:chgData name="Alexandre Quach" userId="03a3b9a4-365b-425e-bba9-a77346403bac" providerId="ADAL" clId="{A6636E6B-7FB7-45BC-8F1C-7AC72BAC0583}" dt="2025-05-01T06:07:25.581" v="805"/>
          <ac:spMkLst>
            <pc:docMk/>
            <pc:sldMk cId="4186038" sldId="518"/>
            <ac:spMk id="18" creationId="{E3827455-A891-C0BE-5B86-02A84BA84B70}"/>
          </ac:spMkLst>
        </pc:spChg>
        <pc:spChg chg="mod">
          <ac:chgData name="Alexandre Quach" userId="03a3b9a4-365b-425e-bba9-a77346403bac" providerId="ADAL" clId="{A6636E6B-7FB7-45BC-8F1C-7AC72BAC0583}" dt="2025-05-01T06:07:25.581" v="805"/>
          <ac:spMkLst>
            <pc:docMk/>
            <pc:sldMk cId="4186038" sldId="518"/>
            <ac:spMk id="21" creationId="{1B2E80A3-7F6A-30FD-39EC-5CC28214E1CC}"/>
          </ac:spMkLst>
        </pc:spChg>
        <pc:spChg chg="mod">
          <ac:chgData name="Alexandre Quach" userId="03a3b9a4-365b-425e-bba9-a77346403bac" providerId="ADAL" clId="{A6636E6B-7FB7-45BC-8F1C-7AC72BAC0583}" dt="2025-05-01T06:07:25.581" v="805"/>
          <ac:spMkLst>
            <pc:docMk/>
            <pc:sldMk cId="4186038" sldId="518"/>
            <ac:spMk id="23" creationId="{EC730464-812E-D815-E40B-D2291049B398}"/>
          </ac:spMkLst>
        </pc:spChg>
        <pc:spChg chg="mod">
          <ac:chgData name="Alexandre Quach" userId="03a3b9a4-365b-425e-bba9-a77346403bac" providerId="ADAL" clId="{A6636E6B-7FB7-45BC-8F1C-7AC72BAC0583}" dt="2025-05-01T06:07:25.581" v="805"/>
          <ac:spMkLst>
            <pc:docMk/>
            <pc:sldMk cId="4186038" sldId="518"/>
            <ac:spMk id="28" creationId="{CBD9E825-99EC-6D30-B195-06905A604B0B}"/>
          </ac:spMkLst>
        </pc:spChg>
        <pc:spChg chg="mod">
          <ac:chgData name="Alexandre Quach" userId="03a3b9a4-365b-425e-bba9-a77346403bac" providerId="ADAL" clId="{A6636E6B-7FB7-45BC-8F1C-7AC72BAC0583}" dt="2025-05-01T06:07:25.581" v="805"/>
          <ac:spMkLst>
            <pc:docMk/>
            <pc:sldMk cId="4186038" sldId="518"/>
            <ac:spMk id="30" creationId="{DEBBE824-14A2-085A-7FBC-6C6EB21ECA96}"/>
          </ac:spMkLst>
        </pc:spChg>
      </pc:sldChg>
      <pc:sldChg chg="modSp">
        <pc:chgData name="Alexandre Quach" userId="03a3b9a4-365b-425e-bba9-a77346403bac" providerId="ADAL" clId="{A6636E6B-7FB7-45BC-8F1C-7AC72BAC0583}" dt="2025-05-01T06:07:25.581" v="805"/>
        <pc:sldMkLst>
          <pc:docMk/>
          <pc:sldMk cId="3234255903" sldId="520"/>
        </pc:sldMkLst>
        <pc:spChg chg="mod">
          <ac:chgData name="Alexandre Quach" userId="03a3b9a4-365b-425e-bba9-a77346403bac" providerId="ADAL" clId="{A6636E6B-7FB7-45BC-8F1C-7AC72BAC0583}" dt="2025-05-01T06:07:25.581" v="805"/>
          <ac:spMkLst>
            <pc:docMk/>
            <pc:sldMk cId="3234255903" sldId="520"/>
            <ac:spMk id="7" creationId="{24720133-E1AB-0DF1-6C03-F42CB90A64CB}"/>
          </ac:spMkLst>
        </pc:spChg>
        <pc:spChg chg="mod">
          <ac:chgData name="Alexandre Quach" userId="03a3b9a4-365b-425e-bba9-a77346403bac" providerId="ADAL" clId="{A6636E6B-7FB7-45BC-8F1C-7AC72BAC0583}" dt="2025-05-01T06:07:25.581" v="805"/>
          <ac:spMkLst>
            <pc:docMk/>
            <pc:sldMk cId="3234255903" sldId="520"/>
            <ac:spMk id="12" creationId="{6B0FFAE8-020B-4DC3-7FCA-016F3FD92A90}"/>
          </ac:spMkLst>
        </pc:spChg>
        <pc:spChg chg="mod">
          <ac:chgData name="Alexandre Quach" userId="03a3b9a4-365b-425e-bba9-a77346403bac" providerId="ADAL" clId="{A6636E6B-7FB7-45BC-8F1C-7AC72BAC0583}" dt="2025-05-01T06:07:25.581" v="805"/>
          <ac:spMkLst>
            <pc:docMk/>
            <pc:sldMk cId="3234255903" sldId="520"/>
            <ac:spMk id="15" creationId="{59052D06-0E4E-7B82-C37C-8168C1AFE98F}"/>
          </ac:spMkLst>
        </pc:spChg>
        <pc:spChg chg="mod">
          <ac:chgData name="Alexandre Quach" userId="03a3b9a4-365b-425e-bba9-a77346403bac" providerId="ADAL" clId="{A6636E6B-7FB7-45BC-8F1C-7AC72BAC0583}" dt="2025-05-01T06:07:25.581" v="805"/>
          <ac:spMkLst>
            <pc:docMk/>
            <pc:sldMk cId="3234255903" sldId="520"/>
            <ac:spMk id="18" creationId="{692A90EB-DFC5-7205-5C16-095F197A7FAC}"/>
          </ac:spMkLst>
        </pc:spChg>
        <pc:spChg chg="mod">
          <ac:chgData name="Alexandre Quach" userId="03a3b9a4-365b-425e-bba9-a77346403bac" providerId="ADAL" clId="{A6636E6B-7FB7-45BC-8F1C-7AC72BAC0583}" dt="2025-05-01T06:07:25.581" v="805"/>
          <ac:spMkLst>
            <pc:docMk/>
            <pc:sldMk cId="3234255903" sldId="520"/>
            <ac:spMk id="21" creationId="{C1FC17BA-4688-06FA-ED27-41E01A47715C}"/>
          </ac:spMkLst>
        </pc:spChg>
        <pc:spChg chg="mod">
          <ac:chgData name="Alexandre Quach" userId="03a3b9a4-365b-425e-bba9-a77346403bac" providerId="ADAL" clId="{A6636E6B-7FB7-45BC-8F1C-7AC72BAC0583}" dt="2025-05-01T06:07:25.581" v="805"/>
          <ac:spMkLst>
            <pc:docMk/>
            <pc:sldMk cId="3234255903" sldId="520"/>
            <ac:spMk id="23" creationId="{769A9CF6-B467-79AE-64FE-5436A54CF39C}"/>
          </ac:spMkLst>
        </pc:spChg>
        <pc:spChg chg="mod">
          <ac:chgData name="Alexandre Quach" userId="03a3b9a4-365b-425e-bba9-a77346403bac" providerId="ADAL" clId="{A6636E6B-7FB7-45BC-8F1C-7AC72BAC0583}" dt="2025-05-01T06:07:25.581" v="805"/>
          <ac:spMkLst>
            <pc:docMk/>
            <pc:sldMk cId="3234255903" sldId="520"/>
            <ac:spMk id="28" creationId="{6E0FACEC-FA30-5023-00A5-9E84E65275A8}"/>
          </ac:spMkLst>
        </pc:spChg>
        <pc:spChg chg="mod">
          <ac:chgData name="Alexandre Quach" userId="03a3b9a4-365b-425e-bba9-a77346403bac" providerId="ADAL" clId="{A6636E6B-7FB7-45BC-8F1C-7AC72BAC0583}" dt="2025-05-01T06:07:25.581" v="805"/>
          <ac:spMkLst>
            <pc:docMk/>
            <pc:sldMk cId="3234255903" sldId="520"/>
            <ac:spMk id="30" creationId="{3D17EDFF-5C94-5E40-DFF9-AE86AC09F8F2}"/>
          </ac:spMkLst>
        </pc:spChg>
      </pc:sldChg>
      <pc:sldChg chg="modSp">
        <pc:chgData name="Alexandre Quach" userId="03a3b9a4-365b-425e-bba9-a77346403bac" providerId="ADAL" clId="{A6636E6B-7FB7-45BC-8F1C-7AC72BAC0583}" dt="2025-05-01T06:07:25.581" v="805"/>
        <pc:sldMkLst>
          <pc:docMk/>
          <pc:sldMk cId="3232580396" sldId="522"/>
        </pc:sldMkLst>
        <pc:spChg chg="mod">
          <ac:chgData name="Alexandre Quach" userId="03a3b9a4-365b-425e-bba9-a77346403bac" providerId="ADAL" clId="{A6636E6B-7FB7-45BC-8F1C-7AC72BAC0583}" dt="2025-05-01T06:07:25.581" v="805"/>
          <ac:spMkLst>
            <pc:docMk/>
            <pc:sldMk cId="3232580396" sldId="522"/>
            <ac:spMk id="7" creationId="{D9D53C16-A9AC-7962-0D9E-630004813958}"/>
          </ac:spMkLst>
        </pc:spChg>
        <pc:spChg chg="mod">
          <ac:chgData name="Alexandre Quach" userId="03a3b9a4-365b-425e-bba9-a77346403bac" providerId="ADAL" clId="{A6636E6B-7FB7-45BC-8F1C-7AC72BAC0583}" dt="2025-05-01T06:07:25.581" v="805"/>
          <ac:spMkLst>
            <pc:docMk/>
            <pc:sldMk cId="3232580396" sldId="522"/>
            <ac:spMk id="12" creationId="{85392447-92F0-75F6-BB50-812AF28FC134}"/>
          </ac:spMkLst>
        </pc:spChg>
        <pc:spChg chg="mod">
          <ac:chgData name="Alexandre Quach" userId="03a3b9a4-365b-425e-bba9-a77346403bac" providerId="ADAL" clId="{A6636E6B-7FB7-45BC-8F1C-7AC72BAC0583}" dt="2025-05-01T06:07:25.581" v="805"/>
          <ac:spMkLst>
            <pc:docMk/>
            <pc:sldMk cId="3232580396" sldId="522"/>
            <ac:spMk id="15" creationId="{1E234C11-3C3F-625F-16CA-D373A39B4C24}"/>
          </ac:spMkLst>
        </pc:spChg>
        <pc:spChg chg="mod">
          <ac:chgData name="Alexandre Quach" userId="03a3b9a4-365b-425e-bba9-a77346403bac" providerId="ADAL" clId="{A6636E6B-7FB7-45BC-8F1C-7AC72BAC0583}" dt="2025-05-01T06:07:25.581" v="805"/>
          <ac:spMkLst>
            <pc:docMk/>
            <pc:sldMk cId="3232580396" sldId="522"/>
            <ac:spMk id="18" creationId="{23F4E8A3-3BD3-2415-7FF8-152D401BEFCD}"/>
          </ac:spMkLst>
        </pc:spChg>
        <pc:spChg chg="mod">
          <ac:chgData name="Alexandre Quach" userId="03a3b9a4-365b-425e-bba9-a77346403bac" providerId="ADAL" clId="{A6636E6B-7FB7-45BC-8F1C-7AC72BAC0583}" dt="2025-05-01T06:07:25.581" v="805"/>
          <ac:spMkLst>
            <pc:docMk/>
            <pc:sldMk cId="3232580396" sldId="522"/>
            <ac:spMk id="21" creationId="{CA1C7F8C-D0A3-6441-670A-8F27C7D020A0}"/>
          </ac:spMkLst>
        </pc:spChg>
        <pc:spChg chg="mod">
          <ac:chgData name="Alexandre Quach" userId="03a3b9a4-365b-425e-bba9-a77346403bac" providerId="ADAL" clId="{A6636E6B-7FB7-45BC-8F1C-7AC72BAC0583}" dt="2025-05-01T06:07:25.581" v="805"/>
          <ac:spMkLst>
            <pc:docMk/>
            <pc:sldMk cId="3232580396" sldId="522"/>
            <ac:spMk id="23" creationId="{C6CF534B-FBBE-323B-4207-D3EB81E06EDE}"/>
          </ac:spMkLst>
        </pc:spChg>
        <pc:spChg chg="mod">
          <ac:chgData name="Alexandre Quach" userId="03a3b9a4-365b-425e-bba9-a77346403bac" providerId="ADAL" clId="{A6636E6B-7FB7-45BC-8F1C-7AC72BAC0583}" dt="2025-05-01T06:07:25.581" v="805"/>
          <ac:spMkLst>
            <pc:docMk/>
            <pc:sldMk cId="3232580396" sldId="522"/>
            <ac:spMk id="28" creationId="{8070610F-40B9-F5BA-1A32-E34AE33E7AD9}"/>
          </ac:spMkLst>
        </pc:spChg>
        <pc:spChg chg="mod">
          <ac:chgData name="Alexandre Quach" userId="03a3b9a4-365b-425e-bba9-a77346403bac" providerId="ADAL" clId="{A6636E6B-7FB7-45BC-8F1C-7AC72BAC0583}" dt="2025-05-01T06:07:25.581" v="805"/>
          <ac:spMkLst>
            <pc:docMk/>
            <pc:sldMk cId="3232580396" sldId="522"/>
            <ac:spMk id="30" creationId="{9292414F-435E-EFB0-AF21-29F1186D0281}"/>
          </ac:spMkLst>
        </pc:spChg>
      </pc:sldChg>
      <pc:sldChg chg="modSp">
        <pc:chgData name="Alexandre Quach" userId="03a3b9a4-365b-425e-bba9-a77346403bac" providerId="ADAL" clId="{A6636E6B-7FB7-45BC-8F1C-7AC72BAC0583}" dt="2025-05-01T06:07:25.581" v="805"/>
        <pc:sldMkLst>
          <pc:docMk/>
          <pc:sldMk cId="1589912385" sldId="524"/>
        </pc:sldMkLst>
        <pc:spChg chg="mod">
          <ac:chgData name="Alexandre Quach" userId="03a3b9a4-365b-425e-bba9-a77346403bac" providerId="ADAL" clId="{A6636E6B-7FB7-45BC-8F1C-7AC72BAC0583}" dt="2025-05-01T06:07:25.581" v="805"/>
          <ac:spMkLst>
            <pc:docMk/>
            <pc:sldMk cId="1589912385" sldId="524"/>
            <ac:spMk id="7" creationId="{F01D3839-949F-AC80-804E-24F0D06AB3E1}"/>
          </ac:spMkLst>
        </pc:spChg>
        <pc:spChg chg="mod">
          <ac:chgData name="Alexandre Quach" userId="03a3b9a4-365b-425e-bba9-a77346403bac" providerId="ADAL" clId="{A6636E6B-7FB7-45BC-8F1C-7AC72BAC0583}" dt="2025-05-01T06:07:25.581" v="805"/>
          <ac:spMkLst>
            <pc:docMk/>
            <pc:sldMk cId="1589912385" sldId="524"/>
            <ac:spMk id="12" creationId="{F18B7C96-E2F2-FA50-2580-1491007FCE5B}"/>
          </ac:spMkLst>
        </pc:spChg>
        <pc:spChg chg="mod">
          <ac:chgData name="Alexandre Quach" userId="03a3b9a4-365b-425e-bba9-a77346403bac" providerId="ADAL" clId="{A6636E6B-7FB7-45BC-8F1C-7AC72BAC0583}" dt="2025-05-01T06:07:25.581" v="805"/>
          <ac:spMkLst>
            <pc:docMk/>
            <pc:sldMk cId="1589912385" sldId="524"/>
            <ac:spMk id="15" creationId="{0B9CFACA-A731-34C1-EDEB-F4044284DE3E}"/>
          </ac:spMkLst>
        </pc:spChg>
        <pc:spChg chg="mod">
          <ac:chgData name="Alexandre Quach" userId="03a3b9a4-365b-425e-bba9-a77346403bac" providerId="ADAL" clId="{A6636E6B-7FB7-45BC-8F1C-7AC72BAC0583}" dt="2025-05-01T06:07:25.581" v="805"/>
          <ac:spMkLst>
            <pc:docMk/>
            <pc:sldMk cId="1589912385" sldId="524"/>
            <ac:spMk id="18" creationId="{65FDA6BC-DD75-BB44-B7B8-5BAEB03A786E}"/>
          </ac:spMkLst>
        </pc:spChg>
        <pc:spChg chg="mod">
          <ac:chgData name="Alexandre Quach" userId="03a3b9a4-365b-425e-bba9-a77346403bac" providerId="ADAL" clId="{A6636E6B-7FB7-45BC-8F1C-7AC72BAC0583}" dt="2025-05-01T06:07:25.581" v="805"/>
          <ac:spMkLst>
            <pc:docMk/>
            <pc:sldMk cId="1589912385" sldId="524"/>
            <ac:spMk id="21" creationId="{C3181306-B42D-C219-074D-FCAF70134DA9}"/>
          </ac:spMkLst>
        </pc:spChg>
        <pc:spChg chg="mod">
          <ac:chgData name="Alexandre Quach" userId="03a3b9a4-365b-425e-bba9-a77346403bac" providerId="ADAL" clId="{A6636E6B-7FB7-45BC-8F1C-7AC72BAC0583}" dt="2025-05-01T06:07:25.581" v="805"/>
          <ac:spMkLst>
            <pc:docMk/>
            <pc:sldMk cId="1589912385" sldId="524"/>
            <ac:spMk id="23" creationId="{9FB26287-ED0E-7F6B-D4B6-8E788BD22385}"/>
          </ac:spMkLst>
        </pc:spChg>
        <pc:spChg chg="mod">
          <ac:chgData name="Alexandre Quach" userId="03a3b9a4-365b-425e-bba9-a77346403bac" providerId="ADAL" clId="{A6636E6B-7FB7-45BC-8F1C-7AC72BAC0583}" dt="2025-05-01T06:07:25.581" v="805"/>
          <ac:spMkLst>
            <pc:docMk/>
            <pc:sldMk cId="1589912385" sldId="524"/>
            <ac:spMk id="28" creationId="{7FE05145-7D4F-A117-8313-DB3C5CD37528}"/>
          </ac:spMkLst>
        </pc:spChg>
        <pc:spChg chg="mod">
          <ac:chgData name="Alexandre Quach" userId="03a3b9a4-365b-425e-bba9-a77346403bac" providerId="ADAL" clId="{A6636E6B-7FB7-45BC-8F1C-7AC72BAC0583}" dt="2025-05-01T06:07:25.581" v="805"/>
          <ac:spMkLst>
            <pc:docMk/>
            <pc:sldMk cId="1589912385" sldId="524"/>
            <ac:spMk id="30" creationId="{024D8419-10F5-E650-63A4-EF133FCE6844}"/>
          </ac:spMkLst>
        </pc:spChg>
      </pc:sldChg>
      <pc:sldChg chg="modSp mod">
        <pc:chgData name="Alexandre Quach" userId="03a3b9a4-365b-425e-bba9-a77346403bac" providerId="ADAL" clId="{A6636E6B-7FB7-45BC-8F1C-7AC72BAC0583}" dt="2025-05-01T06:02:11.552" v="563" actId="20577"/>
        <pc:sldMkLst>
          <pc:docMk/>
          <pc:sldMk cId="768457743" sldId="526"/>
        </pc:sldMkLst>
        <pc:spChg chg="mod">
          <ac:chgData name="Alexandre Quach" userId="03a3b9a4-365b-425e-bba9-a77346403bac" providerId="ADAL" clId="{A6636E6B-7FB7-45BC-8F1C-7AC72BAC0583}" dt="2025-05-01T06:02:05.272" v="521" actId="5793"/>
          <ac:spMkLst>
            <pc:docMk/>
            <pc:sldMk cId="768457743" sldId="526"/>
            <ac:spMk id="4" creationId="{DB9D6830-D0C5-5386-8146-E7C107C1316F}"/>
          </ac:spMkLst>
        </pc:spChg>
        <pc:spChg chg="mod">
          <ac:chgData name="Alexandre Quach" userId="03a3b9a4-365b-425e-bba9-a77346403bac" providerId="ADAL" clId="{A6636E6B-7FB7-45BC-8F1C-7AC72BAC0583}" dt="2025-05-01T06:02:11.552" v="563" actId="20577"/>
          <ac:spMkLst>
            <pc:docMk/>
            <pc:sldMk cId="768457743" sldId="526"/>
            <ac:spMk id="5" creationId="{2F8B8C2A-BD5B-36EF-3488-6DA89EA5D1C7}"/>
          </ac:spMkLst>
        </pc:spChg>
      </pc:sldChg>
      <pc:sldChg chg="modSp add mod">
        <pc:chgData name="Alexandre Quach" userId="03a3b9a4-365b-425e-bba9-a77346403bac" providerId="ADAL" clId="{A6636E6B-7FB7-45BC-8F1C-7AC72BAC0583}" dt="2025-05-01T06:01:24.363" v="432" actId="20577"/>
        <pc:sldMkLst>
          <pc:docMk/>
          <pc:sldMk cId="3889417507" sldId="527"/>
        </pc:sldMkLst>
        <pc:spChg chg="mod">
          <ac:chgData name="Alexandre Quach" userId="03a3b9a4-365b-425e-bba9-a77346403bac" providerId="ADAL" clId="{A6636E6B-7FB7-45BC-8F1C-7AC72BAC0583}" dt="2025-05-01T06:01:16.175" v="408" actId="5793"/>
          <ac:spMkLst>
            <pc:docMk/>
            <pc:sldMk cId="3889417507" sldId="527"/>
            <ac:spMk id="4" creationId="{8BC1E3E0-1CF5-EFD1-B7E7-D7830E300D32}"/>
          </ac:spMkLst>
        </pc:spChg>
        <pc:spChg chg="mod">
          <ac:chgData name="Alexandre Quach" userId="03a3b9a4-365b-425e-bba9-a77346403bac" providerId="ADAL" clId="{A6636E6B-7FB7-45BC-8F1C-7AC72BAC0583}" dt="2025-05-01T06:01:24.363" v="432" actId="20577"/>
          <ac:spMkLst>
            <pc:docMk/>
            <pc:sldMk cId="3889417507" sldId="527"/>
            <ac:spMk id="5" creationId="{541357ED-6705-4F7C-390D-4BCED624DC01}"/>
          </ac:spMkLst>
        </pc:spChg>
      </pc:sldChg>
      <pc:sldChg chg="modSp add mod">
        <pc:chgData name="Alexandre Quach" userId="03a3b9a4-365b-425e-bba9-a77346403bac" providerId="ADAL" clId="{A6636E6B-7FB7-45BC-8F1C-7AC72BAC0583}" dt="2025-05-01T06:01:51.363" v="501" actId="20577"/>
        <pc:sldMkLst>
          <pc:docMk/>
          <pc:sldMk cId="3078966984" sldId="528"/>
        </pc:sldMkLst>
        <pc:spChg chg="mod">
          <ac:chgData name="Alexandre Quach" userId="03a3b9a4-365b-425e-bba9-a77346403bac" providerId="ADAL" clId="{A6636E6B-7FB7-45BC-8F1C-7AC72BAC0583}" dt="2025-05-01T06:01:44.358" v="456" actId="5793"/>
          <ac:spMkLst>
            <pc:docMk/>
            <pc:sldMk cId="3078966984" sldId="528"/>
            <ac:spMk id="4" creationId="{EDF631F6-42FE-5039-7AFF-18F1DE2FA62B}"/>
          </ac:spMkLst>
        </pc:spChg>
        <pc:spChg chg="mod">
          <ac:chgData name="Alexandre Quach" userId="03a3b9a4-365b-425e-bba9-a77346403bac" providerId="ADAL" clId="{A6636E6B-7FB7-45BC-8F1C-7AC72BAC0583}" dt="2025-05-01T06:01:51.363" v="501" actId="20577"/>
          <ac:spMkLst>
            <pc:docMk/>
            <pc:sldMk cId="3078966984" sldId="528"/>
            <ac:spMk id="5" creationId="{00B594F9-D1A6-8B02-D3BD-255952BACA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0C527A-07D4-422F-A29E-BE3679BB3F79}" type="datetimeFigureOut">
              <a:rPr lang="fr-FR" smtClean="0"/>
              <a:t>01/05/2025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96AF65-E912-42BE-9CFE-A780E820DF8B}" type="slidenum">
              <a:rPr lang="fr-FR" smtClean="0"/>
              <a:t>‹N›</a:t>
            </a:fld>
            <a:endParaRPr lang="fr-FR"/>
          </a:p>
        </p:txBody>
      </p:sp>
    </p:spTree>
    <p:extLst>
      <p:ext uri="{BB962C8B-B14F-4D97-AF65-F5344CB8AC3E}">
        <p14:creationId xmlns:p14="http://schemas.microsoft.com/office/powerpoint/2010/main" val="3260456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rgbClr val="34657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2" name="Rectangle 11">
            <a:extLst>
              <a:ext uri="{FF2B5EF4-FFF2-40B4-BE49-F238E27FC236}">
                <a16:creationId xmlns:a16="http://schemas.microsoft.com/office/drawing/2014/main" id="{AE398C8A-F6B5-56A3-695F-92582797A788}"/>
              </a:ext>
            </a:extLst>
          </p:cNvPr>
          <p:cNvSpPr>
            <a:spLocks noChangeAspect="1"/>
          </p:cNvSpPr>
          <p:nvPr userDrawn="1"/>
        </p:nvSpPr>
        <p:spPr>
          <a:xfrm>
            <a:off x="8038764" y="614407"/>
            <a:ext cx="3712949" cy="6009030"/>
          </a:xfrm>
          <a:prstGeom prst="rect">
            <a:avLst/>
          </a:prstGeom>
          <a:solidFill>
            <a:srgbClr val="8E2C48"/>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9" name="Rectangle 8"/>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2" name="Rectangle 9"/>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Rectangle 10"/>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91870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rgbClr val="34657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C455A2DD-6D16-17CE-012A-9ADCA0FBBCC8}"/>
              </a:ext>
            </a:extLst>
          </p:cNvPr>
          <p:cNvSpPr>
            <a:spLocks noChangeAspect="1"/>
          </p:cNvSpPr>
          <p:nvPr userDrawn="1"/>
        </p:nvSpPr>
        <p:spPr>
          <a:xfrm>
            <a:off x="8038764" y="614407"/>
            <a:ext cx="3712949" cy="600903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906B0B64-12CB-C286-3970-64D4B6615D62}"/>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85B5E719-CCAC-E698-E567-67E7A78EDE8B}"/>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B3033467-E05A-2C6E-BD56-258BC987208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6193992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rgbClr val="60546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rgbClr val="8E2C48"/>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6CD74D51-5D14-03C7-FF99-FD9F00960215}"/>
              </a:ext>
            </a:extLst>
          </p:cNvPr>
          <p:cNvSpPr>
            <a:spLocks noChangeAspect="1"/>
          </p:cNvSpPr>
          <p:nvPr userDrawn="1"/>
        </p:nvSpPr>
        <p:spPr>
          <a:xfrm>
            <a:off x="8038764" y="614407"/>
            <a:ext cx="3712949" cy="600903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BDDADDFB-2FA6-2242-360C-70F1C4B2C5C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5C276AE1-59BD-6A51-2A97-6C0DAFD83FAE}"/>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BE80F7AD-9D3D-736A-7D1C-16B68B3F970C}"/>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96596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AFCFADE-5DD6-DA68-E8A4-400173FDD2D5}"/>
              </a:ext>
            </a:extLst>
          </p:cNvPr>
          <p:cNvSpPr>
            <a:spLocks noChangeAspect="1"/>
          </p:cNvSpPr>
          <p:nvPr userDrawn="1"/>
        </p:nvSpPr>
        <p:spPr>
          <a:xfrm>
            <a:off x="440286" y="614407"/>
            <a:ext cx="1197683" cy="600903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1" name="Rectangle 10">
            <a:extLst>
              <a:ext uri="{FF2B5EF4-FFF2-40B4-BE49-F238E27FC236}">
                <a16:creationId xmlns:a16="http://schemas.microsoft.com/office/drawing/2014/main" id="{958450B5-42F8-DEE9-4D82-D94C9A9DF168}"/>
              </a:ext>
            </a:extLst>
          </p:cNvPr>
          <p:cNvSpPr>
            <a:spLocks noChangeAspect="1"/>
          </p:cNvSpPr>
          <p:nvPr userDrawn="1"/>
        </p:nvSpPr>
        <p:spPr>
          <a:xfrm>
            <a:off x="1733383" y="614407"/>
            <a:ext cx="6209969" cy="600903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14" name="Title 1">
            <a:extLst>
              <a:ext uri="{FF2B5EF4-FFF2-40B4-BE49-F238E27FC236}">
                <a16:creationId xmlns:a16="http://schemas.microsoft.com/office/drawing/2014/main" id="{63F7A04F-0E16-DB15-A648-53C805624182}"/>
              </a:ext>
            </a:extLst>
          </p:cNvPr>
          <p:cNvSpPr>
            <a:spLocks noGrp="1"/>
          </p:cNvSpPr>
          <p:nvPr>
            <p:ph type="title" hasCustomPrompt="1"/>
          </p:nvPr>
        </p:nvSpPr>
        <p:spPr>
          <a:xfrm>
            <a:off x="2401292" y="3618922"/>
            <a:ext cx="4874150" cy="469047"/>
          </a:xfrm>
          <a:prstGeom prst="rect">
            <a:avLst/>
          </a:prstGeom>
        </p:spPr>
        <p:txBody>
          <a:bodyPr/>
          <a:lstStyle>
            <a:lvl1pPr algn="ctr">
              <a:defRPr sz="4000" spc="750" baseline="0">
                <a:latin typeface="Avenir Next LT Pro Light" panose="020B0304020202020204" pitchFamily="34" charset="0"/>
              </a:defRPr>
            </a:lvl1pPr>
          </a:lstStyle>
          <a:p>
            <a:r>
              <a:rPr lang="en-US"/>
              <a:t>EDIT </a:t>
            </a:r>
            <a:r>
              <a:rPr lang="en-US" err="1"/>
              <a:t>Titre</a:t>
            </a:r>
            <a:r>
              <a:rPr lang="en-US"/>
              <a:t> court</a:t>
            </a:r>
          </a:p>
        </p:txBody>
      </p:sp>
      <p:sp>
        <p:nvSpPr>
          <p:cNvPr id="2" name="Rectangle 1">
            <a:extLst>
              <a:ext uri="{FF2B5EF4-FFF2-40B4-BE49-F238E27FC236}">
                <a16:creationId xmlns:a16="http://schemas.microsoft.com/office/drawing/2014/main" id="{6CD74D51-5D14-03C7-FF99-FD9F00960215}"/>
              </a:ext>
            </a:extLst>
          </p:cNvPr>
          <p:cNvSpPr>
            <a:spLocks noChangeAspect="1"/>
          </p:cNvSpPr>
          <p:nvPr userDrawn="1"/>
        </p:nvSpPr>
        <p:spPr>
          <a:xfrm>
            <a:off x="8038764" y="614407"/>
            <a:ext cx="3712949" cy="6009030"/>
          </a:xfrm>
          <a:prstGeom prst="rect">
            <a:avLst/>
          </a:prstGeom>
          <a:solidFill>
            <a:srgbClr val="60546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Rectangle 8">
            <a:extLst>
              <a:ext uri="{FF2B5EF4-FFF2-40B4-BE49-F238E27FC236}">
                <a16:creationId xmlns:a16="http://schemas.microsoft.com/office/drawing/2014/main" id="{B3685FAF-0B7B-BA9C-41C4-78C999E1C4B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20EEB6B7-6EDD-C8AB-30F8-3FDFDCA20C89}"/>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8D42BBB2-46F2-7A23-3ECF-6B62E754734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79890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re court viole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5817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urt viole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8">
            <a:extLst>
              <a:ext uri="{FF2B5EF4-FFF2-40B4-BE49-F238E27FC236}">
                <a16:creationId xmlns:a16="http://schemas.microsoft.com/office/drawing/2014/main" id="{7ED7DC72-456B-B0A0-CF2E-D2849B01328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9B0E1A8C-FF8C-ACB0-4943-C8895C7C6B14}"/>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4EB353E9-7B3D-AB0F-E9AA-6D594227C98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itle 1">
            <a:extLst>
              <a:ext uri="{FF2B5EF4-FFF2-40B4-BE49-F238E27FC236}">
                <a16:creationId xmlns:a16="http://schemas.microsoft.com/office/drawing/2014/main" id="{31F651CE-F036-C11E-2CE7-EB28990A6B8D}"/>
              </a:ext>
            </a:extLst>
          </p:cNvPr>
          <p:cNvSpPr txBox="1">
            <a:spLocks/>
          </p:cNvSpPr>
          <p:nvPr userDrawn="1"/>
        </p:nvSpPr>
        <p:spPr>
          <a:xfrm>
            <a:off x="581192" y="1147155"/>
            <a:ext cx="11029616" cy="469047"/>
          </a:xfrm>
          <a:prstGeom prst="rect">
            <a:avLst/>
          </a:prstGeom>
        </p:spPr>
        <p:txBody>
          <a:bodyPr/>
          <a:lstStyle>
            <a:lvl1pPr algn="ctr" defTabSz="457200" rtl="0" eaLnBrk="1" latinLnBrk="0" hangingPunct="1">
              <a:spcBef>
                <a:spcPct val="0"/>
              </a:spcBef>
              <a:buNone/>
              <a:defRPr sz="2800" b="0" kern="1200" cap="all" spc="750" baseline="0">
                <a:solidFill>
                  <a:schemeClr val="bg1"/>
                </a:solidFill>
                <a:latin typeface="Avenir Next LT Pro Light" panose="020B0304020202020204" pitchFamily="34"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EDIT Titre court</a:t>
            </a:r>
          </a:p>
        </p:txBody>
      </p:sp>
      <p:pic>
        <p:nvPicPr>
          <p:cNvPr id="8" name="Immagine 7" descr="Immagine che contiene logo, Elementi grafici, Carattere, simbolo&#10;&#10;Descrizione generata automaticamente">
            <a:extLst>
              <a:ext uri="{FF2B5EF4-FFF2-40B4-BE49-F238E27FC236}">
                <a16:creationId xmlns:a16="http://schemas.microsoft.com/office/drawing/2014/main" id="{07E42FC6-F0AC-9D88-8A06-A5329C1076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4157686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urt bordeaux">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spect="1"/>
          </p:cNvSpPr>
          <p:nvPr userDrawn="1"/>
        </p:nvSpPr>
        <p:spPr>
          <a:xfrm>
            <a:off x="440286" y="614407"/>
            <a:ext cx="11309338" cy="1189298"/>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8">
            <a:extLst>
              <a:ext uri="{FF2B5EF4-FFF2-40B4-BE49-F238E27FC236}">
                <a16:creationId xmlns:a16="http://schemas.microsoft.com/office/drawing/2014/main" id="{0E4874BB-BBD8-4D3F-205D-55D3547EE09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4" name="Rectangle 9">
            <a:extLst>
              <a:ext uri="{FF2B5EF4-FFF2-40B4-BE49-F238E27FC236}">
                <a16:creationId xmlns:a16="http://schemas.microsoft.com/office/drawing/2014/main" id="{0C5E39A9-D8C4-748C-EBD7-CDBC1B11FEE1}"/>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5" name="Rectangle 10">
            <a:extLst>
              <a:ext uri="{FF2B5EF4-FFF2-40B4-BE49-F238E27FC236}">
                <a16:creationId xmlns:a16="http://schemas.microsoft.com/office/drawing/2014/main" id="{7404BA2C-2559-E4C7-51D9-9BE14C9E9B5D}"/>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Immagine 7" descr="Immagine che contiene logo, Elementi grafici, Carattere, simbolo&#10;&#10;Descrizione generata automaticamente">
            <a:extLst>
              <a:ext uri="{FF2B5EF4-FFF2-40B4-BE49-F238E27FC236}">
                <a16:creationId xmlns:a16="http://schemas.microsoft.com/office/drawing/2014/main" id="{478EA28B-D99E-A6E6-913C-3304EF2F82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952844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urt ble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73723"/>
            <a:ext cx="11029616" cy="842479"/>
          </a:xfrm>
          <a:prstGeom prst="rect">
            <a:avLst/>
          </a:prstGeom>
        </p:spPr>
        <p:txBody>
          <a:bodyPr/>
          <a:lstStyle>
            <a:lvl1pPr algn="ctr">
              <a:defRPr spc="750" baseline="0">
                <a:latin typeface="Avenir Next LT Pro Light" panose="020B0304020202020204" pitchFamily="34" charset="0"/>
              </a:defRPr>
            </a:lvl1pPr>
          </a:lstStyle>
          <a:p>
            <a:r>
              <a:rPr lang="en-US"/>
              <a:t>EDIT </a:t>
            </a:r>
            <a:r>
              <a:rPr lang="en-US" err="1"/>
              <a:t>Titre</a:t>
            </a:r>
            <a:r>
              <a:rPr lang="en-US"/>
              <a:t> court</a:t>
            </a:r>
          </a:p>
        </p:txBody>
      </p:sp>
      <p:sp>
        <p:nvSpPr>
          <p:cNvPr id="8" name="Rectangle 8">
            <a:extLst>
              <a:ext uri="{FF2B5EF4-FFF2-40B4-BE49-F238E27FC236}">
                <a16:creationId xmlns:a16="http://schemas.microsoft.com/office/drawing/2014/main" id="{A8B4D9FD-9F8F-B6A0-4826-72672EA6E26F}"/>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08D7FF0A-9E74-E8AF-7D0B-33CCE902EF1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3BE5BDF4-C58E-5E99-0F2C-4EF7F33CF975}"/>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E37479CF-B0F3-22CD-AA07-6978B6A917C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8352073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re court ver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15109"/>
            <a:ext cx="11029616" cy="901094"/>
          </a:xfrm>
          <a:prstGeom prst="rect">
            <a:avLst/>
          </a:prstGeom>
        </p:spPr>
        <p:txBody>
          <a:bodyPr/>
          <a:lstStyle>
            <a:lvl1pPr algn="ctr">
              <a:defRPr spc="750" baseline="0">
                <a:latin typeface="Avenir Next LT Pro Light" panose="020B0304020202020204" pitchFamily="34" charset="0"/>
              </a:defRPr>
            </a:lvl1pPr>
          </a:lstStyle>
          <a:p>
            <a:r>
              <a:rPr lang="en-US"/>
              <a:t>EDIT </a:t>
            </a:r>
            <a:r>
              <a:rPr lang="en-US" err="1"/>
              <a:t>Titre</a:t>
            </a:r>
            <a:r>
              <a:rPr lang="en-US"/>
              <a:t> court</a:t>
            </a:r>
          </a:p>
        </p:txBody>
      </p:sp>
      <p:sp>
        <p:nvSpPr>
          <p:cNvPr id="8" name="Rectangle 8">
            <a:extLst>
              <a:ext uri="{FF2B5EF4-FFF2-40B4-BE49-F238E27FC236}">
                <a16:creationId xmlns:a16="http://schemas.microsoft.com/office/drawing/2014/main" id="{C2061C22-93FD-408A-723F-9D2B95D9195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875ECB46-256F-0DD2-9B8C-4407491E932A}"/>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F12EDE58-1CE1-D1E1-B2BE-DC9D3535AEC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E3288278-D9F5-5D2C-8E99-24E15B2A63E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7848641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re court gri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D454602D-BD6B-0A71-0D5A-2C0B5162C29D}"/>
              </a:ext>
            </a:extLst>
          </p:cNvPr>
          <p:cNvSpPr>
            <a:spLocks noGrp="1"/>
          </p:cNvSpPr>
          <p:nvPr>
            <p:ph type="title" hasCustomPrompt="1"/>
          </p:nvPr>
        </p:nvSpPr>
        <p:spPr>
          <a:xfrm>
            <a:off x="581192" y="762001"/>
            <a:ext cx="11029616" cy="854202"/>
          </a:xfrm>
          <a:prstGeom prst="rect">
            <a:avLst/>
          </a:prstGeom>
        </p:spPr>
        <p:txBody>
          <a:bodyPr/>
          <a:lstStyle>
            <a:lvl1pPr algn="ctr">
              <a:defRPr spc="750" baseline="0">
                <a:latin typeface="Avenir Next LT Pro Light" panose="020B0304020202020204" pitchFamily="34" charset="0"/>
              </a:defRPr>
            </a:lvl1pPr>
          </a:lstStyle>
          <a:p>
            <a:r>
              <a:rPr lang="en-US"/>
              <a:t>EDIT </a:t>
            </a:r>
            <a:r>
              <a:rPr lang="en-US" err="1"/>
              <a:t>Titre</a:t>
            </a:r>
            <a:r>
              <a:rPr lang="en-US"/>
              <a:t> court</a:t>
            </a:r>
          </a:p>
        </p:txBody>
      </p:sp>
      <p:sp>
        <p:nvSpPr>
          <p:cNvPr id="8" name="Rectangle 8">
            <a:extLst>
              <a:ext uri="{FF2B5EF4-FFF2-40B4-BE49-F238E27FC236}">
                <a16:creationId xmlns:a16="http://schemas.microsoft.com/office/drawing/2014/main" id="{90DEA308-96F1-0311-1B6B-454EDC611B3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3238A82F-900A-4E33-7B7A-65B1F4B3C0D8}"/>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88D5DB1A-A340-507C-FB05-8FF94CD2FF69}"/>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BABF1125-461F-8602-E48C-7684A2E55DB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7957069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long viole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7CE479C5-A60C-21E6-2D0C-339B394A2659}"/>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04E40109-1EB7-2658-44A8-B773C6000F33}"/>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234A7663-EFC0-D95F-C518-5E2292C780B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D9E26E1-6921-86EA-FF4A-9F6F2C0EE7DA}"/>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4D69A594-E99D-B37F-A9ED-91B1F55057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2704411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long bordeaux">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11E4C511-1E82-CE71-54ED-1E9E6D7F2ED1}"/>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DDACB3A9-F8D4-E3A4-B49A-CD73B6F58D37}"/>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1773050E-4B3C-8443-BA01-4E3632A3E855}"/>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5FB5519-6B4E-34C4-1B0D-04F5956B5544}"/>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C6B95440-A2DD-ECE6-2AEF-3E5DCE5E9A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844736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long bleu">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C827A3EE-2388-7266-8754-7C55DF778E0A}"/>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B2B1B0BB-42FE-E437-F236-795D0A942DA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3D580A49-2564-3C95-6191-97EDCEE6F99D}"/>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766650CE-9965-B52B-12FF-7FD990287C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663525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re long ver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F285A6F7-9209-C194-DB75-F8A5AD3EE341}"/>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DEB6C767-03EA-0BAD-1663-EB510FC22801}"/>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C5FDCAF6-56CA-7BED-7D51-ACB088E9858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340EF7D8-1D52-4F23-049C-84EBDE9096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35812425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itre long orange">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rgbClr val="E87706"/>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957B8456-9959-E669-1EEF-6F3B11CBDC4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5686B5ED-2A3A-39BB-A570-E9BD3966E635}"/>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69AA8FF3-AC44-18E7-D7CA-0EA40CCD933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330C885F-14EC-65F6-3098-B3B5D253C7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973638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re long blanc">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solidFill>
                  <a:schemeClr val="tx1"/>
                </a:solidFill>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22758D99-F590-AA24-A21F-F07CD11F195D}"/>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CA650F4F-7632-F9BD-16B3-82126F673316}"/>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8B96639D-81CB-C2E7-5DA1-F42DACF8C9B5}"/>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A6485358-BAD5-1717-395C-35E3816543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885737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re long gri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E2E14868-FE41-2668-A6D8-A0DCA8D3B4B2}"/>
              </a:ext>
            </a:extLst>
          </p:cNvPr>
          <p:cNvSpPr>
            <a:spLocks noGrp="1"/>
          </p:cNvSpPr>
          <p:nvPr>
            <p:ph type="title" hasCustomPrompt="1"/>
          </p:nvPr>
        </p:nvSpPr>
        <p:spPr>
          <a:xfrm>
            <a:off x="581192" y="714896"/>
            <a:ext cx="11029616" cy="1001060"/>
          </a:xfrm>
          <a:prstGeom prst="rect">
            <a:avLst/>
          </a:prstGeom>
        </p:spPr>
        <p:txBody>
          <a:bodyPr/>
          <a:lstStyle>
            <a:lvl1pPr algn="ctr">
              <a:lnSpc>
                <a:spcPts val="4000"/>
              </a:lnSpc>
              <a:defRPr spc="750" baseline="0">
                <a:latin typeface="Avenir Next LT Pro Light" panose="020B0304020202020204" pitchFamily="34" charset="0"/>
              </a:defRPr>
            </a:lvl1pPr>
          </a:lstStyle>
          <a:p>
            <a:r>
              <a:rPr lang="en-US"/>
              <a:t>EDIT Titre long EDIT Titre long EDIT Titre long EDIT Titre long</a:t>
            </a:r>
          </a:p>
        </p:txBody>
      </p:sp>
      <p:sp>
        <p:nvSpPr>
          <p:cNvPr id="8" name="Rectangle 8">
            <a:extLst>
              <a:ext uri="{FF2B5EF4-FFF2-40B4-BE49-F238E27FC236}">
                <a16:creationId xmlns:a16="http://schemas.microsoft.com/office/drawing/2014/main" id="{49696EC3-D8AC-2AB1-EB47-987E5505DC04}"/>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9">
            <a:extLst>
              <a:ext uri="{FF2B5EF4-FFF2-40B4-BE49-F238E27FC236}">
                <a16:creationId xmlns:a16="http://schemas.microsoft.com/office/drawing/2014/main" id="{ADE15938-67AA-2872-50FC-6C32A7945A04}"/>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10">
            <a:extLst>
              <a:ext uri="{FF2B5EF4-FFF2-40B4-BE49-F238E27FC236}">
                <a16:creationId xmlns:a16="http://schemas.microsoft.com/office/drawing/2014/main" id="{B84BC818-9579-BC31-F046-FA2BA1F6E930}"/>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2AF9C54E-B1D1-BFA5-6E80-55A4DED9D4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040314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241EE212-5F92-A0AE-E1C8-521EE819543A}"/>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10" name="Rectangle 8">
            <a:extLst>
              <a:ext uri="{FF2B5EF4-FFF2-40B4-BE49-F238E27FC236}">
                <a16:creationId xmlns:a16="http://schemas.microsoft.com/office/drawing/2014/main" id="{5114A44C-D5E3-42D0-EEC3-3BB3053D3CBB}"/>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9">
            <a:extLst>
              <a:ext uri="{FF2B5EF4-FFF2-40B4-BE49-F238E27FC236}">
                <a16:creationId xmlns:a16="http://schemas.microsoft.com/office/drawing/2014/main" id="{D35F0E2D-E930-88B4-BB61-C543FFEB1BA0}"/>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0">
            <a:extLst>
              <a:ext uri="{FF2B5EF4-FFF2-40B4-BE49-F238E27FC236}">
                <a16:creationId xmlns:a16="http://schemas.microsoft.com/office/drawing/2014/main" id="{F6ED1406-541C-F475-6CC7-E219FEB4BD4E}"/>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5" name="Immagine 4" descr="Immagine che contiene logo, Elementi grafici, Carattere, simbolo&#10;&#10;Descrizione generata automaticamente">
            <a:extLst>
              <a:ext uri="{FF2B5EF4-FFF2-40B4-BE49-F238E27FC236}">
                <a16:creationId xmlns:a16="http://schemas.microsoft.com/office/drawing/2014/main" id="{B4C87589-0C5B-1303-5FCF-F5BEBE493B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618691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latin typeface="Avenir Next LT Pro Light" panose="020B03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lvl1pPr>
              <a:defRPr>
                <a:latin typeface="Avenir Next LT Pro Light" panose="020B0304020202020204" pitchFamily="34" charset="0"/>
              </a:defRPr>
            </a:lvl1pPr>
            <a:lvl2pPr>
              <a:defRPr>
                <a:latin typeface="Avenir Next LT Pro Light" panose="020B0304020202020204" pitchFamily="34" charset="0"/>
              </a:defRPr>
            </a:lvl2pPr>
            <a:lvl3pPr>
              <a:defRPr>
                <a:latin typeface="Avenir Next LT Pro Light" panose="020B0304020202020204" pitchFamily="34" charset="0"/>
              </a:defRPr>
            </a:lvl3pPr>
            <a:lvl4pPr>
              <a:defRPr>
                <a:latin typeface="Avenir Next LT Pro Light" panose="020B0304020202020204" pitchFamily="34" charset="0"/>
              </a:defRPr>
            </a:lvl4pPr>
            <a:lvl5pPr>
              <a:defRPr>
                <a:latin typeface="Avenir Next LT Pro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latin typeface="Avenir Next LT Pro Light" panose="020B03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lvl1pPr>
              <a:defRPr>
                <a:latin typeface="Avenir Next LT Pro Light" panose="020B0304020202020204" pitchFamily="34" charset="0"/>
              </a:defRPr>
            </a:lvl1pPr>
            <a:lvl2pPr>
              <a:defRPr>
                <a:latin typeface="Avenir Next LT Pro Light" panose="020B0304020202020204" pitchFamily="34" charset="0"/>
              </a:defRPr>
            </a:lvl2pPr>
            <a:lvl3pPr>
              <a:defRPr>
                <a:latin typeface="Avenir Next LT Pro Light" panose="020B0304020202020204" pitchFamily="34" charset="0"/>
              </a:defRPr>
            </a:lvl3pPr>
            <a:lvl4pPr>
              <a:defRPr>
                <a:latin typeface="Avenir Next LT Pro Light" panose="020B0304020202020204" pitchFamily="34" charset="0"/>
              </a:defRPr>
            </a:lvl4pPr>
            <a:lvl5pPr>
              <a:defRPr>
                <a:latin typeface="Avenir Next LT Pro Light" panose="020B03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a:extLst>
              <a:ext uri="{FF2B5EF4-FFF2-40B4-BE49-F238E27FC236}">
                <a16:creationId xmlns:a16="http://schemas.microsoft.com/office/drawing/2014/main" id="{D76612BB-D5BD-E5EA-67B4-CC41703DAB40}"/>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12" name="Rectangle 8">
            <a:extLst>
              <a:ext uri="{FF2B5EF4-FFF2-40B4-BE49-F238E27FC236}">
                <a16:creationId xmlns:a16="http://schemas.microsoft.com/office/drawing/2014/main" id="{A59F4DE8-8CCE-E531-2B12-0D89B668355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7734DEA0-CC0D-C7E3-4190-7A57C160D89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BF1F22BC-F715-336F-1457-84F5D111F3BC}"/>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F0B2FB6D-8642-CECA-4ECD-99B00F6ED5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5682923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6" name="Title 1">
            <a:extLst>
              <a:ext uri="{FF2B5EF4-FFF2-40B4-BE49-F238E27FC236}">
                <a16:creationId xmlns:a16="http://schemas.microsoft.com/office/drawing/2014/main" id="{A9416B56-F0DE-A802-5693-A1DBCF514625}"/>
              </a:ext>
            </a:extLst>
          </p:cNvPr>
          <p:cNvSpPr>
            <a:spLocks noGrp="1"/>
          </p:cNvSpPr>
          <p:nvPr>
            <p:ph type="title"/>
          </p:nvPr>
        </p:nvSpPr>
        <p:spPr>
          <a:xfrm>
            <a:off x="581192" y="1246908"/>
            <a:ext cx="11029616" cy="469047"/>
          </a:xfrm>
          <a:prstGeom prst="rect">
            <a:avLst/>
          </a:prstGeom>
        </p:spPr>
        <p:txBody>
          <a:bodyPr/>
          <a:lstStyle>
            <a:lvl1pPr>
              <a:defRPr spc="750" baseline="0">
                <a:latin typeface="Avenir Next LT Pro Light" panose="020B0304020202020204" pitchFamily="34" charset="0"/>
              </a:defRPr>
            </a:lvl1pPr>
          </a:lstStyle>
          <a:p>
            <a:r>
              <a:rPr lang="en-US"/>
              <a:t>Click to edit Master title style</a:t>
            </a:r>
          </a:p>
        </p:txBody>
      </p:sp>
      <p:sp>
        <p:nvSpPr>
          <p:cNvPr id="8" name="Rectangle 8">
            <a:extLst>
              <a:ext uri="{FF2B5EF4-FFF2-40B4-BE49-F238E27FC236}">
                <a16:creationId xmlns:a16="http://schemas.microsoft.com/office/drawing/2014/main" id="{160685EE-D8FF-6E64-3465-7A1B20D8C8C6}"/>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D7F00FA9-84C2-FDAA-CA9F-F9CD8DADA9E7}"/>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0797B3AC-16E8-08D1-6B4A-8D6E8D929B67}"/>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 name="Immagine 1" descr="Immagine che contiene logo, Elementi grafici, Carattere, simbolo&#10;&#10;Descrizione generata automaticamente">
            <a:extLst>
              <a:ext uri="{FF2B5EF4-FFF2-40B4-BE49-F238E27FC236}">
                <a16:creationId xmlns:a16="http://schemas.microsoft.com/office/drawing/2014/main" id="{4558C855-F4C8-B353-B429-A7F12D43887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2472310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a:prstGeom prst="rect">
            <a:avLst/>
          </a:prstGeom>
        </p:spPr>
        <p:txBody>
          <a:bodyPr anchor="ctr"/>
          <a:lstStyle>
            <a:lvl1pPr algn="l">
              <a:defRPr sz="2000" b="0">
                <a:solidFill>
                  <a:schemeClr val="accent1">
                    <a:lumMod val="75000"/>
                    <a:lumOff val="25000"/>
                  </a:schemeClr>
                </a:solidFill>
              </a:defRPr>
            </a:lvl1pPr>
          </a:lstStyle>
          <a:p>
            <a:r>
              <a:rPr lang="en-US"/>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7605951" y="5956137"/>
            <a:ext cx="2844799" cy="365125"/>
          </a:xfrm>
          <a:prstGeom prst="rect">
            <a:avLst/>
          </a:prstGeom>
        </p:spPr>
        <p:txBody>
          <a:bodyPr/>
          <a:lstStyle>
            <a:lvl1pPr>
              <a:defRPr>
                <a:solidFill>
                  <a:schemeClr val="accent1">
                    <a:lumMod val="75000"/>
                    <a:lumOff val="25000"/>
                  </a:schemeClr>
                </a:solidFill>
              </a:defRPr>
            </a:lvl1pPr>
          </a:lstStyle>
          <a:p>
            <a:fld id="{B61BEF0D-F0BB-DE4B-95CE-6DB70DBA9567}" type="datetimeFigureOut">
              <a:rPr lang="en-US" dirty="0"/>
              <a:pPr/>
              <a:t>5/1/2025</a:t>
            </a:fld>
            <a:endParaRPr lang="en-US"/>
          </a:p>
        </p:txBody>
      </p:sp>
      <p:sp>
        <p:nvSpPr>
          <p:cNvPr id="6" name="Footer Placeholder 5"/>
          <p:cNvSpPr>
            <a:spLocks noGrp="1"/>
          </p:cNvSpPr>
          <p:nvPr>
            <p:ph type="ftr" sz="quarter" idx="11"/>
          </p:nvPr>
        </p:nvSpPr>
        <p:spPr>
          <a:xfrm>
            <a:off x="581192" y="5951811"/>
            <a:ext cx="6917210" cy="365125"/>
          </a:xfrm>
          <a:prstGeom prst="rect">
            <a:avLst/>
          </a:prstGeom>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a:xfrm>
            <a:off x="10558300" y="5956137"/>
            <a:ext cx="1052510" cy="365125"/>
          </a:xfrm>
          <a:prstGeom prst="rect">
            <a:avLst/>
          </a:prstGeom>
        </p:spPr>
        <p:txBody>
          <a:bodyPr/>
          <a:lstStyle>
            <a:lvl1pPr>
              <a:defRPr>
                <a:solidFill>
                  <a:schemeClr val="accent1">
                    <a:lumMod val="75000"/>
                    <a:lumOff val="25000"/>
                  </a:schemeClr>
                </a:solidFill>
              </a:defRPr>
            </a:lvl1pPr>
          </a:lstStyle>
          <a:p>
            <a:fld id="{D57F1E4F-1CFF-5643-939E-217C01CDF565}" type="slidenum">
              <a:rPr lang="en-US" dirty="0"/>
              <a:pPr/>
              <a:t>‹N›</a:t>
            </a:fld>
            <a:endParaRPr lang="en-US"/>
          </a:p>
        </p:txBody>
      </p:sp>
      <p:pic>
        <p:nvPicPr>
          <p:cNvPr id="10" name="Image 246" descr="Une image contenant texte, clipart&#10;&#10;Description générée automatiquement">
            <a:extLst>
              <a:ext uri="{FF2B5EF4-FFF2-40B4-BE49-F238E27FC236}">
                <a16:creationId xmlns:a16="http://schemas.microsoft.com/office/drawing/2014/main" id="{5823EAB7-14C6-4D84-B784-92DE34C2D090}"/>
              </a:ext>
            </a:extLst>
          </p:cNvPr>
          <p:cNvPicPr>
            <a:picLocks noChangeAspect="1"/>
          </p:cNvPicPr>
          <p:nvPr userDrawn="1"/>
        </p:nvPicPr>
        <p:blipFill rotWithShape="1">
          <a:blip r:embed="rId2"/>
          <a:srcRect l="3900" r="4178" b="-899"/>
          <a:stretch/>
        </p:blipFill>
        <p:spPr>
          <a:xfrm>
            <a:off x="10563414" y="6145133"/>
            <a:ext cx="1373116" cy="617815"/>
          </a:xfrm>
          <a:prstGeom prst="rect">
            <a:avLst/>
          </a:prstGeom>
          <a:ln>
            <a:noFill/>
          </a:ln>
          <a:effectLst/>
        </p:spPr>
      </p:pic>
      <p:sp>
        <p:nvSpPr>
          <p:cNvPr id="14" name="Rectangle 8">
            <a:extLst>
              <a:ext uri="{FF2B5EF4-FFF2-40B4-BE49-F238E27FC236}">
                <a16:creationId xmlns:a16="http://schemas.microsoft.com/office/drawing/2014/main" id="{48B2BB74-CFB8-8CA9-02C8-C917F4D0AF9C}"/>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C4CA8950-3657-9117-8710-0499A2E7B0EA}"/>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0EFCE4B5-63A4-B69E-8A09-213162ACB981}"/>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1033796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a:prstGeom prst="rect">
            <a:avLst/>
          </a:prstGeom>
        </p:spPr>
        <p:txBody>
          <a:bodyPr anchor="b">
            <a:normAutofit/>
          </a:bodyPr>
          <a:lstStyle>
            <a:lvl1pPr algn="l">
              <a:defRPr sz="2400" b="0">
                <a:solidFill>
                  <a:schemeClr val="accent1"/>
                </a:solidFill>
              </a:defRPr>
            </a:lvl1pPr>
          </a:lstStyle>
          <a:p>
            <a:r>
              <a:rPr lang="en-US"/>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8" name="Image 246" descr="Une image contenant texte, clipart&#10;&#10;Description générée automatiquement">
            <a:extLst>
              <a:ext uri="{FF2B5EF4-FFF2-40B4-BE49-F238E27FC236}">
                <a16:creationId xmlns:a16="http://schemas.microsoft.com/office/drawing/2014/main" id="{E9D2774E-EE70-4438-927E-92AC7602BAB3}"/>
              </a:ext>
            </a:extLst>
          </p:cNvPr>
          <p:cNvPicPr>
            <a:picLocks noChangeAspect="1"/>
          </p:cNvPicPr>
          <p:nvPr userDrawn="1"/>
        </p:nvPicPr>
        <p:blipFill rotWithShape="1">
          <a:blip r:embed="rId2"/>
          <a:srcRect l="3900" r="4178" b="-899"/>
          <a:stretch/>
        </p:blipFill>
        <p:spPr>
          <a:xfrm>
            <a:off x="10563414" y="6145133"/>
            <a:ext cx="1373116" cy="617815"/>
          </a:xfrm>
          <a:prstGeom prst="rect">
            <a:avLst/>
          </a:prstGeom>
          <a:ln>
            <a:noFill/>
          </a:ln>
          <a:effectLst/>
        </p:spPr>
      </p:pic>
    </p:spTree>
    <p:extLst>
      <p:ext uri="{BB962C8B-B14F-4D97-AF65-F5344CB8AC3E}">
        <p14:creationId xmlns:p14="http://schemas.microsoft.com/office/powerpoint/2010/main" val="11935294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E9CBB-FACB-47FD-B993-887944B72BB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068065A3-CD36-4164-9DDB-3E263947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EC552175-BAFE-4F92-B696-0F83C414594D}"/>
              </a:ext>
            </a:extLst>
          </p:cNvPr>
          <p:cNvSpPr>
            <a:spLocks noGrp="1"/>
          </p:cNvSpPr>
          <p:nvPr>
            <p:ph type="dt" sz="half" idx="10"/>
          </p:nvPr>
        </p:nvSpPr>
        <p:spPr/>
        <p:txBody>
          <a:bodyPr/>
          <a:lstStyle/>
          <a:p>
            <a:fld id="{8BF863FB-1D05-453E-A071-E19A74A57CD6}" type="datetimeFigureOut">
              <a:rPr lang="en-US" smtClean="0"/>
              <a:t>5/1/2025</a:t>
            </a:fld>
            <a:endParaRPr lang="en-US"/>
          </a:p>
        </p:txBody>
      </p:sp>
      <p:sp>
        <p:nvSpPr>
          <p:cNvPr id="5" name="Espace réservé du pied de page 4">
            <a:extLst>
              <a:ext uri="{FF2B5EF4-FFF2-40B4-BE49-F238E27FC236}">
                <a16:creationId xmlns:a16="http://schemas.microsoft.com/office/drawing/2014/main" id="{7F852C2C-69DA-4AC7-A36A-DDAE533143AE}"/>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7A4E8798-FB35-4792-8C3C-333152B902EF}"/>
              </a:ext>
            </a:extLst>
          </p:cNvPr>
          <p:cNvSpPr>
            <a:spLocks noGrp="1"/>
          </p:cNvSpPr>
          <p:nvPr>
            <p:ph type="sldNum" sz="quarter" idx="12"/>
          </p:nvPr>
        </p:nvSpPr>
        <p:spPr/>
        <p:txBody>
          <a:bodyPr/>
          <a:lstStyle/>
          <a:p>
            <a:fld id="{CC42924E-A6FE-49E9-BB6D-453D1C29ED4B}" type="slidenum">
              <a:rPr lang="en-US" smtClean="0"/>
              <a:t>‹N›</a:t>
            </a:fld>
            <a:endParaRPr lang="en-US"/>
          </a:p>
        </p:txBody>
      </p:sp>
    </p:spTree>
    <p:extLst>
      <p:ext uri="{BB962C8B-B14F-4D97-AF65-F5344CB8AC3E}">
        <p14:creationId xmlns:p14="http://schemas.microsoft.com/office/powerpoint/2010/main" val="33793274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099012-955C-4B60-8751-37EFA6474D2B}"/>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59008CA-BF35-4E5B-B0B4-FD92B5C0B5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A39AE10-AE85-4D2F-A369-4FDCF70B49F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0BDD706E-F062-4496-81A4-EA3DAE6055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D2302C-5B3E-4747-9F78-F90268DCB68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81C3D165-71FD-47F8-AE2C-B3B2785D5D06}"/>
              </a:ext>
            </a:extLst>
          </p:cNvPr>
          <p:cNvSpPr>
            <a:spLocks noGrp="1"/>
          </p:cNvSpPr>
          <p:nvPr>
            <p:ph type="dt" sz="half" idx="10"/>
          </p:nvPr>
        </p:nvSpPr>
        <p:spPr/>
        <p:txBody>
          <a:bodyPr/>
          <a:lstStyle/>
          <a:p>
            <a:fld id="{8BF863FB-1D05-453E-A071-E19A74A57CD6}" type="datetimeFigureOut">
              <a:rPr lang="en-US" smtClean="0"/>
              <a:t>5/1/2025</a:t>
            </a:fld>
            <a:endParaRPr lang="en-US"/>
          </a:p>
        </p:txBody>
      </p:sp>
      <p:sp>
        <p:nvSpPr>
          <p:cNvPr id="8" name="Espace réservé du pied de page 7">
            <a:extLst>
              <a:ext uri="{FF2B5EF4-FFF2-40B4-BE49-F238E27FC236}">
                <a16:creationId xmlns:a16="http://schemas.microsoft.com/office/drawing/2014/main" id="{AF1EC934-A1AE-4553-91BC-4D95CAF70A1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A9020A61-0790-4D9D-A932-CA37599106B0}"/>
              </a:ext>
            </a:extLst>
          </p:cNvPr>
          <p:cNvSpPr>
            <a:spLocks noGrp="1"/>
          </p:cNvSpPr>
          <p:nvPr>
            <p:ph type="sldNum" sz="quarter" idx="12"/>
          </p:nvPr>
        </p:nvSpPr>
        <p:spPr/>
        <p:txBody>
          <a:bodyPr/>
          <a:lstStyle/>
          <a:p>
            <a:fld id="{CC42924E-A6FE-49E9-BB6D-453D1C29ED4B}" type="slidenum">
              <a:rPr lang="en-US" smtClean="0"/>
              <a:t>‹N›</a:t>
            </a:fld>
            <a:endParaRPr lang="en-US"/>
          </a:p>
        </p:txBody>
      </p:sp>
      <p:sp>
        <p:nvSpPr>
          <p:cNvPr id="14" name="Rectangle 8">
            <a:extLst>
              <a:ext uri="{FF2B5EF4-FFF2-40B4-BE49-F238E27FC236}">
                <a16:creationId xmlns:a16="http://schemas.microsoft.com/office/drawing/2014/main" id="{FDC73403-C5B2-D358-171A-360A7B4099FD}"/>
              </a:ext>
            </a:extLst>
          </p:cNvPr>
          <p:cNvSpPr/>
          <p:nvPr userDrawn="1"/>
        </p:nvSpPr>
        <p:spPr>
          <a:xfrm>
            <a:off x="446534" y="457200"/>
            <a:ext cx="3703320" cy="94997"/>
          </a:xfrm>
          <a:prstGeom prst="rect">
            <a:avLst/>
          </a:prstGeom>
          <a:solidFill>
            <a:srgbClr val="932E4C"/>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4E8EA7D4-B815-B164-60C5-9A90FDA946A9}"/>
              </a:ext>
            </a:extLst>
          </p:cNvPr>
          <p:cNvSpPr/>
          <p:nvPr userDrawn="1"/>
        </p:nvSpPr>
        <p:spPr>
          <a:xfrm>
            <a:off x="8042147" y="453643"/>
            <a:ext cx="3703320" cy="98554"/>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34AFF1CA-7948-EAFF-10F5-4D8366B38BDA}"/>
              </a:ext>
            </a:extLst>
          </p:cNvPr>
          <p:cNvSpPr/>
          <p:nvPr userDrawn="1"/>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10" name="Immagine 9" descr="Immagine che contiene logo, Elementi grafici, Carattere, simbolo&#10;&#10;Descrizione generata automaticamente">
            <a:extLst>
              <a:ext uri="{FF2B5EF4-FFF2-40B4-BE49-F238E27FC236}">
                <a16:creationId xmlns:a16="http://schemas.microsoft.com/office/drawing/2014/main" id="{C7D33A5B-F88D-6E37-069F-A0D42D0716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41290" y="6427112"/>
            <a:ext cx="950710" cy="321947"/>
          </a:xfrm>
          <a:prstGeom prst="rect">
            <a:avLst/>
          </a:prstGeom>
        </p:spPr>
      </p:pic>
    </p:spTree>
    <p:extLst>
      <p:ext uri="{BB962C8B-B14F-4D97-AF65-F5344CB8AC3E}">
        <p14:creationId xmlns:p14="http://schemas.microsoft.com/office/powerpoint/2010/main" val="1487456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774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a:t>
            </a:r>
          </a:p>
          <a:p>
            <a:pPr lvl="6"/>
            <a:r>
              <a:rPr lang="en-US"/>
              <a:t>Seve</a:t>
            </a:r>
          </a:p>
          <a:p>
            <a:pPr lvl="7"/>
            <a:r>
              <a:rPr lang="en-US"/>
              <a:t>Eight</a:t>
            </a:r>
          </a:p>
          <a:p>
            <a:pPr lvl="8"/>
            <a:r>
              <a:rPr lang="en-US"/>
              <a:t>nine</a:t>
            </a: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Tree>
    <p:extLst>
      <p:ext uri="{BB962C8B-B14F-4D97-AF65-F5344CB8AC3E}">
        <p14:creationId xmlns:p14="http://schemas.microsoft.com/office/powerpoint/2010/main" val="29824163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84" r:id="rId15"/>
    <p:sldLayoutId id="2147483685" r:id="rId16"/>
    <p:sldLayoutId id="2147483676" r:id="rId17"/>
    <p:sldLayoutId id="2147483677" r:id="rId18"/>
    <p:sldLayoutId id="2147483678" r:id="rId19"/>
    <p:sldLayoutId id="2147483679" r:id="rId20"/>
    <p:sldLayoutId id="2147483680" r:id="rId21"/>
    <p:sldLayoutId id="2147483681" r:id="rId22"/>
    <p:sldLayoutId id="2147483686" r:id="rId23"/>
    <p:sldLayoutId id="2147483687" r:id="rId24"/>
    <p:sldLayoutId id="2147483689" r:id="rId25"/>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image" Target="../media/image6.pn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3.svg"/><Relationship Id="rId7"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25.xml"/><Relationship Id="rId6" Type="http://schemas.openxmlformats.org/officeDocument/2006/relationships/image" Target="../media/image1.png"/><Relationship Id="rId11" Type="http://schemas.openxmlformats.org/officeDocument/2006/relationships/image" Target="../media/image10.png"/><Relationship Id="rId5" Type="http://schemas.openxmlformats.org/officeDocument/2006/relationships/image" Target="../media/image3.png"/><Relationship Id="rId10" Type="http://schemas.openxmlformats.org/officeDocument/2006/relationships/image" Target="../media/image17.svg"/><Relationship Id="rId4" Type="http://schemas.openxmlformats.org/officeDocument/2006/relationships/hyperlink" Target="http://www.komyu.fr/" TargetMode="External"/><Relationship Id="rId9"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svg"/><Relationship Id="rId18" Type="http://schemas.openxmlformats.org/officeDocument/2006/relationships/image" Target="../media/image28.png"/><Relationship Id="rId3" Type="http://schemas.openxmlformats.org/officeDocument/2006/relationships/image" Target="../media/image1.png"/><Relationship Id="rId21" Type="http://schemas.openxmlformats.org/officeDocument/2006/relationships/image" Target="../media/image31.svg"/><Relationship Id="rId7" Type="http://schemas.openxmlformats.org/officeDocument/2006/relationships/image" Target="../media/image19.svg"/><Relationship Id="rId12" Type="http://schemas.openxmlformats.org/officeDocument/2006/relationships/image" Target="../media/image24.png"/><Relationship Id="rId17" Type="http://schemas.openxmlformats.org/officeDocument/2006/relationships/image" Target="../media/image7.svg"/><Relationship Id="rId2" Type="http://schemas.openxmlformats.org/officeDocument/2006/relationships/image" Target="../media/image3.png"/><Relationship Id="rId16" Type="http://schemas.openxmlformats.org/officeDocument/2006/relationships/image" Target="../media/image6.png"/><Relationship Id="rId20" Type="http://schemas.openxmlformats.org/officeDocument/2006/relationships/image" Target="../media/image30.png"/><Relationship Id="rId1" Type="http://schemas.openxmlformats.org/officeDocument/2006/relationships/slideLayout" Target="../slideLayouts/slideLayout25.xml"/><Relationship Id="rId6" Type="http://schemas.openxmlformats.org/officeDocument/2006/relationships/image" Target="../media/image18.png"/><Relationship Id="rId11" Type="http://schemas.openxmlformats.org/officeDocument/2006/relationships/image" Target="../media/image23.svg"/><Relationship Id="rId5" Type="http://schemas.openxmlformats.org/officeDocument/2006/relationships/image" Target="../media/image13.svg"/><Relationship Id="rId15" Type="http://schemas.openxmlformats.org/officeDocument/2006/relationships/image" Target="../media/image27.svg"/><Relationship Id="rId23" Type="http://schemas.openxmlformats.org/officeDocument/2006/relationships/image" Target="../media/image33.svg"/><Relationship Id="rId10" Type="http://schemas.openxmlformats.org/officeDocument/2006/relationships/image" Target="../media/image22.png"/><Relationship Id="rId19" Type="http://schemas.openxmlformats.org/officeDocument/2006/relationships/image" Target="../media/image29.svg"/><Relationship Id="rId4" Type="http://schemas.openxmlformats.org/officeDocument/2006/relationships/image" Target="../media/image12.png"/><Relationship Id="rId9" Type="http://schemas.openxmlformats.org/officeDocument/2006/relationships/image" Target="../media/image21.svg"/><Relationship Id="rId14" Type="http://schemas.openxmlformats.org/officeDocument/2006/relationships/image" Target="../media/image26.png"/><Relationship Id="rId22"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svg"/><Relationship Id="rId18" Type="http://schemas.openxmlformats.org/officeDocument/2006/relationships/image" Target="../media/image46.png"/><Relationship Id="rId3" Type="http://schemas.openxmlformats.org/officeDocument/2006/relationships/image" Target="../media/image1.png"/><Relationship Id="rId21" Type="http://schemas.openxmlformats.org/officeDocument/2006/relationships/image" Target="../media/image49.svg"/><Relationship Id="rId7" Type="http://schemas.openxmlformats.org/officeDocument/2006/relationships/image" Target="../media/image35.svg"/><Relationship Id="rId12" Type="http://schemas.openxmlformats.org/officeDocument/2006/relationships/image" Target="../media/image40.png"/><Relationship Id="rId17" Type="http://schemas.openxmlformats.org/officeDocument/2006/relationships/image" Target="../media/image45.svg"/><Relationship Id="rId2" Type="http://schemas.openxmlformats.org/officeDocument/2006/relationships/image" Target="../media/image3.png"/><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25.xml"/><Relationship Id="rId6" Type="http://schemas.openxmlformats.org/officeDocument/2006/relationships/image" Target="../media/image34.png"/><Relationship Id="rId11" Type="http://schemas.openxmlformats.org/officeDocument/2006/relationships/image" Target="../media/image39.svg"/><Relationship Id="rId5" Type="http://schemas.openxmlformats.org/officeDocument/2006/relationships/image" Target="../media/image13.svg"/><Relationship Id="rId15" Type="http://schemas.openxmlformats.org/officeDocument/2006/relationships/image" Target="../media/image43.svg"/><Relationship Id="rId23" Type="http://schemas.openxmlformats.org/officeDocument/2006/relationships/image" Target="../media/image51.svg"/><Relationship Id="rId10" Type="http://schemas.openxmlformats.org/officeDocument/2006/relationships/image" Target="../media/image38.png"/><Relationship Id="rId19" Type="http://schemas.openxmlformats.org/officeDocument/2006/relationships/image" Target="../media/image47.svg"/><Relationship Id="rId4" Type="http://schemas.openxmlformats.org/officeDocument/2006/relationships/image" Target="../media/image12.png"/><Relationship Id="rId9" Type="http://schemas.openxmlformats.org/officeDocument/2006/relationships/image" Target="../media/image37.svg"/><Relationship Id="rId14" Type="http://schemas.openxmlformats.org/officeDocument/2006/relationships/image" Target="../media/image42.png"/><Relationship Id="rId22" Type="http://schemas.openxmlformats.org/officeDocument/2006/relationships/image" Target="../media/image50.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svg"/><Relationship Id="rId18" Type="http://schemas.openxmlformats.org/officeDocument/2006/relationships/image" Target="../media/image64.png"/><Relationship Id="rId3" Type="http://schemas.openxmlformats.org/officeDocument/2006/relationships/image" Target="../media/image1.png"/><Relationship Id="rId21" Type="http://schemas.openxmlformats.org/officeDocument/2006/relationships/image" Target="../media/image67.svg"/><Relationship Id="rId7" Type="http://schemas.openxmlformats.org/officeDocument/2006/relationships/image" Target="../media/image53.svg"/><Relationship Id="rId12" Type="http://schemas.openxmlformats.org/officeDocument/2006/relationships/image" Target="../media/image58.png"/><Relationship Id="rId17" Type="http://schemas.openxmlformats.org/officeDocument/2006/relationships/image" Target="../media/image63.svg"/><Relationship Id="rId2" Type="http://schemas.openxmlformats.org/officeDocument/2006/relationships/image" Target="../media/image3.png"/><Relationship Id="rId16" Type="http://schemas.openxmlformats.org/officeDocument/2006/relationships/image" Target="../media/image62.png"/><Relationship Id="rId20" Type="http://schemas.openxmlformats.org/officeDocument/2006/relationships/image" Target="../media/image66.png"/><Relationship Id="rId1" Type="http://schemas.openxmlformats.org/officeDocument/2006/relationships/slideLayout" Target="../slideLayouts/slideLayout25.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13.svg"/><Relationship Id="rId15" Type="http://schemas.openxmlformats.org/officeDocument/2006/relationships/image" Target="../media/image61.svg"/><Relationship Id="rId23" Type="http://schemas.openxmlformats.org/officeDocument/2006/relationships/image" Target="../media/image69.svg"/><Relationship Id="rId10" Type="http://schemas.openxmlformats.org/officeDocument/2006/relationships/image" Target="../media/image56.png"/><Relationship Id="rId19" Type="http://schemas.openxmlformats.org/officeDocument/2006/relationships/image" Target="../media/image65.svg"/><Relationship Id="rId4" Type="http://schemas.openxmlformats.org/officeDocument/2006/relationships/image" Target="../media/image12.png"/><Relationship Id="rId9" Type="http://schemas.openxmlformats.org/officeDocument/2006/relationships/image" Target="../media/image55.svg"/><Relationship Id="rId14" Type="http://schemas.openxmlformats.org/officeDocument/2006/relationships/image" Target="../media/image60.png"/><Relationship Id="rId22" Type="http://schemas.openxmlformats.org/officeDocument/2006/relationships/image" Target="../media/image68.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5.svg"/><Relationship Id="rId18" Type="http://schemas.openxmlformats.org/officeDocument/2006/relationships/image" Target="../media/image80.png"/><Relationship Id="rId3" Type="http://schemas.openxmlformats.org/officeDocument/2006/relationships/image" Target="../media/image1.png"/><Relationship Id="rId21" Type="http://schemas.openxmlformats.org/officeDocument/2006/relationships/image" Target="../media/image83.svg"/><Relationship Id="rId7" Type="http://schemas.openxmlformats.org/officeDocument/2006/relationships/image" Target="../media/image71.svg"/><Relationship Id="rId12" Type="http://schemas.openxmlformats.org/officeDocument/2006/relationships/image" Target="../media/image74.png"/><Relationship Id="rId17" Type="http://schemas.openxmlformats.org/officeDocument/2006/relationships/image" Target="../media/image79.svg"/><Relationship Id="rId2" Type="http://schemas.openxmlformats.org/officeDocument/2006/relationships/image" Target="../media/image3.png"/><Relationship Id="rId16" Type="http://schemas.openxmlformats.org/officeDocument/2006/relationships/image" Target="../media/image78.png"/><Relationship Id="rId20" Type="http://schemas.openxmlformats.org/officeDocument/2006/relationships/image" Target="../media/image82.png"/><Relationship Id="rId1" Type="http://schemas.openxmlformats.org/officeDocument/2006/relationships/slideLayout" Target="../slideLayouts/slideLayout25.xml"/><Relationship Id="rId6" Type="http://schemas.openxmlformats.org/officeDocument/2006/relationships/image" Target="../media/image70.png"/><Relationship Id="rId11" Type="http://schemas.openxmlformats.org/officeDocument/2006/relationships/image" Target="../media/image19.svg"/><Relationship Id="rId5" Type="http://schemas.openxmlformats.org/officeDocument/2006/relationships/image" Target="../media/image13.svg"/><Relationship Id="rId15" Type="http://schemas.openxmlformats.org/officeDocument/2006/relationships/image" Target="../media/image77.svg"/><Relationship Id="rId23" Type="http://schemas.openxmlformats.org/officeDocument/2006/relationships/image" Target="../media/image85.svg"/><Relationship Id="rId10" Type="http://schemas.openxmlformats.org/officeDocument/2006/relationships/image" Target="../media/image18.png"/><Relationship Id="rId19" Type="http://schemas.openxmlformats.org/officeDocument/2006/relationships/image" Target="../media/image81.svg"/><Relationship Id="rId4" Type="http://schemas.openxmlformats.org/officeDocument/2006/relationships/image" Target="../media/image12.png"/><Relationship Id="rId9" Type="http://schemas.openxmlformats.org/officeDocument/2006/relationships/image" Target="../media/image73.svg"/><Relationship Id="rId14" Type="http://schemas.openxmlformats.org/officeDocument/2006/relationships/image" Target="../media/image76.png"/><Relationship Id="rId22" Type="http://schemas.openxmlformats.org/officeDocument/2006/relationships/image" Target="../media/image84.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1.svg"/><Relationship Id="rId18" Type="http://schemas.openxmlformats.org/officeDocument/2006/relationships/image" Target="../media/image96.png"/><Relationship Id="rId3" Type="http://schemas.openxmlformats.org/officeDocument/2006/relationships/image" Target="../media/image1.png"/><Relationship Id="rId21" Type="http://schemas.openxmlformats.org/officeDocument/2006/relationships/image" Target="../media/image99.svg"/><Relationship Id="rId7" Type="http://schemas.openxmlformats.org/officeDocument/2006/relationships/image" Target="../media/image87.svg"/><Relationship Id="rId12" Type="http://schemas.openxmlformats.org/officeDocument/2006/relationships/image" Target="../media/image90.png"/><Relationship Id="rId17" Type="http://schemas.openxmlformats.org/officeDocument/2006/relationships/image" Target="../media/image95.svg"/><Relationship Id="rId25" Type="http://schemas.openxmlformats.org/officeDocument/2006/relationships/image" Target="../media/image103.svg"/><Relationship Id="rId2" Type="http://schemas.openxmlformats.org/officeDocument/2006/relationships/image" Target="../media/image3.png"/><Relationship Id="rId16" Type="http://schemas.openxmlformats.org/officeDocument/2006/relationships/image" Target="../media/image94.png"/><Relationship Id="rId20" Type="http://schemas.openxmlformats.org/officeDocument/2006/relationships/image" Target="../media/image98.png"/><Relationship Id="rId1" Type="http://schemas.openxmlformats.org/officeDocument/2006/relationships/slideLayout" Target="../slideLayouts/slideLayout25.xml"/><Relationship Id="rId6" Type="http://schemas.openxmlformats.org/officeDocument/2006/relationships/image" Target="../media/image86.png"/><Relationship Id="rId11" Type="http://schemas.openxmlformats.org/officeDocument/2006/relationships/image" Target="../media/image89.svg"/><Relationship Id="rId24" Type="http://schemas.openxmlformats.org/officeDocument/2006/relationships/image" Target="../media/image102.png"/><Relationship Id="rId5" Type="http://schemas.openxmlformats.org/officeDocument/2006/relationships/image" Target="../media/image13.svg"/><Relationship Id="rId15" Type="http://schemas.openxmlformats.org/officeDocument/2006/relationships/image" Target="../media/image93.svg"/><Relationship Id="rId23" Type="http://schemas.openxmlformats.org/officeDocument/2006/relationships/image" Target="../media/image101.svg"/><Relationship Id="rId10" Type="http://schemas.openxmlformats.org/officeDocument/2006/relationships/image" Target="../media/image88.png"/><Relationship Id="rId19" Type="http://schemas.openxmlformats.org/officeDocument/2006/relationships/image" Target="../media/image97.svg"/><Relationship Id="rId4" Type="http://schemas.openxmlformats.org/officeDocument/2006/relationships/image" Target="../media/image12.png"/><Relationship Id="rId9" Type="http://schemas.openxmlformats.org/officeDocument/2006/relationships/image" Target="../media/image5.svg"/><Relationship Id="rId14" Type="http://schemas.openxmlformats.org/officeDocument/2006/relationships/image" Target="../media/image92.png"/><Relationship Id="rId22" Type="http://schemas.openxmlformats.org/officeDocument/2006/relationships/image" Target="../media/image100.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svg"/><Relationship Id="rId18" Type="http://schemas.openxmlformats.org/officeDocument/2006/relationships/image" Target="../media/image8.png"/><Relationship Id="rId3" Type="http://schemas.openxmlformats.org/officeDocument/2006/relationships/image" Target="../media/image1.png"/><Relationship Id="rId21" Type="http://schemas.openxmlformats.org/officeDocument/2006/relationships/image" Target="../media/image117.svg"/><Relationship Id="rId7" Type="http://schemas.openxmlformats.org/officeDocument/2006/relationships/image" Target="../media/image105.svg"/><Relationship Id="rId12" Type="http://schemas.openxmlformats.org/officeDocument/2006/relationships/image" Target="../media/image110.png"/><Relationship Id="rId17" Type="http://schemas.openxmlformats.org/officeDocument/2006/relationships/image" Target="../media/image115.svg"/><Relationship Id="rId2" Type="http://schemas.openxmlformats.org/officeDocument/2006/relationships/image" Target="../media/image3.png"/><Relationship Id="rId16" Type="http://schemas.openxmlformats.org/officeDocument/2006/relationships/image" Target="../media/image114.png"/><Relationship Id="rId20" Type="http://schemas.openxmlformats.org/officeDocument/2006/relationships/image" Target="../media/image116.png"/><Relationship Id="rId1" Type="http://schemas.openxmlformats.org/officeDocument/2006/relationships/slideLayout" Target="../slideLayouts/slideLayout25.xml"/><Relationship Id="rId6" Type="http://schemas.openxmlformats.org/officeDocument/2006/relationships/image" Target="../media/image104.png"/><Relationship Id="rId11" Type="http://schemas.openxmlformats.org/officeDocument/2006/relationships/image" Target="../media/image109.svg"/><Relationship Id="rId5" Type="http://schemas.openxmlformats.org/officeDocument/2006/relationships/image" Target="../media/image13.svg"/><Relationship Id="rId15" Type="http://schemas.openxmlformats.org/officeDocument/2006/relationships/image" Target="../media/image113.svg"/><Relationship Id="rId10" Type="http://schemas.openxmlformats.org/officeDocument/2006/relationships/image" Target="../media/image108.png"/><Relationship Id="rId19" Type="http://schemas.openxmlformats.org/officeDocument/2006/relationships/image" Target="../media/image9.svg"/><Relationship Id="rId4" Type="http://schemas.openxmlformats.org/officeDocument/2006/relationships/image" Target="../media/image12.png"/><Relationship Id="rId9" Type="http://schemas.openxmlformats.org/officeDocument/2006/relationships/image" Target="../media/image107.svg"/><Relationship Id="rId14" Type="http://schemas.openxmlformats.org/officeDocument/2006/relationships/image" Target="../media/image112.png"/></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5.xml"/><Relationship Id="rId5" Type="http://schemas.openxmlformats.org/officeDocument/2006/relationships/image" Target="../media/image13.sv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5.xml"/><Relationship Id="rId5" Type="http://schemas.openxmlformats.org/officeDocument/2006/relationships/image" Target="../media/image13.sv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5.xml"/><Relationship Id="rId5" Type="http://schemas.openxmlformats.org/officeDocument/2006/relationships/image" Target="../media/image13.sv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re 1">
            <a:extLst>
              <a:ext uri="{FF2B5EF4-FFF2-40B4-BE49-F238E27FC236}">
                <a16:creationId xmlns:a16="http://schemas.microsoft.com/office/drawing/2014/main" id="{4E720B81-7367-463A-BEA5-5080DC093B9C}"/>
              </a:ext>
            </a:extLst>
          </p:cNvPr>
          <p:cNvSpPr txBox="1">
            <a:spLocks/>
          </p:cNvSpPr>
          <p:nvPr/>
        </p:nvSpPr>
        <p:spPr>
          <a:xfrm>
            <a:off x="424730" y="2555116"/>
            <a:ext cx="5282821" cy="2530151"/>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600" b="1" i="1" err="1">
                <a:solidFill>
                  <a:schemeClr val="accent3"/>
                </a:solidFill>
              </a:rPr>
              <a:t>Thanker</a:t>
            </a:r>
            <a:r>
              <a:rPr lang="fr-FR" sz="9600" b="1" i="1">
                <a:solidFill>
                  <a:srgbClr val="605469"/>
                </a:solidFill>
              </a:rPr>
              <a:t> </a:t>
            </a:r>
          </a:p>
          <a:p>
            <a:r>
              <a:rPr lang="fr-FR" sz="9600" b="1" i="1">
                <a:solidFill>
                  <a:srgbClr val="605469"/>
                </a:solidFill>
              </a:rPr>
              <a:t>Cards</a:t>
            </a:r>
          </a:p>
        </p:txBody>
      </p:sp>
      <p:sp>
        <p:nvSpPr>
          <p:cNvPr id="27" name="Titre 1">
            <a:extLst>
              <a:ext uri="{FF2B5EF4-FFF2-40B4-BE49-F238E27FC236}">
                <a16:creationId xmlns:a16="http://schemas.microsoft.com/office/drawing/2014/main" id="{7B7DD5ED-A143-4FE8-9627-B98AB824079B}"/>
              </a:ext>
            </a:extLst>
          </p:cNvPr>
          <p:cNvSpPr txBox="1">
            <a:spLocks/>
          </p:cNvSpPr>
          <p:nvPr/>
        </p:nvSpPr>
        <p:spPr>
          <a:xfrm>
            <a:off x="479239" y="4933624"/>
            <a:ext cx="5440734" cy="1486852"/>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000" i="1">
                <a:solidFill>
                  <a:srgbClr val="000000"/>
                </a:solidFill>
              </a:rPr>
              <a:t>Le jeu fil rouge de la gratitude entre personnes</a:t>
            </a:r>
          </a:p>
        </p:txBody>
      </p:sp>
      <p:pic>
        <p:nvPicPr>
          <p:cNvPr id="2" name="Immagine 1" descr="Immagine che contiene logo, Elementi grafici, Carattere, simbolo&#10;&#10;Descrizione generata automaticamente">
            <a:extLst>
              <a:ext uri="{FF2B5EF4-FFF2-40B4-BE49-F238E27FC236}">
                <a16:creationId xmlns:a16="http://schemas.microsoft.com/office/drawing/2014/main" id="{8ED70C7B-B756-9758-7F00-54C8942CB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6934" y="770080"/>
            <a:ext cx="4179623" cy="1415381"/>
          </a:xfrm>
          <a:prstGeom prst="rect">
            <a:avLst/>
          </a:prstGeom>
        </p:spPr>
      </p:pic>
      <p:grpSp>
        <p:nvGrpSpPr>
          <p:cNvPr id="74" name="Gruppo 73">
            <a:extLst>
              <a:ext uri="{FF2B5EF4-FFF2-40B4-BE49-F238E27FC236}">
                <a16:creationId xmlns:a16="http://schemas.microsoft.com/office/drawing/2014/main" id="{E0BB9C0A-2321-F6DB-61C6-54DCE7EF1D51}"/>
              </a:ext>
            </a:extLst>
          </p:cNvPr>
          <p:cNvGrpSpPr/>
          <p:nvPr/>
        </p:nvGrpSpPr>
        <p:grpSpPr>
          <a:xfrm rot="1417846">
            <a:off x="8911982" y="680063"/>
            <a:ext cx="2548800" cy="3417921"/>
            <a:chOff x="9970722" y="4613469"/>
            <a:chExt cx="2548800" cy="3417921"/>
          </a:xfrm>
        </p:grpSpPr>
        <p:sp>
          <p:nvSpPr>
            <p:cNvPr id="62" name="Espace réservé du contenu 6">
              <a:extLst>
                <a:ext uri="{FF2B5EF4-FFF2-40B4-BE49-F238E27FC236}">
                  <a16:creationId xmlns:a16="http://schemas.microsoft.com/office/drawing/2014/main" id="{5BF7210B-29E2-79C8-B1C2-C43CDB38AF36}"/>
                </a:ext>
              </a:extLst>
            </p:cNvPr>
            <p:cNvSpPr txBox="1">
              <a:spLocks/>
            </p:cNvSpPr>
            <p:nvPr/>
          </p:nvSpPr>
          <p:spPr>
            <a:xfrm>
              <a:off x="9970722" y="4613469"/>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69" name="Espace réservé du contenu 6">
              <a:extLst>
                <a:ext uri="{FF2B5EF4-FFF2-40B4-BE49-F238E27FC236}">
                  <a16:creationId xmlns:a16="http://schemas.microsoft.com/office/drawing/2014/main" id="{061D5AD2-2171-40FF-DDF4-EBEAE0B92ECA}"/>
                </a:ext>
              </a:extLst>
            </p:cNvPr>
            <p:cNvSpPr txBox="1">
              <a:spLocks/>
            </p:cNvSpPr>
            <p:nvPr/>
          </p:nvSpPr>
          <p:spPr>
            <a:xfrm>
              <a:off x="10200978" y="4778728"/>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endParaRPr lang="fr-FR" sz="1400" b="1" i="1">
                <a:solidFill>
                  <a:schemeClr val="accent1"/>
                </a:solidFill>
              </a:endParaRPr>
            </a:p>
            <a:p>
              <a:pPr algn="ctr"/>
              <a:r>
                <a:rPr lang="fr-FR" sz="1400" b="1" i="1">
                  <a:solidFill>
                    <a:schemeClr val="accent1"/>
                  </a:solidFill>
                </a:rPr>
                <a:t>Grâce à toi, nous avons développé un sentiment d’appartenance</a:t>
              </a:r>
            </a:p>
          </p:txBody>
        </p:sp>
        <p:pic>
          <p:nvPicPr>
            <p:cNvPr id="70" name="Image 2">
              <a:extLst>
                <a:ext uri="{FF2B5EF4-FFF2-40B4-BE49-F238E27FC236}">
                  <a16:creationId xmlns:a16="http://schemas.microsoft.com/office/drawing/2014/main" id="{D1F962BB-9D4A-935B-25F9-2E204C1806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03247" y="7302464"/>
              <a:ext cx="230858" cy="223162"/>
            </a:xfrm>
            <a:prstGeom prst="rect">
              <a:avLst/>
            </a:prstGeom>
          </p:spPr>
        </p:pic>
        <p:pic>
          <p:nvPicPr>
            <p:cNvPr id="71" name="Immagine 70" descr="Immagine che contiene logo, Elementi grafici, Carattere, simbolo&#10;&#10;Descrizione generata automaticamente">
              <a:extLst>
                <a:ext uri="{FF2B5EF4-FFF2-40B4-BE49-F238E27FC236}">
                  <a16:creationId xmlns:a16="http://schemas.microsoft.com/office/drawing/2014/main" id="{E5B890E6-4E3E-ECE5-5212-8C07749EF8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7332" y="7302464"/>
              <a:ext cx="658997" cy="223162"/>
            </a:xfrm>
            <a:prstGeom prst="rect">
              <a:avLst/>
            </a:prstGeom>
          </p:spPr>
        </p:pic>
        <p:sp>
          <p:nvSpPr>
            <p:cNvPr id="72" name="CasellaDiTesto 71">
              <a:extLst>
                <a:ext uri="{FF2B5EF4-FFF2-40B4-BE49-F238E27FC236}">
                  <a16:creationId xmlns:a16="http://schemas.microsoft.com/office/drawing/2014/main" id="{28C73395-C2B4-575F-3A33-02E5DB8EEE96}"/>
                </a:ext>
              </a:extLst>
            </p:cNvPr>
            <p:cNvSpPr txBox="1"/>
            <p:nvPr/>
          </p:nvSpPr>
          <p:spPr>
            <a:xfrm>
              <a:off x="10163097" y="725650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pic>
          <p:nvPicPr>
            <p:cNvPr id="73" name="Elemento grafico 72" descr="Successo di gruppo con riempimento a tinta unita">
              <a:extLst>
                <a:ext uri="{FF2B5EF4-FFF2-40B4-BE49-F238E27FC236}">
                  <a16:creationId xmlns:a16="http://schemas.microsoft.com/office/drawing/2014/main" id="{C4261FCD-DB5C-1878-002B-6FEF93BF71D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04763" y="4903967"/>
              <a:ext cx="1176140" cy="1176140"/>
            </a:xfrm>
            <a:prstGeom prst="rect">
              <a:avLst/>
            </a:prstGeom>
          </p:spPr>
        </p:pic>
      </p:grpSp>
      <p:grpSp>
        <p:nvGrpSpPr>
          <p:cNvPr id="9" name="Gruppo 8">
            <a:extLst>
              <a:ext uri="{FF2B5EF4-FFF2-40B4-BE49-F238E27FC236}">
                <a16:creationId xmlns:a16="http://schemas.microsoft.com/office/drawing/2014/main" id="{4E1B9162-7E9F-2C15-D387-571FA43E17E8}"/>
              </a:ext>
            </a:extLst>
          </p:cNvPr>
          <p:cNvGrpSpPr/>
          <p:nvPr/>
        </p:nvGrpSpPr>
        <p:grpSpPr>
          <a:xfrm>
            <a:off x="6161301" y="366670"/>
            <a:ext cx="2548800" cy="3417921"/>
            <a:chOff x="1017205" y="3417921"/>
            <a:chExt cx="2548800" cy="3417921"/>
          </a:xfrm>
        </p:grpSpPr>
        <p:sp>
          <p:nvSpPr>
            <p:cNvPr id="3" name="Espace réservé du contenu 6">
              <a:extLst>
                <a:ext uri="{FF2B5EF4-FFF2-40B4-BE49-F238E27FC236}">
                  <a16:creationId xmlns:a16="http://schemas.microsoft.com/office/drawing/2014/main" id="{9657C4DE-3618-E238-BB2A-2A702925496F}"/>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4" name="Espace réservé du contenu 6">
              <a:extLst>
                <a:ext uri="{FF2B5EF4-FFF2-40B4-BE49-F238E27FC236}">
                  <a16:creationId xmlns:a16="http://schemas.microsoft.com/office/drawing/2014/main" id="{0756DE50-4737-2AE7-0AE2-C2B6389CBA7A}"/>
                </a:ext>
              </a:extLst>
            </p:cNvPr>
            <p:cNvSpPr txBox="1">
              <a:spLocks/>
            </p:cNvSpPr>
            <p:nvPr/>
          </p:nvSpPr>
          <p:spPr>
            <a:xfrm>
              <a:off x="120916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réussi à prendre du recul sur une mauvaise habitude</a:t>
              </a:r>
            </a:p>
          </p:txBody>
        </p:sp>
        <p:pic>
          <p:nvPicPr>
            <p:cNvPr id="5" name="Image 2">
              <a:extLst>
                <a:ext uri="{FF2B5EF4-FFF2-40B4-BE49-F238E27FC236}">
                  <a16:creationId xmlns:a16="http://schemas.microsoft.com/office/drawing/2014/main" id="{983A17C6-C61A-CFBF-9B76-92D894952B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2118" y="6106916"/>
              <a:ext cx="230858" cy="223162"/>
            </a:xfrm>
            <a:prstGeom prst="rect">
              <a:avLst/>
            </a:prstGeom>
          </p:spPr>
        </p:pic>
        <p:pic>
          <p:nvPicPr>
            <p:cNvPr id="6" name="Immagine 5" descr="Immagine che contiene logo, Elementi grafici, Carattere, simbolo&#10;&#10;Descrizione generata automaticamente">
              <a:extLst>
                <a:ext uri="{FF2B5EF4-FFF2-40B4-BE49-F238E27FC236}">
                  <a16:creationId xmlns:a16="http://schemas.microsoft.com/office/drawing/2014/main" id="{9E1004C0-E1C6-63CD-7BA0-3F2A186CA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6203" y="6106916"/>
              <a:ext cx="658997" cy="223162"/>
            </a:xfrm>
            <a:prstGeom prst="rect">
              <a:avLst/>
            </a:prstGeom>
          </p:spPr>
        </p:pic>
        <p:sp>
          <p:nvSpPr>
            <p:cNvPr id="7" name="CasellaDiTesto 6">
              <a:extLst>
                <a:ext uri="{FF2B5EF4-FFF2-40B4-BE49-F238E27FC236}">
                  <a16:creationId xmlns:a16="http://schemas.microsoft.com/office/drawing/2014/main" id="{EA1A9C8F-7401-D1D1-F2EF-11BC1B96E4A3}"/>
                </a:ext>
              </a:extLst>
            </p:cNvPr>
            <p:cNvSpPr txBox="1"/>
            <p:nvPr/>
          </p:nvSpPr>
          <p:spPr>
            <a:xfrm>
              <a:off x="116068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pic>
          <p:nvPicPr>
            <p:cNvPr id="8" name="Graphique 38" descr="Insecte sous une loupe avec un remplissage uni">
              <a:extLst>
                <a:ext uri="{FF2B5EF4-FFF2-40B4-BE49-F238E27FC236}">
                  <a16:creationId xmlns:a16="http://schemas.microsoft.com/office/drawing/2014/main" id="{C6F69176-34D6-C8EE-EDAB-A172D25FF3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88465" y="3675310"/>
              <a:ext cx="1255983" cy="1255983"/>
            </a:xfrm>
            <a:prstGeom prst="rect">
              <a:avLst/>
            </a:prstGeom>
          </p:spPr>
        </p:pic>
      </p:grpSp>
      <p:grpSp>
        <p:nvGrpSpPr>
          <p:cNvPr id="21" name="Gruppo 20">
            <a:extLst>
              <a:ext uri="{FF2B5EF4-FFF2-40B4-BE49-F238E27FC236}">
                <a16:creationId xmlns:a16="http://schemas.microsoft.com/office/drawing/2014/main" id="{05B67C71-D8AF-37EB-4D8B-D2EC4CD9E190}"/>
              </a:ext>
            </a:extLst>
          </p:cNvPr>
          <p:cNvGrpSpPr/>
          <p:nvPr/>
        </p:nvGrpSpPr>
        <p:grpSpPr>
          <a:xfrm>
            <a:off x="6910430" y="2886403"/>
            <a:ext cx="2540538" cy="3406842"/>
            <a:chOff x="8688218" y="3417921"/>
            <a:chExt cx="2548800" cy="3417921"/>
          </a:xfrm>
        </p:grpSpPr>
        <p:sp>
          <p:nvSpPr>
            <p:cNvPr id="10" name="Espace réservé du contenu 6">
              <a:extLst>
                <a:ext uri="{FF2B5EF4-FFF2-40B4-BE49-F238E27FC236}">
                  <a16:creationId xmlns:a16="http://schemas.microsoft.com/office/drawing/2014/main" id="{D3046EEF-6ECF-4C9E-024F-2DE2F076FD15}"/>
                </a:ext>
              </a:extLst>
            </p:cNvPr>
            <p:cNvSpPr txBox="1">
              <a:spLocks/>
            </p:cNvSpPr>
            <p:nvPr/>
          </p:nvSpPr>
          <p:spPr>
            <a:xfrm>
              <a:off x="8688218"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1" name="Espace réservé du contenu 6">
              <a:extLst>
                <a:ext uri="{FF2B5EF4-FFF2-40B4-BE49-F238E27FC236}">
                  <a16:creationId xmlns:a16="http://schemas.microsoft.com/office/drawing/2014/main" id="{4B6442FB-4106-FD99-49F6-182CB3B1929A}"/>
                </a:ext>
              </a:extLst>
            </p:cNvPr>
            <p:cNvSpPr txBox="1">
              <a:spLocks/>
            </p:cNvSpPr>
            <p:nvPr/>
          </p:nvSpPr>
          <p:spPr>
            <a:xfrm>
              <a:off x="889108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je fais partie d’un environnement de travail positif et productif</a:t>
              </a:r>
            </a:p>
          </p:txBody>
        </p:sp>
        <p:pic>
          <p:nvPicPr>
            <p:cNvPr id="12" name="Image 2">
              <a:extLst>
                <a:ext uri="{FF2B5EF4-FFF2-40B4-BE49-F238E27FC236}">
                  <a16:creationId xmlns:a16="http://schemas.microsoft.com/office/drawing/2014/main" id="{38F04B6B-7C3F-F86C-84A7-2A0FAE0AED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pic>
          <p:nvPicPr>
            <p:cNvPr id="14" name="Immagine 13" descr="Immagine che contiene logo, Elementi grafici, Carattere, simbolo&#10;&#10;Descrizione generata automaticamente">
              <a:extLst>
                <a:ext uri="{FF2B5EF4-FFF2-40B4-BE49-F238E27FC236}">
                  <a16:creationId xmlns:a16="http://schemas.microsoft.com/office/drawing/2014/main" id="{C4033A30-9F92-E841-A027-170E66CCB2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4828" y="6106916"/>
              <a:ext cx="658997" cy="223162"/>
            </a:xfrm>
            <a:prstGeom prst="rect">
              <a:avLst/>
            </a:prstGeom>
          </p:spPr>
        </p:pic>
        <p:sp>
          <p:nvSpPr>
            <p:cNvPr id="16" name="CasellaDiTesto 15">
              <a:extLst>
                <a:ext uri="{FF2B5EF4-FFF2-40B4-BE49-F238E27FC236}">
                  <a16:creationId xmlns:a16="http://schemas.microsoft.com/office/drawing/2014/main" id="{D04E273F-8C26-CDAC-E91F-67ACAF1036E7}"/>
                </a:ext>
              </a:extLst>
            </p:cNvPr>
            <p:cNvSpPr txBox="1"/>
            <p:nvPr/>
          </p:nvSpPr>
          <p:spPr>
            <a:xfrm>
              <a:off x="88805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pic>
          <p:nvPicPr>
            <p:cNvPr id="18" name="Graphique 60" descr="Avis des clients avec un remplissage uni">
              <a:extLst>
                <a:ext uri="{FF2B5EF4-FFF2-40B4-BE49-F238E27FC236}">
                  <a16:creationId xmlns:a16="http://schemas.microsoft.com/office/drawing/2014/main" id="{49E986CB-2802-8886-322F-061AD5A89E0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471462" y="3652258"/>
              <a:ext cx="914400" cy="914400"/>
            </a:xfrm>
            <a:prstGeom prst="rect">
              <a:avLst/>
            </a:prstGeom>
          </p:spPr>
        </p:pic>
      </p:grpSp>
      <p:pic>
        <p:nvPicPr>
          <p:cNvPr id="13" name="Image 2">
            <a:extLst>
              <a:ext uri="{FF2B5EF4-FFF2-40B4-BE49-F238E27FC236}">
                <a16:creationId xmlns:a16="http://schemas.microsoft.com/office/drawing/2014/main" id="{CD0B7692-B80D-1B4E-496E-8B1C24999A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0839" y="4547225"/>
            <a:ext cx="1055410" cy="1020226"/>
          </a:xfrm>
          <a:prstGeom prst="rect">
            <a:avLst/>
          </a:prstGeom>
        </p:spPr>
      </p:pic>
      <p:pic>
        <p:nvPicPr>
          <p:cNvPr id="17" name="Immagine 16">
            <a:extLst>
              <a:ext uri="{FF2B5EF4-FFF2-40B4-BE49-F238E27FC236}">
                <a16:creationId xmlns:a16="http://schemas.microsoft.com/office/drawing/2014/main" id="{B218B5CD-3D04-3944-4F05-DF7CEA6757E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788466" y="5710278"/>
            <a:ext cx="2167062" cy="1070000"/>
          </a:xfrm>
          <a:prstGeom prst="rect">
            <a:avLst/>
          </a:prstGeom>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F50BCF-F490-42C3-84D7-68B191DDCB9C}"/>
              </a:ext>
            </a:extLst>
          </p:cNvPr>
          <p:cNvSpPr>
            <a:spLocks noGrp="1"/>
          </p:cNvSpPr>
          <p:nvPr>
            <p:ph type="title" idx="4294967295"/>
          </p:nvPr>
        </p:nvSpPr>
        <p:spPr>
          <a:xfrm>
            <a:off x="4486275" y="628650"/>
            <a:ext cx="7705725" cy="1287463"/>
          </a:xfrm>
        </p:spPr>
        <p:txBody>
          <a:bodyPr anchor="ctr">
            <a:normAutofit/>
          </a:bodyPr>
          <a:lstStyle/>
          <a:p>
            <a:r>
              <a:rPr lang="fr-FR" sz="3200"/>
              <a:t>Pitch</a:t>
            </a:r>
          </a:p>
        </p:txBody>
      </p:sp>
      <p:sp>
        <p:nvSpPr>
          <p:cNvPr id="3" name="Espace réservé du contenu 2">
            <a:extLst>
              <a:ext uri="{FF2B5EF4-FFF2-40B4-BE49-F238E27FC236}">
                <a16:creationId xmlns:a16="http://schemas.microsoft.com/office/drawing/2014/main" id="{C6C9DE5E-1522-41A0-A178-5BAB610C88C0}"/>
              </a:ext>
            </a:extLst>
          </p:cNvPr>
          <p:cNvSpPr>
            <a:spLocks noGrp="1"/>
          </p:cNvSpPr>
          <p:nvPr>
            <p:ph idx="4294967295"/>
          </p:nvPr>
        </p:nvSpPr>
        <p:spPr>
          <a:xfrm>
            <a:off x="7057111" y="482802"/>
            <a:ext cx="5096256" cy="6122823"/>
          </a:xfrm>
        </p:spPr>
        <p:txBody>
          <a:bodyPr vert="horz" lIns="91440" tIns="45720" rIns="91440" bIns="45720" rtlCol="0" anchor="t">
            <a:normAutofit lnSpcReduction="10000"/>
          </a:bodyPr>
          <a:lstStyle/>
          <a:p>
            <a:pPr marL="0" indent="0">
              <a:buNone/>
            </a:pPr>
            <a:r>
              <a:rPr lang="fr-FR" sz="1700" dirty="0">
                <a:cs typeface="Calibri"/>
              </a:rPr>
              <a:t>Recréer du sens au travail : un véritable défi !</a:t>
            </a:r>
          </a:p>
          <a:p>
            <a:pPr marL="0" indent="0">
              <a:buNone/>
            </a:pPr>
            <a:r>
              <a:rPr lang="fr-FR" sz="1700" dirty="0">
                <a:cs typeface="Calibri"/>
              </a:rPr>
              <a:t>La perte de sens peut arriver lorsqu’on ne se rend pas compte de toutes les conséquences positives de nos efforts. Particulièrement, pour nos collègues, notre organisation, nos collectifs, on peut manquer parfois de retour, de reconnaissance.</a:t>
            </a:r>
          </a:p>
          <a:p>
            <a:pPr marL="0" indent="0">
              <a:buNone/>
            </a:pPr>
            <a:r>
              <a:rPr lang="fr-FR" sz="1700" dirty="0">
                <a:cs typeface="Calibri"/>
              </a:rPr>
              <a:t>Mais une reconnaissance sous forme de compliment sur qui on est (« tu es génial(e), tu es ceci, tu es cela… ») ne redonne pas forcément de sens sur ce qu’on a fait.</a:t>
            </a:r>
          </a:p>
          <a:p>
            <a:pPr marL="0" indent="0">
              <a:buNone/>
            </a:pPr>
            <a:r>
              <a:rPr lang="fr-FR" sz="1700" dirty="0">
                <a:cs typeface="Calibri"/>
              </a:rPr>
              <a:t>Reconnaître l’impact que quelqu’un a eu sur soi en tant que personne, ou sur un collectif nourrit le besoin de sens.</a:t>
            </a:r>
          </a:p>
          <a:p>
            <a:pPr marL="0" indent="0">
              <a:buNone/>
            </a:pPr>
            <a:r>
              <a:rPr lang="fr-FR" sz="1700" dirty="0">
                <a:cs typeface="Calibri"/>
              </a:rPr>
              <a:t>C’est l’objet même des Komyu </a:t>
            </a:r>
            <a:r>
              <a:rPr lang="fr-FR" sz="1700" dirty="0" err="1">
                <a:cs typeface="Calibri"/>
              </a:rPr>
              <a:t>Thanker</a:t>
            </a:r>
            <a:r>
              <a:rPr lang="fr-FR" sz="1700" dirty="0">
                <a:cs typeface="Calibri"/>
              </a:rPr>
              <a:t> </a:t>
            </a:r>
            <a:r>
              <a:rPr lang="fr-FR" sz="1700" dirty="0" err="1">
                <a:cs typeface="Calibri"/>
              </a:rPr>
              <a:t>Cards</a:t>
            </a:r>
            <a:endParaRPr lang="fr-FR" sz="1700" dirty="0">
              <a:cs typeface="Calibri"/>
            </a:endParaRPr>
          </a:p>
          <a:p>
            <a:pPr marL="0" indent="0">
              <a:buNone/>
            </a:pPr>
            <a:endParaRPr lang="fr-FR" sz="1700" dirty="0">
              <a:cs typeface="Calibri"/>
            </a:endParaRPr>
          </a:p>
          <a:p>
            <a:pPr marL="0" indent="0">
              <a:buNone/>
            </a:pPr>
            <a:r>
              <a:rPr lang="fr-FR" sz="1700" dirty="0">
                <a:cs typeface="Calibri"/>
              </a:rPr>
              <a:t>Ce jeu de cartes propose plusieurs usages (en séminaire, en équipe, en binôme, en entretien de départs). </a:t>
            </a:r>
          </a:p>
          <a:p>
            <a:pPr marL="0" indent="0">
              <a:buNone/>
            </a:pPr>
            <a:r>
              <a:rPr lang="fr-FR" sz="1700" dirty="0">
                <a:cs typeface="Calibri"/>
              </a:rPr>
              <a:t>Laissez circuler ces cartes entre les membres de votre communauté et que la gratitude soit avec vous !</a:t>
            </a:r>
          </a:p>
        </p:txBody>
      </p:sp>
      <p:pic>
        <p:nvPicPr>
          <p:cNvPr id="6" name="Immagine 5" descr="Immagine che contiene vestiti, donna, calzature, Animazione&#10;&#10;Descrizione generata automaticamente">
            <a:extLst>
              <a:ext uri="{FF2B5EF4-FFF2-40B4-BE49-F238E27FC236}">
                <a16:creationId xmlns:a16="http://schemas.microsoft.com/office/drawing/2014/main" id="{E417E056-338C-C768-07F0-1CBD963B028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6858000" cy="6858000"/>
          </a:xfrm>
          <a:prstGeom prst="rect">
            <a:avLst/>
          </a:prstGeom>
        </p:spPr>
      </p:pic>
    </p:spTree>
    <p:extLst>
      <p:ext uri="{BB962C8B-B14F-4D97-AF65-F5344CB8AC3E}">
        <p14:creationId xmlns:p14="http://schemas.microsoft.com/office/powerpoint/2010/main" val="2854473053"/>
      </p:ext>
    </p:extLst>
  </p:cSld>
  <p:clrMapOvr>
    <a:masterClrMapping/>
  </p:clrMapOvr>
  <mc:AlternateContent xmlns:mc="http://schemas.openxmlformats.org/markup-compatibility/2006" xmlns:p14="http://schemas.microsoft.com/office/powerpoint/2010/main">
    <mc:Choice Requires="p14">
      <p:transition spd="slow" p14:dur="2000" advTm="68033"/>
    </mc:Choice>
    <mc:Fallback xmlns="">
      <p:transition spd="slow" advTm="6803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E4A20B0C-5EE5-4018-88F9-7B59C52F3F22}"/>
              </a:ext>
            </a:extLst>
          </p:cNvPr>
          <p:cNvSpPr>
            <a:spLocks noGrp="1"/>
          </p:cNvSpPr>
          <p:nvPr>
            <p:ph type="body" idx="1"/>
          </p:nvPr>
        </p:nvSpPr>
        <p:spPr>
          <a:xfrm>
            <a:off x="331235" y="341282"/>
            <a:ext cx="2832018" cy="823912"/>
          </a:xfrm>
          <a:solidFill>
            <a:schemeClr val="accent2"/>
          </a:solidFill>
        </p:spPr>
        <p:txBody>
          <a:bodyPr anchor="ctr">
            <a:normAutofit/>
          </a:bodyPr>
          <a:lstStyle/>
          <a:p>
            <a:r>
              <a:rPr lang="fr-FR" sz="2000">
                <a:solidFill>
                  <a:schemeClr val="bg1"/>
                </a:solidFill>
              </a:rPr>
              <a:t>Objectifs pédagogiques</a:t>
            </a:r>
          </a:p>
        </p:txBody>
      </p:sp>
      <p:sp>
        <p:nvSpPr>
          <p:cNvPr id="3" name="Espace réservé du contenu 2">
            <a:extLst>
              <a:ext uri="{FF2B5EF4-FFF2-40B4-BE49-F238E27FC236}">
                <a16:creationId xmlns:a16="http://schemas.microsoft.com/office/drawing/2014/main" id="{D9CBE7A0-CEA8-49C7-B1F5-66B646299B3A}"/>
              </a:ext>
            </a:extLst>
          </p:cNvPr>
          <p:cNvSpPr>
            <a:spLocks noGrp="1"/>
          </p:cNvSpPr>
          <p:nvPr>
            <p:ph sz="half" idx="2"/>
          </p:nvPr>
        </p:nvSpPr>
        <p:spPr>
          <a:xfrm>
            <a:off x="331235" y="1165194"/>
            <a:ext cx="2832018" cy="2350363"/>
          </a:xfrm>
          <a:solidFill>
            <a:schemeClr val="accent2">
              <a:lumMod val="20000"/>
              <a:lumOff val="80000"/>
            </a:schemeClr>
          </a:solidFill>
        </p:spPr>
        <p:txBody>
          <a:bodyPr>
            <a:normAutofit/>
          </a:bodyPr>
          <a:lstStyle/>
          <a:p>
            <a:pPr marL="0" indent="0">
              <a:buNone/>
            </a:pPr>
            <a:r>
              <a:rPr lang="fr-FR" sz="1200"/>
              <a:t>Apprendre à reconnaître du sens aux actions de quelqu’un</a:t>
            </a:r>
          </a:p>
        </p:txBody>
      </p:sp>
      <p:sp>
        <p:nvSpPr>
          <p:cNvPr id="5" name="Espace réservé du texte 4">
            <a:extLst>
              <a:ext uri="{FF2B5EF4-FFF2-40B4-BE49-F238E27FC236}">
                <a16:creationId xmlns:a16="http://schemas.microsoft.com/office/drawing/2014/main" id="{AE9D5684-6FEC-4A8D-8A46-2DC2690BD720}"/>
              </a:ext>
            </a:extLst>
          </p:cNvPr>
          <p:cNvSpPr>
            <a:spLocks noGrp="1"/>
          </p:cNvSpPr>
          <p:nvPr>
            <p:ph type="body" sz="quarter" idx="3"/>
          </p:nvPr>
        </p:nvSpPr>
        <p:spPr>
          <a:xfrm>
            <a:off x="3250035" y="341282"/>
            <a:ext cx="2845965" cy="823912"/>
          </a:xfrm>
          <a:solidFill>
            <a:schemeClr val="accent3"/>
          </a:solidFill>
        </p:spPr>
        <p:txBody>
          <a:bodyPr anchor="ctr">
            <a:normAutofit/>
          </a:bodyPr>
          <a:lstStyle/>
          <a:p>
            <a:r>
              <a:rPr lang="fr-FR" sz="2000">
                <a:solidFill>
                  <a:schemeClr val="bg1"/>
                </a:solidFill>
              </a:rPr>
              <a:t>Objectifs opérationnels</a:t>
            </a:r>
          </a:p>
        </p:txBody>
      </p:sp>
      <p:sp>
        <p:nvSpPr>
          <p:cNvPr id="6" name="Espace réservé du contenu 5">
            <a:extLst>
              <a:ext uri="{FF2B5EF4-FFF2-40B4-BE49-F238E27FC236}">
                <a16:creationId xmlns:a16="http://schemas.microsoft.com/office/drawing/2014/main" id="{FC095321-BAD2-4D1A-B0BD-058E76C10D14}"/>
              </a:ext>
            </a:extLst>
          </p:cNvPr>
          <p:cNvSpPr>
            <a:spLocks noGrp="1"/>
          </p:cNvSpPr>
          <p:nvPr>
            <p:ph sz="quarter" idx="4"/>
          </p:nvPr>
        </p:nvSpPr>
        <p:spPr>
          <a:xfrm>
            <a:off x="3250035" y="1165194"/>
            <a:ext cx="2845965" cy="2350363"/>
          </a:xfrm>
          <a:solidFill>
            <a:schemeClr val="accent3">
              <a:lumMod val="20000"/>
              <a:lumOff val="80000"/>
            </a:schemeClr>
          </a:solidFill>
        </p:spPr>
        <p:txBody>
          <a:bodyPr>
            <a:normAutofit/>
          </a:bodyPr>
          <a:lstStyle/>
          <a:p>
            <a:pPr marL="0" indent="0">
              <a:buNone/>
            </a:pPr>
            <a:r>
              <a:rPr lang="fr-FR" sz="1200"/>
              <a:t>Redonner le sentiment de sens à un collectif</a:t>
            </a:r>
          </a:p>
          <a:p>
            <a:pPr marL="0" indent="0">
              <a:buNone/>
            </a:pPr>
            <a:endParaRPr lang="fr-FR" sz="1200"/>
          </a:p>
          <a:p>
            <a:pPr marL="0" indent="0">
              <a:buNone/>
            </a:pPr>
            <a:r>
              <a:rPr lang="fr-FR" sz="1200"/>
              <a:t>Créer du lien entre les joueurs ou les membres d’un événement</a:t>
            </a:r>
          </a:p>
        </p:txBody>
      </p:sp>
      <p:sp>
        <p:nvSpPr>
          <p:cNvPr id="7" name="Espace réservé du texte 3">
            <a:extLst>
              <a:ext uri="{FF2B5EF4-FFF2-40B4-BE49-F238E27FC236}">
                <a16:creationId xmlns:a16="http://schemas.microsoft.com/office/drawing/2014/main" id="{627597CC-54B5-4CC6-98C2-B0FCFCCBB5FC}"/>
              </a:ext>
            </a:extLst>
          </p:cNvPr>
          <p:cNvSpPr txBox="1">
            <a:spLocks/>
          </p:cNvSpPr>
          <p:nvPr/>
        </p:nvSpPr>
        <p:spPr>
          <a:xfrm>
            <a:off x="6182782" y="341282"/>
            <a:ext cx="2832018" cy="8239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Public idéal</a:t>
            </a:r>
          </a:p>
        </p:txBody>
      </p:sp>
      <p:sp>
        <p:nvSpPr>
          <p:cNvPr id="8" name="Espace réservé du contenu 2">
            <a:extLst>
              <a:ext uri="{FF2B5EF4-FFF2-40B4-BE49-F238E27FC236}">
                <a16:creationId xmlns:a16="http://schemas.microsoft.com/office/drawing/2014/main" id="{E860C364-CB07-4157-B3FC-72ADE7FC8BE0}"/>
              </a:ext>
            </a:extLst>
          </p:cNvPr>
          <p:cNvSpPr txBox="1">
            <a:spLocks/>
          </p:cNvSpPr>
          <p:nvPr/>
        </p:nvSpPr>
        <p:spPr>
          <a:xfrm>
            <a:off x="6182782" y="1165194"/>
            <a:ext cx="2832018" cy="235036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Equipe qui se connaît bien et qui a du vécu ensemble</a:t>
            </a:r>
          </a:p>
          <a:p>
            <a:pPr marL="0" indent="0">
              <a:buNone/>
            </a:pPr>
            <a:r>
              <a:rPr lang="fr-FR" sz="1200"/>
              <a:t>Membres d’un séminaire professionnel long (sur plusieurs jours)</a:t>
            </a:r>
          </a:p>
          <a:p>
            <a:pPr marL="0" indent="0">
              <a:buNone/>
            </a:pPr>
            <a:endParaRPr lang="fr-FR" sz="1200"/>
          </a:p>
        </p:txBody>
      </p:sp>
      <p:sp>
        <p:nvSpPr>
          <p:cNvPr id="9" name="Espace réservé du texte 3">
            <a:extLst>
              <a:ext uri="{FF2B5EF4-FFF2-40B4-BE49-F238E27FC236}">
                <a16:creationId xmlns:a16="http://schemas.microsoft.com/office/drawing/2014/main" id="{0DD88472-455B-4EB6-9408-03600B961185}"/>
              </a:ext>
            </a:extLst>
          </p:cNvPr>
          <p:cNvSpPr txBox="1">
            <a:spLocks/>
          </p:cNvSpPr>
          <p:nvPr/>
        </p:nvSpPr>
        <p:spPr>
          <a:xfrm>
            <a:off x="9101582" y="341282"/>
            <a:ext cx="2832018" cy="8239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Problèmes et défis adressés</a:t>
            </a:r>
          </a:p>
        </p:txBody>
      </p:sp>
      <p:sp>
        <p:nvSpPr>
          <p:cNvPr id="10" name="Espace réservé du contenu 2">
            <a:extLst>
              <a:ext uri="{FF2B5EF4-FFF2-40B4-BE49-F238E27FC236}">
                <a16:creationId xmlns:a16="http://schemas.microsoft.com/office/drawing/2014/main" id="{92DC21F5-C271-429F-B995-155ADD05F5EE}"/>
              </a:ext>
            </a:extLst>
          </p:cNvPr>
          <p:cNvSpPr txBox="1">
            <a:spLocks/>
          </p:cNvSpPr>
          <p:nvPr/>
        </p:nvSpPr>
        <p:spPr>
          <a:xfrm>
            <a:off x="9101582" y="1165194"/>
            <a:ext cx="2832018" cy="2350363"/>
          </a:xfrm>
          <a:prstGeom prst="rect">
            <a:avLst/>
          </a:prstGeom>
          <a:solidFill>
            <a:schemeClr val="bg1"/>
          </a:solidFill>
          <a:ln>
            <a:solidFill>
              <a:schemeClr val="tx1"/>
            </a:solidFill>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Manque de sens, ou de reconnaissance de l’impact des efforts</a:t>
            </a:r>
          </a:p>
          <a:p>
            <a:pPr marL="0" indent="0">
              <a:buNone/>
            </a:pPr>
            <a:endParaRPr lang="fr-FR" sz="1200"/>
          </a:p>
          <a:p>
            <a:pPr marL="0" indent="0">
              <a:buNone/>
            </a:pPr>
            <a:r>
              <a:rPr lang="fr-FR" sz="1200"/>
              <a:t>Manque de développement du lien non organisé entre les personnes d’un même groupe</a:t>
            </a:r>
          </a:p>
        </p:txBody>
      </p:sp>
      <p:sp>
        <p:nvSpPr>
          <p:cNvPr id="13" name="Espace réservé du texte 3">
            <a:extLst>
              <a:ext uri="{FF2B5EF4-FFF2-40B4-BE49-F238E27FC236}">
                <a16:creationId xmlns:a16="http://schemas.microsoft.com/office/drawing/2014/main" id="{4583658D-96D2-4428-8C04-12BABFB02F15}"/>
              </a:ext>
            </a:extLst>
          </p:cNvPr>
          <p:cNvSpPr txBox="1">
            <a:spLocks/>
          </p:cNvSpPr>
          <p:nvPr/>
        </p:nvSpPr>
        <p:spPr>
          <a:xfrm>
            <a:off x="541537" y="3661531"/>
            <a:ext cx="3753555" cy="823912"/>
          </a:xfrm>
          <a:prstGeom prst="rect">
            <a:avLst/>
          </a:prstGeom>
          <a:solidFill>
            <a:schemeClr val="accent2"/>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solidFill>
                  <a:schemeClr val="bg1"/>
                </a:solidFill>
              </a:rPr>
              <a:t>Sujets non couverts</a:t>
            </a:r>
          </a:p>
        </p:txBody>
      </p:sp>
      <p:sp>
        <p:nvSpPr>
          <p:cNvPr id="14" name="Espace réservé du contenu 2">
            <a:extLst>
              <a:ext uri="{FF2B5EF4-FFF2-40B4-BE49-F238E27FC236}">
                <a16:creationId xmlns:a16="http://schemas.microsoft.com/office/drawing/2014/main" id="{35C97B3F-F2BF-4533-B31C-BBC0A63139D1}"/>
              </a:ext>
            </a:extLst>
          </p:cNvPr>
          <p:cNvSpPr txBox="1">
            <a:spLocks/>
          </p:cNvSpPr>
          <p:nvPr/>
        </p:nvSpPr>
        <p:spPr>
          <a:xfrm>
            <a:off x="541537" y="4485443"/>
            <a:ext cx="3753555" cy="2163932"/>
          </a:xfrm>
          <a:prstGeom prst="rect">
            <a:avLst/>
          </a:prstGeom>
          <a:solidFill>
            <a:schemeClr val="accent2">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Culture plus générale du feedback</a:t>
            </a:r>
          </a:p>
          <a:p>
            <a:pPr marL="0" indent="0">
              <a:buFont typeface="Arial" panose="020B0604020202020204" pitchFamily="34" charset="0"/>
              <a:buNone/>
            </a:pPr>
            <a:r>
              <a:rPr lang="fr-FR" sz="1200"/>
              <a:t>Messages personnalisés</a:t>
            </a:r>
          </a:p>
          <a:p>
            <a:pPr marL="0" indent="0">
              <a:buFont typeface="Arial" panose="020B0604020202020204" pitchFamily="34" charset="0"/>
              <a:buNone/>
            </a:pPr>
            <a:endParaRPr lang="fr-FR" sz="1200"/>
          </a:p>
        </p:txBody>
      </p:sp>
      <p:sp>
        <p:nvSpPr>
          <p:cNvPr id="15" name="Espace réservé du texte 4">
            <a:extLst>
              <a:ext uri="{FF2B5EF4-FFF2-40B4-BE49-F238E27FC236}">
                <a16:creationId xmlns:a16="http://schemas.microsoft.com/office/drawing/2014/main" id="{EF86EE06-D8B2-422B-8FD5-44E3A9C9053E}"/>
              </a:ext>
            </a:extLst>
          </p:cNvPr>
          <p:cNvSpPr txBox="1">
            <a:spLocks/>
          </p:cNvSpPr>
          <p:nvPr/>
        </p:nvSpPr>
        <p:spPr>
          <a:xfrm>
            <a:off x="4381874" y="3661531"/>
            <a:ext cx="3865481" cy="823912"/>
          </a:xfrm>
          <a:prstGeom prst="rect">
            <a:avLst/>
          </a:prstGeom>
          <a:solidFill>
            <a:schemeClr val="accent3"/>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solidFill>
                  <a:schemeClr val="bg1"/>
                </a:solidFill>
              </a:rPr>
              <a:t>Avec quoi compléter ?</a:t>
            </a:r>
          </a:p>
        </p:txBody>
      </p:sp>
      <p:sp>
        <p:nvSpPr>
          <p:cNvPr id="16" name="Espace réservé du contenu 5">
            <a:extLst>
              <a:ext uri="{FF2B5EF4-FFF2-40B4-BE49-F238E27FC236}">
                <a16:creationId xmlns:a16="http://schemas.microsoft.com/office/drawing/2014/main" id="{0C6E07FB-30F1-47EB-B01D-66E07C71C10D}"/>
              </a:ext>
            </a:extLst>
          </p:cNvPr>
          <p:cNvSpPr txBox="1">
            <a:spLocks/>
          </p:cNvSpPr>
          <p:nvPr/>
        </p:nvSpPr>
        <p:spPr>
          <a:xfrm>
            <a:off x="4381874" y="4485443"/>
            <a:ext cx="3865481" cy="2163932"/>
          </a:xfrm>
          <a:prstGeom prst="rect">
            <a:avLst/>
          </a:prstGeom>
          <a:solidFill>
            <a:schemeClr val="accent3">
              <a:lumMod val="20000"/>
              <a:lumOff val="80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a:t>Jeu totem</a:t>
            </a:r>
          </a:p>
          <a:p>
            <a:pPr marL="0" indent="0">
              <a:buFont typeface="Arial" panose="020B0604020202020204" pitchFamily="34" charset="0"/>
              <a:buNone/>
            </a:pPr>
            <a:r>
              <a:rPr lang="fr-FR" sz="1200"/>
              <a:t>Jeu du verre d’eau #OpenSeriousGame</a:t>
            </a:r>
          </a:p>
          <a:p>
            <a:pPr marL="0" indent="0">
              <a:buFont typeface="Arial" panose="020B0604020202020204" pitchFamily="34" charset="0"/>
              <a:buNone/>
            </a:pPr>
            <a:r>
              <a:rPr lang="fr-FR" sz="1200" err="1"/>
              <a:t>Kudos</a:t>
            </a:r>
            <a:r>
              <a:rPr lang="fr-FR" sz="1200"/>
              <a:t> Cards de </a:t>
            </a:r>
            <a:r>
              <a:rPr lang="fr-FR" sz="1200" dirty="0"/>
              <a:t>Management</a:t>
            </a:r>
            <a:r>
              <a:rPr lang="fr-FR" sz="1200"/>
              <a:t> 3.0</a:t>
            </a:r>
          </a:p>
        </p:txBody>
      </p:sp>
      <p:sp>
        <p:nvSpPr>
          <p:cNvPr id="17" name="Espace réservé du texte 3">
            <a:extLst>
              <a:ext uri="{FF2B5EF4-FFF2-40B4-BE49-F238E27FC236}">
                <a16:creationId xmlns:a16="http://schemas.microsoft.com/office/drawing/2014/main" id="{B423CEF8-9171-4369-90C5-9648B987B047}"/>
              </a:ext>
            </a:extLst>
          </p:cNvPr>
          <p:cNvSpPr txBox="1">
            <a:spLocks/>
          </p:cNvSpPr>
          <p:nvPr/>
        </p:nvSpPr>
        <p:spPr>
          <a:xfrm>
            <a:off x="8334137" y="3661531"/>
            <a:ext cx="3440612" cy="823912"/>
          </a:xfrm>
          <a:prstGeom prst="rect">
            <a:avLst/>
          </a:prstGeom>
          <a:solidFill>
            <a:schemeClr val="bg1">
              <a:lumMod val="75000"/>
            </a:schemeClr>
          </a:solidFill>
        </p:spPr>
        <p:txBody>
          <a:bodyPr vert="horz" lIns="91440" tIns="45720" rIns="91440" bIns="45720" rtlCol="0" anchor="ctr">
            <a:normAutofit fontScale="92500" lnSpcReduction="10000"/>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2000"/>
              <a:t>Ce qu’on suppose des utilisateurs au-delà de la session</a:t>
            </a:r>
          </a:p>
        </p:txBody>
      </p:sp>
      <p:sp>
        <p:nvSpPr>
          <p:cNvPr id="18" name="Espace réservé du contenu 2">
            <a:extLst>
              <a:ext uri="{FF2B5EF4-FFF2-40B4-BE49-F238E27FC236}">
                <a16:creationId xmlns:a16="http://schemas.microsoft.com/office/drawing/2014/main" id="{54358775-AA17-4797-AFBA-7CA6F9428214}"/>
              </a:ext>
            </a:extLst>
          </p:cNvPr>
          <p:cNvSpPr txBox="1">
            <a:spLocks/>
          </p:cNvSpPr>
          <p:nvPr/>
        </p:nvSpPr>
        <p:spPr>
          <a:xfrm>
            <a:off x="8334137" y="4485443"/>
            <a:ext cx="3440612" cy="2163932"/>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a:t>Vous souhaitez que le collectif contribue au sentiment de sens, ou prenne le temps de le reconnaître</a:t>
            </a:r>
          </a:p>
        </p:txBody>
      </p:sp>
    </p:spTree>
    <p:extLst>
      <p:ext uri="{BB962C8B-B14F-4D97-AF65-F5344CB8AC3E}">
        <p14:creationId xmlns:p14="http://schemas.microsoft.com/office/powerpoint/2010/main" val="1190578019"/>
      </p:ext>
    </p:extLst>
  </p:cSld>
  <p:clrMapOvr>
    <a:masterClrMapping/>
  </p:clrMapOvr>
  <mc:AlternateContent xmlns:mc="http://schemas.openxmlformats.org/markup-compatibility/2006" xmlns:p14="http://schemas.microsoft.com/office/powerpoint/2010/main">
    <mc:Choice Requires="p14">
      <p:transition spd="slow" p14:dur="2000" advTm="60894"/>
    </mc:Choice>
    <mc:Fallback xmlns="">
      <p:transition spd="slow" advTm="60894"/>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942570945"/>
              </p:ext>
            </p:extLst>
          </p:nvPr>
        </p:nvGraphicFramePr>
        <p:xfrm>
          <a:off x="581025" y="2181225"/>
          <a:ext cx="11029948" cy="2026920"/>
        </p:xfrm>
        <a:graphic>
          <a:graphicData uri="http://schemas.openxmlformats.org/drawingml/2006/table">
            <a:tbl>
              <a:tblPr firstRow="1" bandRow="1">
                <a:tableStyleId>{21E4AEA4-8DFA-4A89-87EB-49C32662AFE0}</a:tableStyleId>
              </a:tblPr>
              <a:tblGrid>
                <a:gridCol w="2757487">
                  <a:extLst>
                    <a:ext uri="{9D8B030D-6E8A-4147-A177-3AD203B41FA5}">
                      <a16:colId xmlns:a16="http://schemas.microsoft.com/office/drawing/2014/main" val="3807656759"/>
                    </a:ext>
                  </a:extLst>
                </a:gridCol>
                <a:gridCol w="2757487">
                  <a:extLst>
                    <a:ext uri="{9D8B030D-6E8A-4147-A177-3AD203B41FA5}">
                      <a16:colId xmlns:a16="http://schemas.microsoft.com/office/drawing/2014/main" val="2648948851"/>
                    </a:ext>
                  </a:extLst>
                </a:gridCol>
                <a:gridCol w="2757487">
                  <a:extLst>
                    <a:ext uri="{9D8B030D-6E8A-4147-A177-3AD203B41FA5}">
                      <a16:colId xmlns:a16="http://schemas.microsoft.com/office/drawing/2014/main" val="285982558"/>
                    </a:ext>
                  </a:extLst>
                </a:gridCol>
                <a:gridCol w="275748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sz="1200"/>
                        <a:t>1 (</a:t>
                      </a:r>
                      <a:r>
                        <a:rPr lang="fr-FR" sz="1200" err="1"/>
                        <a:t>Thanker</a:t>
                      </a:r>
                      <a:r>
                        <a:rPr lang="fr-FR" sz="1200"/>
                        <a:t> </a:t>
                      </a:r>
                      <a:r>
                        <a:rPr lang="fr-FR" sz="1200" err="1"/>
                        <a:t>Cards</a:t>
                      </a:r>
                      <a:r>
                        <a:rPr lang="fr-FR" sz="1200"/>
                        <a:t> #OpenSeriousGame)</a:t>
                      </a:r>
                    </a:p>
                  </a:txBody>
                  <a:tcPr/>
                </a:tc>
                <a:tc>
                  <a:txBody>
                    <a:bodyPr/>
                    <a:lstStyle/>
                    <a:p>
                      <a:r>
                        <a:rPr lang="fr-FR" sz="1200"/>
                        <a:t>Alexandre QUACH</a:t>
                      </a:r>
                    </a:p>
                  </a:txBody>
                  <a:tcPr/>
                </a:tc>
                <a:tc>
                  <a:txBody>
                    <a:bodyPr/>
                    <a:lstStyle/>
                    <a:p>
                      <a:r>
                        <a:rPr lang="fr-FR" sz="1200"/>
                        <a:t>CC-BY</a:t>
                      </a:r>
                    </a:p>
                  </a:txBody>
                  <a:tcPr/>
                </a:tc>
                <a:tc>
                  <a:txBody>
                    <a:bodyPr/>
                    <a:lstStyle/>
                    <a:p>
                      <a:endParaRPr lang="fr-FR" sz="1200"/>
                    </a:p>
                  </a:txBody>
                  <a:tcPr/>
                </a:tc>
                <a:extLst>
                  <a:ext uri="{0D108BD9-81ED-4DB2-BD59-A6C34878D82A}">
                    <a16:rowId xmlns:a16="http://schemas.microsoft.com/office/drawing/2014/main" val="2337500579"/>
                  </a:ext>
                </a:extLst>
              </a:tr>
              <a:tr h="370840">
                <a:tc>
                  <a:txBody>
                    <a:bodyPr/>
                    <a:lstStyle/>
                    <a:p>
                      <a:r>
                        <a:rPr lang="fr-FR" sz="1200"/>
                        <a:t>2 Komyu </a:t>
                      </a:r>
                      <a:r>
                        <a:rPr lang="fr-FR" sz="1200" err="1"/>
                        <a:t>Thanker</a:t>
                      </a:r>
                      <a:r>
                        <a:rPr lang="fr-FR" sz="1200"/>
                        <a:t> </a:t>
                      </a:r>
                      <a:r>
                        <a:rPr lang="fr-FR" sz="1200" err="1"/>
                        <a:t>Cards</a:t>
                      </a:r>
                      <a:endParaRPr lang="fr-FR" sz="12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Tiffany LO PICCOLO</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a:t>Alexandre QUACH</a:t>
                      </a:r>
                    </a:p>
                  </a:txBody>
                  <a:tcPr/>
                </a:tc>
                <a:tc>
                  <a:txBody>
                    <a:bodyPr/>
                    <a:lstStyle/>
                    <a:p>
                      <a:r>
                        <a:rPr lang="fr-FR" sz="1200"/>
                        <a:t>CC-BY-SA-NC</a:t>
                      </a:r>
                    </a:p>
                  </a:txBody>
                  <a:tcPr/>
                </a:tc>
                <a:tc>
                  <a:txBody>
                    <a:bodyPr/>
                    <a:lstStyle/>
                    <a:p>
                      <a:endParaRPr lang="fr-FR" sz="1200"/>
                    </a:p>
                  </a:txBody>
                  <a:tcPr/>
                </a:tc>
                <a:extLst>
                  <a:ext uri="{0D108BD9-81ED-4DB2-BD59-A6C34878D82A}">
                    <a16:rowId xmlns:a16="http://schemas.microsoft.com/office/drawing/2014/main" val="3565347869"/>
                  </a:ext>
                </a:extLst>
              </a:tr>
              <a:tr h="370840">
                <a:tc>
                  <a:txBody>
                    <a:bodyPr/>
                    <a:lstStyle/>
                    <a:p>
                      <a:r>
                        <a:rPr lang="fr-FR" sz="1200"/>
                        <a:t>3</a:t>
                      </a:r>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26495474"/>
                  </a:ext>
                </a:extLst>
              </a:tr>
              <a:tr h="370840">
                <a:tc>
                  <a:txBody>
                    <a:bodyPr/>
                    <a:lstStyle/>
                    <a:p>
                      <a:endParaRPr lang="fr-FR" sz="1200"/>
                    </a:p>
                  </a:txBody>
                  <a:tcPr/>
                </a:tc>
                <a:tc>
                  <a:txBody>
                    <a:bodyPr/>
                    <a:lstStyle/>
                    <a:p>
                      <a:endParaRPr lang="fr-FR" sz="1200"/>
                    </a:p>
                  </a:txBody>
                  <a:tcPr/>
                </a:tc>
                <a:tc>
                  <a:txBody>
                    <a:bodyPr/>
                    <a:lstStyle/>
                    <a:p>
                      <a:endParaRPr lang="fr-FR" sz="1200"/>
                    </a:p>
                  </a:txBody>
                  <a:tcPr/>
                </a:tc>
                <a:tc>
                  <a:txBody>
                    <a:bodyPr/>
                    <a:lstStyle/>
                    <a:p>
                      <a:endParaRPr lang="fr-FR" sz="1200"/>
                    </a:p>
                  </a:txBody>
                  <a:tcPr/>
                </a:tc>
                <a:extLst>
                  <a:ext uri="{0D108BD9-81ED-4DB2-BD59-A6C34878D82A}">
                    <a16:rowId xmlns:a16="http://schemas.microsoft.com/office/drawing/2014/main" val="3632454121"/>
                  </a:ext>
                </a:extLst>
              </a:tr>
            </a:tbl>
          </a:graphicData>
        </a:graphic>
      </p:graphicFrame>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a:t>Historique des modifications et licences</a:t>
            </a:r>
          </a:p>
        </p:txBody>
      </p:sp>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E4E70F61-9E1E-415E-B79B-8C028D3BA0C3}"/>
              </a:ext>
            </a:extLst>
          </p:cNvPr>
          <p:cNvSpPr>
            <a:spLocks noGrp="1"/>
          </p:cNvSpPr>
          <p:nvPr>
            <p:ph idx="1"/>
          </p:nvPr>
        </p:nvSpPr>
        <p:spPr/>
        <p:txBody>
          <a:bodyPr/>
          <a:lstStyle/>
          <a:p>
            <a:pPr marL="0" indent="0">
              <a:buNone/>
            </a:pPr>
            <a:r>
              <a:rPr lang="fr-FR" dirty="0"/>
              <a:t>Comment vous sentez-vous après avoir remercié quelqu’un ? Après avoir été remercié de cette façon ? </a:t>
            </a:r>
          </a:p>
          <a:p>
            <a:pPr marL="0" indent="0">
              <a:buNone/>
            </a:pPr>
            <a:endParaRPr lang="fr-FR" dirty="0"/>
          </a:p>
          <a:p>
            <a:pPr marL="0" indent="0">
              <a:buNone/>
            </a:pPr>
            <a:r>
              <a:rPr lang="fr-FR" dirty="0"/>
              <a:t>Qu’avez-vous appris les uns les autres grâce à ce jeu ? </a:t>
            </a:r>
          </a:p>
          <a:p>
            <a:pPr marL="0" indent="0">
              <a:buNone/>
            </a:pPr>
            <a:endParaRPr lang="fr-FR" dirty="0"/>
          </a:p>
          <a:p>
            <a:pPr marL="0" indent="0">
              <a:buNone/>
            </a:pPr>
            <a:r>
              <a:rPr lang="fr-FR" dirty="0"/>
              <a:t>Comment allez-vous aborder le remerciement dans le futur ? </a:t>
            </a:r>
          </a:p>
          <a:p>
            <a:pPr marL="0" indent="0">
              <a:buNone/>
            </a:pPr>
            <a:endParaRPr lang="fr-FR" dirty="0"/>
          </a:p>
        </p:txBody>
      </p:sp>
      <p:sp>
        <p:nvSpPr>
          <p:cNvPr id="2" name="Titre 1">
            <a:extLst>
              <a:ext uri="{FF2B5EF4-FFF2-40B4-BE49-F238E27FC236}">
                <a16:creationId xmlns:a16="http://schemas.microsoft.com/office/drawing/2014/main" id="{F06043D0-9ED6-4303-8B4E-D7E1301DD127}"/>
              </a:ext>
            </a:extLst>
          </p:cNvPr>
          <p:cNvSpPr>
            <a:spLocks noGrp="1"/>
          </p:cNvSpPr>
          <p:nvPr>
            <p:ph type="title"/>
          </p:nvPr>
        </p:nvSpPr>
        <p:spPr/>
        <p:txBody>
          <a:bodyPr/>
          <a:lstStyle/>
          <a:p>
            <a:r>
              <a:rPr lang="fr-FR"/>
              <a:t>Questions de Debriefing spécifiques</a:t>
            </a:r>
          </a:p>
        </p:txBody>
      </p:sp>
    </p:spTree>
    <p:extLst>
      <p:ext uri="{BB962C8B-B14F-4D97-AF65-F5344CB8AC3E}">
        <p14:creationId xmlns:p14="http://schemas.microsoft.com/office/powerpoint/2010/main" val="1680687491"/>
      </p:ext>
    </p:extLst>
  </p:cSld>
  <p:clrMapOvr>
    <a:masterClrMapping/>
  </p:clrMapOvr>
  <mc:AlternateContent xmlns:mc="http://schemas.openxmlformats.org/markup-compatibility/2006" xmlns:p14="http://schemas.microsoft.com/office/powerpoint/2010/main">
    <mc:Choice Requires="p14">
      <p:transition spd="slow" p14:dur="2000" advTm="26216"/>
    </mc:Choice>
    <mc:Fallback xmlns="">
      <p:transition spd="slow" advTm="2621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BF11794-6274-417B-BB20-3FA80B7B99D5}"/>
              </a:ext>
            </a:extLst>
          </p:cNvPr>
          <p:cNvSpPr>
            <a:spLocks noGrp="1"/>
          </p:cNvSpPr>
          <p:nvPr>
            <p:ph type="ctrTitle"/>
          </p:nvPr>
        </p:nvSpPr>
        <p:spPr/>
        <p:txBody>
          <a:bodyPr/>
          <a:lstStyle/>
          <a:p>
            <a:r>
              <a:rPr lang="en-US" dirty="0">
                <a:solidFill>
                  <a:schemeClr val="tx1"/>
                </a:solidFill>
              </a:rPr>
              <a:t>REGLES ET EXPLICATIONS</a:t>
            </a:r>
          </a:p>
        </p:txBody>
      </p:sp>
      <p:sp>
        <p:nvSpPr>
          <p:cNvPr id="5" name="Sous-titre 4">
            <a:extLst>
              <a:ext uri="{FF2B5EF4-FFF2-40B4-BE49-F238E27FC236}">
                <a16:creationId xmlns:a16="http://schemas.microsoft.com/office/drawing/2014/main" id="{592C106E-B5D6-4891-8175-50D176D1F80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91603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a:extLst>
            <a:ext uri="{FF2B5EF4-FFF2-40B4-BE49-F238E27FC236}">
              <a16:creationId xmlns:a16="http://schemas.microsoft.com/office/drawing/2014/main" id="{9D234FF1-3A1E-BB1F-41D4-10A75AA8B666}"/>
            </a:ext>
          </a:extLst>
        </p:cNvPr>
        <p:cNvGrpSpPr/>
        <p:nvPr/>
      </p:nvGrpSpPr>
      <p:grpSpPr>
        <a:xfrm>
          <a:off x="0" y="0"/>
          <a:ext cx="0" cy="0"/>
          <a:chOff x="0" y="0"/>
          <a:chExt cx="0" cy="0"/>
        </a:xfrm>
      </p:grpSpPr>
      <p:sp>
        <p:nvSpPr>
          <p:cNvPr id="26" name="Espace réservé du contenu 6">
            <a:extLst>
              <a:ext uri="{FF2B5EF4-FFF2-40B4-BE49-F238E27FC236}">
                <a16:creationId xmlns:a16="http://schemas.microsoft.com/office/drawing/2014/main" id="{1B9C8390-DD44-C266-C679-945521A6F862}"/>
              </a:ext>
            </a:extLst>
          </p:cNvPr>
          <p:cNvSpPr txBox="1">
            <a:spLocks/>
          </p:cNvSpPr>
          <p:nvPr/>
        </p:nvSpPr>
        <p:spPr>
          <a:xfrm>
            <a:off x="8688218"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9" name="Espace réservé du contenu 6">
            <a:extLst>
              <a:ext uri="{FF2B5EF4-FFF2-40B4-BE49-F238E27FC236}">
                <a16:creationId xmlns:a16="http://schemas.microsoft.com/office/drawing/2014/main" id="{9F2386CF-9E41-8B1D-0D43-CBD20C8D3493}"/>
              </a:ext>
            </a:extLst>
          </p:cNvPr>
          <p:cNvSpPr txBox="1">
            <a:spLocks/>
          </p:cNvSpPr>
          <p:nvPr/>
        </p:nvSpPr>
        <p:spPr>
          <a:xfrm>
            <a:off x="1017205"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2" name="Espace réservé du contenu 6">
            <a:extLst>
              <a:ext uri="{FF2B5EF4-FFF2-40B4-BE49-F238E27FC236}">
                <a16:creationId xmlns:a16="http://schemas.microsoft.com/office/drawing/2014/main" id="{27AE732C-0317-8CE8-12D0-D7584753FDAF}"/>
              </a:ext>
            </a:extLst>
          </p:cNvPr>
          <p:cNvSpPr txBox="1">
            <a:spLocks/>
          </p:cNvSpPr>
          <p:nvPr/>
        </p:nvSpPr>
        <p:spPr>
          <a:xfrm>
            <a:off x="6131213"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9" name="Espace réservé du contenu 6">
            <a:extLst>
              <a:ext uri="{FF2B5EF4-FFF2-40B4-BE49-F238E27FC236}">
                <a16:creationId xmlns:a16="http://schemas.microsoft.com/office/drawing/2014/main" id="{EC55C278-B074-9CB0-1A2D-60922B43A26A}"/>
              </a:ext>
            </a:extLst>
          </p:cNvPr>
          <p:cNvSpPr txBox="1">
            <a:spLocks/>
          </p:cNvSpPr>
          <p:nvPr/>
        </p:nvSpPr>
        <p:spPr>
          <a:xfrm>
            <a:off x="3574209" y="3417921"/>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8" name="Espace réservé du contenu 6">
            <a:extLst>
              <a:ext uri="{FF2B5EF4-FFF2-40B4-BE49-F238E27FC236}">
                <a16:creationId xmlns:a16="http://schemas.microsoft.com/office/drawing/2014/main" id="{A2E16128-D595-F6C2-BDC5-F6D8629F28AA}"/>
              </a:ext>
            </a:extLst>
          </p:cNvPr>
          <p:cNvSpPr txBox="1">
            <a:spLocks/>
          </p:cNvSpPr>
          <p:nvPr/>
        </p:nvSpPr>
        <p:spPr>
          <a:xfrm>
            <a:off x="8688218"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3" name="Espace réservé du contenu 6">
            <a:extLst>
              <a:ext uri="{FF2B5EF4-FFF2-40B4-BE49-F238E27FC236}">
                <a16:creationId xmlns:a16="http://schemas.microsoft.com/office/drawing/2014/main" id="{D0B03FF1-3C92-93F8-8F14-F3A9009254E4}"/>
              </a:ext>
            </a:extLst>
          </p:cNvPr>
          <p:cNvSpPr txBox="1">
            <a:spLocks/>
          </p:cNvSpPr>
          <p:nvPr/>
        </p:nvSpPr>
        <p:spPr>
          <a:xfrm>
            <a:off x="1017205" y="0"/>
            <a:ext cx="2548800" cy="3417921"/>
          </a:xfrm>
          <a:prstGeom prst="rect">
            <a:avLst/>
          </a:prstGeom>
          <a:solidFill>
            <a:schemeClr val="bg1">
              <a:lumMod val="65000"/>
            </a:schemeClr>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5" name="Espace réservé du contenu 6">
            <a:extLst>
              <a:ext uri="{FF2B5EF4-FFF2-40B4-BE49-F238E27FC236}">
                <a16:creationId xmlns:a16="http://schemas.microsoft.com/office/drawing/2014/main" id="{6F77676E-C558-C0D0-B8E5-F9CD43B42E33}"/>
              </a:ext>
            </a:extLst>
          </p:cNvPr>
          <p:cNvSpPr txBox="1">
            <a:spLocks/>
          </p:cNvSpPr>
          <p:nvPr/>
        </p:nvSpPr>
        <p:spPr>
          <a:xfrm>
            <a:off x="6131213"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8" name="Espace réservé du contenu 6">
            <a:extLst>
              <a:ext uri="{FF2B5EF4-FFF2-40B4-BE49-F238E27FC236}">
                <a16:creationId xmlns:a16="http://schemas.microsoft.com/office/drawing/2014/main" id="{D544E6EE-2B6B-AA9F-6B8F-E08921455415}"/>
              </a:ext>
            </a:extLst>
          </p:cNvPr>
          <p:cNvSpPr txBox="1">
            <a:spLocks/>
          </p:cNvSpPr>
          <p:nvPr/>
        </p:nvSpPr>
        <p:spPr>
          <a:xfrm>
            <a:off x="3574209" y="0"/>
            <a:ext cx="2548800" cy="3417921"/>
          </a:xfrm>
          <a:prstGeom prst="rect">
            <a:avLst/>
          </a:prstGeom>
          <a:solidFill>
            <a:schemeClr val="bg1">
              <a:lumMod val="65000"/>
            </a:schemeClr>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grpSp>
        <p:nvGrpSpPr>
          <p:cNvPr id="37" name="Gruppo 36">
            <a:extLst>
              <a:ext uri="{FF2B5EF4-FFF2-40B4-BE49-F238E27FC236}">
                <a16:creationId xmlns:a16="http://schemas.microsoft.com/office/drawing/2014/main" id="{92BE633A-3142-60F3-587F-B3DB5296F097}"/>
              </a:ext>
            </a:extLst>
          </p:cNvPr>
          <p:cNvGrpSpPr/>
          <p:nvPr/>
        </p:nvGrpSpPr>
        <p:grpSpPr>
          <a:xfrm>
            <a:off x="933812" y="-4729"/>
            <a:ext cx="11247696" cy="6840571"/>
            <a:chOff x="957507" y="-1"/>
            <a:chExt cx="11185358" cy="6774999"/>
          </a:xfrm>
        </p:grpSpPr>
        <p:grpSp>
          <p:nvGrpSpPr>
            <p:cNvPr id="56" name="Gruppo 55">
              <a:extLst>
                <a:ext uri="{FF2B5EF4-FFF2-40B4-BE49-F238E27FC236}">
                  <a16:creationId xmlns:a16="http://schemas.microsoft.com/office/drawing/2014/main" id="{C0D2BE51-707F-2AB4-4785-B8B5ADD0F471}"/>
                </a:ext>
              </a:extLst>
            </p:cNvPr>
            <p:cNvGrpSpPr>
              <a:grpSpLocks/>
            </p:cNvGrpSpPr>
            <p:nvPr/>
          </p:nvGrpSpPr>
          <p:grpSpPr>
            <a:xfrm>
              <a:off x="957507" y="-1"/>
              <a:ext cx="10736840" cy="6774999"/>
              <a:chOff x="-50026" y="0"/>
              <a:chExt cx="10736840" cy="6040813"/>
            </a:xfrm>
          </p:grpSpPr>
          <p:cxnSp>
            <p:nvCxnSpPr>
              <p:cNvPr id="7" name="Connettore diritto 6">
                <a:extLst>
                  <a:ext uri="{FF2B5EF4-FFF2-40B4-BE49-F238E27FC236}">
                    <a16:creationId xmlns:a16="http://schemas.microsoft.com/office/drawing/2014/main" id="{A6F2326F-6396-766D-FBFD-19133A99FD7A}"/>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D80E6F4C-529E-6AFC-A203-979068E5070D}"/>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Connettore diritto 14">
                <a:extLst>
                  <a:ext uri="{FF2B5EF4-FFF2-40B4-BE49-F238E27FC236}">
                    <a16:creationId xmlns:a16="http://schemas.microsoft.com/office/drawing/2014/main" id="{09B5C1A2-D45E-B496-EF90-27F49EFFF3C3}"/>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1" name="Connettore diritto 40">
                <a:extLst>
                  <a:ext uri="{FF2B5EF4-FFF2-40B4-BE49-F238E27FC236}">
                    <a16:creationId xmlns:a16="http://schemas.microsoft.com/office/drawing/2014/main" id="{FFDF92C2-BE87-D83F-3179-B8B8D95D351C}"/>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Connettore diritto 26">
                <a:extLst>
                  <a:ext uri="{FF2B5EF4-FFF2-40B4-BE49-F238E27FC236}">
                    <a16:creationId xmlns:a16="http://schemas.microsoft.com/office/drawing/2014/main" id="{1700B0AB-A9FB-37E2-B89C-12DB43038D57}"/>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Connettore diritto 35">
                <a:extLst>
                  <a:ext uri="{FF2B5EF4-FFF2-40B4-BE49-F238E27FC236}">
                    <a16:creationId xmlns:a16="http://schemas.microsoft.com/office/drawing/2014/main" id="{2E70145A-3ABD-7724-3418-596937EB7C30}"/>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8" name="Elemento grafico 57" descr="Forbici con riempimento a tinta unita">
              <a:extLst>
                <a:ext uri="{FF2B5EF4-FFF2-40B4-BE49-F238E27FC236}">
                  <a16:creationId xmlns:a16="http://schemas.microsoft.com/office/drawing/2014/main" id="{9EEC0386-54E0-FCC5-C1CE-00FE199294E7}"/>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rot="2820947">
              <a:off x="11228465" y="2960720"/>
              <a:ext cx="914400" cy="914400"/>
            </a:xfrm>
            <a:prstGeom prst="rect">
              <a:avLst/>
            </a:prstGeom>
          </p:spPr>
        </p:pic>
      </p:grpSp>
      <p:sp>
        <p:nvSpPr>
          <p:cNvPr id="2" name="Espace réservé du contenu 6">
            <a:extLst>
              <a:ext uri="{FF2B5EF4-FFF2-40B4-BE49-F238E27FC236}">
                <a16:creationId xmlns:a16="http://schemas.microsoft.com/office/drawing/2014/main" id="{701E7023-FC27-D727-2171-C84E5AF641B9}"/>
              </a:ext>
            </a:extLst>
          </p:cNvPr>
          <p:cNvSpPr txBox="1">
            <a:spLocks/>
          </p:cNvSpPr>
          <p:nvPr/>
        </p:nvSpPr>
        <p:spPr>
          <a:xfrm>
            <a:off x="1274425"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usages</a:t>
            </a:r>
          </a:p>
          <a:p>
            <a:pPr algn="ctr"/>
            <a:r>
              <a:rPr lang="fr-FR" sz="1400" b="1" i="1" dirty="0">
                <a:solidFill>
                  <a:schemeClr val="accent1"/>
                </a:solidFill>
              </a:rPr>
              <a:t>En binôme</a:t>
            </a:r>
          </a:p>
          <a:p>
            <a:pPr algn="ctr"/>
            <a:endParaRPr lang="fr-FR" sz="1400" b="1" i="1" dirty="0">
              <a:solidFill>
                <a:schemeClr val="accent1"/>
              </a:solidFill>
            </a:endParaRPr>
          </a:p>
          <a:p>
            <a:pPr algn="ctr"/>
            <a:r>
              <a:rPr lang="fr-FR" sz="1400" i="1" dirty="0">
                <a:solidFill>
                  <a:schemeClr val="accent1"/>
                </a:solidFill>
              </a:rPr>
              <a:t>Pour remercier une personne en particulier de l’impact positif qu’elle a eu sur vous, vous pouvez lui donner une carte </a:t>
            </a:r>
          </a:p>
        </p:txBody>
      </p:sp>
      <p:sp>
        <p:nvSpPr>
          <p:cNvPr id="4" name="Espace réservé du contenu 6">
            <a:extLst>
              <a:ext uri="{FF2B5EF4-FFF2-40B4-BE49-F238E27FC236}">
                <a16:creationId xmlns:a16="http://schemas.microsoft.com/office/drawing/2014/main" id="{2062FF70-06EA-15F5-0887-DAC7B563B65D}"/>
              </a:ext>
            </a:extLst>
          </p:cNvPr>
          <p:cNvSpPr txBox="1">
            <a:spLocks/>
          </p:cNvSpPr>
          <p:nvPr/>
        </p:nvSpPr>
        <p:spPr>
          <a:xfrm>
            <a:off x="1266312"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QUI A CRÉÉ CE JEU ?</a:t>
            </a:r>
          </a:p>
          <a:p>
            <a:pPr algn="ctr"/>
            <a:endParaRPr lang="fr-FR" sz="1400" b="1" i="1">
              <a:solidFill>
                <a:schemeClr val="accent1"/>
              </a:solidFill>
            </a:endParaRPr>
          </a:p>
          <a:p>
            <a:pPr algn="ctr"/>
            <a:r>
              <a:rPr lang="fr-FR" sz="1400" i="1">
                <a:solidFill>
                  <a:schemeClr val="accent1"/>
                </a:solidFill>
              </a:rPr>
              <a:t>Ce jeu a été créé par l’entreprise KOMYU sur la base de l’#OpenSeriousGame Thanker Cards, par Alexandre QUACH</a:t>
            </a:r>
          </a:p>
          <a:p>
            <a:pPr algn="ctr"/>
            <a:r>
              <a:rPr lang="fr-FR" sz="1400" i="1">
                <a:solidFill>
                  <a:schemeClr val="accent1"/>
                </a:solidFill>
              </a:rPr>
              <a:t>openseriousgames.org</a:t>
            </a:r>
          </a:p>
        </p:txBody>
      </p:sp>
      <p:sp>
        <p:nvSpPr>
          <p:cNvPr id="3" name="Espace réservé du contenu 6">
            <a:extLst>
              <a:ext uri="{FF2B5EF4-FFF2-40B4-BE49-F238E27FC236}">
                <a16:creationId xmlns:a16="http://schemas.microsoft.com/office/drawing/2014/main" id="{9D29A426-A336-9E68-38A4-A176D82B62A5}"/>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Règles et usages</a:t>
            </a:r>
          </a:p>
          <a:p>
            <a:pPr algn="ctr"/>
            <a:r>
              <a:rPr lang="fr-FR" sz="1400" b="1" i="1">
                <a:solidFill>
                  <a:schemeClr val="accent1"/>
                </a:solidFill>
              </a:rPr>
              <a:t>En réunion équipe</a:t>
            </a:r>
          </a:p>
          <a:p>
            <a:pPr algn="ctr"/>
            <a:endParaRPr lang="fr-FR" sz="1400" b="1" i="1">
              <a:solidFill>
                <a:schemeClr val="accent1"/>
              </a:solidFill>
            </a:endParaRPr>
          </a:p>
          <a:p>
            <a:pPr algn="ctr"/>
            <a:r>
              <a:rPr lang="fr-FR" sz="1400" i="1">
                <a:solidFill>
                  <a:schemeClr val="accent1"/>
                </a:solidFill>
              </a:rPr>
              <a:t>Pour redonner du sens collectif à une équipe qui a du vécu, utilisez ce jeu en début ou fin de réunion bilan. </a:t>
            </a:r>
          </a:p>
        </p:txBody>
      </p:sp>
      <p:sp>
        <p:nvSpPr>
          <p:cNvPr id="5" name="Espace réservé du contenu 6">
            <a:extLst>
              <a:ext uri="{FF2B5EF4-FFF2-40B4-BE49-F238E27FC236}">
                <a16:creationId xmlns:a16="http://schemas.microsoft.com/office/drawing/2014/main" id="{05BD932E-69DA-9B38-AC70-FA0CE75CFE5B}"/>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QUI EST </a:t>
            </a:r>
          </a:p>
          <a:p>
            <a:pPr algn="ctr"/>
            <a:endParaRPr lang="fr-FR" sz="1800" b="1" i="1">
              <a:solidFill>
                <a:schemeClr val="accent1"/>
              </a:solidFill>
            </a:endParaRPr>
          </a:p>
          <a:p>
            <a:pPr algn="ctr"/>
            <a:r>
              <a:rPr lang="fr-FR" sz="1800" b="1" i="1">
                <a:solidFill>
                  <a:schemeClr val="accent1"/>
                </a:solidFill>
              </a:rPr>
              <a:t> ?</a:t>
            </a:r>
            <a:endParaRPr lang="fr-FR" sz="1400" i="1">
              <a:solidFill>
                <a:schemeClr val="accent1"/>
              </a:solidFill>
            </a:endParaRPr>
          </a:p>
          <a:p>
            <a:pPr algn="ctr"/>
            <a:endParaRPr lang="fr-FR" sz="1400" i="1">
              <a:solidFill>
                <a:schemeClr val="accent1"/>
              </a:solidFill>
            </a:endParaRPr>
          </a:p>
          <a:p>
            <a:pPr algn="ctr"/>
            <a:r>
              <a:rPr lang="fr-FR" sz="1400" i="1">
                <a:solidFill>
                  <a:schemeClr val="accent1"/>
                </a:solidFill>
              </a:rPr>
              <a:t>Komyu est une entreprise spécialisée dans la mission d’unir pour mieux réussir, au service des entreprises, organisations, collectifs.</a:t>
            </a:r>
            <a:endParaRPr lang="fr-FR" sz="1800" i="1">
              <a:solidFill>
                <a:schemeClr val="accent1"/>
              </a:solidFill>
            </a:endParaRPr>
          </a:p>
        </p:txBody>
      </p:sp>
      <p:sp>
        <p:nvSpPr>
          <p:cNvPr id="6" name="Espace réservé du contenu 6">
            <a:extLst>
              <a:ext uri="{FF2B5EF4-FFF2-40B4-BE49-F238E27FC236}">
                <a16:creationId xmlns:a16="http://schemas.microsoft.com/office/drawing/2014/main" id="{C8E37575-B83F-95C0-3EC1-755A079FF130}"/>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usages</a:t>
            </a:r>
          </a:p>
          <a:p>
            <a:pPr algn="ctr"/>
            <a:r>
              <a:rPr lang="fr-FR" sz="1400" b="1" i="1" dirty="0">
                <a:solidFill>
                  <a:schemeClr val="accent1"/>
                </a:solidFill>
              </a:rPr>
              <a:t>En séminaire</a:t>
            </a:r>
          </a:p>
          <a:p>
            <a:pPr algn="ctr"/>
            <a:endParaRPr lang="fr-FR" sz="1400" b="1" i="1" dirty="0">
              <a:solidFill>
                <a:schemeClr val="accent1"/>
              </a:solidFill>
            </a:endParaRPr>
          </a:p>
          <a:p>
            <a:pPr algn="ctr"/>
            <a:r>
              <a:rPr lang="fr-FR" sz="1400" i="1" dirty="0">
                <a:solidFill>
                  <a:schemeClr val="accent1"/>
                </a:solidFill>
              </a:rPr>
              <a:t>Pour tisser des liens et redonner du sens collectif pendant un séminaire, un événement de fin de cycle, distribuez les cartes avant pour qu’elles soient redonnées.</a:t>
            </a:r>
          </a:p>
        </p:txBody>
      </p:sp>
      <p:sp>
        <p:nvSpPr>
          <p:cNvPr id="8" name="Espace réservé du contenu 6">
            <a:extLst>
              <a:ext uri="{FF2B5EF4-FFF2-40B4-BE49-F238E27FC236}">
                <a16:creationId xmlns:a16="http://schemas.microsoft.com/office/drawing/2014/main" id="{4DFC0336-ECC0-8066-77CD-E4D193568627}"/>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POURQUOI PARTAGEONS NOUS ?</a:t>
            </a:r>
          </a:p>
          <a:p>
            <a:pPr algn="ctr"/>
            <a:r>
              <a:rPr lang="fr-FR" sz="1400" i="1" dirty="0">
                <a:solidFill>
                  <a:schemeClr val="accent1"/>
                </a:solidFill>
              </a:rPr>
              <a:t>Nous croyons en une  mission globale de fédération, et souhaitons que cette mission puisse être portée par tous, tous nos contenus sont donc en open source.</a:t>
            </a:r>
          </a:p>
        </p:txBody>
      </p:sp>
      <p:sp>
        <p:nvSpPr>
          <p:cNvPr id="9" name="Espace réservé du contenu 6">
            <a:extLst>
              <a:ext uri="{FF2B5EF4-FFF2-40B4-BE49-F238E27FC236}">
                <a16:creationId xmlns:a16="http://schemas.microsoft.com/office/drawing/2014/main" id="{D39545CC-AAFC-1F0A-39FD-25AB2123D0A4}"/>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Règles et usages</a:t>
            </a:r>
          </a:p>
          <a:p>
            <a:pPr algn="ctr"/>
            <a:r>
              <a:rPr lang="fr-FR" sz="1400" b="1" i="1" dirty="0">
                <a:solidFill>
                  <a:schemeClr val="accent1"/>
                </a:solidFill>
              </a:rPr>
              <a:t>En libre circulation (temps long)</a:t>
            </a:r>
          </a:p>
          <a:p>
            <a:pPr algn="ctr"/>
            <a:endParaRPr lang="fr-FR" sz="1400" i="1" dirty="0">
              <a:solidFill>
                <a:schemeClr val="accent1"/>
              </a:solidFill>
            </a:endParaRPr>
          </a:p>
          <a:p>
            <a:pPr algn="ctr"/>
            <a:r>
              <a:rPr lang="fr-FR" sz="1400" i="1" dirty="0">
                <a:solidFill>
                  <a:schemeClr val="accent1"/>
                </a:solidFill>
              </a:rPr>
              <a:t>Vous pouvez mettre les cartes à disposition dans vos espaces communs afin qu’elles circulent et que les remerciements se fassent.</a:t>
            </a:r>
          </a:p>
          <a:p>
            <a:pPr algn="ctr"/>
            <a:endParaRPr lang="fr-FR" sz="1400" b="1" i="1" dirty="0">
              <a:solidFill>
                <a:schemeClr val="accent1"/>
              </a:solidFill>
            </a:endParaRPr>
          </a:p>
        </p:txBody>
      </p:sp>
      <p:sp>
        <p:nvSpPr>
          <p:cNvPr id="10" name="Espace réservé du contenu 6">
            <a:extLst>
              <a:ext uri="{FF2B5EF4-FFF2-40B4-BE49-F238E27FC236}">
                <a16:creationId xmlns:a16="http://schemas.microsoft.com/office/drawing/2014/main" id="{B15C287B-DE53-E822-ADF6-22A65FE9BB86}"/>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dirty="0">
                <a:solidFill>
                  <a:schemeClr val="accent1"/>
                </a:solidFill>
              </a:rPr>
              <a:t>Créer votre jeu ?</a:t>
            </a:r>
            <a:endParaRPr lang="fr-FR" sz="1800" i="1" dirty="0">
              <a:solidFill>
                <a:schemeClr val="accent1"/>
              </a:solidFill>
            </a:endParaRPr>
          </a:p>
          <a:p>
            <a:pPr algn="ctr"/>
            <a:r>
              <a:rPr lang="fr-FR" sz="1400" i="1" dirty="0">
                <a:solidFill>
                  <a:schemeClr val="accent1"/>
                </a:solidFill>
              </a:rPr>
              <a:t>Vous souhaitez créer un jeu pour la réussite collective dans votre événement, collectif ou entreprise ? Vous êtes pour l’idée de mettre votre idée en open source ? Contactez-nous sur LinkedIn ou sur </a:t>
            </a:r>
            <a:r>
              <a:rPr lang="fr-FR" sz="1400" i="1" dirty="0">
                <a:solidFill>
                  <a:schemeClr val="accent1"/>
                </a:solidFill>
                <a:hlinkClick r:id="rId4"/>
              </a:rPr>
              <a:t>www.komyu.fr</a:t>
            </a:r>
            <a:r>
              <a:rPr lang="fr-FR" sz="1400" i="1" dirty="0">
                <a:solidFill>
                  <a:schemeClr val="accent1"/>
                </a:solidFill>
              </a:rPr>
              <a:t>  </a:t>
            </a:r>
          </a:p>
        </p:txBody>
      </p:sp>
      <p:pic>
        <p:nvPicPr>
          <p:cNvPr id="11" name="Image 2">
            <a:extLst>
              <a:ext uri="{FF2B5EF4-FFF2-40B4-BE49-F238E27FC236}">
                <a16:creationId xmlns:a16="http://schemas.microsoft.com/office/drawing/2014/main" id="{C192AD57-343F-6826-8F1B-F1364DA209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7926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E8D88311-5D92-B86D-118B-3F7683C90E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43353" y="2690045"/>
            <a:ext cx="658997" cy="223162"/>
          </a:xfrm>
          <a:prstGeom prst="rect">
            <a:avLst/>
          </a:prstGeom>
        </p:spPr>
      </p:pic>
      <p:pic>
        <p:nvPicPr>
          <p:cNvPr id="14" name="Image 2">
            <a:extLst>
              <a:ext uri="{FF2B5EF4-FFF2-40B4-BE49-F238E27FC236}">
                <a16:creationId xmlns:a16="http://schemas.microsoft.com/office/drawing/2014/main" id="{6E6F967B-0950-D942-F7F1-C9F9A447A7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9AC0FCA7-033C-C21E-3C70-2883664E324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3DED185C-EB35-750E-AF59-5FAD6B617C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D1792A2C-8CF3-FA8B-AB2F-721DDB5A0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3A7D4C7F-6BCD-B1E7-9C03-35FDC195FD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5E531816-B94D-EC5A-F4BE-EBB9DDAF0D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84828" y="2690045"/>
            <a:ext cx="658997" cy="223162"/>
          </a:xfrm>
          <a:prstGeom prst="rect">
            <a:avLst/>
          </a:prstGeom>
        </p:spPr>
      </p:pic>
      <p:pic>
        <p:nvPicPr>
          <p:cNvPr id="24" name="Image 2">
            <a:extLst>
              <a:ext uri="{FF2B5EF4-FFF2-40B4-BE49-F238E27FC236}">
                <a16:creationId xmlns:a16="http://schemas.microsoft.com/office/drawing/2014/main" id="{87286874-7090-1378-4608-F4B9D34799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7926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49CD216C-C439-E051-238C-D60B1790D06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43353" y="6106916"/>
            <a:ext cx="658997"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38BCF25B-E91C-2B75-E949-288FDC2FD6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77674" y="6106916"/>
            <a:ext cx="658997"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E9DF8332-3876-813F-51FA-CD258528300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257271" y="6096063"/>
            <a:ext cx="658997" cy="223162"/>
          </a:xfrm>
          <a:prstGeom prst="rect">
            <a:avLst/>
          </a:prstGeom>
        </p:spPr>
      </p:pic>
      <p:pic>
        <p:nvPicPr>
          <p:cNvPr id="34" name="Immagine 33" descr="Immagine che contiene logo, Elementi grafici, Carattere, simbolo&#10;&#10;Descrizione generata automaticamente">
            <a:extLst>
              <a:ext uri="{FF2B5EF4-FFF2-40B4-BE49-F238E27FC236}">
                <a16:creationId xmlns:a16="http://schemas.microsoft.com/office/drawing/2014/main" id="{578307F9-8848-74D1-E7F3-DE46CD775B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9702" y="3856224"/>
            <a:ext cx="1227705" cy="415749"/>
          </a:xfrm>
          <a:prstGeom prst="rect">
            <a:avLst/>
          </a:prstGeom>
        </p:spPr>
      </p:pic>
      <p:grpSp>
        <p:nvGrpSpPr>
          <p:cNvPr id="18" name="Gruppo 17">
            <a:extLst>
              <a:ext uri="{FF2B5EF4-FFF2-40B4-BE49-F238E27FC236}">
                <a16:creationId xmlns:a16="http://schemas.microsoft.com/office/drawing/2014/main" id="{8AC6C9C8-1606-17DD-F7C1-9C0659DA68FE}"/>
              </a:ext>
            </a:extLst>
          </p:cNvPr>
          <p:cNvGrpSpPr/>
          <p:nvPr/>
        </p:nvGrpSpPr>
        <p:grpSpPr>
          <a:xfrm>
            <a:off x="3988530" y="730087"/>
            <a:ext cx="431518" cy="431518"/>
            <a:chOff x="8465437" y="1293621"/>
            <a:chExt cx="1030197" cy="1030197"/>
          </a:xfrm>
        </p:grpSpPr>
        <p:pic>
          <p:nvPicPr>
            <p:cNvPr id="114" name="Graphique 113" descr="Utilisateur avec un remplissage uni">
              <a:extLst>
                <a:ext uri="{FF2B5EF4-FFF2-40B4-BE49-F238E27FC236}">
                  <a16:creationId xmlns:a16="http://schemas.microsoft.com/office/drawing/2014/main" id="{DC5F86FE-C8C5-4408-93DF-4E056D83052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5437" y="1293621"/>
              <a:ext cx="1030197" cy="1030197"/>
            </a:xfrm>
            <a:prstGeom prst="rect">
              <a:avLst/>
            </a:prstGeom>
          </p:spPr>
        </p:pic>
        <p:grpSp>
          <p:nvGrpSpPr>
            <p:cNvPr id="131" name="Groupe 130">
              <a:extLst>
                <a:ext uri="{FF2B5EF4-FFF2-40B4-BE49-F238E27FC236}">
                  <a16:creationId xmlns:a16="http://schemas.microsoft.com/office/drawing/2014/main" id="{F0B205CE-1EAD-4329-AF4B-AF17C005A5A2}"/>
                </a:ext>
              </a:extLst>
            </p:cNvPr>
            <p:cNvGrpSpPr/>
            <p:nvPr/>
          </p:nvGrpSpPr>
          <p:grpSpPr>
            <a:xfrm rot="19748937">
              <a:off x="8538362" y="1983610"/>
              <a:ext cx="475571" cy="319247"/>
              <a:chOff x="8519296" y="2040332"/>
              <a:chExt cx="475571" cy="319247"/>
            </a:xfrm>
          </p:grpSpPr>
          <p:grpSp>
            <p:nvGrpSpPr>
              <p:cNvPr id="119" name="Groupe 118">
                <a:extLst>
                  <a:ext uri="{FF2B5EF4-FFF2-40B4-BE49-F238E27FC236}">
                    <a16:creationId xmlns:a16="http://schemas.microsoft.com/office/drawing/2014/main" id="{793999C2-0AD9-453A-9903-5F0018C359EC}"/>
                  </a:ext>
                </a:extLst>
              </p:cNvPr>
              <p:cNvGrpSpPr/>
              <p:nvPr/>
            </p:nvGrpSpPr>
            <p:grpSpPr>
              <a:xfrm rot="20384250">
                <a:off x="8519296" y="2045697"/>
                <a:ext cx="223837" cy="300038"/>
                <a:chOff x="1418816" y="1345394"/>
                <a:chExt cx="278085" cy="372754"/>
              </a:xfrm>
            </p:grpSpPr>
            <p:pic>
              <p:nvPicPr>
                <p:cNvPr id="120" name="Graphique 119" descr="Joker avec un remplissage uni">
                  <a:extLst>
                    <a:ext uri="{FF2B5EF4-FFF2-40B4-BE49-F238E27FC236}">
                      <a16:creationId xmlns:a16="http://schemas.microsoft.com/office/drawing/2014/main" id="{61D4B8BA-394C-41BA-992D-DDC81F15B5D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21" name="Rectangle 120">
                  <a:extLst>
                    <a:ext uri="{FF2B5EF4-FFF2-40B4-BE49-F238E27FC236}">
                      <a16:creationId xmlns:a16="http://schemas.microsoft.com/office/drawing/2014/main" id="{04D4B4B7-4A35-4920-AC3E-01657AE8595A}"/>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2" name="Groupe 121">
                <a:extLst>
                  <a:ext uri="{FF2B5EF4-FFF2-40B4-BE49-F238E27FC236}">
                    <a16:creationId xmlns:a16="http://schemas.microsoft.com/office/drawing/2014/main" id="{CAE2B6D3-8327-4F72-9AC1-BB8E2C1C246D}"/>
                  </a:ext>
                </a:extLst>
              </p:cNvPr>
              <p:cNvGrpSpPr/>
              <p:nvPr/>
            </p:nvGrpSpPr>
            <p:grpSpPr>
              <a:xfrm rot="21356593">
                <a:off x="8614130" y="2040416"/>
                <a:ext cx="223837" cy="300038"/>
                <a:chOff x="1418816" y="1345394"/>
                <a:chExt cx="278085" cy="372754"/>
              </a:xfrm>
            </p:grpSpPr>
            <p:pic>
              <p:nvPicPr>
                <p:cNvPr id="123" name="Graphique 122" descr="Joker avec un remplissage uni">
                  <a:extLst>
                    <a:ext uri="{FF2B5EF4-FFF2-40B4-BE49-F238E27FC236}">
                      <a16:creationId xmlns:a16="http://schemas.microsoft.com/office/drawing/2014/main" id="{13C15315-4F69-48DF-AEA1-3D7677C91DB7}"/>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24" name="Rectangle 123">
                  <a:extLst>
                    <a:ext uri="{FF2B5EF4-FFF2-40B4-BE49-F238E27FC236}">
                      <a16:creationId xmlns:a16="http://schemas.microsoft.com/office/drawing/2014/main" id="{62EFF96A-977B-413A-9A08-A482E68217EF}"/>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e 124">
                <a:extLst>
                  <a:ext uri="{FF2B5EF4-FFF2-40B4-BE49-F238E27FC236}">
                    <a16:creationId xmlns:a16="http://schemas.microsoft.com/office/drawing/2014/main" id="{CD966CBF-4BCC-4773-B764-D1CAC91ACDEB}"/>
                  </a:ext>
                </a:extLst>
              </p:cNvPr>
              <p:cNvGrpSpPr/>
              <p:nvPr/>
            </p:nvGrpSpPr>
            <p:grpSpPr>
              <a:xfrm rot="617371">
                <a:off x="8694753" y="2040332"/>
                <a:ext cx="223837" cy="300038"/>
                <a:chOff x="1418816" y="1345394"/>
                <a:chExt cx="278085" cy="372754"/>
              </a:xfrm>
            </p:grpSpPr>
            <p:pic>
              <p:nvPicPr>
                <p:cNvPr id="126" name="Graphique 125" descr="Joker avec un remplissage uni">
                  <a:extLst>
                    <a:ext uri="{FF2B5EF4-FFF2-40B4-BE49-F238E27FC236}">
                      <a16:creationId xmlns:a16="http://schemas.microsoft.com/office/drawing/2014/main" id="{2249D234-0033-4AAA-86A9-4D3FE67502A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27" name="Rectangle 126">
                  <a:extLst>
                    <a:ext uri="{FF2B5EF4-FFF2-40B4-BE49-F238E27FC236}">
                      <a16:creationId xmlns:a16="http://schemas.microsoft.com/office/drawing/2014/main" id="{08823E79-8AC5-405B-8993-EFFB6829202B}"/>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 name="Groupe 127">
                <a:extLst>
                  <a:ext uri="{FF2B5EF4-FFF2-40B4-BE49-F238E27FC236}">
                    <a16:creationId xmlns:a16="http://schemas.microsoft.com/office/drawing/2014/main" id="{DB550D45-D31E-4870-A37E-E06BE34DC63E}"/>
                  </a:ext>
                </a:extLst>
              </p:cNvPr>
              <p:cNvGrpSpPr/>
              <p:nvPr/>
            </p:nvGrpSpPr>
            <p:grpSpPr>
              <a:xfrm rot="1356263">
                <a:off x="8771030" y="2059541"/>
                <a:ext cx="223837" cy="300038"/>
                <a:chOff x="1418816" y="1345394"/>
                <a:chExt cx="278085" cy="372754"/>
              </a:xfrm>
            </p:grpSpPr>
            <p:pic>
              <p:nvPicPr>
                <p:cNvPr id="129" name="Graphique 128" descr="Joker avec un remplissage uni">
                  <a:extLst>
                    <a:ext uri="{FF2B5EF4-FFF2-40B4-BE49-F238E27FC236}">
                      <a16:creationId xmlns:a16="http://schemas.microsoft.com/office/drawing/2014/main" id="{E66B45EA-16FB-487D-A59E-1224F0F2AA9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30" name="Rectangle 129">
                  <a:extLst>
                    <a:ext uri="{FF2B5EF4-FFF2-40B4-BE49-F238E27FC236}">
                      <a16:creationId xmlns:a16="http://schemas.microsoft.com/office/drawing/2014/main" id="{F769E97F-2A73-4B4C-92AD-62B083091FEF}"/>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2" name="Groupe 131">
              <a:extLst>
                <a:ext uri="{FF2B5EF4-FFF2-40B4-BE49-F238E27FC236}">
                  <a16:creationId xmlns:a16="http://schemas.microsoft.com/office/drawing/2014/main" id="{1F62677C-A4A1-4700-ABB2-EB6C1BBFD503}"/>
                </a:ext>
              </a:extLst>
            </p:cNvPr>
            <p:cNvGrpSpPr/>
            <p:nvPr/>
          </p:nvGrpSpPr>
          <p:grpSpPr>
            <a:xfrm rot="1179875">
              <a:off x="8847256" y="1975335"/>
              <a:ext cx="475571" cy="319247"/>
              <a:chOff x="8519296" y="2040332"/>
              <a:chExt cx="475571" cy="319247"/>
            </a:xfrm>
          </p:grpSpPr>
          <p:grpSp>
            <p:nvGrpSpPr>
              <p:cNvPr id="133" name="Groupe 132">
                <a:extLst>
                  <a:ext uri="{FF2B5EF4-FFF2-40B4-BE49-F238E27FC236}">
                    <a16:creationId xmlns:a16="http://schemas.microsoft.com/office/drawing/2014/main" id="{40722F4A-F5A2-4887-9B5B-0A5BCBAC0969}"/>
                  </a:ext>
                </a:extLst>
              </p:cNvPr>
              <p:cNvGrpSpPr/>
              <p:nvPr/>
            </p:nvGrpSpPr>
            <p:grpSpPr>
              <a:xfrm rot="20384250">
                <a:off x="8519296" y="2045697"/>
                <a:ext cx="223837" cy="300038"/>
                <a:chOff x="1418816" y="1345394"/>
                <a:chExt cx="278085" cy="372754"/>
              </a:xfrm>
            </p:grpSpPr>
            <p:pic>
              <p:nvPicPr>
                <p:cNvPr id="143" name="Graphique 142" descr="Joker avec un remplissage uni">
                  <a:extLst>
                    <a:ext uri="{FF2B5EF4-FFF2-40B4-BE49-F238E27FC236}">
                      <a16:creationId xmlns:a16="http://schemas.microsoft.com/office/drawing/2014/main" id="{C2D5D1FB-2CC6-4CD4-BDCB-51A05DD3B8C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44" name="Rectangle 143">
                  <a:extLst>
                    <a:ext uri="{FF2B5EF4-FFF2-40B4-BE49-F238E27FC236}">
                      <a16:creationId xmlns:a16="http://schemas.microsoft.com/office/drawing/2014/main" id="{E53488C1-7F12-48C4-9E0E-C3258C458EB7}"/>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4" name="Groupe 133">
                <a:extLst>
                  <a:ext uri="{FF2B5EF4-FFF2-40B4-BE49-F238E27FC236}">
                    <a16:creationId xmlns:a16="http://schemas.microsoft.com/office/drawing/2014/main" id="{C69E89AA-05BD-4A9C-8F90-CE42F08C4388}"/>
                  </a:ext>
                </a:extLst>
              </p:cNvPr>
              <p:cNvGrpSpPr/>
              <p:nvPr/>
            </p:nvGrpSpPr>
            <p:grpSpPr>
              <a:xfrm rot="21356593">
                <a:off x="8614130" y="2040416"/>
                <a:ext cx="223837" cy="300038"/>
                <a:chOff x="1418816" y="1345394"/>
                <a:chExt cx="278085" cy="372754"/>
              </a:xfrm>
            </p:grpSpPr>
            <p:pic>
              <p:nvPicPr>
                <p:cNvPr id="141" name="Graphique 140" descr="Joker avec un remplissage uni">
                  <a:extLst>
                    <a:ext uri="{FF2B5EF4-FFF2-40B4-BE49-F238E27FC236}">
                      <a16:creationId xmlns:a16="http://schemas.microsoft.com/office/drawing/2014/main" id="{26DCA6D7-F660-4270-9AB9-B17FF3E24A3E}"/>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42" name="Rectangle 141">
                  <a:extLst>
                    <a:ext uri="{FF2B5EF4-FFF2-40B4-BE49-F238E27FC236}">
                      <a16:creationId xmlns:a16="http://schemas.microsoft.com/office/drawing/2014/main" id="{B4DF2869-69F9-41A6-B160-D947EA3D3A99}"/>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5" name="Groupe 134">
                <a:extLst>
                  <a:ext uri="{FF2B5EF4-FFF2-40B4-BE49-F238E27FC236}">
                    <a16:creationId xmlns:a16="http://schemas.microsoft.com/office/drawing/2014/main" id="{BF3DEC2C-9AA7-4D93-B503-00E923850008}"/>
                  </a:ext>
                </a:extLst>
              </p:cNvPr>
              <p:cNvGrpSpPr/>
              <p:nvPr/>
            </p:nvGrpSpPr>
            <p:grpSpPr>
              <a:xfrm rot="617371">
                <a:off x="8694753" y="2040332"/>
                <a:ext cx="223837" cy="300038"/>
                <a:chOff x="1418816" y="1345394"/>
                <a:chExt cx="278085" cy="372754"/>
              </a:xfrm>
            </p:grpSpPr>
            <p:pic>
              <p:nvPicPr>
                <p:cNvPr id="139" name="Graphique 138" descr="Joker avec un remplissage uni">
                  <a:extLst>
                    <a:ext uri="{FF2B5EF4-FFF2-40B4-BE49-F238E27FC236}">
                      <a16:creationId xmlns:a16="http://schemas.microsoft.com/office/drawing/2014/main" id="{6FB63FA8-7F4A-4410-AD13-6DF1AC39FB9B}"/>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40" name="Rectangle 139">
                  <a:extLst>
                    <a:ext uri="{FF2B5EF4-FFF2-40B4-BE49-F238E27FC236}">
                      <a16:creationId xmlns:a16="http://schemas.microsoft.com/office/drawing/2014/main" id="{B66B8B57-F272-4FF5-B7F6-A732D9B6F162}"/>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e 135">
                <a:extLst>
                  <a:ext uri="{FF2B5EF4-FFF2-40B4-BE49-F238E27FC236}">
                    <a16:creationId xmlns:a16="http://schemas.microsoft.com/office/drawing/2014/main" id="{9F875EA3-7D46-47FD-8B67-F4E223CF7184}"/>
                  </a:ext>
                </a:extLst>
              </p:cNvPr>
              <p:cNvGrpSpPr/>
              <p:nvPr/>
            </p:nvGrpSpPr>
            <p:grpSpPr>
              <a:xfrm rot="1356263">
                <a:off x="8771030" y="2059541"/>
                <a:ext cx="223837" cy="300038"/>
                <a:chOff x="1418816" y="1345394"/>
                <a:chExt cx="278085" cy="372754"/>
              </a:xfrm>
            </p:grpSpPr>
            <p:pic>
              <p:nvPicPr>
                <p:cNvPr id="137" name="Graphique 136" descr="Joker avec un remplissage uni">
                  <a:extLst>
                    <a:ext uri="{FF2B5EF4-FFF2-40B4-BE49-F238E27FC236}">
                      <a16:creationId xmlns:a16="http://schemas.microsoft.com/office/drawing/2014/main" id="{23FD1B41-8F55-4536-A5E3-25128453E57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38" name="Rectangle 137">
                  <a:extLst>
                    <a:ext uri="{FF2B5EF4-FFF2-40B4-BE49-F238E27FC236}">
                      <a16:creationId xmlns:a16="http://schemas.microsoft.com/office/drawing/2014/main" id="{41A914F0-7DA7-4052-9F81-FFA2A61CE7DF}"/>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1" name="Gruppo 20">
            <a:extLst>
              <a:ext uri="{FF2B5EF4-FFF2-40B4-BE49-F238E27FC236}">
                <a16:creationId xmlns:a16="http://schemas.microsoft.com/office/drawing/2014/main" id="{4B8F43CE-B71B-FE31-A000-EB9AAFFC311A}"/>
              </a:ext>
            </a:extLst>
          </p:cNvPr>
          <p:cNvGrpSpPr/>
          <p:nvPr/>
        </p:nvGrpSpPr>
        <p:grpSpPr>
          <a:xfrm>
            <a:off x="4401041" y="730087"/>
            <a:ext cx="431518" cy="431518"/>
            <a:chOff x="8465437" y="1293621"/>
            <a:chExt cx="1030197" cy="1030197"/>
          </a:xfrm>
        </p:grpSpPr>
        <p:pic>
          <p:nvPicPr>
            <p:cNvPr id="30" name="Graphique 113" descr="Utilisateur avec un remplissage uni">
              <a:extLst>
                <a:ext uri="{FF2B5EF4-FFF2-40B4-BE49-F238E27FC236}">
                  <a16:creationId xmlns:a16="http://schemas.microsoft.com/office/drawing/2014/main" id="{E86CB79E-3791-678F-05F1-0D5EC190FDF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5437" y="1293621"/>
              <a:ext cx="1030197" cy="1030197"/>
            </a:xfrm>
            <a:prstGeom prst="rect">
              <a:avLst/>
            </a:prstGeom>
          </p:spPr>
        </p:pic>
        <p:grpSp>
          <p:nvGrpSpPr>
            <p:cNvPr id="40" name="Groupe 130">
              <a:extLst>
                <a:ext uri="{FF2B5EF4-FFF2-40B4-BE49-F238E27FC236}">
                  <a16:creationId xmlns:a16="http://schemas.microsoft.com/office/drawing/2014/main" id="{32C88C20-6803-4013-4F45-1B95EACF4C98}"/>
                </a:ext>
              </a:extLst>
            </p:cNvPr>
            <p:cNvGrpSpPr/>
            <p:nvPr/>
          </p:nvGrpSpPr>
          <p:grpSpPr>
            <a:xfrm rot="19748937">
              <a:off x="8538362" y="1983610"/>
              <a:ext cx="475571" cy="319247"/>
              <a:chOff x="8519296" y="2040332"/>
              <a:chExt cx="475571" cy="319247"/>
            </a:xfrm>
          </p:grpSpPr>
          <p:grpSp>
            <p:nvGrpSpPr>
              <p:cNvPr id="55" name="Groupe 118">
                <a:extLst>
                  <a:ext uri="{FF2B5EF4-FFF2-40B4-BE49-F238E27FC236}">
                    <a16:creationId xmlns:a16="http://schemas.microsoft.com/office/drawing/2014/main" id="{72F09C7D-B4A4-5C95-A45F-5CE742D08168}"/>
                  </a:ext>
                </a:extLst>
              </p:cNvPr>
              <p:cNvGrpSpPr/>
              <p:nvPr/>
            </p:nvGrpSpPr>
            <p:grpSpPr>
              <a:xfrm rot="20384250">
                <a:off x="8519296" y="2045697"/>
                <a:ext cx="223837" cy="300038"/>
                <a:chOff x="1418816" y="1345394"/>
                <a:chExt cx="278085" cy="372754"/>
              </a:xfrm>
            </p:grpSpPr>
            <p:pic>
              <p:nvPicPr>
                <p:cNvPr id="67" name="Graphique 119" descr="Joker avec un remplissage uni">
                  <a:extLst>
                    <a:ext uri="{FF2B5EF4-FFF2-40B4-BE49-F238E27FC236}">
                      <a16:creationId xmlns:a16="http://schemas.microsoft.com/office/drawing/2014/main" id="{2C6FE882-BE62-287A-D1CE-BC3DFDC9494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68" name="Rectangle 120">
                  <a:extLst>
                    <a:ext uri="{FF2B5EF4-FFF2-40B4-BE49-F238E27FC236}">
                      <a16:creationId xmlns:a16="http://schemas.microsoft.com/office/drawing/2014/main" id="{BCF4DFA2-ECD7-199D-A67E-005012EB1E00}"/>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7" name="Groupe 121">
                <a:extLst>
                  <a:ext uri="{FF2B5EF4-FFF2-40B4-BE49-F238E27FC236}">
                    <a16:creationId xmlns:a16="http://schemas.microsoft.com/office/drawing/2014/main" id="{9454191E-C1E9-7C12-931C-A213BBE070E5}"/>
                  </a:ext>
                </a:extLst>
              </p:cNvPr>
              <p:cNvGrpSpPr/>
              <p:nvPr/>
            </p:nvGrpSpPr>
            <p:grpSpPr>
              <a:xfrm rot="21356593">
                <a:off x="8614130" y="2040416"/>
                <a:ext cx="223837" cy="300038"/>
                <a:chOff x="1418816" y="1345394"/>
                <a:chExt cx="278085" cy="372754"/>
              </a:xfrm>
            </p:grpSpPr>
            <p:pic>
              <p:nvPicPr>
                <p:cNvPr id="65" name="Graphique 122" descr="Joker avec un remplissage uni">
                  <a:extLst>
                    <a:ext uri="{FF2B5EF4-FFF2-40B4-BE49-F238E27FC236}">
                      <a16:creationId xmlns:a16="http://schemas.microsoft.com/office/drawing/2014/main" id="{2052FE1C-531B-3AD7-B716-4CBE6177F220}"/>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66" name="Rectangle 123">
                  <a:extLst>
                    <a:ext uri="{FF2B5EF4-FFF2-40B4-BE49-F238E27FC236}">
                      <a16:creationId xmlns:a16="http://schemas.microsoft.com/office/drawing/2014/main" id="{9DACF05D-FF02-1047-C152-BFF2F5FBD81F}"/>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e 124">
                <a:extLst>
                  <a:ext uri="{FF2B5EF4-FFF2-40B4-BE49-F238E27FC236}">
                    <a16:creationId xmlns:a16="http://schemas.microsoft.com/office/drawing/2014/main" id="{254A0D58-EF68-5407-7454-0B3A96FF5582}"/>
                  </a:ext>
                </a:extLst>
              </p:cNvPr>
              <p:cNvGrpSpPr/>
              <p:nvPr/>
            </p:nvGrpSpPr>
            <p:grpSpPr>
              <a:xfrm rot="617371">
                <a:off x="8694753" y="2040332"/>
                <a:ext cx="223837" cy="300038"/>
                <a:chOff x="1418816" y="1345394"/>
                <a:chExt cx="278085" cy="372754"/>
              </a:xfrm>
            </p:grpSpPr>
            <p:pic>
              <p:nvPicPr>
                <p:cNvPr id="63" name="Graphique 125" descr="Joker avec un remplissage uni">
                  <a:extLst>
                    <a:ext uri="{FF2B5EF4-FFF2-40B4-BE49-F238E27FC236}">
                      <a16:creationId xmlns:a16="http://schemas.microsoft.com/office/drawing/2014/main" id="{880205B4-76DE-D34C-339E-C252C3A7A5E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64" name="Rectangle 126">
                  <a:extLst>
                    <a:ext uri="{FF2B5EF4-FFF2-40B4-BE49-F238E27FC236}">
                      <a16:creationId xmlns:a16="http://schemas.microsoft.com/office/drawing/2014/main" id="{7B514473-CF95-109B-CF19-81E28DF7C527}"/>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0" name="Groupe 127">
                <a:extLst>
                  <a:ext uri="{FF2B5EF4-FFF2-40B4-BE49-F238E27FC236}">
                    <a16:creationId xmlns:a16="http://schemas.microsoft.com/office/drawing/2014/main" id="{B9719E99-9850-4C1D-B143-D9C91D59CF91}"/>
                  </a:ext>
                </a:extLst>
              </p:cNvPr>
              <p:cNvGrpSpPr/>
              <p:nvPr/>
            </p:nvGrpSpPr>
            <p:grpSpPr>
              <a:xfrm rot="1356263">
                <a:off x="8771030" y="2059541"/>
                <a:ext cx="223837" cy="300038"/>
                <a:chOff x="1418816" y="1345394"/>
                <a:chExt cx="278085" cy="372754"/>
              </a:xfrm>
            </p:grpSpPr>
            <p:pic>
              <p:nvPicPr>
                <p:cNvPr id="61" name="Graphique 128" descr="Joker avec un remplissage uni">
                  <a:extLst>
                    <a:ext uri="{FF2B5EF4-FFF2-40B4-BE49-F238E27FC236}">
                      <a16:creationId xmlns:a16="http://schemas.microsoft.com/office/drawing/2014/main" id="{238E797F-B125-51AA-1E3F-22840DC073D9}"/>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62" name="Rectangle 129">
                  <a:extLst>
                    <a:ext uri="{FF2B5EF4-FFF2-40B4-BE49-F238E27FC236}">
                      <a16:creationId xmlns:a16="http://schemas.microsoft.com/office/drawing/2014/main" id="{200D38B8-DD1F-C053-01AC-38FD70397D31}"/>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2" name="Groupe 131">
              <a:extLst>
                <a:ext uri="{FF2B5EF4-FFF2-40B4-BE49-F238E27FC236}">
                  <a16:creationId xmlns:a16="http://schemas.microsoft.com/office/drawing/2014/main" id="{59F154B5-4B27-A188-034E-2D9689417872}"/>
                </a:ext>
              </a:extLst>
            </p:cNvPr>
            <p:cNvGrpSpPr/>
            <p:nvPr/>
          </p:nvGrpSpPr>
          <p:grpSpPr>
            <a:xfrm rot="1179875">
              <a:off x="8847256" y="1975335"/>
              <a:ext cx="475571" cy="319247"/>
              <a:chOff x="8519296" y="2040332"/>
              <a:chExt cx="475571" cy="319247"/>
            </a:xfrm>
          </p:grpSpPr>
          <p:grpSp>
            <p:nvGrpSpPr>
              <p:cNvPr id="43" name="Groupe 132">
                <a:extLst>
                  <a:ext uri="{FF2B5EF4-FFF2-40B4-BE49-F238E27FC236}">
                    <a16:creationId xmlns:a16="http://schemas.microsoft.com/office/drawing/2014/main" id="{FCE674FE-0B71-A930-82E0-1C975FB29554}"/>
                  </a:ext>
                </a:extLst>
              </p:cNvPr>
              <p:cNvGrpSpPr/>
              <p:nvPr/>
            </p:nvGrpSpPr>
            <p:grpSpPr>
              <a:xfrm rot="20384250">
                <a:off x="8519296" y="2045697"/>
                <a:ext cx="223837" cy="300038"/>
                <a:chOff x="1418816" y="1345394"/>
                <a:chExt cx="278085" cy="372754"/>
              </a:xfrm>
            </p:grpSpPr>
            <p:pic>
              <p:nvPicPr>
                <p:cNvPr id="53" name="Graphique 142" descr="Joker avec un remplissage uni">
                  <a:extLst>
                    <a:ext uri="{FF2B5EF4-FFF2-40B4-BE49-F238E27FC236}">
                      <a16:creationId xmlns:a16="http://schemas.microsoft.com/office/drawing/2014/main" id="{C5041953-5FBE-9505-1C52-ED137A573EBB}"/>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54" name="Rectangle 143">
                  <a:extLst>
                    <a:ext uri="{FF2B5EF4-FFF2-40B4-BE49-F238E27FC236}">
                      <a16:creationId xmlns:a16="http://schemas.microsoft.com/office/drawing/2014/main" id="{BEBBAF17-2FC6-930F-19F4-8D5455C5BCB2}"/>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e 133">
                <a:extLst>
                  <a:ext uri="{FF2B5EF4-FFF2-40B4-BE49-F238E27FC236}">
                    <a16:creationId xmlns:a16="http://schemas.microsoft.com/office/drawing/2014/main" id="{2150373D-5116-699B-7CCC-74DAF488F229}"/>
                  </a:ext>
                </a:extLst>
              </p:cNvPr>
              <p:cNvGrpSpPr/>
              <p:nvPr/>
            </p:nvGrpSpPr>
            <p:grpSpPr>
              <a:xfrm rot="21356593">
                <a:off x="8614130" y="2040416"/>
                <a:ext cx="223837" cy="300038"/>
                <a:chOff x="1418816" y="1345394"/>
                <a:chExt cx="278085" cy="372754"/>
              </a:xfrm>
            </p:grpSpPr>
            <p:pic>
              <p:nvPicPr>
                <p:cNvPr id="51" name="Graphique 140" descr="Joker avec un remplissage uni">
                  <a:extLst>
                    <a:ext uri="{FF2B5EF4-FFF2-40B4-BE49-F238E27FC236}">
                      <a16:creationId xmlns:a16="http://schemas.microsoft.com/office/drawing/2014/main" id="{03A120EC-5B4A-6C34-CB27-EB0FCA5E540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52" name="Rectangle 141">
                  <a:extLst>
                    <a:ext uri="{FF2B5EF4-FFF2-40B4-BE49-F238E27FC236}">
                      <a16:creationId xmlns:a16="http://schemas.microsoft.com/office/drawing/2014/main" id="{6232DB63-4336-22E4-548C-CEBDB26C246F}"/>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e 134">
                <a:extLst>
                  <a:ext uri="{FF2B5EF4-FFF2-40B4-BE49-F238E27FC236}">
                    <a16:creationId xmlns:a16="http://schemas.microsoft.com/office/drawing/2014/main" id="{1B498BAA-1D95-EF12-3796-12CD3BC3AF57}"/>
                  </a:ext>
                </a:extLst>
              </p:cNvPr>
              <p:cNvGrpSpPr/>
              <p:nvPr/>
            </p:nvGrpSpPr>
            <p:grpSpPr>
              <a:xfrm rot="617371">
                <a:off x="8694753" y="2040332"/>
                <a:ext cx="223837" cy="300038"/>
                <a:chOff x="1418816" y="1345394"/>
                <a:chExt cx="278085" cy="372754"/>
              </a:xfrm>
            </p:grpSpPr>
            <p:pic>
              <p:nvPicPr>
                <p:cNvPr id="49" name="Graphique 138" descr="Joker avec un remplissage uni">
                  <a:extLst>
                    <a:ext uri="{FF2B5EF4-FFF2-40B4-BE49-F238E27FC236}">
                      <a16:creationId xmlns:a16="http://schemas.microsoft.com/office/drawing/2014/main" id="{4892ABB6-C095-0F38-159E-1F85CC07D4A3}"/>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50" name="Rectangle 139">
                  <a:extLst>
                    <a:ext uri="{FF2B5EF4-FFF2-40B4-BE49-F238E27FC236}">
                      <a16:creationId xmlns:a16="http://schemas.microsoft.com/office/drawing/2014/main" id="{2C6B65FA-368E-B884-AE47-40534A1AE5EB}"/>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e 135">
                <a:extLst>
                  <a:ext uri="{FF2B5EF4-FFF2-40B4-BE49-F238E27FC236}">
                    <a16:creationId xmlns:a16="http://schemas.microsoft.com/office/drawing/2014/main" id="{4A5572AB-C344-4EA5-609E-9DE300D5CB3F}"/>
                  </a:ext>
                </a:extLst>
              </p:cNvPr>
              <p:cNvGrpSpPr/>
              <p:nvPr/>
            </p:nvGrpSpPr>
            <p:grpSpPr>
              <a:xfrm rot="1356263">
                <a:off x="8771030" y="2059541"/>
                <a:ext cx="223837" cy="300038"/>
                <a:chOff x="1418816" y="1345394"/>
                <a:chExt cx="278085" cy="372754"/>
              </a:xfrm>
            </p:grpSpPr>
            <p:pic>
              <p:nvPicPr>
                <p:cNvPr id="47" name="Graphique 136" descr="Joker avec un remplissage uni">
                  <a:extLst>
                    <a:ext uri="{FF2B5EF4-FFF2-40B4-BE49-F238E27FC236}">
                      <a16:creationId xmlns:a16="http://schemas.microsoft.com/office/drawing/2014/main" id="{D4F2B2B7-7229-27A6-E917-4BB50C2CF71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48" name="Rectangle 137">
                  <a:extLst>
                    <a:ext uri="{FF2B5EF4-FFF2-40B4-BE49-F238E27FC236}">
                      <a16:creationId xmlns:a16="http://schemas.microsoft.com/office/drawing/2014/main" id="{53911D6F-1729-10CE-530F-48DFF9A19FE7}"/>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69" name="Gruppo 68">
            <a:extLst>
              <a:ext uri="{FF2B5EF4-FFF2-40B4-BE49-F238E27FC236}">
                <a16:creationId xmlns:a16="http://schemas.microsoft.com/office/drawing/2014/main" id="{958E1918-9FD2-23CB-B528-EA83F840540B}"/>
              </a:ext>
            </a:extLst>
          </p:cNvPr>
          <p:cNvGrpSpPr/>
          <p:nvPr/>
        </p:nvGrpSpPr>
        <p:grpSpPr>
          <a:xfrm>
            <a:off x="4813552" y="730087"/>
            <a:ext cx="431518" cy="431518"/>
            <a:chOff x="8465437" y="1293621"/>
            <a:chExt cx="1030197" cy="1030197"/>
          </a:xfrm>
        </p:grpSpPr>
        <p:pic>
          <p:nvPicPr>
            <p:cNvPr id="70" name="Graphique 113" descr="Utilisateur avec un remplissage uni">
              <a:extLst>
                <a:ext uri="{FF2B5EF4-FFF2-40B4-BE49-F238E27FC236}">
                  <a16:creationId xmlns:a16="http://schemas.microsoft.com/office/drawing/2014/main" id="{BB24447A-7E7F-5AF6-426A-F4C207581F3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5437" y="1293621"/>
              <a:ext cx="1030197" cy="1030197"/>
            </a:xfrm>
            <a:prstGeom prst="rect">
              <a:avLst/>
            </a:prstGeom>
          </p:spPr>
        </p:pic>
        <p:grpSp>
          <p:nvGrpSpPr>
            <p:cNvPr id="71" name="Groupe 130">
              <a:extLst>
                <a:ext uri="{FF2B5EF4-FFF2-40B4-BE49-F238E27FC236}">
                  <a16:creationId xmlns:a16="http://schemas.microsoft.com/office/drawing/2014/main" id="{AC94A1F6-81F9-0EB8-44EF-0494390B3CCC}"/>
                </a:ext>
              </a:extLst>
            </p:cNvPr>
            <p:cNvGrpSpPr/>
            <p:nvPr/>
          </p:nvGrpSpPr>
          <p:grpSpPr>
            <a:xfrm rot="19748937">
              <a:off x="8538362" y="1983610"/>
              <a:ext cx="475571" cy="319247"/>
              <a:chOff x="8519296" y="2040332"/>
              <a:chExt cx="475571" cy="319247"/>
            </a:xfrm>
          </p:grpSpPr>
          <p:grpSp>
            <p:nvGrpSpPr>
              <p:cNvPr id="85" name="Groupe 118">
                <a:extLst>
                  <a:ext uri="{FF2B5EF4-FFF2-40B4-BE49-F238E27FC236}">
                    <a16:creationId xmlns:a16="http://schemas.microsoft.com/office/drawing/2014/main" id="{726A6290-007D-5294-6192-BB10A41A66CA}"/>
                  </a:ext>
                </a:extLst>
              </p:cNvPr>
              <p:cNvGrpSpPr/>
              <p:nvPr/>
            </p:nvGrpSpPr>
            <p:grpSpPr>
              <a:xfrm rot="20384250">
                <a:off x="8519296" y="2045697"/>
                <a:ext cx="223837" cy="300038"/>
                <a:chOff x="1418816" y="1345394"/>
                <a:chExt cx="278085" cy="372754"/>
              </a:xfrm>
            </p:grpSpPr>
            <p:pic>
              <p:nvPicPr>
                <p:cNvPr id="95" name="Graphique 119" descr="Joker avec un remplissage uni">
                  <a:extLst>
                    <a:ext uri="{FF2B5EF4-FFF2-40B4-BE49-F238E27FC236}">
                      <a16:creationId xmlns:a16="http://schemas.microsoft.com/office/drawing/2014/main" id="{3FB66166-D137-5617-0E1C-FC6CCD9C17EE}"/>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96" name="Rectangle 120">
                  <a:extLst>
                    <a:ext uri="{FF2B5EF4-FFF2-40B4-BE49-F238E27FC236}">
                      <a16:creationId xmlns:a16="http://schemas.microsoft.com/office/drawing/2014/main" id="{956FBCD0-7BDA-0D6F-D866-F9FC81CA6266}"/>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e 121">
                <a:extLst>
                  <a:ext uri="{FF2B5EF4-FFF2-40B4-BE49-F238E27FC236}">
                    <a16:creationId xmlns:a16="http://schemas.microsoft.com/office/drawing/2014/main" id="{B30949E2-08DD-FE99-4E1B-C11A7E42D3D2}"/>
                  </a:ext>
                </a:extLst>
              </p:cNvPr>
              <p:cNvGrpSpPr/>
              <p:nvPr/>
            </p:nvGrpSpPr>
            <p:grpSpPr>
              <a:xfrm rot="21356593">
                <a:off x="8614130" y="2040416"/>
                <a:ext cx="223837" cy="300038"/>
                <a:chOff x="1418816" y="1345394"/>
                <a:chExt cx="278085" cy="372754"/>
              </a:xfrm>
            </p:grpSpPr>
            <p:pic>
              <p:nvPicPr>
                <p:cNvPr id="93" name="Graphique 122" descr="Joker avec un remplissage uni">
                  <a:extLst>
                    <a:ext uri="{FF2B5EF4-FFF2-40B4-BE49-F238E27FC236}">
                      <a16:creationId xmlns:a16="http://schemas.microsoft.com/office/drawing/2014/main" id="{B4F678AA-CABE-F1D9-20EC-76F6FB552A5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94" name="Rectangle 123">
                  <a:extLst>
                    <a:ext uri="{FF2B5EF4-FFF2-40B4-BE49-F238E27FC236}">
                      <a16:creationId xmlns:a16="http://schemas.microsoft.com/office/drawing/2014/main" id="{F9709B3E-8951-34E5-A422-FDDBD1F57A31}"/>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e 124">
                <a:extLst>
                  <a:ext uri="{FF2B5EF4-FFF2-40B4-BE49-F238E27FC236}">
                    <a16:creationId xmlns:a16="http://schemas.microsoft.com/office/drawing/2014/main" id="{9DAC1259-6890-3A45-CFA3-5DBEC23F4294}"/>
                  </a:ext>
                </a:extLst>
              </p:cNvPr>
              <p:cNvGrpSpPr/>
              <p:nvPr/>
            </p:nvGrpSpPr>
            <p:grpSpPr>
              <a:xfrm rot="617371">
                <a:off x="8694753" y="2040332"/>
                <a:ext cx="223837" cy="300038"/>
                <a:chOff x="1418816" y="1345394"/>
                <a:chExt cx="278085" cy="372754"/>
              </a:xfrm>
            </p:grpSpPr>
            <p:pic>
              <p:nvPicPr>
                <p:cNvPr id="91" name="Graphique 125" descr="Joker avec un remplissage uni">
                  <a:extLst>
                    <a:ext uri="{FF2B5EF4-FFF2-40B4-BE49-F238E27FC236}">
                      <a16:creationId xmlns:a16="http://schemas.microsoft.com/office/drawing/2014/main" id="{0AC15090-F58B-E020-3ED1-3FDA326CB82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92" name="Rectangle 126">
                  <a:extLst>
                    <a:ext uri="{FF2B5EF4-FFF2-40B4-BE49-F238E27FC236}">
                      <a16:creationId xmlns:a16="http://schemas.microsoft.com/office/drawing/2014/main" id="{3B6FB86C-DF06-6250-78DB-E50796C22AD1}"/>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e 127">
                <a:extLst>
                  <a:ext uri="{FF2B5EF4-FFF2-40B4-BE49-F238E27FC236}">
                    <a16:creationId xmlns:a16="http://schemas.microsoft.com/office/drawing/2014/main" id="{86026866-E116-A285-0871-71E11B50703E}"/>
                  </a:ext>
                </a:extLst>
              </p:cNvPr>
              <p:cNvGrpSpPr/>
              <p:nvPr/>
            </p:nvGrpSpPr>
            <p:grpSpPr>
              <a:xfrm rot="1356263">
                <a:off x="8771030" y="2059541"/>
                <a:ext cx="223837" cy="300038"/>
                <a:chOff x="1418816" y="1345394"/>
                <a:chExt cx="278085" cy="372754"/>
              </a:xfrm>
            </p:grpSpPr>
            <p:pic>
              <p:nvPicPr>
                <p:cNvPr id="89" name="Graphique 128" descr="Joker avec un remplissage uni">
                  <a:extLst>
                    <a:ext uri="{FF2B5EF4-FFF2-40B4-BE49-F238E27FC236}">
                      <a16:creationId xmlns:a16="http://schemas.microsoft.com/office/drawing/2014/main" id="{77D0D42C-C4E7-95AB-B7B0-F563E2D3B69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90" name="Rectangle 129">
                  <a:extLst>
                    <a:ext uri="{FF2B5EF4-FFF2-40B4-BE49-F238E27FC236}">
                      <a16:creationId xmlns:a16="http://schemas.microsoft.com/office/drawing/2014/main" id="{29E0251E-7620-2DBA-81D1-3EFF5EA2DBE2}"/>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2" name="Groupe 131">
              <a:extLst>
                <a:ext uri="{FF2B5EF4-FFF2-40B4-BE49-F238E27FC236}">
                  <a16:creationId xmlns:a16="http://schemas.microsoft.com/office/drawing/2014/main" id="{E278BCBF-7EB3-F543-733A-2E36188D50C1}"/>
                </a:ext>
              </a:extLst>
            </p:cNvPr>
            <p:cNvGrpSpPr/>
            <p:nvPr/>
          </p:nvGrpSpPr>
          <p:grpSpPr>
            <a:xfrm rot="1179875">
              <a:off x="8847256" y="1975335"/>
              <a:ext cx="475571" cy="319247"/>
              <a:chOff x="8519296" y="2040332"/>
              <a:chExt cx="475571" cy="319247"/>
            </a:xfrm>
          </p:grpSpPr>
          <p:grpSp>
            <p:nvGrpSpPr>
              <p:cNvPr id="73" name="Groupe 132">
                <a:extLst>
                  <a:ext uri="{FF2B5EF4-FFF2-40B4-BE49-F238E27FC236}">
                    <a16:creationId xmlns:a16="http://schemas.microsoft.com/office/drawing/2014/main" id="{F480189E-9F02-2072-31AC-A11035D486CB}"/>
                  </a:ext>
                </a:extLst>
              </p:cNvPr>
              <p:cNvGrpSpPr/>
              <p:nvPr/>
            </p:nvGrpSpPr>
            <p:grpSpPr>
              <a:xfrm rot="20384250">
                <a:off x="8519296" y="2045697"/>
                <a:ext cx="223837" cy="300038"/>
                <a:chOff x="1418816" y="1345394"/>
                <a:chExt cx="278085" cy="372754"/>
              </a:xfrm>
            </p:grpSpPr>
            <p:pic>
              <p:nvPicPr>
                <p:cNvPr id="83" name="Graphique 142" descr="Joker avec un remplissage uni">
                  <a:extLst>
                    <a:ext uri="{FF2B5EF4-FFF2-40B4-BE49-F238E27FC236}">
                      <a16:creationId xmlns:a16="http://schemas.microsoft.com/office/drawing/2014/main" id="{920FAAF7-C86A-94A5-567D-E2E0214EEBD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84" name="Rectangle 143">
                  <a:extLst>
                    <a:ext uri="{FF2B5EF4-FFF2-40B4-BE49-F238E27FC236}">
                      <a16:creationId xmlns:a16="http://schemas.microsoft.com/office/drawing/2014/main" id="{5186D573-D96C-4C71-FE9D-0AB8DFE6BE46}"/>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e 133">
                <a:extLst>
                  <a:ext uri="{FF2B5EF4-FFF2-40B4-BE49-F238E27FC236}">
                    <a16:creationId xmlns:a16="http://schemas.microsoft.com/office/drawing/2014/main" id="{596255AA-8EE6-9654-C0FA-1B46B9265428}"/>
                  </a:ext>
                </a:extLst>
              </p:cNvPr>
              <p:cNvGrpSpPr/>
              <p:nvPr/>
            </p:nvGrpSpPr>
            <p:grpSpPr>
              <a:xfrm rot="21356593">
                <a:off x="8614130" y="2040416"/>
                <a:ext cx="223837" cy="300038"/>
                <a:chOff x="1418816" y="1345394"/>
                <a:chExt cx="278085" cy="372754"/>
              </a:xfrm>
            </p:grpSpPr>
            <p:pic>
              <p:nvPicPr>
                <p:cNvPr id="81" name="Graphique 140" descr="Joker avec un remplissage uni">
                  <a:extLst>
                    <a:ext uri="{FF2B5EF4-FFF2-40B4-BE49-F238E27FC236}">
                      <a16:creationId xmlns:a16="http://schemas.microsoft.com/office/drawing/2014/main" id="{81EF32E8-193F-CEBF-0FF0-244A0E38F72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82" name="Rectangle 141">
                  <a:extLst>
                    <a:ext uri="{FF2B5EF4-FFF2-40B4-BE49-F238E27FC236}">
                      <a16:creationId xmlns:a16="http://schemas.microsoft.com/office/drawing/2014/main" id="{EA53A52A-B5AD-214E-4C11-93C63C45A012}"/>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e 134">
                <a:extLst>
                  <a:ext uri="{FF2B5EF4-FFF2-40B4-BE49-F238E27FC236}">
                    <a16:creationId xmlns:a16="http://schemas.microsoft.com/office/drawing/2014/main" id="{551C4B68-E4F2-613B-2001-2CC8434B5D9C}"/>
                  </a:ext>
                </a:extLst>
              </p:cNvPr>
              <p:cNvGrpSpPr/>
              <p:nvPr/>
            </p:nvGrpSpPr>
            <p:grpSpPr>
              <a:xfrm rot="617371">
                <a:off x="8694753" y="2040332"/>
                <a:ext cx="223837" cy="300038"/>
                <a:chOff x="1418816" y="1345394"/>
                <a:chExt cx="278085" cy="372754"/>
              </a:xfrm>
            </p:grpSpPr>
            <p:pic>
              <p:nvPicPr>
                <p:cNvPr id="79" name="Graphique 138" descr="Joker avec un remplissage uni">
                  <a:extLst>
                    <a:ext uri="{FF2B5EF4-FFF2-40B4-BE49-F238E27FC236}">
                      <a16:creationId xmlns:a16="http://schemas.microsoft.com/office/drawing/2014/main" id="{87DCC733-061C-D4AC-2FFF-BED9F2227DBE}"/>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80" name="Rectangle 139">
                  <a:extLst>
                    <a:ext uri="{FF2B5EF4-FFF2-40B4-BE49-F238E27FC236}">
                      <a16:creationId xmlns:a16="http://schemas.microsoft.com/office/drawing/2014/main" id="{968462B8-30D9-7CDE-35AF-646A67AD7459}"/>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e 135">
                <a:extLst>
                  <a:ext uri="{FF2B5EF4-FFF2-40B4-BE49-F238E27FC236}">
                    <a16:creationId xmlns:a16="http://schemas.microsoft.com/office/drawing/2014/main" id="{1F59389D-9221-3516-A937-EACD0C7F0114}"/>
                  </a:ext>
                </a:extLst>
              </p:cNvPr>
              <p:cNvGrpSpPr/>
              <p:nvPr/>
            </p:nvGrpSpPr>
            <p:grpSpPr>
              <a:xfrm rot="1356263">
                <a:off x="8771030" y="2059541"/>
                <a:ext cx="223837" cy="300038"/>
                <a:chOff x="1418816" y="1345394"/>
                <a:chExt cx="278085" cy="372754"/>
              </a:xfrm>
            </p:grpSpPr>
            <p:pic>
              <p:nvPicPr>
                <p:cNvPr id="77" name="Graphique 136" descr="Joker avec un remplissage uni">
                  <a:extLst>
                    <a:ext uri="{FF2B5EF4-FFF2-40B4-BE49-F238E27FC236}">
                      <a16:creationId xmlns:a16="http://schemas.microsoft.com/office/drawing/2014/main" id="{561BCA2C-BF20-BE88-E4B4-B2277653478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78" name="Rectangle 137">
                  <a:extLst>
                    <a:ext uri="{FF2B5EF4-FFF2-40B4-BE49-F238E27FC236}">
                      <a16:creationId xmlns:a16="http://schemas.microsoft.com/office/drawing/2014/main" id="{A8910C51-EF3F-08ED-346D-552D43F658A9}"/>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97" name="Gruppo 96">
            <a:extLst>
              <a:ext uri="{FF2B5EF4-FFF2-40B4-BE49-F238E27FC236}">
                <a16:creationId xmlns:a16="http://schemas.microsoft.com/office/drawing/2014/main" id="{F6C394F3-494D-5C34-081E-2AA9A6F836EC}"/>
              </a:ext>
            </a:extLst>
          </p:cNvPr>
          <p:cNvGrpSpPr/>
          <p:nvPr/>
        </p:nvGrpSpPr>
        <p:grpSpPr>
          <a:xfrm>
            <a:off x="5226063" y="730087"/>
            <a:ext cx="431518" cy="431518"/>
            <a:chOff x="8465437" y="1293621"/>
            <a:chExt cx="1030197" cy="1030197"/>
          </a:xfrm>
        </p:grpSpPr>
        <p:pic>
          <p:nvPicPr>
            <p:cNvPr id="98" name="Graphique 113" descr="Utilisateur avec un remplissage uni">
              <a:extLst>
                <a:ext uri="{FF2B5EF4-FFF2-40B4-BE49-F238E27FC236}">
                  <a16:creationId xmlns:a16="http://schemas.microsoft.com/office/drawing/2014/main" id="{4F80CC5E-16F1-BFEE-6172-D17F35B4017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5437" y="1293621"/>
              <a:ext cx="1030197" cy="1030197"/>
            </a:xfrm>
            <a:prstGeom prst="rect">
              <a:avLst/>
            </a:prstGeom>
          </p:spPr>
        </p:pic>
        <p:grpSp>
          <p:nvGrpSpPr>
            <p:cNvPr id="99" name="Groupe 130">
              <a:extLst>
                <a:ext uri="{FF2B5EF4-FFF2-40B4-BE49-F238E27FC236}">
                  <a16:creationId xmlns:a16="http://schemas.microsoft.com/office/drawing/2014/main" id="{63C70C76-1A68-F7B6-659C-D2F17DAE96C6}"/>
                </a:ext>
              </a:extLst>
            </p:cNvPr>
            <p:cNvGrpSpPr/>
            <p:nvPr/>
          </p:nvGrpSpPr>
          <p:grpSpPr>
            <a:xfrm rot="19748937">
              <a:off x="8538362" y="1983610"/>
              <a:ext cx="475571" cy="319247"/>
              <a:chOff x="8519296" y="2040332"/>
              <a:chExt cx="475571" cy="319247"/>
            </a:xfrm>
          </p:grpSpPr>
          <p:grpSp>
            <p:nvGrpSpPr>
              <p:cNvPr id="113" name="Groupe 118">
                <a:extLst>
                  <a:ext uri="{FF2B5EF4-FFF2-40B4-BE49-F238E27FC236}">
                    <a16:creationId xmlns:a16="http://schemas.microsoft.com/office/drawing/2014/main" id="{8CF77D59-03AD-D9F4-3634-B7C7A47832D2}"/>
                  </a:ext>
                </a:extLst>
              </p:cNvPr>
              <p:cNvGrpSpPr/>
              <p:nvPr/>
            </p:nvGrpSpPr>
            <p:grpSpPr>
              <a:xfrm rot="20384250">
                <a:off x="8519296" y="2045697"/>
                <a:ext cx="223837" cy="300038"/>
                <a:chOff x="1418816" y="1345394"/>
                <a:chExt cx="278085" cy="372754"/>
              </a:xfrm>
            </p:grpSpPr>
            <p:pic>
              <p:nvPicPr>
                <p:cNvPr id="150" name="Graphique 119" descr="Joker avec un remplissage uni">
                  <a:extLst>
                    <a:ext uri="{FF2B5EF4-FFF2-40B4-BE49-F238E27FC236}">
                      <a16:creationId xmlns:a16="http://schemas.microsoft.com/office/drawing/2014/main" id="{102EFA5C-81B1-B88D-F203-7F0B60C5244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51" name="Rectangle 120">
                  <a:extLst>
                    <a:ext uri="{FF2B5EF4-FFF2-40B4-BE49-F238E27FC236}">
                      <a16:creationId xmlns:a16="http://schemas.microsoft.com/office/drawing/2014/main" id="{2E25A0BB-70E7-479A-FF57-F398C790E737}"/>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e 121">
                <a:extLst>
                  <a:ext uri="{FF2B5EF4-FFF2-40B4-BE49-F238E27FC236}">
                    <a16:creationId xmlns:a16="http://schemas.microsoft.com/office/drawing/2014/main" id="{252E5829-ED64-1F86-D9B5-9F802D0652A0}"/>
                  </a:ext>
                </a:extLst>
              </p:cNvPr>
              <p:cNvGrpSpPr/>
              <p:nvPr/>
            </p:nvGrpSpPr>
            <p:grpSpPr>
              <a:xfrm rot="21356593">
                <a:off x="8614130" y="2040416"/>
                <a:ext cx="223837" cy="300038"/>
                <a:chOff x="1418816" y="1345394"/>
                <a:chExt cx="278085" cy="372754"/>
              </a:xfrm>
            </p:grpSpPr>
            <p:pic>
              <p:nvPicPr>
                <p:cNvPr id="148" name="Graphique 122" descr="Joker avec un remplissage uni">
                  <a:extLst>
                    <a:ext uri="{FF2B5EF4-FFF2-40B4-BE49-F238E27FC236}">
                      <a16:creationId xmlns:a16="http://schemas.microsoft.com/office/drawing/2014/main" id="{B5FFF722-899D-D990-E59C-3C3CFBAFC42E}"/>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49" name="Rectangle 123">
                  <a:extLst>
                    <a:ext uri="{FF2B5EF4-FFF2-40B4-BE49-F238E27FC236}">
                      <a16:creationId xmlns:a16="http://schemas.microsoft.com/office/drawing/2014/main" id="{EA4A9429-C635-359D-28F3-133CE4991E5D}"/>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6" name="Groupe 124">
                <a:extLst>
                  <a:ext uri="{FF2B5EF4-FFF2-40B4-BE49-F238E27FC236}">
                    <a16:creationId xmlns:a16="http://schemas.microsoft.com/office/drawing/2014/main" id="{DD0EAC84-58F6-8307-8223-53AB8DB1656C}"/>
                  </a:ext>
                </a:extLst>
              </p:cNvPr>
              <p:cNvGrpSpPr/>
              <p:nvPr/>
            </p:nvGrpSpPr>
            <p:grpSpPr>
              <a:xfrm rot="617371">
                <a:off x="8694753" y="2040332"/>
                <a:ext cx="223837" cy="300038"/>
                <a:chOff x="1418816" y="1345394"/>
                <a:chExt cx="278085" cy="372754"/>
              </a:xfrm>
            </p:grpSpPr>
            <p:pic>
              <p:nvPicPr>
                <p:cNvPr id="146" name="Graphique 125" descr="Joker avec un remplissage uni">
                  <a:extLst>
                    <a:ext uri="{FF2B5EF4-FFF2-40B4-BE49-F238E27FC236}">
                      <a16:creationId xmlns:a16="http://schemas.microsoft.com/office/drawing/2014/main" id="{4F8E4105-AB71-B907-0CF7-875B2C3B5A3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47" name="Rectangle 126">
                  <a:extLst>
                    <a:ext uri="{FF2B5EF4-FFF2-40B4-BE49-F238E27FC236}">
                      <a16:creationId xmlns:a16="http://schemas.microsoft.com/office/drawing/2014/main" id="{0624FA0C-C58E-94FC-1997-8D7D42F127C1}"/>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7" name="Groupe 127">
                <a:extLst>
                  <a:ext uri="{FF2B5EF4-FFF2-40B4-BE49-F238E27FC236}">
                    <a16:creationId xmlns:a16="http://schemas.microsoft.com/office/drawing/2014/main" id="{8D466FA6-23C7-3991-682C-A3459FC43862}"/>
                  </a:ext>
                </a:extLst>
              </p:cNvPr>
              <p:cNvGrpSpPr/>
              <p:nvPr/>
            </p:nvGrpSpPr>
            <p:grpSpPr>
              <a:xfrm rot="1356263">
                <a:off x="8771030" y="2059541"/>
                <a:ext cx="223837" cy="300038"/>
                <a:chOff x="1418816" y="1345394"/>
                <a:chExt cx="278085" cy="372754"/>
              </a:xfrm>
            </p:grpSpPr>
            <p:pic>
              <p:nvPicPr>
                <p:cNvPr id="118" name="Graphique 128" descr="Joker avec un remplissage uni">
                  <a:extLst>
                    <a:ext uri="{FF2B5EF4-FFF2-40B4-BE49-F238E27FC236}">
                      <a16:creationId xmlns:a16="http://schemas.microsoft.com/office/drawing/2014/main" id="{B24FDF7F-89D6-022F-C6E5-F70E2293F37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45" name="Rectangle 129">
                  <a:extLst>
                    <a:ext uri="{FF2B5EF4-FFF2-40B4-BE49-F238E27FC236}">
                      <a16:creationId xmlns:a16="http://schemas.microsoft.com/office/drawing/2014/main" id="{A3DC675E-42BE-E7E0-C467-1A438316A178}"/>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00" name="Groupe 131">
              <a:extLst>
                <a:ext uri="{FF2B5EF4-FFF2-40B4-BE49-F238E27FC236}">
                  <a16:creationId xmlns:a16="http://schemas.microsoft.com/office/drawing/2014/main" id="{0507F536-083C-14EB-4292-BA57ECBF65EC}"/>
                </a:ext>
              </a:extLst>
            </p:cNvPr>
            <p:cNvGrpSpPr/>
            <p:nvPr/>
          </p:nvGrpSpPr>
          <p:grpSpPr>
            <a:xfrm rot="1179875">
              <a:off x="8847256" y="1975335"/>
              <a:ext cx="475571" cy="319247"/>
              <a:chOff x="8519296" y="2040332"/>
              <a:chExt cx="475571" cy="319247"/>
            </a:xfrm>
          </p:grpSpPr>
          <p:grpSp>
            <p:nvGrpSpPr>
              <p:cNvPr id="101" name="Groupe 132">
                <a:extLst>
                  <a:ext uri="{FF2B5EF4-FFF2-40B4-BE49-F238E27FC236}">
                    <a16:creationId xmlns:a16="http://schemas.microsoft.com/office/drawing/2014/main" id="{D45CEDA5-436A-7C2C-FAAA-7CC5949B48ED}"/>
                  </a:ext>
                </a:extLst>
              </p:cNvPr>
              <p:cNvGrpSpPr/>
              <p:nvPr/>
            </p:nvGrpSpPr>
            <p:grpSpPr>
              <a:xfrm rot="20384250">
                <a:off x="8519296" y="2045697"/>
                <a:ext cx="223837" cy="300038"/>
                <a:chOff x="1418816" y="1345394"/>
                <a:chExt cx="278085" cy="372754"/>
              </a:xfrm>
            </p:grpSpPr>
            <p:pic>
              <p:nvPicPr>
                <p:cNvPr id="111" name="Graphique 142" descr="Joker avec un remplissage uni">
                  <a:extLst>
                    <a:ext uri="{FF2B5EF4-FFF2-40B4-BE49-F238E27FC236}">
                      <a16:creationId xmlns:a16="http://schemas.microsoft.com/office/drawing/2014/main" id="{2E38BA10-FAA6-3D0B-7A5F-DFC9977FB6D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12" name="Rectangle 143">
                  <a:extLst>
                    <a:ext uri="{FF2B5EF4-FFF2-40B4-BE49-F238E27FC236}">
                      <a16:creationId xmlns:a16="http://schemas.microsoft.com/office/drawing/2014/main" id="{B8AD0B65-E81A-D510-D1EE-FB8FD4C4033A}"/>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e 133">
                <a:extLst>
                  <a:ext uri="{FF2B5EF4-FFF2-40B4-BE49-F238E27FC236}">
                    <a16:creationId xmlns:a16="http://schemas.microsoft.com/office/drawing/2014/main" id="{166C3434-601A-5AA5-2943-1EB8CF42D31C}"/>
                  </a:ext>
                </a:extLst>
              </p:cNvPr>
              <p:cNvGrpSpPr/>
              <p:nvPr/>
            </p:nvGrpSpPr>
            <p:grpSpPr>
              <a:xfrm rot="21356593">
                <a:off x="8614130" y="2040416"/>
                <a:ext cx="223837" cy="300038"/>
                <a:chOff x="1418816" y="1345394"/>
                <a:chExt cx="278085" cy="372754"/>
              </a:xfrm>
            </p:grpSpPr>
            <p:pic>
              <p:nvPicPr>
                <p:cNvPr id="109" name="Graphique 140" descr="Joker avec un remplissage uni">
                  <a:extLst>
                    <a:ext uri="{FF2B5EF4-FFF2-40B4-BE49-F238E27FC236}">
                      <a16:creationId xmlns:a16="http://schemas.microsoft.com/office/drawing/2014/main" id="{D9D49F8F-790B-EA2A-1568-3182E72EC475}"/>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10" name="Rectangle 141">
                  <a:extLst>
                    <a:ext uri="{FF2B5EF4-FFF2-40B4-BE49-F238E27FC236}">
                      <a16:creationId xmlns:a16="http://schemas.microsoft.com/office/drawing/2014/main" id="{25DCB15C-693C-FF70-92B2-3412CEB31664}"/>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e 134">
                <a:extLst>
                  <a:ext uri="{FF2B5EF4-FFF2-40B4-BE49-F238E27FC236}">
                    <a16:creationId xmlns:a16="http://schemas.microsoft.com/office/drawing/2014/main" id="{7071B847-4CC2-6CE1-1EEF-D903D5333B2E}"/>
                  </a:ext>
                </a:extLst>
              </p:cNvPr>
              <p:cNvGrpSpPr/>
              <p:nvPr/>
            </p:nvGrpSpPr>
            <p:grpSpPr>
              <a:xfrm rot="617371">
                <a:off x="8694753" y="2040332"/>
                <a:ext cx="223837" cy="300038"/>
                <a:chOff x="1418816" y="1345394"/>
                <a:chExt cx="278085" cy="372754"/>
              </a:xfrm>
            </p:grpSpPr>
            <p:pic>
              <p:nvPicPr>
                <p:cNvPr id="107" name="Graphique 138" descr="Joker avec un remplissage uni">
                  <a:extLst>
                    <a:ext uri="{FF2B5EF4-FFF2-40B4-BE49-F238E27FC236}">
                      <a16:creationId xmlns:a16="http://schemas.microsoft.com/office/drawing/2014/main" id="{7A7C1D0A-A313-9149-3D62-3F4AB431726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08" name="Rectangle 139">
                  <a:extLst>
                    <a:ext uri="{FF2B5EF4-FFF2-40B4-BE49-F238E27FC236}">
                      <a16:creationId xmlns:a16="http://schemas.microsoft.com/office/drawing/2014/main" id="{FBEF0C66-CA95-9AB5-93EC-A6F8600A994A}"/>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4" name="Groupe 135">
                <a:extLst>
                  <a:ext uri="{FF2B5EF4-FFF2-40B4-BE49-F238E27FC236}">
                    <a16:creationId xmlns:a16="http://schemas.microsoft.com/office/drawing/2014/main" id="{38397E6A-6DA6-E9A1-0222-E821B2846946}"/>
                  </a:ext>
                </a:extLst>
              </p:cNvPr>
              <p:cNvGrpSpPr/>
              <p:nvPr/>
            </p:nvGrpSpPr>
            <p:grpSpPr>
              <a:xfrm rot="1356263">
                <a:off x="8771030" y="2059541"/>
                <a:ext cx="223837" cy="300038"/>
                <a:chOff x="1418816" y="1345394"/>
                <a:chExt cx="278085" cy="372754"/>
              </a:xfrm>
            </p:grpSpPr>
            <p:pic>
              <p:nvPicPr>
                <p:cNvPr id="105" name="Graphique 136" descr="Joker avec un remplissage uni">
                  <a:extLst>
                    <a:ext uri="{FF2B5EF4-FFF2-40B4-BE49-F238E27FC236}">
                      <a16:creationId xmlns:a16="http://schemas.microsoft.com/office/drawing/2014/main" id="{A4D540BB-A2AF-286B-F03A-FE71AFE8EC30}"/>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06" name="Rectangle 137">
                  <a:extLst>
                    <a:ext uri="{FF2B5EF4-FFF2-40B4-BE49-F238E27FC236}">
                      <a16:creationId xmlns:a16="http://schemas.microsoft.com/office/drawing/2014/main" id="{09830ABE-161A-0FEC-6DB7-2071B5EFEBEF}"/>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80" name="Gruppo 179">
            <a:extLst>
              <a:ext uri="{FF2B5EF4-FFF2-40B4-BE49-F238E27FC236}">
                <a16:creationId xmlns:a16="http://schemas.microsoft.com/office/drawing/2014/main" id="{4C6231A0-BEFE-BF86-C274-3A1250DBECC8}"/>
              </a:ext>
            </a:extLst>
          </p:cNvPr>
          <p:cNvGrpSpPr/>
          <p:nvPr/>
        </p:nvGrpSpPr>
        <p:grpSpPr>
          <a:xfrm>
            <a:off x="1883950" y="729362"/>
            <a:ext cx="431518" cy="431518"/>
            <a:chOff x="8465437" y="1293621"/>
            <a:chExt cx="1030197" cy="1030197"/>
          </a:xfrm>
        </p:grpSpPr>
        <p:pic>
          <p:nvPicPr>
            <p:cNvPr id="181" name="Graphique 113" descr="Utilisateur avec un remplissage uni">
              <a:extLst>
                <a:ext uri="{FF2B5EF4-FFF2-40B4-BE49-F238E27FC236}">
                  <a16:creationId xmlns:a16="http://schemas.microsoft.com/office/drawing/2014/main" id="{2A6E2FAF-C3FE-6CFC-382E-2CC208091E2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5437" y="1293621"/>
              <a:ext cx="1030197" cy="1030197"/>
            </a:xfrm>
            <a:prstGeom prst="rect">
              <a:avLst/>
            </a:prstGeom>
          </p:spPr>
        </p:pic>
        <p:grpSp>
          <p:nvGrpSpPr>
            <p:cNvPr id="182" name="Groupe 130">
              <a:extLst>
                <a:ext uri="{FF2B5EF4-FFF2-40B4-BE49-F238E27FC236}">
                  <a16:creationId xmlns:a16="http://schemas.microsoft.com/office/drawing/2014/main" id="{17803181-4BA6-E4EE-D87D-78B760E90D88}"/>
                </a:ext>
              </a:extLst>
            </p:cNvPr>
            <p:cNvGrpSpPr/>
            <p:nvPr/>
          </p:nvGrpSpPr>
          <p:grpSpPr>
            <a:xfrm rot="19748937">
              <a:off x="8538362" y="1983610"/>
              <a:ext cx="475571" cy="319247"/>
              <a:chOff x="8519296" y="2040332"/>
              <a:chExt cx="475571" cy="319247"/>
            </a:xfrm>
          </p:grpSpPr>
          <p:grpSp>
            <p:nvGrpSpPr>
              <p:cNvPr id="196" name="Groupe 118">
                <a:extLst>
                  <a:ext uri="{FF2B5EF4-FFF2-40B4-BE49-F238E27FC236}">
                    <a16:creationId xmlns:a16="http://schemas.microsoft.com/office/drawing/2014/main" id="{23A6D8E0-F1AA-849B-B54A-DB02872F92C7}"/>
                  </a:ext>
                </a:extLst>
              </p:cNvPr>
              <p:cNvGrpSpPr/>
              <p:nvPr/>
            </p:nvGrpSpPr>
            <p:grpSpPr>
              <a:xfrm rot="20384250">
                <a:off x="8519296" y="2045697"/>
                <a:ext cx="223837" cy="300038"/>
                <a:chOff x="1418816" y="1345394"/>
                <a:chExt cx="278085" cy="372754"/>
              </a:xfrm>
            </p:grpSpPr>
            <p:pic>
              <p:nvPicPr>
                <p:cNvPr id="206" name="Graphique 119" descr="Joker avec un remplissage uni">
                  <a:extLst>
                    <a:ext uri="{FF2B5EF4-FFF2-40B4-BE49-F238E27FC236}">
                      <a16:creationId xmlns:a16="http://schemas.microsoft.com/office/drawing/2014/main" id="{CC652F6D-CDFB-8B96-8362-1078B9BEEF3B}"/>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07" name="Rectangle 120">
                  <a:extLst>
                    <a:ext uri="{FF2B5EF4-FFF2-40B4-BE49-F238E27FC236}">
                      <a16:creationId xmlns:a16="http://schemas.microsoft.com/office/drawing/2014/main" id="{BCA961CF-441F-7607-507E-B941C6440A50}"/>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 name="Groupe 121">
                <a:extLst>
                  <a:ext uri="{FF2B5EF4-FFF2-40B4-BE49-F238E27FC236}">
                    <a16:creationId xmlns:a16="http://schemas.microsoft.com/office/drawing/2014/main" id="{C37EB05C-4D37-EB07-D14A-8BC42052A739}"/>
                  </a:ext>
                </a:extLst>
              </p:cNvPr>
              <p:cNvGrpSpPr/>
              <p:nvPr/>
            </p:nvGrpSpPr>
            <p:grpSpPr>
              <a:xfrm rot="21356593">
                <a:off x="8614130" y="2040416"/>
                <a:ext cx="223837" cy="300038"/>
                <a:chOff x="1418816" y="1345394"/>
                <a:chExt cx="278085" cy="372754"/>
              </a:xfrm>
            </p:grpSpPr>
            <p:pic>
              <p:nvPicPr>
                <p:cNvPr id="204" name="Graphique 122" descr="Joker avec un remplissage uni">
                  <a:extLst>
                    <a:ext uri="{FF2B5EF4-FFF2-40B4-BE49-F238E27FC236}">
                      <a16:creationId xmlns:a16="http://schemas.microsoft.com/office/drawing/2014/main" id="{B2E324AF-8316-A5A6-F6E6-62BD5CC92DD1}"/>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05" name="Rectangle 123">
                  <a:extLst>
                    <a:ext uri="{FF2B5EF4-FFF2-40B4-BE49-F238E27FC236}">
                      <a16:creationId xmlns:a16="http://schemas.microsoft.com/office/drawing/2014/main" id="{4B49B0A6-9D7B-5F6B-DA12-0E77FF7BCB82}"/>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 name="Groupe 124">
                <a:extLst>
                  <a:ext uri="{FF2B5EF4-FFF2-40B4-BE49-F238E27FC236}">
                    <a16:creationId xmlns:a16="http://schemas.microsoft.com/office/drawing/2014/main" id="{9C795F53-5B8F-E8A9-47A6-05365264A6C4}"/>
                  </a:ext>
                </a:extLst>
              </p:cNvPr>
              <p:cNvGrpSpPr/>
              <p:nvPr/>
            </p:nvGrpSpPr>
            <p:grpSpPr>
              <a:xfrm rot="617371">
                <a:off x="8694753" y="2040332"/>
                <a:ext cx="223837" cy="300038"/>
                <a:chOff x="1418816" y="1345394"/>
                <a:chExt cx="278085" cy="372754"/>
              </a:xfrm>
            </p:grpSpPr>
            <p:pic>
              <p:nvPicPr>
                <p:cNvPr id="202" name="Graphique 125" descr="Joker avec un remplissage uni">
                  <a:extLst>
                    <a:ext uri="{FF2B5EF4-FFF2-40B4-BE49-F238E27FC236}">
                      <a16:creationId xmlns:a16="http://schemas.microsoft.com/office/drawing/2014/main" id="{672BE605-CD7D-6863-26DE-8860ED9C49A9}"/>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03" name="Rectangle 126">
                  <a:extLst>
                    <a:ext uri="{FF2B5EF4-FFF2-40B4-BE49-F238E27FC236}">
                      <a16:creationId xmlns:a16="http://schemas.microsoft.com/office/drawing/2014/main" id="{111235E8-3F44-506C-59E9-B076F4D20AC2}"/>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 name="Groupe 127">
                <a:extLst>
                  <a:ext uri="{FF2B5EF4-FFF2-40B4-BE49-F238E27FC236}">
                    <a16:creationId xmlns:a16="http://schemas.microsoft.com/office/drawing/2014/main" id="{865AC6B6-A80F-20C7-57D8-53B5213B0B05}"/>
                  </a:ext>
                </a:extLst>
              </p:cNvPr>
              <p:cNvGrpSpPr/>
              <p:nvPr/>
            </p:nvGrpSpPr>
            <p:grpSpPr>
              <a:xfrm rot="1356263">
                <a:off x="8771030" y="2059541"/>
                <a:ext cx="223837" cy="300038"/>
                <a:chOff x="1418816" y="1345394"/>
                <a:chExt cx="278085" cy="372754"/>
              </a:xfrm>
            </p:grpSpPr>
            <p:pic>
              <p:nvPicPr>
                <p:cNvPr id="200" name="Graphique 128" descr="Joker avec un remplissage uni">
                  <a:extLst>
                    <a:ext uri="{FF2B5EF4-FFF2-40B4-BE49-F238E27FC236}">
                      <a16:creationId xmlns:a16="http://schemas.microsoft.com/office/drawing/2014/main" id="{CA1CE2F1-7FE3-A5A9-EF9C-D09C39190A1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01" name="Rectangle 129">
                  <a:extLst>
                    <a:ext uri="{FF2B5EF4-FFF2-40B4-BE49-F238E27FC236}">
                      <a16:creationId xmlns:a16="http://schemas.microsoft.com/office/drawing/2014/main" id="{09C892F6-BFB3-DA44-A060-01B2FE285587}"/>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83" name="Groupe 131">
              <a:extLst>
                <a:ext uri="{FF2B5EF4-FFF2-40B4-BE49-F238E27FC236}">
                  <a16:creationId xmlns:a16="http://schemas.microsoft.com/office/drawing/2014/main" id="{8CD96802-6A89-A97E-7FD2-6E3989D9F428}"/>
                </a:ext>
              </a:extLst>
            </p:cNvPr>
            <p:cNvGrpSpPr/>
            <p:nvPr/>
          </p:nvGrpSpPr>
          <p:grpSpPr>
            <a:xfrm rot="1179875">
              <a:off x="8847256" y="1975335"/>
              <a:ext cx="475571" cy="319247"/>
              <a:chOff x="8519296" y="2040332"/>
              <a:chExt cx="475571" cy="319247"/>
            </a:xfrm>
          </p:grpSpPr>
          <p:grpSp>
            <p:nvGrpSpPr>
              <p:cNvPr id="184" name="Groupe 132">
                <a:extLst>
                  <a:ext uri="{FF2B5EF4-FFF2-40B4-BE49-F238E27FC236}">
                    <a16:creationId xmlns:a16="http://schemas.microsoft.com/office/drawing/2014/main" id="{5D27DA5D-6C14-CEAD-678C-9A5E9AA8619C}"/>
                  </a:ext>
                </a:extLst>
              </p:cNvPr>
              <p:cNvGrpSpPr/>
              <p:nvPr/>
            </p:nvGrpSpPr>
            <p:grpSpPr>
              <a:xfrm rot="20384250">
                <a:off x="8519296" y="2045697"/>
                <a:ext cx="223837" cy="300038"/>
                <a:chOff x="1418816" y="1345394"/>
                <a:chExt cx="278085" cy="372754"/>
              </a:xfrm>
            </p:grpSpPr>
            <p:pic>
              <p:nvPicPr>
                <p:cNvPr id="194" name="Graphique 142" descr="Joker avec un remplissage uni">
                  <a:extLst>
                    <a:ext uri="{FF2B5EF4-FFF2-40B4-BE49-F238E27FC236}">
                      <a16:creationId xmlns:a16="http://schemas.microsoft.com/office/drawing/2014/main" id="{E38B5630-2466-088D-DB7B-DF103E61C8FC}"/>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95" name="Rectangle 143">
                  <a:extLst>
                    <a:ext uri="{FF2B5EF4-FFF2-40B4-BE49-F238E27FC236}">
                      <a16:creationId xmlns:a16="http://schemas.microsoft.com/office/drawing/2014/main" id="{DA05571B-3023-35CB-ECE3-AEFB7DB8E051}"/>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5" name="Groupe 133">
                <a:extLst>
                  <a:ext uri="{FF2B5EF4-FFF2-40B4-BE49-F238E27FC236}">
                    <a16:creationId xmlns:a16="http://schemas.microsoft.com/office/drawing/2014/main" id="{CD077E4D-0332-1200-4443-245F2C8C3D1F}"/>
                  </a:ext>
                </a:extLst>
              </p:cNvPr>
              <p:cNvGrpSpPr/>
              <p:nvPr/>
            </p:nvGrpSpPr>
            <p:grpSpPr>
              <a:xfrm rot="21356593">
                <a:off x="8614130" y="2040416"/>
                <a:ext cx="223837" cy="300038"/>
                <a:chOff x="1418816" y="1345394"/>
                <a:chExt cx="278085" cy="372754"/>
              </a:xfrm>
            </p:grpSpPr>
            <p:pic>
              <p:nvPicPr>
                <p:cNvPr id="192" name="Graphique 140" descr="Joker avec un remplissage uni">
                  <a:extLst>
                    <a:ext uri="{FF2B5EF4-FFF2-40B4-BE49-F238E27FC236}">
                      <a16:creationId xmlns:a16="http://schemas.microsoft.com/office/drawing/2014/main" id="{DD928325-AE6C-1AA7-FA53-EFDCF86DCBEB}"/>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93" name="Rectangle 141">
                  <a:extLst>
                    <a:ext uri="{FF2B5EF4-FFF2-40B4-BE49-F238E27FC236}">
                      <a16:creationId xmlns:a16="http://schemas.microsoft.com/office/drawing/2014/main" id="{D26F52F5-AF99-02C9-9294-0572527FD50A}"/>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6" name="Groupe 134">
                <a:extLst>
                  <a:ext uri="{FF2B5EF4-FFF2-40B4-BE49-F238E27FC236}">
                    <a16:creationId xmlns:a16="http://schemas.microsoft.com/office/drawing/2014/main" id="{345031D8-F403-559E-19EE-D07AAB75F950}"/>
                  </a:ext>
                </a:extLst>
              </p:cNvPr>
              <p:cNvGrpSpPr/>
              <p:nvPr/>
            </p:nvGrpSpPr>
            <p:grpSpPr>
              <a:xfrm rot="617371">
                <a:off x="8694753" y="2040332"/>
                <a:ext cx="223837" cy="300038"/>
                <a:chOff x="1418816" y="1345394"/>
                <a:chExt cx="278085" cy="372754"/>
              </a:xfrm>
            </p:grpSpPr>
            <p:pic>
              <p:nvPicPr>
                <p:cNvPr id="190" name="Graphique 138" descr="Joker avec un remplissage uni">
                  <a:extLst>
                    <a:ext uri="{FF2B5EF4-FFF2-40B4-BE49-F238E27FC236}">
                      <a16:creationId xmlns:a16="http://schemas.microsoft.com/office/drawing/2014/main" id="{D9774868-BF18-02E6-8612-85CE6251DBF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91" name="Rectangle 139">
                  <a:extLst>
                    <a:ext uri="{FF2B5EF4-FFF2-40B4-BE49-F238E27FC236}">
                      <a16:creationId xmlns:a16="http://schemas.microsoft.com/office/drawing/2014/main" id="{DCC1DC1C-C8CA-8D3B-26A0-CC98B8C853B5}"/>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7" name="Groupe 135">
                <a:extLst>
                  <a:ext uri="{FF2B5EF4-FFF2-40B4-BE49-F238E27FC236}">
                    <a16:creationId xmlns:a16="http://schemas.microsoft.com/office/drawing/2014/main" id="{8311B965-7798-EEFF-3D8C-434E9337C451}"/>
                  </a:ext>
                </a:extLst>
              </p:cNvPr>
              <p:cNvGrpSpPr/>
              <p:nvPr/>
            </p:nvGrpSpPr>
            <p:grpSpPr>
              <a:xfrm rot="1356263">
                <a:off x="8771030" y="2059541"/>
                <a:ext cx="223837" cy="300038"/>
                <a:chOff x="1418816" y="1345394"/>
                <a:chExt cx="278085" cy="372754"/>
              </a:xfrm>
            </p:grpSpPr>
            <p:pic>
              <p:nvPicPr>
                <p:cNvPr id="188" name="Graphique 136" descr="Joker avec un remplissage uni">
                  <a:extLst>
                    <a:ext uri="{FF2B5EF4-FFF2-40B4-BE49-F238E27FC236}">
                      <a16:creationId xmlns:a16="http://schemas.microsoft.com/office/drawing/2014/main" id="{4268E9BA-9645-28FB-A4D9-E22E91A13E3A}"/>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189" name="Rectangle 137">
                  <a:extLst>
                    <a:ext uri="{FF2B5EF4-FFF2-40B4-BE49-F238E27FC236}">
                      <a16:creationId xmlns:a16="http://schemas.microsoft.com/office/drawing/2014/main" id="{7FBC189B-B50C-95EB-4DB0-AF172C8212C6}"/>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08" name="Gruppo 207">
            <a:extLst>
              <a:ext uri="{FF2B5EF4-FFF2-40B4-BE49-F238E27FC236}">
                <a16:creationId xmlns:a16="http://schemas.microsoft.com/office/drawing/2014/main" id="{EB671A74-A046-3E10-F5A5-5A7BF0897819}"/>
              </a:ext>
            </a:extLst>
          </p:cNvPr>
          <p:cNvGrpSpPr/>
          <p:nvPr/>
        </p:nvGrpSpPr>
        <p:grpSpPr>
          <a:xfrm>
            <a:off x="2296461" y="729362"/>
            <a:ext cx="431518" cy="431518"/>
            <a:chOff x="8465437" y="1293621"/>
            <a:chExt cx="1030197" cy="1030197"/>
          </a:xfrm>
        </p:grpSpPr>
        <p:pic>
          <p:nvPicPr>
            <p:cNvPr id="209" name="Graphique 113" descr="Utilisateur avec un remplissage uni">
              <a:extLst>
                <a:ext uri="{FF2B5EF4-FFF2-40B4-BE49-F238E27FC236}">
                  <a16:creationId xmlns:a16="http://schemas.microsoft.com/office/drawing/2014/main" id="{C07A29CC-1F2B-3734-8F54-64010DC5DD7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65437" y="1293621"/>
              <a:ext cx="1030197" cy="1030197"/>
            </a:xfrm>
            <a:prstGeom prst="rect">
              <a:avLst/>
            </a:prstGeom>
          </p:spPr>
        </p:pic>
        <p:grpSp>
          <p:nvGrpSpPr>
            <p:cNvPr id="210" name="Groupe 130">
              <a:extLst>
                <a:ext uri="{FF2B5EF4-FFF2-40B4-BE49-F238E27FC236}">
                  <a16:creationId xmlns:a16="http://schemas.microsoft.com/office/drawing/2014/main" id="{C810DF5E-3113-6E6F-4C37-ECC18BDEF239}"/>
                </a:ext>
              </a:extLst>
            </p:cNvPr>
            <p:cNvGrpSpPr/>
            <p:nvPr/>
          </p:nvGrpSpPr>
          <p:grpSpPr>
            <a:xfrm rot="19748937">
              <a:off x="8538362" y="1983610"/>
              <a:ext cx="475571" cy="319247"/>
              <a:chOff x="8519296" y="2040332"/>
              <a:chExt cx="475571" cy="319247"/>
            </a:xfrm>
          </p:grpSpPr>
          <p:grpSp>
            <p:nvGrpSpPr>
              <p:cNvPr id="224" name="Groupe 118">
                <a:extLst>
                  <a:ext uri="{FF2B5EF4-FFF2-40B4-BE49-F238E27FC236}">
                    <a16:creationId xmlns:a16="http://schemas.microsoft.com/office/drawing/2014/main" id="{E24CCA23-7310-DCA7-E9C9-E9F024FC7145}"/>
                  </a:ext>
                </a:extLst>
              </p:cNvPr>
              <p:cNvGrpSpPr/>
              <p:nvPr/>
            </p:nvGrpSpPr>
            <p:grpSpPr>
              <a:xfrm rot="20384250">
                <a:off x="8519296" y="2045697"/>
                <a:ext cx="223837" cy="300038"/>
                <a:chOff x="1418816" y="1345394"/>
                <a:chExt cx="278085" cy="372754"/>
              </a:xfrm>
            </p:grpSpPr>
            <p:pic>
              <p:nvPicPr>
                <p:cNvPr id="234" name="Graphique 119" descr="Joker avec un remplissage uni">
                  <a:extLst>
                    <a:ext uri="{FF2B5EF4-FFF2-40B4-BE49-F238E27FC236}">
                      <a16:creationId xmlns:a16="http://schemas.microsoft.com/office/drawing/2014/main" id="{3A62433F-C59A-812E-7476-F4E5DAE19E80}"/>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35" name="Rectangle 120">
                  <a:extLst>
                    <a:ext uri="{FF2B5EF4-FFF2-40B4-BE49-F238E27FC236}">
                      <a16:creationId xmlns:a16="http://schemas.microsoft.com/office/drawing/2014/main" id="{5B6A4160-BDE2-18E0-6F48-1D7BB254223A}"/>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5" name="Groupe 121">
                <a:extLst>
                  <a:ext uri="{FF2B5EF4-FFF2-40B4-BE49-F238E27FC236}">
                    <a16:creationId xmlns:a16="http://schemas.microsoft.com/office/drawing/2014/main" id="{8AFAA4BF-0136-AA27-0CC8-1ED3AC18A56F}"/>
                  </a:ext>
                </a:extLst>
              </p:cNvPr>
              <p:cNvGrpSpPr/>
              <p:nvPr/>
            </p:nvGrpSpPr>
            <p:grpSpPr>
              <a:xfrm rot="21356593">
                <a:off x="8614130" y="2040416"/>
                <a:ext cx="223837" cy="300038"/>
                <a:chOff x="1418816" y="1345394"/>
                <a:chExt cx="278085" cy="372754"/>
              </a:xfrm>
            </p:grpSpPr>
            <p:pic>
              <p:nvPicPr>
                <p:cNvPr id="232" name="Graphique 122" descr="Joker avec un remplissage uni">
                  <a:extLst>
                    <a:ext uri="{FF2B5EF4-FFF2-40B4-BE49-F238E27FC236}">
                      <a16:creationId xmlns:a16="http://schemas.microsoft.com/office/drawing/2014/main" id="{398F83BA-9CCF-BFCD-2936-60D246B0A83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33" name="Rectangle 123">
                  <a:extLst>
                    <a:ext uri="{FF2B5EF4-FFF2-40B4-BE49-F238E27FC236}">
                      <a16:creationId xmlns:a16="http://schemas.microsoft.com/office/drawing/2014/main" id="{4BCFA2D0-2EE9-DF39-A31E-C0B062E5C18A}"/>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6" name="Groupe 124">
                <a:extLst>
                  <a:ext uri="{FF2B5EF4-FFF2-40B4-BE49-F238E27FC236}">
                    <a16:creationId xmlns:a16="http://schemas.microsoft.com/office/drawing/2014/main" id="{39F47E63-8D51-B495-6851-D4AD073FCF18}"/>
                  </a:ext>
                </a:extLst>
              </p:cNvPr>
              <p:cNvGrpSpPr/>
              <p:nvPr/>
            </p:nvGrpSpPr>
            <p:grpSpPr>
              <a:xfrm rot="617371">
                <a:off x="8694753" y="2040332"/>
                <a:ext cx="223837" cy="300038"/>
                <a:chOff x="1418816" y="1345394"/>
                <a:chExt cx="278085" cy="372754"/>
              </a:xfrm>
            </p:grpSpPr>
            <p:pic>
              <p:nvPicPr>
                <p:cNvPr id="230" name="Graphique 125" descr="Joker avec un remplissage uni">
                  <a:extLst>
                    <a:ext uri="{FF2B5EF4-FFF2-40B4-BE49-F238E27FC236}">
                      <a16:creationId xmlns:a16="http://schemas.microsoft.com/office/drawing/2014/main" id="{29CC21C2-161F-1A09-71B7-DE9F6542AE23}"/>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31" name="Rectangle 126">
                  <a:extLst>
                    <a:ext uri="{FF2B5EF4-FFF2-40B4-BE49-F238E27FC236}">
                      <a16:creationId xmlns:a16="http://schemas.microsoft.com/office/drawing/2014/main" id="{7BA28E61-77C5-2918-09E6-8798F7EA04C4}"/>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7" name="Groupe 127">
                <a:extLst>
                  <a:ext uri="{FF2B5EF4-FFF2-40B4-BE49-F238E27FC236}">
                    <a16:creationId xmlns:a16="http://schemas.microsoft.com/office/drawing/2014/main" id="{AC53133D-BA4B-AC04-9A8B-BA67F0A13E65}"/>
                  </a:ext>
                </a:extLst>
              </p:cNvPr>
              <p:cNvGrpSpPr/>
              <p:nvPr/>
            </p:nvGrpSpPr>
            <p:grpSpPr>
              <a:xfrm rot="1356263">
                <a:off x="8771030" y="2059541"/>
                <a:ext cx="223837" cy="300038"/>
                <a:chOff x="1418816" y="1345394"/>
                <a:chExt cx="278085" cy="372754"/>
              </a:xfrm>
            </p:grpSpPr>
            <p:pic>
              <p:nvPicPr>
                <p:cNvPr id="228" name="Graphique 128" descr="Joker avec un remplissage uni">
                  <a:extLst>
                    <a:ext uri="{FF2B5EF4-FFF2-40B4-BE49-F238E27FC236}">
                      <a16:creationId xmlns:a16="http://schemas.microsoft.com/office/drawing/2014/main" id="{130C41DB-FACE-DCB5-0B0C-C089272E3FB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29" name="Rectangle 129">
                  <a:extLst>
                    <a:ext uri="{FF2B5EF4-FFF2-40B4-BE49-F238E27FC236}">
                      <a16:creationId xmlns:a16="http://schemas.microsoft.com/office/drawing/2014/main" id="{53009EE1-CAEB-4DE2-FA0C-8B8D490F9D3D}"/>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1" name="Groupe 131">
              <a:extLst>
                <a:ext uri="{FF2B5EF4-FFF2-40B4-BE49-F238E27FC236}">
                  <a16:creationId xmlns:a16="http://schemas.microsoft.com/office/drawing/2014/main" id="{6FE28426-BAE1-D6A1-D750-7FE332B1987A}"/>
                </a:ext>
              </a:extLst>
            </p:cNvPr>
            <p:cNvGrpSpPr/>
            <p:nvPr/>
          </p:nvGrpSpPr>
          <p:grpSpPr>
            <a:xfrm rot="1179875">
              <a:off x="8847256" y="1975335"/>
              <a:ext cx="475571" cy="319247"/>
              <a:chOff x="8519296" y="2040332"/>
              <a:chExt cx="475571" cy="319247"/>
            </a:xfrm>
          </p:grpSpPr>
          <p:grpSp>
            <p:nvGrpSpPr>
              <p:cNvPr id="212" name="Groupe 132">
                <a:extLst>
                  <a:ext uri="{FF2B5EF4-FFF2-40B4-BE49-F238E27FC236}">
                    <a16:creationId xmlns:a16="http://schemas.microsoft.com/office/drawing/2014/main" id="{9BA12A32-04CC-1BCD-A6E9-5E4877CE349B}"/>
                  </a:ext>
                </a:extLst>
              </p:cNvPr>
              <p:cNvGrpSpPr/>
              <p:nvPr/>
            </p:nvGrpSpPr>
            <p:grpSpPr>
              <a:xfrm rot="20384250">
                <a:off x="8519296" y="2045697"/>
                <a:ext cx="223837" cy="300038"/>
                <a:chOff x="1418816" y="1345394"/>
                <a:chExt cx="278085" cy="372754"/>
              </a:xfrm>
            </p:grpSpPr>
            <p:pic>
              <p:nvPicPr>
                <p:cNvPr id="222" name="Graphique 142" descr="Joker avec un remplissage uni">
                  <a:extLst>
                    <a:ext uri="{FF2B5EF4-FFF2-40B4-BE49-F238E27FC236}">
                      <a16:creationId xmlns:a16="http://schemas.microsoft.com/office/drawing/2014/main" id="{83BF45BC-A109-1AAD-4B27-633C50E49E79}"/>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23" name="Rectangle 143">
                  <a:extLst>
                    <a:ext uri="{FF2B5EF4-FFF2-40B4-BE49-F238E27FC236}">
                      <a16:creationId xmlns:a16="http://schemas.microsoft.com/office/drawing/2014/main" id="{6AACAF68-F2AA-A0AD-14EB-8F028F6A6564}"/>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3" name="Groupe 133">
                <a:extLst>
                  <a:ext uri="{FF2B5EF4-FFF2-40B4-BE49-F238E27FC236}">
                    <a16:creationId xmlns:a16="http://schemas.microsoft.com/office/drawing/2014/main" id="{3AD2B043-48B5-1718-9F24-98473E6B3B9C}"/>
                  </a:ext>
                </a:extLst>
              </p:cNvPr>
              <p:cNvGrpSpPr/>
              <p:nvPr/>
            </p:nvGrpSpPr>
            <p:grpSpPr>
              <a:xfrm rot="21356593">
                <a:off x="8614130" y="2040416"/>
                <a:ext cx="223837" cy="300038"/>
                <a:chOff x="1418816" y="1345394"/>
                <a:chExt cx="278085" cy="372754"/>
              </a:xfrm>
            </p:grpSpPr>
            <p:pic>
              <p:nvPicPr>
                <p:cNvPr id="220" name="Graphique 140" descr="Joker avec un remplissage uni">
                  <a:extLst>
                    <a:ext uri="{FF2B5EF4-FFF2-40B4-BE49-F238E27FC236}">
                      <a16:creationId xmlns:a16="http://schemas.microsoft.com/office/drawing/2014/main" id="{D2BB03D6-168A-2CD8-9991-1BC9F368CCF8}"/>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21" name="Rectangle 141">
                  <a:extLst>
                    <a:ext uri="{FF2B5EF4-FFF2-40B4-BE49-F238E27FC236}">
                      <a16:creationId xmlns:a16="http://schemas.microsoft.com/office/drawing/2014/main" id="{220CCB92-98AC-FF13-0BD0-DEE55BB74FAE}"/>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4" name="Groupe 134">
                <a:extLst>
                  <a:ext uri="{FF2B5EF4-FFF2-40B4-BE49-F238E27FC236}">
                    <a16:creationId xmlns:a16="http://schemas.microsoft.com/office/drawing/2014/main" id="{DD2B3F4E-F72A-0C53-AA6D-1562D333470E}"/>
                  </a:ext>
                </a:extLst>
              </p:cNvPr>
              <p:cNvGrpSpPr/>
              <p:nvPr/>
            </p:nvGrpSpPr>
            <p:grpSpPr>
              <a:xfrm rot="617371">
                <a:off x="8694753" y="2040332"/>
                <a:ext cx="223837" cy="300038"/>
                <a:chOff x="1418816" y="1345394"/>
                <a:chExt cx="278085" cy="372754"/>
              </a:xfrm>
            </p:grpSpPr>
            <p:pic>
              <p:nvPicPr>
                <p:cNvPr id="218" name="Graphique 138" descr="Joker avec un remplissage uni">
                  <a:extLst>
                    <a:ext uri="{FF2B5EF4-FFF2-40B4-BE49-F238E27FC236}">
                      <a16:creationId xmlns:a16="http://schemas.microsoft.com/office/drawing/2014/main" id="{6D11F7B0-9574-E8C8-9EC6-6C2B6F97AD74}"/>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19" name="Rectangle 139">
                  <a:extLst>
                    <a:ext uri="{FF2B5EF4-FFF2-40B4-BE49-F238E27FC236}">
                      <a16:creationId xmlns:a16="http://schemas.microsoft.com/office/drawing/2014/main" id="{52D59F31-1E8F-D8D4-7DA6-1B18348A8235}"/>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5" name="Groupe 135">
                <a:extLst>
                  <a:ext uri="{FF2B5EF4-FFF2-40B4-BE49-F238E27FC236}">
                    <a16:creationId xmlns:a16="http://schemas.microsoft.com/office/drawing/2014/main" id="{ADC03C98-BC6E-8264-FB6E-1288CD5F558E}"/>
                  </a:ext>
                </a:extLst>
              </p:cNvPr>
              <p:cNvGrpSpPr/>
              <p:nvPr/>
            </p:nvGrpSpPr>
            <p:grpSpPr>
              <a:xfrm rot="1356263">
                <a:off x="8771030" y="2059541"/>
                <a:ext cx="223837" cy="300038"/>
                <a:chOff x="1418816" y="1345394"/>
                <a:chExt cx="278085" cy="372754"/>
              </a:xfrm>
            </p:grpSpPr>
            <p:pic>
              <p:nvPicPr>
                <p:cNvPr id="216" name="Graphique 136" descr="Joker avec un remplissage uni">
                  <a:extLst>
                    <a:ext uri="{FF2B5EF4-FFF2-40B4-BE49-F238E27FC236}">
                      <a16:creationId xmlns:a16="http://schemas.microsoft.com/office/drawing/2014/main" id="{2653FCCF-32BD-723C-14A9-55388F770132}"/>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17" name="Rectangle 137">
                  <a:extLst>
                    <a:ext uri="{FF2B5EF4-FFF2-40B4-BE49-F238E27FC236}">
                      <a16:creationId xmlns:a16="http://schemas.microsoft.com/office/drawing/2014/main" id="{5B479334-535E-7D93-1E09-3B2DF26A0A57}"/>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264" name="Gruppo 263">
            <a:extLst>
              <a:ext uri="{FF2B5EF4-FFF2-40B4-BE49-F238E27FC236}">
                <a16:creationId xmlns:a16="http://schemas.microsoft.com/office/drawing/2014/main" id="{24E1089F-F476-B47A-A615-F7B27034D201}"/>
              </a:ext>
            </a:extLst>
          </p:cNvPr>
          <p:cNvGrpSpPr/>
          <p:nvPr/>
        </p:nvGrpSpPr>
        <p:grpSpPr>
          <a:xfrm>
            <a:off x="9584958" y="974189"/>
            <a:ext cx="688034" cy="443023"/>
            <a:chOff x="4738431" y="819388"/>
            <a:chExt cx="2891461" cy="1861801"/>
          </a:xfrm>
        </p:grpSpPr>
        <p:pic>
          <p:nvPicPr>
            <p:cNvPr id="265" name="Graphique 79" descr="Utilisateur avec un remplissage uni">
              <a:extLst>
                <a:ext uri="{FF2B5EF4-FFF2-40B4-BE49-F238E27FC236}">
                  <a16:creationId xmlns:a16="http://schemas.microsoft.com/office/drawing/2014/main" id="{777C9441-B604-E199-2E58-0190CA62CC9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1009" y="1578524"/>
              <a:ext cx="382568" cy="382568"/>
            </a:xfrm>
            <a:prstGeom prst="rect">
              <a:avLst/>
            </a:prstGeom>
          </p:spPr>
        </p:pic>
        <p:pic>
          <p:nvPicPr>
            <p:cNvPr id="266" name="Graphique 80" descr="Utilisateur avec un remplissage uni">
              <a:extLst>
                <a:ext uri="{FF2B5EF4-FFF2-40B4-BE49-F238E27FC236}">
                  <a16:creationId xmlns:a16="http://schemas.microsoft.com/office/drawing/2014/main" id="{506D710F-5BC9-4D9F-3CB6-B0B3F457FB6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6447" y="1578524"/>
              <a:ext cx="382568" cy="382568"/>
            </a:xfrm>
            <a:prstGeom prst="rect">
              <a:avLst/>
            </a:prstGeom>
          </p:spPr>
        </p:pic>
        <p:pic>
          <p:nvPicPr>
            <p:cNvPr id="267" name="Graphique 81" descr="Utilisateur avec un remplissage uni">
              <a:extLst>
                <a:ext uri="{FF2B5EF4-FFF2-40B4-BE49-F238E27FC236}">
                  <a16:creationId xmlns:a16="http://schemas.microsoft.com/office/drawing/2014/main" id="{7CC34017-2732-F3BC-52CF-E0569111A9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38431" y="2298621"/>
              <a:ext cx="382568" cy="382568"/>
            </a:xfrm>
            <a:prstGeom prst="rect">
              <a:avLst/>
            </a:prstGeom>
          </p:spPr>
        </p:pic>
        <p:pic>
          <p:nvPicPr>
            <p:cNvPr id="268" name="Graphique 82" descr="Utilisateur avec un remplissage uni">
              <a:extLst>
                <a:ext uri="{FF2B5EF4-FFF2-40B4-BE49-F238E27FC236}">
                  <a16:creationId xmlns:a16="http://schemas.microsoft.com/office/drawing/2014/main" id="{EC6161DF-F188-0D0E-5DB5-74C9E96BDC3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4729" y="2298621"/>
              <a:ext cx="382568" cy="382568"/>
            </a:xfrm>
            <a:prstGeom prst="rect">
              <a:avLst/>
            </a:prstGeom>
          </p:spPr>
        </p:pic>
        <p:pic>
          <p:nvPicPr>
            <p:cNvPr id="269" name="Graphique 91" descr="Utilisateur avec un remplissage uni">
              <a:extLst>
                <a:ext uri="{FF2B5EF4-FFF2-40B4-BE49-F238E27FC236}">
                  <a16:creationId xmlns:a16="http://schemas.microsoft.com/office/drawing/2014/main" id="{54B7CBEF-2CC3-6A54-6398-BDFC32F6A12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1885" y="1578524"/>
              <a:ext cx="382568" cy="382568"/>
            </a:xfrm>
            <a:prstGeom prst="rect">
              <a:avLst/>
            </a:prstGeom>
          </p:spPr>
        </p:pic>
        <p:pic>
          <p:nvPicPr>
            <p:cNvPr id="270" name="Graphique 92" descr="Utilisateur avec un remplissage uni">
              <a:extLst>
                <a:ext uri="{FF2B5EF4-FFF2-40B4-BE49-F238E27FC236}">
                  <a16:creationId xmlns:a16="http://schemas.microsoft.com/office/drawing/2014/main" id="{ACD43620-4AD6-2C7A-9B95-A76340D5E82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7324" y="1578524"/>
              <a:ext cx="382568" cy="382568"/>
            </a:xfrm>
            <a:prstGeom prst="rect">
              <a:avLst/>
            </a:prstGeom>
          </p:spPr>
        </p:pic>
        <p:pic>
          <p:nvPicPr>
            <p:cNvPr id="271" name="Graphique 93" descr="Utilisateur avec un remplissage uni">
              <a:extLst>
                <a:ext uri="{FF2B5EF4-FFF2-40B4-BE49-F238E27FC236}">
                  <a16:creationId xmlns:a16="http://schemas.microsoft.com/office/drawing/2014/main" id="{A31588FA-555F-E87E-693D-E7F2F4831B7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1027" y="2298621"/>
              <a:ext cx="382568" cy="382568"/>
            </a:xfrm>
            <a:prstGeom prst="rect">
              <a:avLst/>
            </a:prstGeom>
          </p:spPr>
        </p:pic>
        <p:pic>
          <p:nvPicPr>
            <p:cNvPr id="272" name="Graphique 94" descr="Utilisateur avec un remplissage uni">
              <a:extLst>
                <a:ext uri="{FF2B5EF4-FFF2-40B4-BE49-F238E27FC236}">
                  <a16:creationId xmlns:a16="http://schemas.microsoft.com/office/drawing/2014/main" id="{DFEFD122-798D-1B30-A925-F3139975FB1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7324" y="2298621"/>
              <a:ext cx="382568" cy="382568"/>
            </a:xfrm>
            <a:prstGeom prst="rect">
              <a:avLst/>
            </a:prstGeom>
          </p:spPr>
        </p:pic>
        <p:pic>
          <p:nvPicPr>
            <p:cNvPr id="273" name="Graphique 95" descr="Utilisateur avec un remplissage uni">
              <a:extLst>
                <a:ext uri="{FF2B5EF4-FFF2-40B4-BE49-F238E27FC236}">
                  <a16:creationId xmlns:a16="http://schemas.microsoft.com/office/drawing/2014/main" id="{FEBD3474-78FA-1D4E-AA3D-9DFF66BB7E9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1009" y="819388"/>
              <a:ext cx="382568" cy="382568"/>
            </a:xfrm>
            <a:prstGeom prst="rect">
              <a:avLst/>
            </a:prstGeom>
          </p:spPr>
        </p:pic>
        <p:pic>
          <p:nvPicPr>
            <p:cNvPr id="274" name="Graphique 96" descr="Utilisateur avec un remplissage uni">
              <a:extLst>
                <a:ext uri="{FF2B5EF4-FFF2-40B4-BE49-F238E27FC236}">
                  <a16:creationId xmlns:a16="http://schemas.microsoft.com/office/drawing/2014/main" id="{D3E093A5-EA11-E079-42AA-30D94D6FC1E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6447" y="819388"/>
              <a:ext cx="382568" cy="382568"/>
            </a:xfrm>
            <a:prstGeom prst="rect">
              <a:avLst/>
            </a:prstGeom>
          </p:spPr>
        </p:pic>
        <p:pic>
          <p:nvPicPr>
            <p:cNvPr id="275" name="Graphique 97" descr="Utilisateur avec un remplissage uni">
              <a:extLst>
                <a:ext uri="{FF2B5EF4-FFF2-40B4-BE49-F238E27FC236}">
                  <a16:creationId xmlns:a16="http://schemas.microsoft.com/office/drawing/2014/main" id="{031A1936-B667-53BA-BEDC-C5E6679D722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1885" y="819388"/>
              <a:ext cx="382568" cy="382568"/>
            </a:xfrm>
            <a:prstGeom prst="rect">
              <a:avLst/>
            </a:prstGeom>
          </p:spPr>
        </p:pic>
        <p:pic>
          <p:nvPicPr>
            <p:cNvPr id="276" name="Graphique 98" descr="Utilisateur avec un remplissage uni">
              <a:extLst>
                <a:ext uri="{FF2B5EF4-FFF2-40B4-BE49-F238E27FC236}">
                  <a16:creationId xmlns:a16="http://schemas.microsoft.com/office/drawing/2014/main" id="{2C397CF3-3B61-BAEC-FE7C-5DCD1ED7F0F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7324" y="819388"/>
              <a:ext cx="382568" cy="382568"/>
            </a:xfrm>
            <a:prstGeom prst="rect">
              <a:avLst/>
            </a:prstGeom>
          </p:spPr>
        </p:pic>
        <p:cxnSp>
          <p:nvCxnSpPr>
            <p:cNvPr id="277" name="Connecteur droit 9">
              <a:extLst>
                <a:ext uri="{FF2B5EF4-FFF2-40B4-BE49-F238E27FC236}">
                  <a16:creationId xmlns:a16="http://schemas.microsoft.com/office/drawing/2014/main" id="{9BADE7CB-686F-5EF4-7BD2-24B804337D0C}"/>
                </a:ext>
              </a:extLst>
            </p:cNvPr>
            <p:cNvCxnSpPr>
              <a:cxnSpLocks/>
              <a:endCxn id="266" idx="1"/>
            </p:cNvCxnSpPr>
            <p:nvPr/>
          </p:nvCxnSpPr>
          <p:spPr>
            <a:xfrm>
              <a:off x="5083175" y="1134733"/>
              <a:ext cx="493272" cy="635075"/>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78" name="Connecteur droit 99">
              <a:extLst>
                <a:ext uri="{FF2B5EF4-FFF2-40B4-BE49-F238E27FC236}">
                  <a16:creationId xmlns:a16="http://schemas.microsoft.com/office/drawing/2014/main" id="{E7B7B6E8-8290-9AA9-79C4-C87656C6142C}"/>
                </a:ext>
              </a:extLst>
            </p:cNvPr>
            <p:cNvCxnSpPr>
              <a:cxnSpLocks/>
              <a:endCxn id="267" idx="3"/>
            </p:cNvCxnSpPr>
            <p:nvPr/>
          </p:nvCxnSpPr>
          <p:spPr>
            <a:xfrm flipH="1">
              <a:off x="5120999" y="1752268"/>
              <a:ext cx="444059" cy="737637"/>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79" name="Connecteur droit 100">
              <a:extLst>
                <a:ext uri="{FF2B5EF4-FFF2-40B4-BE49-F238E27FC236}">
                  <a16:creationId xmlns:a16="http://schemas.microsoft.com/office/drawing/2014/main" id="{83774C66-1DEF-BC7D-2EA3-6EFEDC15BFD5}"/>
                </a:ext>
              </a:extLst>
            </p:cNvPr>
            <p:cNvCxnSpPr>
              <a:cxnSpLocks/>
              <a:endCxn id="267" idx="3"/>
            </p:cNvCxnSpPr>
            <p:nvPr/>
          </p:nvCxnSpPr>
          <p:spPr>
            <a:xfrm flipH="1">
              <a:off x="5120999" y="1834768"/>
              <a:ext cx="1281070" cy="655137"/>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80" name="Connecteur droit 101">
              <a:extLst>
                <a:ext uri="{FF2B5EF4-FFF2-40B4-BE49-F238E27FC236}">
                  <a16:creationId xmlns:a16="http://schemas.microsoft.com/office/drawing/2014/main" id="{3AA809D4-451C-7B43-4CBC-488512201BB3}"/>
                </a:ext>
              </a:extLst>
            </p:cNvPr>
            <p:cNvCxnSpPr>
              <a:cxnSpLocks/>
            </p:cNvCxnSpPr>
            <p:nvPr/>
          </p:nvCxnSpPr>
          <p:spPr>
            <a:xfrm flipH="1" flipV="1">
              <a:off x="6375532" y="1834769"/>
              <a:ext cx="53072" cy="655136"/>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281" name="Connecteur droit 104">
              <a:extLst>
                <a:ext uri="{FF2B5EF4-FFF2-40B4-BE49-F238E27FC236}">
                  <a16:creationId xmlns:a16="http://schemas.microsoft.com/office/drawing/2014/main" id="{B2228B99-03AA-B8B9-61E3-F5C8D919A0F5}"/>
                </a:ext>
              </a:extLst>
            </p:cNvPr>
            <p:cNvCxnSpPr>
              <a:cxnSpLocks/>
              <a:stCxn id="271" idx="1"/>
            </p:cNvCxnSpPr>
            <p:nvPr/>
          </p:nvCxnSpPr>
          <p:spPr>
            <a:xfrm flipV="1">
              <a:off x="6411027" y="1879359"/>
              <a:ext cx="835438" cy="610546"/>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grpSp>
          <p:nvGrpSpPr>
            <p:cNvPr id="282" name="Groupe 107">
              <a:extLst>
                <a:ext uri="{FF2B5EF4-FFF2-40B4-BE49-F238E27FC236}">
                  <a16:creationId xmlns:a16="http://schemas.microsoft.com/office/drawing/2014/main" id="{FD45537B-A1FA-31C4-237F-07BBE721F06E}"/>
                </a:ext>
              </a:extLst>
            </p:cNvPr>
            <p:cNvGrpSpPr/>
            <p:nvPr/>
          </p:nvGrpSpPr>
          <p:grpSpPr>
            <a:xfrm rot="1356263">
              <a:off x="5024848" y="1021648"/>
              <a:ext cx="223837" cy="300038"/>
              <a:chOff x="1418816" y="1345394"/>
              <a:chExt cx="278085" cy="372754"/>
            </a:xfrm>
          </p:grpSpPr>
          <p:pic>
            <p:nvPicPr>
              <p:cNvPr id="284" name="Graphique 108" descr="Joker avec un remplissage uni">
                <a:extLst>
                  <a:ext uri="{FF2B5EF4-FFF2-40B4-BE49-F238E27FC236}">
                    <a16:creationId xmlns:a16="http://schemas.microsoft.com/office/drawing/2014/main" id="{CFFAC456-94D1-28CF-FD3E-97DC3F06543D}"/>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285" name="Rectangle 109">
                <a:extLst>
                  <a:ext uri="{FF2B5EF4-FFF2-40B4-BE49-F238E27FC236}">
                    <a16:creationId xmlns:a16="http://schemas.microsoft.com/office/drawing/2014/main" id="{E2BCDB05-2A3C-198D-BB18-36FFCBDF3B09}"/>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83" name="Connecteur droit 110">
              <a:extLst>
                <a:ext uri="{FF2B5EF4-FFF2-40B4-BE49-F238E27FC236}">
                  <a16:creationId xmlns:a16="http://schemas.microsoft.com/office/drawing/2014/main" id="{848B9AD4-4511-B12F-6F25-F2F67F9DB909}"/>
                </a:ext>
              </a:extLst>
            </p:cNvPr>
            <p:cNvCxnSpPr>
              <a:cxnSpLocks/>
            </p:cNvCxnSpPr>
            <p:nvPr/>
          </p:nvCxnSpPr>
          <p:spPr>
            <a:xfrm flipH="1" flipV="1">
              <a:off x="6767771" y="1219533"/>
              <a:ext cx="444772" cy="659826"/>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grpSp>
      <p:grpSp>
        <p:nvGrpSpPr>
          <p:cNvPr id="286" name="Gruppo 285">
            <a:extLst>
              <a:ext uri="{FF2B5EF4-FFF2-40B4-BE49-F238E27FC236}">
                <a16:creationId xmlns:a16="http://schemas.microsoft.com/office/drawing/2014/main" id="{B964FA62-DEF5-74EB-E32A-2B9663F58442}"/>
              </a:ext>
            </a:extLst>
          </p:cNvPr>
          <p:cNvGrpSpPr/>
          <p:nvPr/>
        </p:nvGrpSpPr>
        <p:grpSpPr>
          <a:xfrm>
            <a:off x="7158259" y="694216"/>
            <a:ext cx="688034" cy="443023"/>
            <a:chOff x="4738431" y="819388"/>
            <a:chExt cx="2891461" cy="1861801"/>
          </a:xfrm>
        </p:grpSpPr>
        <p:pic>
          <p:nvPicPr>
            <p:cNvPr id="287" name="Graphique 79" descr="Utilisateur avec un remplissage uni">
              <a:extLst>
                <a:ext uri="{FF2B5EF4-FFF2-40B4-BE49-F238E27FC236}">
                  <a16:creationId xmlns:a16="http://schemas.microsoft.com/office/drawing/2014/main" id="{61D3A575-C200-93C9-E4B0-948C24F13B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1009" y="1578524"/>
              <a:ext cx="382568" cy="382568"/>
            </a:xfrm>
            <a:prstGeom prst="rect">
              <a:avLst/>
            </a:prstGeom>
          </p:spPr>
        </p:pic>
        <p:pic>
          <p:nvPicPr>
            <p:cNvPr id="288" name="Graphique 80" descr="Utilisateur avec un remplissage uni">
              <a:extLst>
                <a:ext uri="{FF2B5EF4-FFF2-40B4-BE49-F238E27FC236}">
                  <a16:creationId xmlns:a16="http://schemas.microsoft.com/office/drawing/2014/main" id="{09EF6739-968E-B58E-8736-FA6101DA0ECB}"/>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6447" y="1578524"/>
              <a:ext cx="382568" cy="382568"/>
            </a:xfrm>
            <a:prstGeom prst="rect">
              <a:avLst/>
            </a:prstGeom>
          </p:spPr>
        </p:pic>
        <p:pic>
          <p:nvPicPr>
            <p:cNvPr id="289" name="Graphique 81" descr="Utilisateur avec un remplissage uni">
              <a:extLst>
                <a:ext uri="{FF2B5EF4-FFF2-40B4-BE49-F238E27FC236}">
                  <a16:creationId xmlns:a16="http://schemas.microsoft.com/office/drawing/2014/main" id="{A941076F-9E02-45DC-1CDD-F8776C044D6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38431" y="2298621"/>
              <a:ext cx="382568" cy="382568"/>
            </a:xfrm>
            <a:prstGeom prst="rect">
              <a:avLst/>
            </a:prstGeom>
          </p:spPr>
        </p:pic>
        <p:pic>
          <p:nvPicPr>
            <p:cNvPr id="290" name="Graphique 82" descr="Utilisateur avec un remplissage uni">
              <a:extLst>
                <a:ext uri="{FF2B5EF4-FFF2-40B4-BE49-F238E27FC236}">
                  <a16:creationId xmlns:a16="http://schemas.microsoft.com/office/drawing/2014/main" id="{6C0FC2DF-62E8-34CC-8EE2-E9401017B4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4729" y="2298621"/>
              <a:ext cx="382568" cy="382568"/>
            </a:xfrm>
            <a:prstGeom prst="rect">
              <a:avLst/>
            </a:prstGeom>
          </p:spPr>
        </p:pic>
        <p:pic>
          <p:nvPicPr>
            <p:cNvPr id="291" name="Graphique 91" descr="Utilisateur avec un remplissage uni">
              <a:extLst>
                <a:ext uri="{FF2B5EF4-FFF2-40B4-BE49-F238E27FC236}">
                  <a16:creationId xmlns:a16="http://schemas.microsoft.com/office/drawing/2014/main" id="{5D911365-D725-72D5-F4AD-DAF5061AEA2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1885" y="1578524"/>
              <a:ext cx="382568" cy="382568"/>
            </a:xfrm>
            <a:prstGeom prst="rect">
              <a:avLst/>
            </a:prstGeom>
          </p:spPr>
        </p:pic>
        <p:pic>
          <p:nvPicPr>
            <p:cNvPr id="292" name="Graphique 92" descr="Utilisateur avec un remplissage uni">
              <a:extLst>
                <a:ext uri="{FF2B5EF4-FFF2-40B4-BE49-F238E27FC236}">
                  <a16:creationId xmlns:a16="http://schemas.microsoft.com/office/drawing/2014/main" id="{49A12EDE-668A-8554-0B02-B9629A426AD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7324" y="1578524"/>
              <a:ext cx="382568" cy="382568"/>
            </a:xfrm>
            <a:prstGeom prst="rect">
              <a:avLst/>
            </a:prstGeom>
          </p:spPr>
        </p:pic>
        <p:pic>
          <p:nvPicPr>
            <p:cNvPr id="293" name="Graphique 93" descr="Utilisateur avec un remplissage uni">
              <a:extLst>
                <a:ext uri="{FF2B5EF4-FFF2-40B4-BE49-F238E27FC236}">
                  <a16:creationId xmlns:a16="http://schemas.microsoft.com/office/drawing/2014/main" id="{1B611D03-ACFA-4086-E32F-51F60E00B59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1027" y="2298621"/>
              <a:ext cx="382568" cy="382568"/>
            </a:xfrm>
            <a:prstGeom prst="rect">
              <a:avLst/>
            </a:prstGeom>
          </p:spPr>
        </p:pic>
        <p:pic>
          <p:nvPicPr>
            <p:cNvPr id="294" name="Graphique 94" descr="Utilisateur avec un remplissage uni">
              <a:extLst>
                <a:ext uri="{FF2B5EF4-FFF2-40B4-BE49-F238E27FC236}">
                  <a16:creationId xmlns:a16="http://schemas.microsoft.com/office/drawing/2014/main" id="{41335029-8C28-38DA-01FF-037AD303FF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7324" y="2298621"/>
              <a:ext cx="382568" cy="382568"/>
            </a:xfrm>
            <a:prstGeom prst="rect">
              <a:avLst/>
            </a:prstGeom>
          </p:spPr>
        </p:pic>
        <p:pic>
          <p:nvPicPr>
            <p:cNvPr id="295" name="Graphique 95" descr="Utilisateur avec un remplissage uni">
              <a:extLst>
                <a:ext uri="{FF2B5EF4-FFF2-40B4-BE49-F238E27FC236}">
                  <a16:creationId xmlns:a16="http://schemas.microsoft.com/office/drawing/2014/main" id="{644C53C0-A717-CEFB-1285-4CB0088B1D1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1009" y="819388"/>
              <a:ext cx="382568" cy="382568"/>
            </a:xfrm>
            <a:prstGeom prst="rect">
              <a:avLst/>
            </a:prstGeom>
          </p:spPr>
        </p:pic>
        <p:pic>
          <p:nvPicPr>
            <p:cNvPr id="296" name="Graphique 96" descr="Utilisateur avec un remplissage uni">
              <a:extLst>
                <a:ext uri="{FF2B5EF4-FFF2-40B4-BE49-F238E27FC236}">
                  <a16:creationId xmlns:a16="http://schemas.microsoft.com/office/drawing/2014/main" id="{C8061D30-E235-3B81-CEE7-C1C540BD68D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76447" y="819388"/>
              <a:ext cx="382568" cy="382568"/>
            </a:xfrm>
            <a:prstGeom prst="rect">
              <a:avLst/>
            </a:prstGeom>
          </p:spPr>
        </p:pic>
        <p:pic>
          <p:nvPicPr>
            <p:cNvPr id="297" name="Graphique 97" descr="Utilisateur avec un remplissage uni">
              <a:extLst>
                <a:ext uri="{FF2B5EF4-FFF2-40B4-BE49-F238E27FC236}">
                  <a16:creationId xmlns:a16="http://schemas.microsoft.com/office/drawing/2014/main" id="{57C58ED8-27A7-4853-270F-2500BB24E67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1885" y="819388"/>
              <a:ext cx="382568" cy="382568"/>
            </a:xfrm>
            <a:prstGeom prst="rect">
              <a:avLst/>
            </a:prstGeom>
          </p:spPr>
        </p:pic>
        <p:pic>
          <p:nvPicPr>
            <p:cNvPr id="298" name="Graphique 98" descr="Utilisateur avec un remplissage uni">
              <a:extLst>
                <a:ext uri="{FF2B5EF4-FFF2-40B4-BE49-F238E27FC236}">
                  <a16:creationId xmlns:a16="http://schemas.microsoft.com/office/drawing/2014/main" id="{C7170868-BB23-9CD3-4C08-1D8A49930DC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247324" y="819388"/>
              <a:ext cx="382568" cy="382568"/>
            </a:xfrm>
            <a:prstGeom prst="rect">
              <a:avLst/>
            </a:prstGeom>
          </p:spPr>
        </p:pic>
        <p:cxnSp>
          <p:nvCxnSpPr>
            <p:cNvPr id="299" name="Connecteur droit 9">
              <a:extLst>
                <a:ext uri="{FF2B5EF4-FFF2-40B4-BE49-F238E27FC236}">
                  <a16:creationId xmlns:a16="http://schemas.microsoft.com/office/drawing/2014/main" id="{9222B630-9BAA-3B3B-EE14-77ABE4D16112}"/>
                </a:ext>
              </a:extLst>
            </p:cNvPr>
            <p:cNvCxnSpPr>
              <a:cxnSpLocks/>
              <a:endCxn id="288" idx="1"/>
            </p:cNvCxnSpPr>
            <p:nvPr/>
          </p:nvCxnSpPr>
          <p:spPr>
            <a:xfrm>
              <a:off x="5083175" y="1134733"/>
              <a:ext cx="493272" cy="635075"/>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00" name="Connecteur droit 99">
              <a:extLst>
                <a:ext uri="{FF2B5EF4-FFF2-40B4-BE49-F238E27FC236}">
                  <a16:creationId xmlns:a16="http://schemas.microsoft.com/office/drawing/2014/main" id="{F99F0BD0-4D2B-3C91-6EF6-0924BE2F5737}"/>
                </a:ext>
              </a:extLst>
            </p:cNvPr>
            <p:cNvCxnSpPr>
              <a:cxnSpLocks/>
              <a:endCxn id="289" idx="3"/>
            </p:cNvCxnSpPr>
            <p:nvPr/>
          </p:nvCxnSpPr>
          <p:spPr>
            <a:xfrm flipH="1">
              <a:off x="5120999" y="1752268"/>
              <a:ext cx="444059" cy="737637"/>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01" name="Connecteur droit 100">
              <a:extLst>
                <a:ext uri="{FF2B5EF4-FFF2-40B4-BE49-F238E27FC236}">
                  <a16:creationId xmlns:a16="http://schemas.microsoft.com/office/drawing/2014/main" id="{0C550FA7-38BA-5169-C496-1CF08E27A8CE}"/>
                </a:ext>
              </a:extLst>
            </p:cNvPr>
            <p:cNvCxnSpPr>
              <a:cxnSpLocks/>
              <a:endCxn id="289" idx="3"/>
            </p:cNvCxnSpPr>
            <p:nvPr/>
          </p:nvCxnSpPr>
          <p:spPr>
            <a:xfrm flipH="1">
              <a:off x="5120999" y="1834768"/>
              <a:ext cx="1281070" cy="655137"/>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02" name="Connecteur droit 101">
              <a:extLst>
                <a:ext uri="{FF2B5EF4-FFF2-40B4-BE49-F238E27FC236}">
                  <a16:creationId xmlns:a16="http://schemas.microsoft.com/office/drawing/2014/main" id="{16FB5502-FE09-0840-EB64-C1DE9A44A9BA}"/>
                </a:ext>
              </a:extLst>
            </p:cNvPr>
            <p:cNvCxnSpPr>
              <a:cxnSpLocks/>
            </p:cNvCxnSpPr>
            <p:nvPr/>
          </p:nvCxnSpPr>
          <p:spPr>
            <a:xfrm flipH="1" flipV="1">
              <a:off x="6375532" y="1834769"/>
              <a:ext cx="53072" cy="655136"/>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cxnSp>
          <p:nvCxnSpPr>
            <p:cNvPr id="303" name="Connecteur droit 104">
              <a:extLst>
                <a:ext uri="{FF2B5EF4-FFF2-40B4-BE49-F238E27FC236}">
                  <a16:creationId xmlns:a16="http://schemas.microsoft.com/office/drawing/2014/main" id="{734FD362-1CC2-180C-CB31-34DE0F8CE288}"/>
                </a:ext>
              </a:extLst>
            </p:cNvPr>
            <p:cNvCxnSpPr>
              <a:cxnSpLocks/>
              <a:stCxn id="293" idx="1"/>
            </p:cNvCxnSpPr>
            <p:nvPr/>
          </p:nvCxnSpPr>
          <p:spPr>
            <a:xfrm flipV="1">
              <a:off x="6411027" y="1879359"/>
              <a:ext cx="835438" cy="610546"/>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grpSp>
          <p:nvGrpSpPr>
            <p:cNvPr id="304" name="Groupe 107">
              <a:extLst>
                <a:ext uri="{FF2B5EF4-FFF2-40B4-BE49-F238E27FC236}">
                  <a16:creationId xmlns:a16="http://schemas.microsoft.com/office/drawing/2014/main" id="{ADFFAC9B-E70A-E424-BD5C-E28CBDC0CF24}"/>
                </a:ext>
              </a:extLst>
            </p:cNvPr>
            <p:cNvGrpSpPr/>
            <p:nvPr/>
          </p:nvGrpSpPr>
          <p:grpSpPr>
            <a:xfrm rot="1356263">
              <a:off x="5024848" y="1021648"/>
              <a:ext cx="223837" cy="300038"/>
              <a:chOff x="1418816" y="1345394"/>
              <a:chExt cx="278085" cy="372754"/>
            </a:xfrm>
          </p:grpSpPr>
          <p:pic>
            <p:nvPicPr>
              <p:cNvPr id="306" name="Graphique 108" descr="Joker avec un remplissage uni">
                <a:extLst>
                  <a:ext uri="{FF2B5EF4-FFF2-40B4-BE49-F238E27FC236}">
                    <a16:creationId xmlns:a16="http://schemas.microsoft.com/office/drawing/2014/main" id="{F32648F3-EE9A-DDF0-F21D-8E56143CD976}"/>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19121" t="9609" r="20056" b="8861"/>
              <a:stretch/>
            </p:blipFill>
            <p:spPr>
              <a:xfrm>
                <a:off x="1418816" y="1345394"/>
                <a:ext cx="278085" cy="372754"/>
              </a:xfrm>
              <a:prstGeom prst="rect">
                <a:avLst/>
              </a:prstGeom>
            </p:spPr>
          </p:pic>
          <p:sp>
            <p:nvSpPr>
              <p:cNvPr id="307" name="Rectangle 109">
                <a:extLst>
                  <a:ext uri="{FF2B5EF4-FFF2-40B4-BE49-F238E27FC236}">
                    <a16:creationId xmlns:a16="http://schemas.microsoft.com/office/drawing/2014/main" id="{C5453FA0-2628-9294-614B-30F1457F0338}"/>
                  </a:ext>
                </a:extLst>
              </p:cNvPr>
              <p:cNvSpPr/>
              <p:nvPr/>
            </p:nvSpPr>
            <p:spPr>
              <a:xfrm>
                <a:off x="1460232" y="1380896"/>
                <a:ext cx="198210" cy="3017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05" name="Connecteur droit 110">
              <a:extLst>
                <a:ext uri="{FF2B5EF4-FFF2-40B4-BE49-F238E27FC236}">
                  <a16:creationId xmlns:a16="http://schemas.microsoft.com/office/drawing/2014/main" id="{EE696986-71C5-0BD4-98BB-64BB35425B93}"/>
                </a:ext>
              </a:extLst>
            </p:cNvPr>
            <p:cNvCxnSpPr>
              <a:cxnSpLocks/>
            </p:cNvCxnSpPr>
            <p:nvPr/>
          </p:nvCxnSpPr>
          <p:spPr>
            <a:xfrm flipH="1" flipV="1">
              <a:off x="6767771" y="1219533"/>
              <a:ext cx="444772" cy="659826"/>
            </a:xfrm>
            <a:prstGeom prst="line">
              <a:avLst/>
            </a:prstGeom>
            <a:ln w="57150">
              <a:solidFill>
                <a:srgbClr val="ED7D31"/>
              </a:solidFill>
            </a:ln>
          </p:spPr>
          <p:style>
            <a:lnRef idx="1">
              <a:schemeClr val="accent1"/>
            </a:lnRef>
            <a:fillRef idx="0">
              <a:schemeClr val="accent1"/>
            </a:fillRef>
            <a:effectRef idx="0">
              <a:schemeClr val="accent1"/>
            </a:effectRef>
            <a:fontRef idx="minor">
              <a:schemeClr val="tx1"/>
            </a:fontRef>
          </p:style>
        </p:cxnSp>
      </p:grpSp>
      <p:pic>
        <p:nvPicPr>
          <p:cNvPr id="152" name="Immagine 151">
            <a:extLst>
              <a:ext uri="{FF2B5EF4-FFF2-40B4-BE49-F238E27FC236}">
                <a16:creationId xmlns:a16="http://schemas.microsoft.com/office/drawing/2014/main" id="{D1B5F3E4-832A-5621-E0EF-87E7C673DC80}"/>
              </a:ext>
            </a:extLst>
          </p:cNvPr>
          <p:cNvPicPr>
            <a:picLocks noChangeAspect="1"/>
          </p:cNvPicPr>
          <p:nvPr/>
        </p:nvPicPr>
        <p:blipFill>
          <a:blip r:embed="rId11">
            <a:extLst>
              <a:ext uri="{28A0092B-C50C-407E-A947-70E740481C1C}">
                <a14:useLocalDpi xmlns:a14="http://schemas.microsoft.com/office/drawing/2010/main" val="0"/>
              </a:ext>
            </a:extLst>
          </a:blip>
          <a:srcRect b="27414"/>
          <a:stretch/>
        </p:blipFill>
        <p:spPr>
          <a:xfrm>
            <a:off x="6860415" y="6088746"/>
            <a:ext cx="780733" cy="279810"/>
          </a:xfrm>
          <a:prstGeom prst="rect">
            <a:avLst/>
          </a:prstGeom>
        </p:spPr>
      </p:pic>
      <p:pic>
        <p:nvPicPr>
          <p:cNvPr id="153" name="Immagine 152">
            <a:extLst>
              <a:ext uri="{FF2B5EF4-FFF2-40B4-BE49-F238E27FC236}">
                <a16:creationId xmlns:a16="http://schemas.microsoft.com/office/drawing/2014/main" id="{7EE6ECE2-D64C-4909-742E-2CB8D958EC0E}"/>
              </a:ext>
            </a:extLst>
          </p:cNvPr>
          <p:cNvPicPr>
            <a:picLocks noChangeAspect="1"/>
          </p:cNvPicPr>
          <p:nvPr/>
        </p:nvPicPr>
        <p:blipFill>
          <a:blip r:embed="rId11">
            <a:extLst>
              <a:ext uri="{28A0092B-C50C-407E-A947-70E740481C1C}">
                <a14:useLocalDpi xmlns:a14="http://schemas.microsoft.com/office/drawing/2010/main" val="0"/>
              </a:ext>
            </a:extLst>
          </a:blip>
          <a:srcRect b="27414"/>
          <a:stretch/>
        </p:blipFill>
        <p:spPr>
          <a:xfrm>
            <a:off x="9175500" y="6108316"/>
            <a:ext cx="780733" cy="279810"/>
          </a:xfrm>
          <a:prstGeom prst="rect">
            <a:avLst/>
          </a:prstGeom>
        </p:spPr>
      </p:pic>
      <p:pic>
        <p:nvPicPr>
          <p:cNvPr id="154" name="Immagine 153">
            <a:extLst>
              <a:ext uri="{FF2B5EF4-FFF2-40B4-BE49-F238E27FC236}">
                <a16:creationId xmlns:a16="http://schemas.microsoft.com/office/drawing/2014/main" id="{969BB3E8-4BCB-3402-9C86-81199284288C}"/>
              </a:ext>
            </a:extLst>
          </p:cNvPr>
          <p:cNvPicPr>
            <a:picLocks noChangeAspect="1"/>
          </p:cNvPicPr>
          <p:nvPr/>
        </p:nvPicPr>
        <p:blipFill>
          <a:blip r:embed="rId11">
            <a:extLst>
              <a:ext uri="{28A0092B-C50C-407E-A947-70E740481C1C}">
                <a14:useLocalDpi xmlns:a14="http://schemas.microsoft.com/office/drawing/2010/main" val="0"/>
              </a:ext>
            </a:extLst>
          </a:blip>
          <a:srcRect b="27414"/>
          <a:stretch/>
        </p:blipFill>
        <p:spPr>
          <a:xfrm>
            <a:off x="6623634" y="2661721"/>
            <a:ext cx="780733" cy="279810"/>
          </a:xfrm>
          <a:prstGeom prst="rect">
            <a:avLst/>
          </a:prstGeom>
        </p:spPr>
      </p:pic>
      <p:pic>
        <p:nvPicPr>
          <p:cNvPr id="155" name="Immagine 154">
            <a:extLst>
              <a:ext uri="{FF2B5EF4-FFF2-40B4-BE49-F238E27FC236}">
                <a16:creationId xmlns:a16="http://schemas.microsoft.com/office/drawing/2014/main" id="{F398B87C-9BD3-AD2B-698E-6FEE086E944D}"/>
              </a:ext>
            </a:extLst>
          </p:cNvPr>
          <p:cNvPicPr>
            <a:picLocks noChangeAspect="1"/>
          </p:cNvPicPr>
          <p:nvPr/>
        </p:nvPicPr>
        <p:blipFill>
          <a:blip r:embed="rId11">
            <a:extLst>
              <a:ext uri="{28A0092B-C50C-407E-A947-70E740481C1C}">
                <a14:useLocalDpi xmlns:a14="http://schemas.microsoft.com/office/drawing/2010/main" val="0"/>
              </a:ext>
            </a:extLst>
          </a:blip>
          <a:srcRect b="27414"/>
          <a:stretch/>
        </p:blipFill>
        <p:spPr>
          <a:xfrm>
            <a:off x="4063239" y="2672945"/>
            <a:ext cx="780733" cy="279810"/>
          </a:xfrm>
          <a:prstGeom prst="rect">
            <a:avLst/>
          </a:prstGeom>
        </p:spPr>
      </p:pic>
      <p:pic>
        <p:nvPicPr>
          <p:cNvPr id="156" name="Immagine 155">
            <a:extLst>
              <a:ext uri="{FF2B5EF4-FFF2-40B4-BE49-F238E27FC236}">
                <a16:creationId xmlns:a16="http://schemas.microsoft.com/office/drawing/2014/main" id="{737B272C-BB54-F225-4241-F1511CCC5524}"/>
              </a:ext>
            </a:extLst>
          </p:cNvPr>
          <p:cNvPicPr>
            <a:picLocks noChangeAspect="1"/>
          </p:cNvPicPr>
          <p:nvPr/>
        </p:nvPicPr>
        <p:blipFill>
          <a:blip r:embed="rId11">
            <a:extLst>
              <a:ext uri="{28A0092B-C50C-407E-A947-70E740481C1C}">
                <a14:useLocalDpi xmlns:a14="http://schemas.microsoft.com/office/drawing/2010/main" val="0"/>
              </a:ext>
            </a:extLst>
          </a:blip>
          <a:srcRect b="27414"/>
          <a:stretch/>
        </p:blipFill>
        <p:spPr>
          <a:xfrm>
            <a:off x="1501771" y="2643700"/>
            <a:ext cx="780733" cy="279810"/>
          </a:xfrm>
          <a:prstGeom prst="rect">
            <a:avLst/>
          </a:prstGeom>
        </p:spPr>
      </p:pic>
    </p:spTree>
    <p:extLst>
      <p:ext uri="{BB962C8B-B14F-4D97-AF65-F5344CB8AC3E}">
        <p14:creationId xmlns:p14="http://schemas.microsoft.com/office/powerpoint/2010/main" val="403284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C5BD-1B50-B2F0-3E92-92F986C8A458}"/>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3E29BD1A-16D2-1117-7B06-4E243D578823}"/>
              </a:ext>
            </a:extLst>
          </p:cNvPr>
          <p:cNvSpPr/>
          <p:nvPr/>
        </p:nvSpPr>
        <p:spPr>
          <a:xfrm>
            <a:off x="0" y="0"/>
            <a:ext cx="12292815" cy="6847531"/>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FBB01BF3-2842-B09E-B684-972096496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8489F9BE-6E17-DF63-404E-66046AE86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002E43E8-437D-EEB1-9270-38B2D5A75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EE7010A9-5853-CF4F-78B2-D6C0A4903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003DBFB2-6DAD-6C80-7D30-8D25438DB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A143158C-9378-B430-1D0D-DA7624E92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D87E317C-40DB-3E1D-EDEA-5936A46A0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908EA80E-D481-C541-3BEA-AC8B414DF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0FD94593-4298-D033-4823-54DAD3F1C4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DC4CF723-BD7F-C199-6B4B-68254FB53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4210C6C3-0676-0F26-C733-51BCDFA503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F9FBF28E-0300-3252-F4B5-58D3779B30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DADE8CE4-E3D7-21C1-987E-9EAB9ED45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51FC55FA-26F0-E79B-0AD7-5132993348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30A12A5A-24A5-14C9-DB0E-C22D2963E9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4DA74C31-AFCD-D643-2D78-C9C00B9125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E4F70A20-53A2-B2F2-2129-8A32FE9AB2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E8468FA-0ADB-92EE-8AD8-98CBF4F97D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2949F33C-3B25-1941-945D-AB854D5E7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8527590B-82B0-E345-BF79-AB5F0AA30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3C1B94C2-0FF5-33BE-F396-A89FBEAC1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F691DC43-C495-2B3B-FE97-7E8E36B03B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13E62A2B-71AF-7626-9327-2BC7CEA030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2A1566E7-FDE3-06D6-26F6-E6A3FB67A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CFD8F828-0D8A-9A7B-D69C-F9E8C2180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804A8715-BF49-6FD7-A2B0-BE88E91F35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E216A63C-F31B-2922-0484-649DDAAC08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A9614C70-ACEA-24CD-B1B4-F81A9667A3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317240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BB2EA-E433-907E-540D-1A51EA83E2CA}"/>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8BC1E3E0-1CF5-EFD1-B7E7-D7830E300D32}"/>
              </a:ext>
            </a:extLst>
          </p:cNvPr>
          <p:cNvSpPr>
            <a:spLocks noGrp="1"/>
          </p:cNvSpPr>
          <p:nvPr>
            <p:ph type="ctrTitle"/>
          </p:nvPr>
        </p:nvSpPr>
        <p:spPr/>
        <p:txBody>
          <a:bodyPr/>
          <a:lstStyle/>
          <a:p>
            <a:r>
              <a:rPr lang="en-US" dirty="0">
                <a:solidFill>
                  <a:schemeClr val="tx1"/>
                </a:solidFill>
              </a:rPr>
              <a:t>GRACE A TOI, JE…</a:t>
            </a:r>
          </a:p>
        </p:txBody>
      </p:sp>
      <p:sp>
        <p:nvSpPr>
          <p:cNvPr id="5" name="Sous-titre 4">
            <a:extLst>
              <a:ext uri="{FF2B5EF4-FFF2-40B4-BE49-F238E27FC236}">
                <a16:creationId xmlns:a16="http://schemas.microsoft.com/office/drawing/2014/main" id="{541357ED-6705-4F7C-390D-4BCED624DC01}"/>
              </a:ext>
            </a:extLst>
          </p:cNvPr>
          <p:cNvSpPr>
            <a:spLocks noGrp="1"/>
          </p:cNvSpPr>
          <p:nvPr>
            <p:ph type="subTitle" idx="1"/>
          </p:nvPr>
        </p:nvSpPr>
        <p:spPr/>
        <p:txBody>
          <a:bodyPr/>
          <a:lstStyle/>
          <a:p>
            <a:r>
              <a:rPr lang="en-US" dirty="0"/>
              <a:t>1 </a:t>
            </a:r>
            <a:r>
              <a:rPr lang="en-US" dirty="0" err="1"/>
              <a:t>personne</a:t>
            </a:r>
            <a:r>
              <a:rPr lang="en-US" dirty="0"/>
              <a:t> =&gt; 1 </a:t>
            </a:r>
            <a:r>
              <a:rPr lang="en-US" dirty="0" err="1"/>
              <a:t>personne</a:t>
            </a:r>
            <a:endParaRPr lang="en-US" dirty="0"/>
          </a:p>
        </p:txBody>
      </p:sp>
    </p:spTree>
    <p:extLst>
      <p:ext uri="{BB962C8B-B14F-4D97-AF65-F5344CB8AC3E}">
        <p14:creationId xmlns:p14="http://schemas.microsoft.com/office/powerpoint/2010/main" val="3889417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DD2BD-C6E6-209E-5B76-78A0FDC27D8D}"/>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62B80DC0-A309-BC26-EC28-60B6E3A3299B}"/>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0EF31E44-5BBE-A157-4D80-6ED8D3BB6090}"/>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8CBED4FC-EE48-84F1-27F3-4B8DB5D75919}"/>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376F5328-F96E-A457-7D32-CAC40EA29D0A}"/>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8" name="Espace réservé du contenu 6">
            <a:extLst>
              <a:ext uri="{FF2B5EF4-FFF2-40B4-BE49-F238E27FC236}">
                <a16:creationId xmlns:a16="http://schemas.microsoft.com/office/drawing/2014/main" id="{E3827455-A891-C0BE-5B86-02A84BA84B70}"/>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1" name="Espace réservé du contenu 6">
            <a:extLst>
              <a:ext uri="{FF2B5EF4-FFF2-40B4-BE49-F238E27FC236}">
                <a16:creationId xmlns:a16="http://schemas.microsoft.com/office/drawing/2014/main" id="{1B2E80A3-7F6A-30FD-39EC-5CC28214E1CC}"/>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3" name="Espace réservé du contenu 6">
            <a:extLst>
              <a:ext uri="{FF2B5EF4-FFF2-40B4-BE49-F238E27FC236}">
                <a16:creationId xmlns:a16="http://schemas.microsoft.com/office/drawing/2014/main" id="{EC730464-812E-D815-E40B-D2291049B398}"/>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8" name="Espace réservé du contenu 6">
            <a:extLst>
              <a:ext uri="{FF2B5EF4-FFF2-40B4-BE49-F238E27FC236}">
                <a16:creationId xmlns:a16="http://schemas.microsoft.com/office/drawing/2014/main" id="{CBD9E825-99EC-6D30-B195-06905A604B0B}"/>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0" name="Espace réservé du contenu 6">
            <a:extLst>
              <a:ext uri="{FF2B5EF4-FFF2-40B4-BE49-F238E27FC236}">
                <a16:creationId xmlns:a16="http://schemas.microsoft.com/office/drawing/2014/main" id="{DEBBE824-14A2-085A-7FBC-6C6EB21ECA96}"/>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BD16BBB4-C810-9FF1-3EC2-6B0EFF1E13A6}"/>
              </a:ext>
            </a:extLst>
          </p:cNvPr>
          <p:cNvSpPr txBox="1">
            <a:spLocks/>
          </p:cNvSpPr>
          <p:nvPr/>
        </p:nvSpPr>
        <p:spPr>
          <a:xfrm>
            <a:off x="1269300" y="165257"/>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réussi à changer d'avis sur un sujet sur lequel j'avais des convictions fortes</a:t>
            </a:r>
          </a:p>
        </p:txBody>
      </p:sp>
      <p:sp>
        <p:nvSpPr>
          <p:cNvPr id="4" name="Espace réservé du contenu 6">
            <a:extLst>
              <a:ext uri="{FF2B5EF4-FFF2-40B4-BE49-F238E27FC236}">
                <a16:creationId xmlns:a16="http://schemas.microsoft.com/office/drawing/2014/main" id="{3126AF00-13A1-A92C-DDE0-0B975497A569}"/>
              </a:ext>
            </a:extLst>
          </p:cNvPr>
          <p:cNvSpPr txBox="1">
            <a:spLocks/>
          </p:cNvSpPr>
          <p:nvPr/>
        </p:nvSpPr>
        <p:spPr>
          <a:xfrm>
            <a:off x="1261187" y="3604058"/>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réussi à prendre du recul sur une mauvaise habitude</a:t>
            </a:r>
          </a:p>
        </p:txBody>
      </p:sp>
      <p:sp>
        <p:nvSpPr>
          <p:cNvPr id="3" name="Espace réservé du contenu 6">
            <a:extLst>
              <a:ext uri="{FF2B5EF4-FFF2-40B4-BE49-F238E27FC236}">
                <a16:creationId xmlns:a16="http://schemas.microsoft.com/office/drawing/2014/main" id="{66569FBE-361F-8291-D2D8-902FBEBF0225}"/>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de nouvelles lectures en prévision pour les prochaines vacances</a:t>
            </a:r>
          </a:p>
        </p:txBody>
      </p:sp>
      <p:sp>
        <p:nvSpPr>
          <p:cNvPr id="5" name="Espace réservé du contenu 6">
            <a:extLst>
              <a:ext uri="{FF2B5EF4-FFF2-40B4-BE49-F238E27FC236}">
                <a16:creationId xmlns:a16="http://schemas.microsoft.com/office/drawing/2014/main" id="{3E3971AF-BD47-615B-D983-F65D98368E5E}"/>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été content d'une chose dont j'aurais été mécontent</a:t>
            </a:r>
          </a:p>
        </p:txBody>
      </p:sp>
      <p:sp>
        <p:nvSpPr>
          <p:cNvPr id="6" name="Espace réservé du contenu 6">
            <a:extLst>
              <a:ext uri="{FF2B5EF4-FFF2-40B4-BE49-F238E27FC236}">
                <a16:creationId xmlns:a16="http://schemas.microsoft.com/office/drawing/2014/main" id="{87BBAB9E-7226-D1DE-F194-6E1B1F45B0F8}"/>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découvert un sujet dont j'ignorais l'existence et l'intérêt</a:t>
            </a:r>
          </a:p>
        </p:txBody>
      </p:sp>
      <p:sp>
        <p:nvSpPr>
          <p:cNvPr id="8" name="Espace réservé du contenu 6">
            <a:extLst>
              <a:ext uri="{FF2B5EF4-FFF2-40B4-BE49-F238E27FC236}">
                <a16:creationId xmlns:a16="http://schemas.microsoft.com/office/drawing/2014/main" id="{AA47A200-BE19-91D9-35A9-991CFCD9B4E0}"/>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une meilleure idée de ma prochaine étape dans mon projet</a:t>
            </a:r>
          </a:p>
        </p:txBody>
      </p:sp>
      <p:sp>
        <p:nvSpPr>
          <p:cNvPr id="9" name="Espace réservé du contenu 6">
            <a:extLst>
              <a:ext uri="{FF2B5EF4-FFF2-40B4-BE49-F238E27FC236}">
                <a16:creationId xmlns:a16="http://schemas.microsoft.com/office/drawing/2014/main" id="{0C3D0897-1682-155D-39A6-48EB4FBA538C}"/>
              </a:ext>
            </a:extLst>
          </p:cNvPr>
          <p:cNvSpPr txBox="1">
            <a:spLocks/>
          </p:cNvSpPr>
          <p:nvPr/>
        </p:nvSpPr>
        <p:spPr>
          <a:xfrm>
            <a:off x="887578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réussi à prendre une décision difficile</a:t>
            </a:r>
          </a:p>
        </p:txBody>
      </p:sp>
      <p:sp>
        <p:nvSpPr>
          <p:cNvPr id="10" name="Espace réservé du contenu 6">
            <a:extLst>
              <a:ext uri="{FF2B5EF4-FFF2-40B4-BE49-F238E27FC236}">
                <a16:creationId xmlns:a16="http://schemas.microsoft.com/office/drawing/2014/main" id="{2F2782ED-77A9-EE19-1856-EE636C5916E4}"/>
              </a:ext>
            </a:extLst>
          </p:cNvPr>
          <p:cNvSpPr txBox="1">
            <a:spLocks/>
          </p:cNvSpPr>
          <p:nvPr/>
        </p:nvSpPr>
        <p:spPr>
          <a:xfrm>
            <a:off x="886767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avancé sur un sujet dans lequel j'avais du mal à avancer.</a:t>
            </a:r>
          </a:p>
        </p:txBody>
      </p:sp>
      <p:pic>
        <p:nvPicPr>
          <p:cNvPr id="11" name="Image 2">
            <a:extLst>
              <a:ext uri="{FF2B5EF4-FFF2-40B4-BE49-F238E27FC236}">
                <a16:creationId xmlns:a16="http://schemas.microsoft.com/office/drawing/2014/main" id="{07F81404-95B1-AC86-C083-742F190CB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4143" y="2710923"/>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67DCCFD9-6BC2-8CAC-30F6-C5C7C81E1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228" y="2710923"/>
            <a:ext cx="658997" cy="223162"/>
          </a:xfrm>
          <a:prstGeom prst="rect">
            <a:avLst/>
          </a:prstGeom>
        </p:spPr>
      </p:pic>
      <p:pic>
        <p:nvPicPr>
          <p:cNvPr id="14" name="Image 2">
            <a:extLst>
              <a:ext uri="{FF2B5EF4-FFF2-40B4-BE49-F238E27FC236}">
                <a16:creationId xmlns:a16="http://schemas.microsoft.com/office/drawing/2014/main" id="{C01B4C32-43FE-5777-B4F3-2BE21FDFE3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D3F82B5E-56E6-31BC-0B87-DC2948761B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759776A4-CD7E-D162-4974-AE85D8711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03A400EF-FA51-5CD9-5BAF-C61E84F889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861289C4-2400-0AB0-807C-6A0DF4FD1E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99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C3CB7C94-5041-FFEF-9F76-A495542F5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4028" y="2690045"/>
            <a:ext cx="658997" cy="223162"/>
          </a:xfrm>
          <a:prstGeom prst="rect">
            <a:avLst/>
          </a:prstGeom>
        </p:spPr>
      </p:pic>
      <p:pic>
        <p:nvPicPr>
          <p:cNvPr id="24" name="Image 2">
            <a:extLst>
              <a:ext uri="{FF2B5EF4-FFF2-40B4-BE49-F238E27FC236}">
                <a16:creationId xmlns:a16="http://schemas.microsoft.com/office/drawing/2014/main" id="{D10068C6-CDC6-DE1B-BA31-6B3288684B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4143" y="6127794"/>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34CFAD8F-D52E-7960-C0AD-02186183C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228" y="6127794"/>
            <a:ext cx="658997" cy="223162"/>
          </a:xfrm>
          <a:prstGeom prst="rect">
            <a:avLst/>
          </a:prstGeom>
        </p:spPr>
      </p:pic>
      <p:pic>
        <p:nvPicPr>
          <p:cNvPr id="26" name="Image 2">
            <a:extLst>
              <a:ext uri="{FF2B5EF4-FFF2-40B4-BE49-F238E27FC236}">
                <a16:creationId xmlns:a16="http://schemas.microsoft.com/office/drawing/2014/main" id="{BF52C7D6-8F52-C795-6431-23F24D0D3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87271616-84B2-99E2-25A4-E7C43E472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6106916"/>
            <a:ext cx="658997" cy="223162"/>
          </a:xfrm>
          <a:prstGeom prst="rect">
            <a:avLst/>
          </a:prstGeom>
        </p:spPr>
      </p:pic>
      <p:pic>
        <p:nvPicPr>
          <p:cNvPr id="29" name="Image 2">
            <a:extLst>
              <a:ext uri="{FF2B5EF4-FFF2-40B4-BE49-F238E27FC236}">
                <a16:creationId xmlns:a16="http://schemas.microsoft.com/office/drawing/2014/main" id="{C284818A-AEF1-8364-E94C-FEEE5D3FBF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9098754F-08D2-BB22-2FE6-02A0745268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6106916"/>
            <a:ext cx="658997" cy="223162"/>
          </a:xfrm>
          <a:prstGeom prst="rect">
            <a:avLst/>
          </a:prstGeom>
        </p:spPr>
      </p:pic>
      <p:pic>
        <p:nvPicPr>
          <p:cNvPr id="32" name="Image 2">
            <a:extLst>
              <a:ext uri="{FF2B5EF4-FFF2-40B4-BE49-F238E27FC236}">
                <a16:creationId xmlns:a16="http://schemas.microsoft.com/office/drawing/2014/main" id="{4D09FB63-DF63-294C-D5F5-60EA4F65D2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99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0EA05375-E5FE-25C9-0AEC-C4FB570101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4028" y="6106916"/>
            <a:ext cx="658997" cy="223162"/>
          </a:xfrm>
          <a:prstGeom prst="rect">
            <a:avLst/>
          </a:prstGeom>
        </p:spPr>
      </p:pic>
      <p:sp>
        <p:nvSpPr>
          <p:cNvPr id="36" name="CasellaDiTesto 35">
            <a:extLst>
              <a:ext uri="{FF2B5EF4-FFF2-40B4-BE49-F238E27FC236}">
                <a16:creationId xmlns:a16="http://schemas.microsoft.com/office/drawing/2014/main" id="{8CAEC274-31F5-B083-F149-3DB5434B63B2}"/>
              </a:ext>
            </a:extLst>
          </p:cNvPr>
          <p:cNvSpPr txBox="1"/>
          <p:nvPr/>
        </p:nvSpPr>
        <p:spPr>
          <a:xfrm>
            <a:off x="1238110"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7" name="CasellaDiTesto 36">
            <a:extLst>
              <a:ext uri="{FF2B5EF4-FFF2-40B4-BE49-F238E27FC236}">
                <a16:creationId xmlns:a16="http://schemas.microsoft.com/office/drawing/2014/main" id="{30434913-C426-7E82-3294-B296C12D5343}"/>
              </a:ext>
            </a:extLst>
          </p:cNvPr>
          <p:cNvSpPr txBox="1"/>
          <p:nvPr/>
        </p:nvSpPr>
        <p:spPr>
          <a:xfrm>
            <a:off x="3803118"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8" name="CasellaDiTesto 37">
            <a:extLst>
              <a:ext uri="{FF2B5EF4-FFF2-40B4-BE49-F238E27FC236}">
                <a16:creationId xmlns:a16="http://schemas.microsoft.com/office/drawing/2014/main" id="{04AA4D5B-B13F-DDD5-1C59-4BB3D3E69CBE}"/>
              </a:ext>
            </a:extLst>
          </p:cNvPr>
          <p:cNvSpPr txBox="1"/>
          <p:nvPr/>
        </p:nvSpPr>
        <p:spPr>
          <a:xfrm>
            <a:off x="635996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9" name="CasellaDiTesto 38">
            <a:extLst>
              <a:ext uri="{FF2B5EF4-FFF2-40B4-BE49-F238E27FC236}">
                <a16:creationId xmlns:a16="http://schemas.microsoft.com/office/drawing/2014/main" id="{BE1BCCF4-5443-325F-EA57-ECEEA4407849}"/>
              </a:ext>
            </a:extLst>
          </p:cNvPr>
          <p:cNvSpPr txBox="1"/>
          <p:nvPr/>
        </p:nvSpPr>
        <p:spPr>
          <a:xfrm>
            <a:off x="885519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0" name="CasellaDiTesto 39">
            <a:extLst>
              <a:ext uri="{FF2B5EF4-FFF2-40B4-BE49-F238E27FC236}">
                <a16:creationId xmlns:a16="http://schemas.microsoft.com/office/drawing/2014/main" id="{C3D017A4-BB97-3D40-2E56-2A51C26D9A2F}"/>
              </a:ext>
            </a:extLst>
          </p:cNvPr>
          <p:cNvSpPr txBox="1"/>
          <p:nvPr/>
        </p:nvSpPr>
        <p:spPr>
          <a:xfrm>
            <a:off x="1212710"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EEA1758F-43BC-4D2C-9BE0-CDECBB509983}"/>
              </a:ext>
            </a:extLst>
          </p:cNvPr>
          <p:cNvSpPr txBox="1"/>
          <p:nvPr/>
        </p:nvSpPr>
        <p:spPr>
          <a:xfrm>
            <a:off x="3777718"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F19BF73B-EC59-CA37-0E33-44F06B7235ED}"/>
              </a:ext>
            </a:extLst>
          </p:cNvPr>
          <p:cNvSpPr txBox="1"/>
          <p:nvPr/>
        </p:nvSpPr>
        <p:spPr>
          <a:xfrm>
            <a:off x="633456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4" name="CasellaDiTesto 43">
            <a:extLst>
              <a:ext uri="{FF2B5EF4-FFF2-40B4-BE49-F238E27FC236}">
                <a16:creationId xmlns:a16="http://schemas.microsoft.com/office/drawing/2014/main" id="{0BA9FBDF-29B6-135E-12A3-60734C403E6D}"/>
              </a:ext>
            </a:extLst>
          </p:cNvPr>
          <p:cNvSpPr txBox="1"/>
          <p:nvPr/>
        </p:nvSpPr>
        <p:spPr>
          <a:xfrm>
            <a:off x="88297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grpSp>
        <p:nvGrpSpPr>
          <p:cNvPr id="34" name="Gruppo 33">
            <a:extLst>
              <a:ext uri="{FF2B5EF4-FFF2-40B4-BE49-F238E27FC236}">
                <a16:creationId xmlns:a16="http://schemas.microsoft.com/office/drawing/2014/main" id="{8C219FFB-A0D3-3D80-506D-72274B4831BD}"/>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61A1947F-5631-FC68-3C74-D7017ED49D33}"/>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3744DBDF-D074-9957-AD89-33C2693EA25A}"/>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967FFDBA-EEE1-6F82-71C1-FFCF5C56DE99}"/>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06A4BED9-2DD3-15F3-4FAB-624667244886}"/>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D48113A5-1D4D-82DF-1086-D20E3DA42B9B}"/>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CF45B227-4208-AD76-5E37-1A50912A68F2}"/>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687CD690-6839-FC7E-73C8-BB7B11494B03}"/>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5D31EFC7-2DF4-EAA2-335E-ECE81E361449}"/>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grpSp>
        <p:nvGrpSpPr>
          <p:cNvPr id="54" name="Gruppo 53">
            <a:extLst>
              <a:ext uri="{FF2B5EF4-FFF2-40B4-BE49-F238E27FC236}">
                <a16:creationId xmlns:a16="http://schemas.microsoft.com/office/drawing/2014/main" id="{90414043-A39F-7ECE-FA29-37C0DC6DF50F}"/>
              </a:ext>
            </a:extLst>
          </p:cNvPr>
          <p:cNvGrpSpPr/>
          <p:nvPr/>
        </p:nvGrpSpPr>
        <p:grpSpPr>
          <a:xfrm flipV="1">
            <a:off x="1472718" y="454179"/>
            <a:ext cx="1591529" cy="872454"/>
            <a:chOff x="4621421" y="920024"/>
            <a:chExt cx="2949156" cy="1620842"/>
          </a:xfrm>
          <a:solidFill>
            <a:schemeClr val="accent3"/>
          </a:solidFill>
        </p:grpSpPr>
        <p:pic>
          <p:nvPicPr>
            <p:cNvPr id="52" name="Graphique 28" descr="Signe pouce en haut avec un remplissage uni">
              <a:extLst>
                <a:ext uri="{FF2B5EF4-FFF2-40B4-BE49-F238E27FC236}">
                  <a16:creationId xmlns:a16="http://schemas.microsoft.com/office/drawing/2014/main" id="{9C85BEDC-5605-44B9-9288-0F5C692589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21421" y="920024"/>
              <a:ext cx="1474578" cy="1474578"/>
            </a:xfrm>
            <a:prstGeom prst="rect">
              <a:avLst/>
            </a:prstGeom>
          </p:spPr>
        </p:pic>
        <p:pic>
          <p:nvPicPr>
            <p:cNvPr id="53" name="Graphique 30" descr="Pouce en bas avec un remplissage uni">
              <a:extLst>
                <a:ext uri="{FF2B5EF4-FFF2-40B4-BE49-F238E27FC236}">
                  <a16:creationId xmlns:a16="http://schemas.microsoft.com/office/drawing/2014/main" id="{9E0D9928-295D-46A0-B341-DFDDE71F415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095999" y="1066288"/>
              <a:ext cx="1474578" cy="1474578"/>
            </a:xfrm>
            <a:prstGeom prst="rect">
              <a:avLst/>
            </a:prstGeom>
          </p:spPr>
        </p:pic>
      </p:grpSp>
      <p:pic>
        <p:nvPicPr>
          <p:cNvPr id="55" name="Graphique 32" descr="Livres avec un remplissage uni">
            <a:extLst>
              <a:ext uri="{FF2B5EF4-FFF2-40B4-BE49-F238E27FC236}">
                <a16:creationId xmlns:a16="http://schemas.microsoft.com/office/drawing/2014/main" id="{D4FE2DD3-4CCC-44C9-9939-0D1848285F8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397955" y="352598"/>
            <a:ext cx="922168" cy="922168"/>
          </a:xfrm>
          <a:prstGeom prst="rect">
            <a:avLst/>
          </a:prstGeom>
        </p:spPr>
      </p:pic>
      <p:pic>
        <p:nvPicPr>
          <p:cNvPr id="57" name="Graphique 34" descr="Cigogne bébé avec un remplissage uni">
            <a:extLst>
              <a:ext uri="{FF2B5EF4-FFF2-40B4-BE49-F238E27FC236}">
                <a16:creationId xmlns:a16="http://schemas.microsoft.com/office/drawing/2014/main" id="{4098CEF4-93A4-4C1A-9273-2A57CB72E994}"/>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18968" y="312010"/>
            <a:ext cx="1068660" cy="1068660"/>
          </a:xfrm>
          <a:prstGeom prst="rect">
            <a:avLst/>
          </a:prstGeom>
        </p:spPr>
      </p:pic>
      <p:pic>
        <p:nvPicPr>
          <p:cNvPr id="58" name="Graphique 36" descr="Panneau de signalisation avec un remplissage uni">
            <a:extLst>
              <a:ext uri="{FF2B5EF4-FFF2-40B4-BE49-F238E27FC236}">
                <a16:creationId xmlns:a16="http://schemas.microsoft.com/office/drawing/2014/main" id="{55BC44D2-3C23-498C-8538-BF6CCE2CB1F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357452" y="291228"/>
            <a:ext cx="1263299" cy="1263299"/>
          </a:xfrm>
          <a:prstGeom prst="rect">
            <a:avLst/>
          </a:prstGeom>
        </p:spPr>
      </p:pic>
      <p:pic>
        <p:nvPicPr>
          <p:cNvPr id="59" name="Graphique 38" descr="Insecte sous une loupe avec un remplissage uni">
            <a:extLst>
              <a:ext uri="{FF2B5EF4-FFF2-40B4-BE49-F238E27FC236}">
                <a16:creationId xmlns:a16="http://schemas.microsoft.com/office/drawing/2014/main" id="{109B9A2F-EAF6-4024-B8D5-E84F95A2F5E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640490" y="3696188"/>
            <a:ext cx="1255983" cy="1255983"/>
          </a:xfrm>
          <a:prstGeom prst="rect">
            <a:avLst/>
          </a:prstGeom>
        </p:spPr>
      </p:pic>
      <p:pic>
        <p:nvPicPr>
          <p:cNvPr id="60" name="Graphique 40" descr="Contour de visage souriant avec un remplissage uni">
            <a:extLst>
              <a:ext uri="{FF2B5EF4-FFF2-40B4-BE49-F238E27FC236}">
                <a16:creationId xmlns:a16="http://schemas.microsoft.com/office/drawing/2014/main" id="{080E5D89-1554-4A1F-9F58-A27D14EB657D}"/>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349325" y="3733559"/>
            <a:ext cx="989294" cy="989294"/>
          </a:xfrm>
          <a:prstGeom prst="rect">
            <a:avLst/>
          </a:prstGeom>
        </p:spPr>
      </p:pic>
      <p:pic>
        <p:nvPicPr>
          <p:cNvPr id="61" name="Graphique 42" descr="Double itinéraire avec un chemin avec un remplissage uni">
            <a:extLst>
              <a:ext uri="{FF2B5EF4-FFF2-40B4-BE49-F238E27FC236}">
                <a16:creationId xmlns:a16="http://schemas.microsoft.com/office/drawing/2014/main" id="{38DF03EE-6AB2-45BD-A730-2445656EC3E2}"/>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886218" y="3763480"/>
            <a:ext cx="929453" cy="929453"/>
          </a:xfrm>
          <a:prstGeom prst="rect">
            <a:avLst/>
          </a:prstGeom>
        </p:spPr>
      </p:pic>
      <p:pic>
        <p:nvPicPr>
          <p:cNvPr id="62" name="Graphique 44" descr="Flèche vers la droite avec un remplissage uni">
            <a:extLst>
              <a:ext uri="{FF2B5EF4-FFF2-40B4-BE49-F238E27FC236}">
                <a16:creationId xmlns:a16="http://schemas.microsoft.com/office/drawing/2014/main" id="{E2A4ADD4-5D2A-47A2-8A59-9F02FB8C8A4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419901" y="3798296"/>
            <a:ext cx="983834" cy="983834"/>
          </a:xfrm>
          <a:prstGeom prst="rect">
            <a:avLst/>
          </a:prstGeom>
        </p:spPr>
      </p:pic>
    </p:spTree>
    <p:extLst>
      <p:ext uri="{BB962C8B-B14F-4D97-AF65-F5344CB8AC3E}">
        <p14:creationId xmlns:p14="http://schemas.microsoft.com/office/powerpoint/2010/main" val="4186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F1969-EE08-E837-556A-A10044C0E176}"/>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F8DDF765-9EB2-5B70-C614-DE735E4194FC}"/>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F41A71ED-DF33-970B-188F-8F78AC0EA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5D282F3F-AE37-B1AE-6B50-C183587933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4F0CD534-25AD-CEE2-72B3-3472F514AB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1DFC4508-1ED6-2AD2-63B9-57789FE49F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5AD1769F-583E-C51D-8F1E-3A6AD85BB3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2876859E-25C8-A3A7-7B5D-71955EE226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A172E1C9-C31E-63B3-00F9-DE6B3D5685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C55E73CD-6BA7-34B3-EDE5-9B34A2AD6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2135B656-7587-CE0B-AAC0-D35F795C9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94F43432-DFA0-2585-7F60-7A9D92AAC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3D4D3ED9-BEC5-2BBE-8A8B-78D7473DCD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64231789-DD2A-BCFC-851E-08DE7DE87C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C74D7EB0-E0CC-462C-95EE-0E1C99046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8D16EE58-3699-3555-802D-599B447525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D09C61F8-591A-FB0F-A7E5-33098E8D08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EFB3C28C-B9B4-8341-A213-5E53D103B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78314E59-481B-8A99-627D-19C54297C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DADFBF6-D592-43CB-D57E-E4C9FA2980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BE6E7D8F-E587-F01F-399C-2F3452678E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E16F54C1-BC58-CDC5-84C1-C9230C482E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2132D47C-9D11-ED56-5912-7A8712220A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DD1DC940-35A2-9499-5248-8A33A127DB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45CC6061-A42A-A55A-1DA2-76D569C00D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A776D9AB-3EDE-5CD8-0719-E38C8612A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73FF9264-F426-F33B-D441-1EBA4A0A4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F575017D-E9A0-426A-49E6-AFC8B32BAA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4C4F47C7-6F56-F10E-EB23-B3E5EAACEC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6FA6CBB3-82AE-8789-2702-6CD4245783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114527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C635E-35EE-99E7-8017-A53D4B09EDAD}"/>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E2914529-EA21-92B9-8203-FF3026131730}"/>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24720133-E1AB-0DF1-6C03-F42CB90A64CB}"/>
              </a:ext>
            </a:extLst>
          </p:cNvPr>
          <p:cNvSpPr txBox="1">
            <a:spLocks/>
          </p:cNvSpPr>
          <p:nvPr/>
        </p:nvSpPr>
        <p:spPr>
          <a:xfrm>
            <a:off x="8715926"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6B0FFAE8-020B-4DC3-7FCA-016F3FD92A90}"/>
              </a:ext>
            </a:extLst>
          </p:cNvPr>
          <p:cNvSpPr txBox="1">
            <a:spLocks/>
          </p:cNvSpPr>
          <p:nvPr/>
        </p:nvSpPr>
        <p:spPr>
          <a:xfrm>
            <a:off x="10449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59052D06-0E4E-7B82-C37C-8168C1AFE98F}"/>
              </a:ext>
            </a:extLst>
          </p:cNvPr>
          <p:cNvSpPr txBox="1">
            <a:spLocks/>
          </p:cNvSpPr>
          <p:nvPr/>
        </p:nvSpPr>
        <p:spPr>
          <a:xfrm>
            <a:off x="6158921"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8" name="Espace réservé du contenu 6">
            <a:extLst>
              <a:ext uri="{FF2B5EF4-FFF2-40B4-BE49-F238E27FC236}">
                <a16:creationId xmlns:a16="http://schemas.microsoft.com/office/drawing/2014/main" id="{692A90EB-DFC5-7205-5C16-095F197A7FAC}"/>
              </a:ext>
            </a:extLst>
          </p:cNvPr>
          <p:cNvSpPr txBox="1">
            <a:spLocks/>
          </p:cNvSpPr>
          <p:nvPr/>
        </p:nvSpPr>
        <p:spPr>
          <a:xfrm>
            <a:off x="3601917"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1" name="Espace réservé du contenu 6">
            <a:extLst>
              <a:ext uri="{FF2B5EF4-FFF2-40B4-BE49-F238E27FC236}">
                <a16:creationId xmlns:a16="http://schemas.microsoft.com/office/drawing/2014/main" id="{C1FC17BA-4688-06FA-ED27-41E01A47715C}"/>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3" name="Espace réservé du contenu 6">
            <a:extLst>
              <a:ext uri="{FF2B5EF4-FFF2-40B4-BE49-F238E27FC236}">
                <a16:creationId xmlns:a16="http://schemas.microsoft.com/office/drawing/2014/main" id="{769A9CF6-B467-79AE-64FE-5436A54CF39C}"/>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8" name="Espace réservé du contenu 6">
            <a:extLst>
              <a:ext uri="{FF2B5EF4-FFF2-40B4-BE49-F238E27FC236}">
                <a16:creationId xmlns:a16="http://schemas.microsoft.com/office/drawing/2014/main" id="{6E0FACEC-FA30-5023-00A5-9E84E65275A8}"/>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0" name="Espace réservé du contenu 6">
            <a:extLst>
              <a:ext uri="{FF2B5EF4-FFF2-40B4-BE49-F238E27FC236}">
                <a16:creationId xmlns:a16="http://schemas.microsoft.com/office/drawing/2014/main" id="{3D17EDFF-5C94-5E40-DFF9-AE86AC09F8F2}"/>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F934FC4C-CB83-6D5D-7156-BB08254C07E8}"/>
              </a:ext>
            </a:extLst>
          </p:cNvPr>
          <p:cNvSpPr txBox="1">
            <a:spLocks/>
          </p:cNvSpPr>
          <p:nvPr/>
        </p:nvSpPr>
        <p:spPr>
          <a:xfrm>
            <a:off x="1254319" y="134521"/>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r>
              <a:rPr lang="fr-FR" sz="1400" b="1" i="1" dirty="0">
                <a:solidFill>
                  <a:schemeClr val="accent1"/>
                </a:solidFill>
              </a:rPr>
              <a:t>Grâce à toi, j'ai osé passer à l'action</a:t>
            </a:r>
          </a:p>
        </p:txBody>
      </p:sp>
      <p:sp>
        <p:nvSpPr>
          <p:cNvPr id="4" name="Espace réservé du contenu 6">
            <a:extLst>
              <a:ext uri="{FF2B5EF4-FFF2-40B4-BE49-F238E27FC236}">
                <a16:creationId xmlns:a16="http://schemas.microsoft.com/office/drawing/2014/main" id="{BC65F97C-AD51-431E-9937-4938018A847F}"/>
              </a:ext>
            </a:extLst>
          </p:cNvPr>
          <p:cNvSpPr txBox="1">
            <a:spLocks/>
          </p:cNvSpPr>
          <p:nvPr/>
        </p:nvSpPr>
        <p:spPr>
          <a:xfrm>
            <a:off x="1246206" y="3573322"/>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identifié de bonnes habitudes à développer</a:t>
            </a:r>
          </a:p>
        </p:txBody>
      </p:sp>
      <p:sp>
        <p:nvSpPr>
          <p:cNvPr id="3" name="Espace réservé du contenu 6">
            <a:extLst>
              <a:ext uri="{FF2B5EF4-FFF2-40B4-BE49-F238E27FC236}">
                <a16:creationId xmlns:a16="http://schemas.microsoft.com/office/drawing/2014/main" id="{AD95DE85-00E7-FF94-2289-66807DDE6E5A}"/>
              </a:ext>
            </a:extLst>
          </p:cNvPr>
          <p:cNvSpPr txBox="1">
            <a:spLocks/>
          </p:cNvSpPr>
          <p:nvPr/>
        </p:nvSpPr>
        <p:spPr>
          <a:xfrm>
            <a:off x="3848275" y="134521"/>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réussi à me motiver à un moment où je ne pensais pas l'être</a:t>
            </a:r>
          </a:p>
        </p:txBody>
      </p:sp>
      <p:sp>
        <p:nvSpPr>
          <p:cNvPr id="5" name="Espace réservé du contenu 6">
            <a:extLst>
              <a:ext uri="{FF2B5EF4-FFF2-40B4-BE49-F238E27FC236}">
                <a16:creationId xmlns:a16="http://schemas.microsoft.com/office/drawing/2014/main" id="{3B6A0B54-1920-7411-28E0-FC662E606257}"/>
              </a:ext>
            </a:extLst>
          </p:cNvPr>
          <p:cNvSpPr txBox="1">
            <a:spLocks/>
          </p:cNvSpPr>
          <p:nvPr/>
        </p:nvSpPr>
        <p:spPr>
          <a:xfrm>
            <a:off x="3840162" y="3573322"/>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développé une nouvelle compétence</a:t>
            </a:r>
          </a:p>
        </p:txBody>
      </p:sp>
      <p:sp>
        <p:nvSpPr>
          <p:cNvPr id="6" name="Espace réservé du contenu 6">
            <a:extLst>
              <a:ext uri="{FF2B5EF4-FFF2-40B4-BE49-F238E27FC236}">
                <a16:creationId xmlns:a16="http://schemas.microsoft.com/office/drawing/2014/main" id="{DB6C5FBD-2803-FB1B-1C9D-A994C4D7A4ED}"/>
              </a:ext>
            </a:extLst>
          </p:cNvPr>
          <p:cNvSpPr txBox="1">
            <a:spLocks/>
          </p:cNvSpPr>
          <p:nvPr/>
        </p:nvSpPr>
        <p:spPr>
          <a:xfrm>
            <a:off x="6410085" y="134521"/>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pris du recul sur ma façon d'être ou de faire</a:t>
            </a:r>
          </a:p>
        </p:txBody>
      </p:sp>
      <p:sp>
        <p:nvSpPr>
          <p:cNvPr id="8" name="Espace réservé du contenu 6">
            <a:extLst>
              <a:ext uri="{FF2B5EF4-FFF2-40B4-BE49-F238E27FC236}">
                <a16:creationId xmlns:a16="http://schemas.microsoft.com/office/drawing/2014/main" id="{FB0AEDA8-FED4-BCDD-CC46-3AEC8D077051}"/>
              </a:ext>
            </a:extLst>
          </p:cNvPr>
          <p:cNvSpPr txBox="1">
            <a:spLocks/>
          </p:cNvSpPr>
          <p:nvPr/>
        </p:nvSpPr>
        <p:spPr>
          <a:xfrm>
            <a:off x="6401972" y="3573322"/>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tenu le coup à un moment crucial</a:t>
            </a:r>
          </a:p>
        </p:txBody>
      </p:sp>
      <p:sp>
        <p:nvSpPr>
          <p:cNvPr id="9" name="Espace réservé du contenu 6">
            <a:extLst>
              <a:ext uri="{FF2B5EF4-FFF2-40B4-BE49-F238E27FC236}">
                <a16:creationId xmlns:a16="http://schemas.microsoft.com/office/drawing/2014/main" id="{8AC13FCB-3793-44E2-1A50-A9484F25F2E1}"/>
              </a:ext>
            </a:extLst>
          </p:cNvPr>
          <p:cNvSpPr txBox="1">
            <a:spLocks/>
          </p:cNvSpPr>
          <p:nvPr/>
        </p:nvSpPr>
        <p:spPr>
          <a:xfrm>
            <a:off x="8925531" y="134521"/>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je peux creuser encore plus un sujet dont je croyais avoir vu les limites</a:t>
            </a:r>
          </a:p>
        </p:txBody>
      </p:sp>
      <p:sp>
        <p:nvSpPr>
          <p:cNvPr id="10" name="Espace réservé du contenu 6">
            <a:extLst>
              <a:ext uri="{FF2B5EF4-FFF2-40B4-BE49-F238E27FC236}">
                <a16:creationId xmlns:a16="http://schemas.microsoft.com/office/drawing/2014/main" id="{06FF4CB3-1D33-4DA5-A113-E0A3757B063D}"/>
              </a:ext>
            </a:extLst>
          </p:cNvPr>
          <p:cNvSpPr txBox="1">
            <a:spLocks/>
          </p:cNvSpPr>
          <p:nvPr/>
        </p:nvSpPr>
        <p:spPr>
          <a:xfrm>
            <a:off x="8917418" y="3573322"/>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eu une ou plusieurs nouvelles idées !</a:t>
            </a:r>
          </a:p>
        </p:txBody>
      </p:sp>
      <p:pic>
        <p:nvPicPr>
          <p:cNvPr id="11" name="Image 2">
            <a:extLst>
              <a:ext uri="{FF2B5EF4-FFF2-40B4-BE49-F238E27FC236}">
                <a16:creationId xmlns:a16="http://schemas.microsoft.com/office/drawing/2014/main" id="{8A80E0B2-16DF-92F5-04F7-99B462BE59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9826"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6FCB4446-6668-DFCF-05E0-2F510389B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3911" y="2690045"/>
            <a:ext cx="658997" cy="223162"/>
          </a:xfrm>
          <a:prstGeom prst="rect">
            <a:avLst/>
          </a:prstGeom>
        </p:spPr>
      </p:pic>
      <p:pic>
        <p:nvPicPr>
          <p:cNvPr id="14" name="Image 2">
            <a:extLst>
              <a:ext uri="{FF2B5EF4-FFF2-40B4-BE49-F238E27FC236}">
                <a16:creationId xmlns:a16="http://schemas.microsoft.com/office/drawing/2014/main" id="{451D4FF9-3D56-9C26-626B-0E5EB61CE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4023"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4665B83F-10E2-AFCA-789B-F19B9CDE6C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8108" y="2690045"/>
            <a:ext cx="658997" cy="223162"/>
          </a:xfrm>
          <a:prstGeom prst="rect">
            <a:avLst/>
          </a:prstGeom>
        </p:spPr>
      </p:pic>
      <p:pic>
        <p:nvPicPr>
          <p:cNvPr id="17" name="Image 2">
            <a:extLst>
              <a:ext uri="{FF2B5EF4-FFF2-40B4-BE49-F238E27FC236}">
                <a16:creationId xmlns:a16="http://schemas.microsoft.com/office/drawing/2014/main" id="{0371663F-8DC8-5619-027D-0D3595B7B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7511"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9A798270-3358-54CC-06C9-A615D4C2CE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1596" y="2690045"/>
            <a:ext cx="658997" cy="223162"/>
          </a:xfrm>
          <a:prstGeom prst="rect">
            <a:avLst/>
          </a:prstGeom>
        </p:spPr>
      </p:pic>
      <p:pic>
        <p:nvPicPr>
          <p:cNvPr id="20" name="Image 2">
            <a:extLst>
              <a:ext uri="{FF2B5EF4-FFF2-40B4-BE49-F238E27FC236}">
                <a16:creationId xmlns:a16="http://schemas.microsoft.com/office/drawing/2014/main" id="{BF630042-F4A5-A5FB-951F-CC3086BFAD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0351"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1F2C511B-5DC4-CFE4-9680-B1976EDE1D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4436" y="2690045"/>
            <a:ext cx="658997" cy="223162"/>
          </a:xfrm>
          <a:prstGeom prst="rect">
            <a:avLst/>
          </a:prstGeom>
        </p:spPr>
      </p:pic>
      <p:pic>
        <p:nvPicPr>
          <p:cNvPr id="24" name="Image 2">
            <a:extLst>
              <a:ext uri="{FF2B5EF4-FFF2-40B4-BE49-F238E27FC236}">
                <a16:creationId xmlns:a16="http://schemas.microsoft.com/office/drawing/2014/main" id="{128AFC01-D82B-66A2-0473-EF48B1D66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9826"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BD250B02-9A49-ACFF-633D-259B884C56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3911" y="6106916"/>
            <a:ext cx="658997" cy="223162"/>
          </a:xfrm>
          <a:prstGeom prst="rect">
            <a:avLst/>
          </a:prstGeom>
        </p:spPr>
      </p:pic>
      <p:pic>
        <p:nvPicPr>
          <p:cNvPr id="26" name="Image 2">
            <a:extLst>
              <a:ext uri="{FF2B5EF4-FFF2-40B4-BE49-F238E27FC236}">
                <a16:creationId xmlns:a16="http://schemas.microsoft.com/office/drawing/2014/main" id="{7C5822DE-D682-571E-F761-C8AFBC0B4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44023"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4376F133-7C11-0E3E-A909-2E07AFA8B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8108" y="6106916"/>
            <a:ext cx="658997" cy="223162"/>
          </a:xfrm>
          <a:prstGeom prst="rect">
            <a:avLst/>
          </a:prstGeom>
        </p:spPr>
      </p:pic>
      <p:pic>
        <p:nvPicPr>
          <p:cNvPr id="29" name="Image 2">
            <a:extLst>
              <a:ext uri="{FF2B5EF4-FFF2-40B4-BE49-F238E27FC236}">
                <a16:creationId xmlns:a16="http://schemas.microsoft.com/office/drawing/2014/main" id="{9A20DB57-0868-7F6F-3140-27900BF5EF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7511"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8ED8B64A-C872-1049-0BF6-91B79D5DD4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1596" y="6106916"/>
            <a:ext cx="658997" cy="223162"/>
          </a:xfrm>
          <a:prstGeom prst="rect">
            <a:avLst/>
          </a:prstGeom>
        </p:spPr>
      </p:pic>
      <p:pic>
        <p:nvPicPr>
          <p:cNvPr id="32" name="Image 2">
            <a:extLst>
              <a:ext uri="{FF2B5EF4-FFF2-40B4-BE49-F238E27FC236}">
                <a16:creationId xmlns:a16="http://schemas.microsoft.com/office/drawing/2014/main" id="{41EB6EA0-FA48-2B49-7E66-AA8D5A545B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0351"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DA412D67-BE1A-5B00-8388-B361BFAFE9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4436" y="6106916"/>
            <a:ext cx="658997" cy="223162"/>
          </a:xfrm>
          <a:prstGeom prst="rect">
            <a:avLst/>
          </a:prstGeom>
        </p:spPr>
      </p:pic>
      <p:sp>
        <p:nvSpPr>
          <p:cNvPr id="36" name="CasellaDiTesto 35">
            <a:extLst>
              <a:ext uri="{FF2B5EF4-FFF2-40B4-BE49-F238E27FC236}">
                <a16:creationId xmlns:a16="http://schemas.microsoft.com/office/drawing/2014/main" id="{1E234A0F-4E58-3F90-EAC9-98FE0DB3BE33}"/>
              </a:ext>
            </a:extLst>
          </p:cNvPr>
          <p:cNvSpPr txBox="1"/>
          <p:nvPr/>
        </p:nvSpPr>
        <p:spPr>
          <a:xfrm>
            <a:off x="1213793"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7" name="CasellaDiTesto 36">
            <a:extLst>
              <a:ext uri="{FF2B5EF4-FFF2-40B4-BE49-F238E27FC236}">
                <a16:creationId xmlns:a16="http://schemas.microsoft.com/office/drawing/2014/main" id="{BE40CFFF-8D21-C662-7C1E-D73EEBDFBCDB}"/>
              </a:ext>
            </a:extLst>
          </p:cNvPr>
          <p:cNvSpPr txBox="1"/>
          <p:nvPr/>
        </p:nvSpPr>
        <p:spPr>
          <a:xfrm>
            <a:off x="3830826"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8" name="CasellaDiTesto 37">
            <a:extLst>
              <a:ext uri="{FF2B5EF4-FFF2-40B4-BE49-F238E27FC236}">
                <a16:creationId xmlns:a16="http://schemas.microsoft.com/office/drawing/2014/main" id="{39455BAC-961E-1F58-92AB-9196F2A0771C}"/>
              </a:ext>
            </a:extLst>
          </p:cNvPr>
          <p:cNvSpPr txBox="1"/>
          <p:nvPr/>
        </p:nvSpPr>
        <p:spPr>
          <a:xfrm>
            <a:off x="6387668"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9" name="CasellaDiTesto 38">
            <a:extLst>
              <a:ext uri="{FF2B5EF4-FFF2-40B4-BE49-F238E27FC236}">
                <a16:creationId xmlns:a16="http://schemas.microsoft.com/office/drawing/2014/main" id="{82908FD3-47B5-C752-B55D-E120894DDD50}"/>
              </a:ext>
            </a:extLst>
          </p:cNvPr>
          <p:cNvSpPr txBox="1"/>
          <p:nvPr/>
        </p:nvSpPr>
        <p:spPr>
          <a:xfrm>
            <a:off x="8895601"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0" name="CasellaDiTesto 39">
            <a:extLst>
              <a:ext uri="{FF2B5EF4-FFF2-40B4-BE49-F238E27FC236}">
                <a16:creationId xmlns:a16="http://schemas.microsoft.com/office/drawing/2014/main" id="{72ED38B1-0317-884B-A00A-9C64CD7282C5}"/>
              </a:ext>
            </a:extLst>
          </p:cNvPr>
          <p:cNvSpPr txBox="1"/>
          <p:nvPr/>
        </p:nvSpPr>
        <p:spPr>
          <a:xfrm>
            <a:off x="1188393"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E6978836-DDCD-D518-9049-AA9B4ED1AF3D}"/>
              </a:ext>
            </a:extLst>
          </p:cNvPr>
          <p:cNvSpPr txBox="1"/>
          <p:nvPr/>
        </p:nvSpPr>
        <p:spPr>
          <a:xfrm>
            <a:off x="3805426"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C914B045-6763-16B0-0E8B-E8B8063C0413}"/>
              </a:ext>
            </a:extLst>
          </p:cNvPr>
          <p:cNvSpPr txBox="1"/>
          <p:nvPr/>
        </p:nvSpPr>
        <p:spPr>
          <a:xfrm>
            <a:off x="6362268"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4" name="CasellaDiTesto 43">
            <a:extLst>
              <a:ext uri="{FF2B5EF4-FFF2-40B4-BE49-F238E27FC236}">
                <a16:creationId xmlns:a16="http://schemas.microsoft.com/office/drawing/2014/main" id="{0A509D27-3463-534D-DA46-B9BE81A74EC9}"/>
              </a:ext>
            </a:extLst>
          </p:cNvPr>
          <p:cNvSpPr txBox="1"/>
          <p:nvPr/>
        </p:nvSpPr>
        <p:spPr>
          <a:xfrm>
            <a:off x="8870201"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grpSp>
        <p:nvGrpSpPr>
          <p:cNvPr id="34" name="Gruppo 33">
            <a:extLst>
              <a:ext uri="{FF2B5EF4-FFF2-40B4-BE49-F238E27FC236}">
                <a16:creationId xmlns:a16="http://schemas.microsoft.com/office/drawing/2014/main" id="{54513B67-8699-DB03-DCD8-0D76AD905463}"/>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0C8BFA91-9E8C-0C7B-A0B8-329EEADDE4F6}"/>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B708A67F-CC7E-66F9-3FEA-1F6562233CC7}"/>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C7392E65-68EF-085D-7766-ED68CD031C36}"/>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B5C687A4-AD4D-B847-D634-971BD977B3E1}"/>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B3FB70D1-FB1C-4AFA-0B89-CE26EF4ECF91}"/>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9D6B6FB7-313D-25E5-4952-41BFD9987238}"/>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489357F7-2121-D93B-5DEC-7CEDD364FCF5}"/>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AEA49326-6F86-2A69-D0A6-C79FE9406E9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pic>
        <p:nvPicPr>
          <p:cNvPr id="52" name="Graphique 46" descr="Case cochée avec un remplissage uni">
            <a:extLst>
              <a:ext uri="{FF2B5EF4-FFF2-40B4-BE49-F238E27FC236}">
                <a16:creationId xmlns:a16="http://schemas.microsoft.com/office/drawing/2014/main" id="{1453F576-EBD1-4F95-A25B-38974444265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62394" y="234321"/>
            <a:ext cx="1294217" cy="1294217"/>
          </a:xfrm>
          <a:prstGeom prst="rect">
            <a:avLst/>
          </a:prstGeom>
        </p:spPr>
      </p:pic>
      <p:pic>
        <p:nvPicPr>
          <p:cNvPr id="53" name="Graphique 48" descr="Batterie en charge avec un remplissage uni">
            <a:extLst>
              <a:ext uri="{FF2B5EF4-FFF2-40B4-BE49-F238E27FC236}">
                <a16:creationId xmlns:a16="http://schemas.microsoft.com/office/drawing/2014/main" id="{0E9589C6-C34D-42ED-B47E-945FDDCE952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352206" y="283878"/>
            <a:ext cx="1116312" cy="1116312"/>
          </a:xfrm>
          <a:prstGeom prst="rect">
            <a:avLst/>
          </a:prstGeom>
        </p:spPr>
      </p:pic>
      <p:pic>
        <p:nvPicPr>
          <p:cNvPr id="54" name="Graphique 50" descr="Réflection avec un remplissage uni">
            <a:extLst>
              <a:ext uri="{FF2B5EF4-FFF2-40B4-BE49-F238E27FC236}">
                <a16:creationId xmlns:a16="http://schemas.microsoft.com/office/drawing/2014/main" id="{CA9343D3-91A4-4C45-B73F-C4518BFDC8AB}"/>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98307" y="256992"/>
            <a:ext cx="1192771" cy="1192771"/>
          </a:xfrm>
          <a:prstGeom prst="rect">
            <a:avLst/>
          </a:prstGeom>
        </p:spPr>
      </p:pic>
      <p:pic>
        <p:nvPicPr>
          <p:cNvPr id="60" name="Graphique 2" descr="Dossier ouvert avec un remplissage uni">
            <a:extLst>
              <a:ext uri="{FF2B5EF4-FFF2-40B4-BE49-F238E27FC236}">
                <a16:creationId xmlns:a16="http://schemas.microsoft.com/office/drawing/2014/main" id="{95EF63B3-A0B9-A005-2FBB-3C694647EB0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489448" y="384872"/>
            <a:ext cx="935202" cy="935202"/>
          </a:xfrm>
          <a:prstGeom prst="rect">
            <a:avLst/>
          </a:prstGeom>
        </p:spPr>
      </p:pic>
      <p:grpSp>
        <p:nvGrpSpPr>
          <p:cNvPr id="61" name="Gruppo 60">
            <a:extLst>
              <a:ext uri="{FF2B5EF4-FFF2-40B4-BE49-F238E27FC236}">
                <a16:creationId xmlns:a16="http://schemas.microsoft.com/office/drawing/2014/main" id="{87F561D4-9DB3-B176-D79E-A29D8A7A6FD9}"/>
              </a:ext>
            </a:extLst>
          </p:cNvPr>
          <p:cNvGrpSpPr/>
          <p:nvPr/>
        </p:nvGrpSpPr>
        <p:grpSpPr>
          <a:xfrm>
            <a:off x="1672504" y="3770669"/>
            <a:ext cx="1120889" cy="1120889"/>
            <a:chOff x="5200649" y="748807"/>
            <a:chExt cx="1993901" cy="1993901"/>
          </a:xfrm>
          <a:solidFill>
            <a:schemeClr val="accent3"/>
          </a:solidFill>
        </p:grpSpPr>
        <p:pic>
          <p:nvPicPr>
            <p:cNvPr id="62" name="Graphique 4" descr="Loupe avec un remplissage uni">
              <a:extLst>
                <a:ext uri="{FF2B5EF4-FFF2-40B4-BE49-F238E27FC236}">
                  <a16:creationId xmlns:a16="http://schemas.microsoft.com/office/drawing/2014/main" id="{F976E8C2-7E65-6F4C-F1FC-CED181B914D8}"/>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200649" y="748807"/>
              <a:ext cx="1993901" cy="1993901"/>
            </a:xfrm>
            <a:prstGeom prst="rect">
              <a:avLst/>
            </a:prstGeom>
          </p:spPr>
        </p:pic>
        <p:pic>
          <p:nvPicPr>
            <p:cNvPr id="63" name="Graphique 7" descr="Badge à suivre avec un remplissage uni">
              <a:extLst>
                <a:ext uri="{FF2B5EF4-FFF2-40B4-BE49-F238E27FC236}">
                  <a16:creationId xmlns:a16="http://schemas.microsoft.com/office/drawing/2014/main" id="{3423C583-4677-5B85-487E-EF57962D041F}"/>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5537200" y="1080442"/>
              <a:ext cx="914400" cy="914400"/>
            </a:xfrm>
            <a:prstGeom prst="rect">
              <a:avLst/>
            </a:prstGeom>
          </p:spPr>
        </p:pic>
      </p:grpSp>
      <p:pic>
        <p:nvPicPr>
          <p:cNvPr id="64" name="Graphique 9" descr="Outil préhistorique avec un remplissage uni">
            <a:extLst>
              <a:ext uri="{FF2B5EF4-FFF2-40B4-BE49-F238E27FC236}">
                <a16:creationId xmlns:a16="http://schemas.microsoft.com/office/drawing/2014/main" id="{7AD877BD-DCC6-70B6-A961-5303A39B440B}"/>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354333" y="3760504"/>
            <a:ext cx="1028655" cy="1028655"/>
          </a:xfrm>
          <a:prstGeom prst="rect">
            <a:avLst/>
          </a:prstGeom>
        </p:spPr>
      </p:pic>
      <p:pic>
        <p:nvPicPr>
          <p:cNvPr id="68" name="Graphique 11" descr="Escalade avec un remplissage uni">
            <a:extLst>
              <a:ext uri="{FF2B5EF4-FFF2-40B4-BE49-F238E27FC236}">
                <a16:creationId xmlns:a16="http://schemas.microsoft.com/office/drawing/2014/main" id="{5531B35F-8E2B-F7E5-989A-3F420EB4089B}"/>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721275" y="3680094"/>
            <a:ext cx="1302037" cy="1302037"/>
          </a:xfrm>
          <a:prstGeom prst="rect">
            <a:avLst/>
          </a:prstGeom>
        </p:spPr>
      </p:pic>
      <p:pic>
        <p:nvPicPr>
          <p:cNvPr id="69" name="Graphique 13" descr="Lumières allumées avec un remplissage uni">
            <a:extLst>
              <a:ext uri="{FF2B5EF4-FFF2-40B4-BE49-F238E27FC236}">
                <a16:creationId xmlns:a16="http://schemas.microsoft.com/office/drawing/2014/main" id="{09D0CE81-735E-7409-4072-E49FDB62406A}"/>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310045" y="3652522"/>
            <a:ext cx="1302037" cy="1302037"/>
          </a:xfrm>
          <a:prstGeom prst="rect">
            <a:avLst/>
          </a:prstGeom>
        </p:spPr>
      </p:pic>
    </p:spTree>
    <p:extLst>
      <p:ext uri="{BB962C8B-B14F-4D97-AF65-F5344CB8AC3E}">
        <p14:creationId xmlns:p14="http://schemas.microsoft.com/office/powerpoint/2010/main" val="3234255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DAE41-89AA-4984-2B53-F216F49093E4}"/>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1BC6D497-3337-649A-C548-35A00BE81031}"/>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FEFAC6D4-5674-326D-6CF4-852289014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ED6D5039-750E-844B-387E-8F2F353BA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2297A9C0-EC89-5A60-5DDC-E58A69348C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012523B6-ABCB-AAC0-E18D-6099C31C1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8AE24A26-1BC6-A4D5-2762-EBF429B3D3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B43BE3A9-ABAD-30A1-9CA5-BE84ACEAFA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F23CA8D7-0026-D481-FCF4-8605701DBA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0050F022-68C0-BA4D-8B6B-F58BDBE45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9261104A-4A8D-EAF3-A425-FAF2FB69A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E7B13F71-760A-C5B0-7547-4073DE6BAE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D97B22FE-3E43-C1E8-84D9-E71F7FBC9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2DD6C094-1B58-5B78-3CC9-814E8FE2D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20B548E6-D207-9F34-18B0-A242C1A6EA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79C537E9-545F-17CA-26DE-15CD0196A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C23723D9-A6F9-74D0-6787-0CC737FB0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DA241F06-B171-5E5F-728A-CCD859D4D2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D285D192-D5A7-6986-1AA4-FE43E3D898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7E443F35-8656-88DB-57B2-38BC7B4602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FCA36DF6-AF3D-55C2-8B9D-00B49DCFD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610699EA-6163-8B15-B6F7-399CCB30B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E5C3F420-0114-DCC8-B21C-1C825EA7C1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4E0CDCE5-3084-B985-C8CC-2BDB7BF84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7CD5DF4-22D2-60E5-910D-1196F6B3CD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EB0B0CB4-AF6D-F41B-2B03-D44015FFF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1A22A3E1-0342-3E95-9EFC-32190E67BA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506C689C-26C9-05BF-8A7D-E8C645BBA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75D5502C-21D2-E2B2-48E1-59F3509D20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B0E4CF2D-91F5-621C-A44E-BDC9990213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3636411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46198-A92B-5D47-DC4C-1DA51CC6C54A}"/>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6476A8B9-341C-E3A3-B908-6753169431AF}"/>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D9D53C16-A9AC-7962-0D9E-630004813958}"/>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85392447-92F0-75F6-BB50-812AF28FC134}"/>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1E234C11-3C3F-625F-16CA-D373A39B4C24}"/>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8" name="Espace réservé du contenu 6">
            <a:extLst>
              <a:ext uri="{FF2B5EF4-FFF2-40B4-BE49-F238E27FC236}">
                <a16:creationId xmlns:a16="http://schemas.microsoft.com/office/drawing/2014/main" id="{23F4E8A3-3BD3-2415-7FF8-152D401BEFCD}"/>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1" name="Espace réservé du contenu 6">
            <a:extLst>
              <a:ext uri="{FF2B5EF4-FFF2-40B4-BE49-F238E27FC236}">
                <a16:creationId xmlns:a16="http://schemas.microsoft.com/office/drawing/2014/main" id="{CA1C7F8C-D0A3-6441-670A-8F27C7D020A0}"/>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3" name="Espace réservé du contenu 6">
            <a:extLst>
              <a:ext uri="{FF2B5EF4-FFF2-40B4-BE49-F238E27FC236}">
                <a16:creationId xmlns:a16="http://schemas.microsoft.com/office/drawing/2014/main" id="{C6CF534B-FBBE-323B-4207-D3EB81E06EDE}"/>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8" name="Espace réservé du contenu 6">
            <a:extLst>
              <a:ext uri="{FF2B5EF4-FFF2-40B4-BE49-F238E27FC236}">
                <a16:creationId xmlns:a16="http://schemas.microsoft.com/office/drawing/2014/main" id="{8070610F-40B9-F5BA-1A32-E34AE33E7AD9}"/>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0" name="Espace réservé du contenu 6">
            <a:extLst>
              <a:ext uri="{FF2B5EF4-FFF2-40B4-BE49-F238E27FC236}">
                <a16:creationId xmlns:a16="http://schemas.microsoft.com/office/drawing/2014/main" id="{9292414F-435E-EFB0-AF21-29F1186D0281}"/>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223CD50E-3AB4-E89D-E702-E8B15DC82454}"/>
              </a:ext>
            </a:extLst>
          </p:cNvPr>
          <p:cNvSpPr txBox="1">
            <a:spLocks/>
          </p:cNvSpPr>
          <p:nvPr/>
        </p:nvSpPr>
        <p:spPr>
          <a:xfrm>
            <a:off x="126617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mieux compris un sujet sur lequel j'avais peu de repères</a:t>
            </a:r>
          </a:p>
        </p:txBody>
      </p:sp>
      <p:sp>
        <p:nvSpPr>
          <p:cNvPr id="4" name="Espace réservé du contenu 6">
            <a:extLst>
              <a:ext uri="{FF2B5EF4-FFF2-40B4-BE49-F238E27FC236}">
                <a16:creationId xmlns:a16="http://schemas.microsoft.com/office/drawing/2014/main" id="{441F839D-51CE-3D6C-1456-959F9EABBB40}"/>
              </a:ext>
            </a:extLst>
          </p:cNvPr>
          <p:cNvSpPr txBox="1">
            <a:spLocks/>
          </p:cNvSpPr>
          <p:nvPr/>
        </p:nvSpPr>
        <p:spPr>
          <a:xfrm>
            <a:off x="125806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une meilleure vision du passé et de l'historique</a:t>
            </a:r>
          </a:p>
        </p:txBody>
      </p:sp>
      <p:sp>
        <p:nvSpPr>
          <p:cNvPr id="3" name="Espace réservé du contenu 6">
            <a:extLst>
              <a:ext uri="{FF2B5EF4-FFF2-40B4-BE49-F238E27FC236}">
                <a16:creationId xmlns:a16="http://schemas.microsoft.com/office/drawing/2014/main" id="{0BB9F2D2-0CE2-6E55-79DE-C3177066BF99}"/>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r>
              <a:rPr lang="fr-FR" sz="1400" b="1" i="1" dirty="0">
                <a:solidFill>
                  <a:schemeClr val="accent1"/>
                </a:solidFill>
              </a:rPr>
              <a:t>Grâce à toi j'ai plein de nouveaux projets</a:t>
            </a:r>
          </a:p>
        </p:txBody>
      </p:sp>
      <p:sp>
        <p:nvSpPr>
          <p:cNvPr id="5" name="Espace réservé du contenu 6">
            <a:extLst>
              <a:ext uri="{FF2B5EF4-FFF2-40B4-BE49-F238E27FC236}">
                <a16:creationId xmlns:a16="http://schemas.microsoft.com/office/drawing/2014/main" id="{2444F051-2D5C-569C-E5F1-4DC2C19B2A4B}"/>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ouvert plein de perspectives</a:t>
            </a:r>
          </a:p>
        </p:txBody>
      </p:sp>
      <p:sp>
        <p:nvSpPr>
          <p:cNvPr id="6" name="Espace réservé du contenu 6">
            <a:extLst>
              <a:ext uri="{FF2B5EF4-FFF2-40B4-BE49-F238E27FC236}">
                <a16:creationId xmlns:a16="http://schemas.microsoft.com/office/drawing/2014/main" id="{390350B9-9605-318E-37C4-41B1E18EFDC1}"/>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je me suis perfectionné sur quelque chose que je pratiquais déjà</a:t>
            </a:r>
          </a:p>
        </p:txBody>
      </p:sp>
      <p:sp>
        <p:nvSpPr>
          <p:cNvPr id="8" name="Espace réservé du contenu 6">
            <a:extLst>
              <a:ext uri="{FF2B5EF4-FFF2-40B4-BE49-F238E27FC236}">
                <a16:creationId xmlns:a16="http://schemas.microsoft.com/office/drawing/2014/main" id="{53124A33-03C1-7797-AC2A-9E49B497ED3A}"/>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passé beaucoup moins de temps que prévu à effectuer une certaine tâche.</a:t>
            </a:r>
          </a:p>
        </p:txBody>
      </p:sp>
      <p:sp>
        <p:nvSpPr>
          <p:cNvPr id="9" name="Espace réservé du contenu 6">
            <a:extLst>
              <a:ext uri="{FF2B5EF4-FFF2-40B4-BE49-F238E27FC236}">
                <a16:creationId xmlns:a16="http://schemas.microsoft.com/office/drawing/2014/main" id="{22932C1D-9804-A95A-C5BC-695EAE60E7C6}"/>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une meilleure vision de l'avenir</a:t>
            </a:r>
          </a:p>
        </p:txBody>
      </p:sp>
      <p:sp>
        <p:nvSpPr>
          <p:cNvPr id="10" name="Espace réservé du contenu 6">
            <a:extLst>
              <a:ext uri="{FF2B5EF4-FFF2-40B4-BE49-F238E27FC236}">
                <a16:creationId xmlns:a16="http://schemas.microsoft.com/office/drawing/2014/main" id="{AD7B8260-376A-E88C-90A6-F31380131D7D}"/>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j'aborde une situation différemment</a:t>
            </a:r>
          </a:p>
        </p:txBody>
      </p:sp>
      <p:pic>
        <p:nvPicPr>
          <p:cNvPr id="11" name="Image 2">
            <a:extLst>
              <a:ext uri="{FF2B5EF4-FFF2-40B4-BE49-F238E27FC236}">
                <a16:creationId xmlns:a16="http://schemas.microsoft.com/office/drawing/2014/main" id="{08785048-DB9C-52D6-61D0-BB394C91B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0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0EA06359-B5B7-EED3-B7F2-690A94964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5103" y="2690045"/>
            <a:ext cx="658997" cy="223162"/>
          </a:xfrm>
          <a:prstGeom prst="rect">
            <a:avLst/>
          </a:prstGeom>
        </p:spPr>
      </p:pic>
      <p:pic>
        <p:nvPicPr>
          <p:cNvPr id="14" name="Image 2">
            <a:extLst>
              <a:ext uri="{FF2B5EF4-FFF2-40B4-BE49-F238E27FC236}">
                <a16:creationId xmlns:a16="http://schemas.microsoft.com/office/drawing/2014/main" id="{7AAB7DF4-1FC5-673C-6E08-3726223FDD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8F103A04-340B-71E6-E70F-70A94FD9AF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C195C37B-B8B0-EC1D-F01A-7051BBB7D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1DFAD8AD-E747-4B74-7183-6C05E836A7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2FB0D8AE-20AA-FC78-22CD-4412947ED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3D00645A-22D8-998F-8FF4-24CAD9CF94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828" y="2690045"/>
            <a:ext cx="658997" cy="223162"/>
          </a:xfrm>
          <a:prstGeom prst="rect">
            <a:avLst/>
          </a:prstGeom>
        </p:spPr>
      </p:pic>
      <p:pic>
        <p:nvPicPr>
          <p:cNvPr id="24" name="Image 2">
            <a:extLst>
              <a:ext uri="{FF2B5EF4-FFF2-40B4-BE49-F238E27FC236}">
                <a16:creationId xmlns:a16="http://schemas.microsoft.com/office/drawing/2014/main" id="{96BCB437-7F60-C667-CA31-CEF56AD611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0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5899BF02-BDCB-3A0B-A3BA-D22A2A428E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5103" y="6106916"/>
            <a:ext cx="658997" cy="223162"/>
          </a:xfrm>
          <a:prstGeom prst="rect">
            <a:avLst/>
          </a:prstGeom>
        </p:spPr>
      </p:pic>
      <p:pic>
        <p:nvPicPr>
          <p:cNvPr id="26" name="Image 2">
            <a:extLst>
              <a:ext uri="{FF2B5EF4-FFF2-40B4-BE49-F238E27FC236}">
                <a16:creationId xmlns:a16="http://schemas.microsoft.com/office/drawing/2014/main" id="{EB73A114-EE03-B3B3-7564-8A1E83B6E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EE8060C0-C835-7439-BB10-A80373C1B0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6106916"/>
            <a:ext cx="658997" cy="223162"/>
          </a:xfrm>
          <a:prstGeom prst="rect">
            <a:avLst/>
          </a:prstGeom>
        </p:spPr>
      </p:pic>
      <p:pic>
        <p:nvPicPr>
          <p:cNvPr id="29" name="Image 2">
            <a:extLst>
              <a:ext uri="{FF2B5EF4-FFF2-40B4-BE49-F238E27FC236}">
                <a16:creationId xmlns:a16="http://schemas.microsoft.com/office/drawing/2014/main" id="{DA99C35B-25A8-3629-6BE1-8B8113248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DEA70D83-2479-29EA-C614-B18912AE8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6106916"/>
            <a:ext cx="658997" cy="223162"/>
          </a:xfrm>
          <a:prstGeom prst="rect">
            <a:avLst/>
          </a:prstGeom>
        </p:spPr>
      </p:pic>
      <p:pic>
        <p:nvPicPr>
          <p:cNvPr id="32" name="Image 2">
            <a:extLst>
              <a:ext uri="{FF2B5EF4-FFF2-40B4-BE49-F238E27FC236}">
                <a16:creationId xmlns:a16="http://schemas.microsoft.com/office/drawing/2014/main" id="{C04D4003-013E-7110-73FC-9E3B0B0EE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81389E84-167B-FCE5-2273-00EB7EC377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828" y="6106916"/>
            <a:ext cx="658997" cy="223162"/>
          </a:xfrm>
          <a:prstGeom prst="rect">
            <a:avLst/>
          </a:prstGeom>
        </p:spPr>
      </p:pic>
      <p:sp>
        <p:nvSpPr>
          <p:cNvPr id="36" name="CasellaDiTesto 35">
            <a:extLst>
              <a:ext uri="{FF2B5EF4-FFF2-40B4-BE49-F238E27FC236}">
                <a16:creationId xmlns:a16="http://schemas.microsoft.com/office/drawing/2014/main" id="{97266DE5-64C5-C2A4-B8C3-B419D1EE5777}"/>
              </a:ext>
            </a:extLst>
          </p:cNvPr>
          <p:cNvSpPr txBox="1"/>
          <p:nvPr/>
        </p:nvSpPr>
        <p:spPr>
          <a:xfrm>
            <a:off x="123498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7" name="CasellaDiTesto 36">
            <a:extLst>
              <a:ext uri="{FF2B5EF4-FFF2-40B4-BE49-F238E27FC236}">
                <a16:creationId xmlns:a16="http://schemas.microsoft.com/office/drawing/2014/main" id="{0CACA799-4C11-F718-F2AA-DEF4CC2B5E50}"/>
              </a:ext>
            </a:extLst>
          </p:cNvPr>
          <p:cNvSpPr txBox="1"/>
          <p:nvPr/>
        </p:nvSpPr>
        <p:spPr>
          <a:xfrm>
            <a:off x="3803118"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8" name="CasellaDiTesto 37">
            <a:extLst>
              <a:ext uri="{FF2B5EF4-FFF2-40B4-BE49-F238E27FC236}">
                <a16:creationId xmlns:a16="http://schemas.microsoft.com/office/drawing/2014/main" id="{EAB5897F-73A2-E1F9-84BC-B71F28593755}"/>
              </a:ext>
            </a:extLst>
          </p:cNvPr>
          <p:cNvSpPr txBox="1"/>
          <p:nvPr/>
        </p:nvSpPr>
        <p:spPr>
          <a:xfrm>
            <a:off x="635996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9" name="CasellaDiTesto 38">
            <a:extLst>
              <a:ext uri="{FF2B5EF4-FFF2-40B4-BE49-F238E27FC236}">
                <a16:creationId xmlns:a16="http://schemas.microsoft.com/office/drawing/2014/main" id="{567C7336-3970-F5A5-B86D-95DD31FFA15F}"/>
              </a:ext>
            </a:extLst>
          </p:cNvPr>
          <p:cNvSpPr txBox="1"/>
          <p:nvPr/>
        </p:nvSpPr>
        <p:spPr>
          <a:xfrm>
            <a:off x="890599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0" name="CasellaDiTesto 39">
            <a:extLst>
              <a:ext uri="{FF2B5EF4-FFF2-40B4-BE49-F238E27FC236}">
                <a16:creationId xmlns:a16="http://schemas.microsoft.com/office/drawing/2014/main" id="{9A3270EF-AAFE-E6AA-74FC-7269CD289471}"/>
              </a:ext>
            </a:extLst>
          </p:cNvPr>
          <p:cNvSpPr txBox="1"/>
          <p:nvPr/>
        </p:nvSpPr>
        <p:spPr>
          <a:xfrm>
            <a:off x="120958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BFEBFD7A-22FF-2D0A-0A95-AFD792015400}"/>
              </a:ext>
            </a:extLst>
          </p:cNvPr>
          <p:cNvSpPr txBox="1"/>
          <p:nvPr/>
        </p:nvSpPr>
        <p:spPr>
          <a:xfrm>
            <a:off x="3777718"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40A7E255-5F87-C6DC-9379-C2BD6830BE46}"/>
              </a:ext>
            </a:extLst>
          </p:cNvPr>
          <p:cNvSpPr txBox="1"/>
          <p:nvPr/>
        </p:nvSpPr>
        <p:spPr>
          <a:xfrm>
            <a:off x="633456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4" name="CasellaDiTesto 43">
            <a:extLst>
              <a:ext uri="{FF2B5EF4-FFF2-40B4-BE49-F238E27FC236}">
                <a16:creationId xmlns:a16="http://schemas.microsoft.com/office/drawing/2014/main" id="{DB1FA693-734A-75A3-3435-F99CE189EA8F}"/>
              </a:ext>
            </a:extLst>
          </p:cNvPr>
          <p:cNvSpPr txBox="1"/>
          <p:nvPr/>
        </p:nvSpPr>
        <p:spPr>
          <a:xfrm>
            <a:off x="88805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grpSp>
        <p:nvGrpSpPr>
          <p:cNvPr id="34" name="Gruppo 33">
            <a:extLst>
              <a:ext uri="{FF2B5EF4-FFF2-40B4-BE49-F238E27FC236}">
                <a16:creationId xmlns:a16="http://schemas.microsoft.com/office/drawing/2014/main" id="{B8104BEB-03DD-3027-A0C0-F04865F336EA}"/>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2267CF45-80BF-AF1E-A0D8-91E6BEFB98E7}"/>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26F4088B-31FC-A211-AF16-A980564B9F79}"/>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19F4D993-E680-DEFD-961E-AD77B4715122}"/>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EF572B00-3C3B-8C86-1B34-99D2AC45C815}"/>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27436DDE-2004-C020-8F1A-467F2BA83DAE}"/>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8F7CFA7E-4DAF-6393-04DE-FDD5A32A7D50}"/>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3854BA07-A5EF-2B17-8612-EDD6207FA595}"/>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0CBDED0E-BB52-60A9-93EB-DDB4C98CA0EA}"/>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pic>
        <p:nvPicPr>
          <p:cNvPr id="70" name="Graphique 3" descr="Rose des vents avec un remplissage uni">
            <a:extLst>
              <a:ext uri="{FF2B5EF4-FFF2-40B4-BE49-F238E27FC236}">
                <a16:creationId xmlns:a16="http://schemas.microsoft.com/office/drawing/2014/main" id="{4D55CA74-DD59-43DB-5C9A-612AE9EA5FA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31276" y="176903"/>
            <a:ext cx="1351137" cy="1351137"/>
          </a:xfrm>
          <a:prstGeom prst="rect">
            <a:avLst/>
          </a:prstGeom>
        </p:spPr>
      </p:pic>
      <p:pic>
        <p:nvPicPr>
          <p:cNvPr id="52" name="Graphique 6" descr="Liste avec un remplissage uni">
            <a:extLst>
              <a:ext uri="{FF2B5EF4-FFF2-40B4-BE49-F238E27FC236}">
                <a16:creationId xmlns:a16="http://schemas.microsoft.com/office/drawing/2014/main" id="{9C4F953F-9F8F-4692-9AD9-8F0A7567B6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28764" y="208565"/>
            <a:ext cx="1219612" cy="1219612"/>
          </a:xfrm>
          <a:prstGeom prst="rect">
            <a:avLst/>
          </a:prstGeom>
        </p:spPr>
      </p:pic>
      <p:pic>
        <p:nvPicPr>
          <p:cNvPr id="53" name="Graphique 10" descr="Diamant avec un remplissage uni">
            <a:extLst>
              <a:ext uri="{FF2B5EF4-FFF2-40B4-BE49-F238E27FC236}">
                <a16:creationId xmlns:a16="http://schemas.microsoft.com/office/drawing/2014/main" id="{54E2CD9D-8565-4600-901D-BB97FB37E82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818446" y="257024"/>
            <a:ext cx="1190898" cy="1190898"/>
          </a:xfrm>
          <a:prstGeom prst="rect">
            <a:avLst/>
          </a:prstGeom>
        </p:spPr>
      </p:pic>
      <p:pic>
        <p:nvPicPr>
          <p:cNvPr id="54" name="Graphique 14" descr="Graphique exponentiel avec un remplissage uni">
            <a:extLst>
              <a:ext uri="{FF2B5EF4-FFF2-40B4-BE49-F238E27FC236}">
                <a16:creationId xmlns:a16="http://schemas.microsoft.com/office/drawing/2014/main" id="{EB460024-1AA3-42B8-9B33-D777E465A51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77144" y="271941"/>
            <a:ext cx="1161063" cy="1161063"/>
          </a:xfrm>
          <a:prstGeom prst="rect">
            <a:avLst/>
          </a:prstGeom>
        </p:spPr>
      </p:pic>
      <p:pic>
        <p:nvPicPr>
          <p:cNvPr id="55" name="Graphique 17" descr="Pyramide avec un remplissage uni">
            <a:extLst>
              <a:ext uri="{FF2B5EF4-FFF2-40B4-BE49-F238E27FC236}">
                <a16:creationId xmlns:a16="http://schemas.microsoft.com/office/drawing/2014/main" id="{88E884EA-1609-47DA-AD8B-58453259601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709569" y="3741767"/>
            <a:ext cx="1178694" cy="1178694"/>
          </a:xfrm>
          <a:prstGeom prst="rect">
            <a:avLst/>
          </a:prstGeom>
        </p:spPr>
      </p:pic>
      <p:pic>
        <p:nvPicPr>
          <p:cNvPr id="56" name="Graphique 22" descr="Agriculture avec un remplissage uni">
            <a:extLst>
              <a:ext uri="{FF2B5EF4-FFF2-40B4-BE49-F238E27FC236}">
                <a16:creationId xmlns:a16="http://schemas.microsoft.com/office/drawing/2014/main" id="{758088EF-D9F9-4081-AD0E-480155934642}"/>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238408" y="3741767"/>
            <a:ext cx="1152964" cy="1152964"/>
          </a:xfrm>
          <a:prstGeom prst="rect">
            <a:avLst/>
          </a:prstGeom>
        </p:spPr>
      </p:pic>
      <p:pic>
        <p:nvPicPr>
          <p:cNvPr id="57" name="Graphique 25" descr="Jauge avec un remplissage uni">
            <a:extLst>
              <a:ext uri="{FF2B5EF4-FFF2-40B4-BE49-F238E27FC236}">
                <a16:creationId xmlns:a16="http://schemas.microsoft.com/office/drawing/2014/main" id="{220CF85C-BDD4-4D80-8258-BF3FBFD02FC8}"/>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804682" y="3702216"/>
            <a:ext cx="1191979" cy="1191979"/>
          </a:xfrm>
          <a:prstGeom prst="rect">
            <a:avLst/>
          </a:prstGeom>
        </p:spPr>
      </p:pic>
      <p:grpSp>
        <p:nvGrpSpPr>
          <p:cNvPr id="67" name="Gruppo 66">
            <a:extLst>
              <a:ext uri="{FF2B5EF4-FFF2-40B4-BE49-F238E27FC236}">
                <a16:creationId xmlns:a16="http://schemas.microsoft.com/office/drawing/2014/main" id="{8685536C-9DD0-8D6C-7DF7-097FC8DD5CA9}"/>
              </a:ext>
            </a:extLst>
          </p:cNvPr>
          <p:cNvGrpSpPr/>
          <p:nvPr/>
        </p:nvGrpSpPr>
        <p:grpSpPr>
          <a:xfrm>
            <a:off x="8994356" y="3881321"/>
            <a:ext cx="1708762" cy="971453"/>
            <a:chOff x="13480438" y="4998244"/>
            <a:chExt cx="2518924" cy="1432040"/>
          </a:xfrm>
        </p:grpSpPr>
        <p:pic>
          <p:nvPicPr>
            <p:cNvPr id="58" name="Graphique 2" descr="Ligne fléchée : incurvée sens des aiguilles d’une montre avec un remplissage uni">
              <a:extLst>
                <a:ext uri="{FF2B5EF4-FFF2-40B4-BE49-F238E27FC236}">
                  <a16:creationId xmlns:a16="http://schemas.microsoft.com/office/drawing/2014/main" id="{5E8B6390-0180-4080-A958-840287408DA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3480438" y="5498178"/>
              <a:ext cx="932106" cy="932106"/>
            </a:xfrm>
            <a:prstGeom prst="rect">
              <a:avLst/>
            </a:prstGeom>
          </p:spPr>
        </p:pic>
        <p:pic>
          <p:nvPicPr>
            <p:cNvPr id="59" name="Graphique 4" descr="Mur de briques avec un remplissage uni">
              <a:extLst>
                <a:ext uri="{FF2B5EF4-FFF2-40B4-BE49-F238E27FC236}">
                  <a16:creationId xmlns:a16="http://schemas.microsoft.com/office/drawing/2014/main" id="{06C12274-B427-4211-96F1-9ED337F4E49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052705" y="4998244"/>
              <a:ext cx="1132005" cy="1132005"/>
            </a:xfrm>
            <a:prstGeom prst="rect">
              <a:avLst/>
            </a:prstGeom>
          </p:spPr>
        </p:pic>
        <p:pic>
          <p:nvPicPr>
            <p:cNvPr id="60" name="Graphique 19" descr="Mur de briques avec un remplissage uni">
              <a:extLst>
                <a:ext uri="{FF2B5EF4-FFF2-40B4-BE49-F238E27FC236}">
                  <a16:creationId xmlns:a16="http://schemas.microsoft.com/office/drawing/2014/main" id="{5873A1C9-333E-4F71-87DB-94053248C04A}"/>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867357" y="4998244"/>
              <a:ext cx="1132005" cy="1132005"/>
            </a:xfrm>
            <a:prstGeom prst="rect">
              <a:avLst/>
            </a:prstGeom>
          </p:spPr>
        </p:pic>
      </p:grpSp>
    </p:spTree>
    <p:extLst>
      <p:ext uri="{BB962C8B-B14F-4D97-AF65-F5344CB8AC3E}">
        <p14:creationId xmlns:p14="http://schemas.microsoft.com/office/powerpoint/2010/main" val="32325803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F22F6-7A5F-331E-6B4F-2495D59ACAF1}"/>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30DD791D-0B24-1DAF-CACC-64DF25EDC193}"/>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59DA5982-136C-5A98-B1B8-01D81EBF2A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15843389-CD89-D776-C2E6-E6379D09D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3C28DCCD-26A9-1BB2-0106-3EF994654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D8866902-F1C2-2CB7-74C3-E51CCA1AE7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C1AFCE3B-2923-3F51-86D4-07DDF50F38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A5DB1DE0-0D41-3C67-B27E-0C52FC7D92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2E163048-DDB8-BC82-83C5-BB2E49480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043AC5D7-8B7E-6A20-8F96-4D7441BDCD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6AF3A233-D41B-79C0-0DF9-F892E624CF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86DFF991-3D5E-A182-2D35-52439C9341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89916008-B165-3002-9310-0EB491585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6B66A553-0BCD-E553-37F6-6263CDD948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6898ADF4-CC2F-01AD-066C-6CED88F08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D09834B4-CEF4-0B56-B6E8-219767089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AA4238CB-F334-B16C-EFB6-7034067D0B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F58DE376-D82D-27F8-6593-D8524F57EE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443AB627-FBC6-5323-E9B2-406A29DB09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17AA5E6A-B516-9AA9-6BE7-669157681E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B77C5A23-DC86-A321-2E0D-B1AD63BA0D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033B87DF-2268-F98D-A103-BF797C1B1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A1DC011B-A616-4408-6292-29CA9311B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E6C01721-5083-DD93-5EC8-B5768E370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31039F7F-3510-64D8-7084-1D7197EE60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C47EB911-8BAC-4EBE-E1A3-C67FAABD4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07233631-C07A-A77B-6562-569AE755DC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706D4E03-AFC6-FC65-2562-1227891A6D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EE71C6FE-CD36-0350-43B7-694F3918E6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B8F313EF-1A0F-3B63-781D-CABB43D36C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3370302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8A9AE-3914-DE68-D431-34B4B59442B7}"/>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A0418C8F-39A0-8E4A-D658-0C594F1BB75D}"/>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F01D3839-949F-AC80-804E-24F0D06AB3E1}"/>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F18B7C96-E2F2-FA50-2580-1491007FCE5B}"/>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0B9CFACA-A731-34C1-EDEB-F4044284DE3E}"/>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8" name="Espace réservé du contenu 6">
            <a:extLst>
              <a:ext uri="{FF2B5EF4-FFF2-40B4-BE49-F238E27FC236}">
                <a16:creationId xmlns:a16="http://schemas.microsoft.com/office/drawing/2014/main" id="{65FDA6BC-DD75-BB44-B7B8-5BAEB03A786E}"/>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1" name="Espace réservé du contenu 6">
            <a:extLst>
              <a:ext uri="{FF2B5EF4-FFF2-40B4-BE49-F238E27FC236}">
                <a16:creationId xmlns:a16="http://schemas.microsoft.com/office/drawing/2014/main" id="{C3181306-B42D-C219-074D-FCAF70134DA9}"/>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3" name="Espace réservé du contenu 6">
            <a:extLst>
              <a:ext uri="{FF2B5EF4-FFF2-40B4-BE49-F238E27FC236}">
                <a16:creationId xmlns:a16="http://schemas.microsoft.com/office/drawing/2014/main" id="{9FB26287-ED0E-7F6B-D4B6-8E788BD22385}"/>
              </a:ext>
            </a:extLst>
          </p:cNvPr>
          <p:cNvSpPr txBox="1">
            <a:spLocks/>
          </p:cNvSpPr>
          <p:nvPr/>
        </p:nvSpPr>
        <p:spPr>
          <a:xfrm>
            <a:off x="106165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8" name="Espace réservé du contenu 6">
            <a:extLst>
              <a:ext uri="{FF2B5EF4-FFF2-40B4-BE49-F238E27FC236}">
                <a16:creationId xmlns:a16="http://schemas.microsoft.com/office/drawing/2014/main" id="{7FE05145-7D4F-A117-8313-DB3C5CD37528}"/>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0" name="Espace réservé du contenu 6">
            <a:extLst>
              <a:ext uri="{FF2B5EF4-FFF2-40B4-BE49-F238E27FC236}">
                <a16:creationId xmlns:a16="http://schemas.microsoft.com/office/drawing/2014/main" id="{024D8419-10F5-E650-63A4-EF133FCE6844}"/>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600221C4-EE8B-AD47-3958-A350584D49BF}"/>
              </a:ext>
            </a:extLst>
          </p:cNvPr>
          <p:cNvSpPr txBox="1">
            <a:spLocks/>
          </p:cNvSpPr>
          <p:nvPr/>
        </p:nvSpPr>
        <p:spPr>
          <a:xfrm>
            <a:off x="126172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développé de nouvelles libertés</a:t>
            </a:r>
          </a:p>
        </p:txBody>
      </p:sp>
      <p:sp>
        <p:nvSpPr>
          <p:cNvPr id="4" name="Espace réservé du contenu 6">
            <a:extLst>
              <a:ext uri="{FF2B5EF4-FFF2-40B4-BE49-F238E27FC236}">
                <a16:creationId xmlns:a16="http://schemas.microsoft.com/office/drawing/2014/main" id="{4780D728-FDCD-0C5D-2505-1684DBCA8077}"/>
              </a:ext>
            </a:extLst>
          </p:cNvPr>
          <p:cNvSpPr txBox="1">
            <a:spLocks/>
          </p:cNvSpPr>
          <p:nvPr/>
        </p:nvSpPr>
        <p:spPr>
          <a:xfrm>
            <a:off x="125361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j'accepte mieux certaines choses que j'avais du mal à accepter</a:t>
            </a:r>
          </a:p>
        </p:txBody>
      </p:sp>
      <p:sp>
        <p:nvSpPr>
          <p:cNvPr id="3" name="Espace réservé du contenu 6">
            <a:extLst>
              <a:ext uri="{FF2B5EF4-FFF2-40B4-BE49-F238E27FC236}">
                <a16:creationId xmlns:a16="http://schemas.microsoft.com/office/drawing/2014/main" id="{1AFD8290-1DFE-8D43-3712-847B0229B7B4}"/>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passé un très bon moment</a:t>
            </a:r>
          </a:p>
        </p:txBody>
      </p:sp>
      <p:sp>
        <p:nvSpPr>
          <p:cNvPr id="5" name="Espace réservé du contenu 6">
            <a:extLst>
              <a:ext uri="{FF2B5EF4-FFF2-40B4-BE49-F238E27FC236}">
                <a16:creationId xmlns:a16="http://schemas.microsoft.com/office/drawing/2014/main" id="{A41F832E-2C48-026D-553F-575EDFF70B8D}"/>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je suis et je vais être en meilleure santé</a:t>
            </a:r>
          </a:p>
        </p:txBody>
      </p:sp>
      <p:sp>
        <p:nvSpPr>
          <p:cNvPr id="6" name="Espace réservé du contenu 6">
            <a:extLst>
              <a:ext uri="{FF2B5EF4-FFF2-40B4-BE49-F238E27FC236}">
                <a16:creationId xmlns:a16="http://schemas.microsoft.com/office/drawing/2014/main" id="{B7E120F2-6E28-E270-6FBE-035F2BA2E942}"/>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un nouveau but</a:t>
            </a:r>
          </a:p>
        </p:txBody>
      </p:sp>
      <p:sp>
        <p:nvSpPr>
          <p:cNvPr id="8" name="Espace réservé du contenu 6">
            <a:extLst>
              <a:ext uri="{FF2B5EF4-FFF2-40B4-BE49-F238E27FC236}">
                <a16:creationId xmlns:a16="http://schemas.microsoft.com/office/drawing/2014/main" id="{00DD75A6-E4DB-1498-3013-D33872C28960}"/>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r>
              <a:rPr lang="fr-FR" sz="1400" b="1" i="1" dirty="0">
                <a:solidFill>
                  <a:schemeClr val="accent1"/>
                </a:solidFill>
              </a:rPr>
              <a:t>Grâce à toi j'ai trouvé un meilleur équilibre</a:t>
            </a:r>
          </a:p>
        </p:txBody>
      </p:sp>
      <p:sp>
        <p:nvSpPr>
          <p:cNvPr id="9" name="Espace réservé du contenu 6">
            <a:extLst>
              <a:ext uri="{FF2B5EF4-FFF2-40B4-BE49-F238E27FC236}">
                <a16:creationId xmlns:a16="http://schemas.microsoft.com/office/drawing/2014/main" id="{B8BE526C-986D-5B12-F33E-0A8AE587E1D1}"/>
              </a:ext>
            </a:extLst>
          </p:cNvPr>
          <p:cNvSpPr txBox="1">
            <a:spLocks/>
          </p:cNvSpPr>
          <p:nvPr/>
        </p:nvSpPr>
        <p:spPr>
          <a:xfrm>
            <a:off x="892658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réussi à effectuer quelque chose que je considérais comme difficile</a:t>
            </a:r>
          </a:p>
        </p:txBody>
      </p:sp>
      <p:sp>
        <p:nvSpPr>
          <p:cNvPr id="10" name="Espace réservé du contenu 6">
            <a:extLst>
              <a:ext uri="{FF2B5EF4-FFF2-40B4-BE49-F238E27FC236}">
                <a16:creationId xmlns:a16="http://schemas.microsoft.com/office/drawing/2014/main" id="{5E12B4EC-424F-C0A4-9448-F11472AD2020}"/>
              </a:ext>
            </a:extLst>
          </p:cNvPr>
          <p:cNvSpPr txBox="1">
            <a:spLocks/>
          </p:cNvSpPr>
          <p:nvPr/>
        </p:nvSpPr>
        <p:spPr>
          <a:xfrm>
            <a:off x="891847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j'ai appris quelque chose de totalement nouveau</a:t>
            </a:r>
          </a:p>
        </p:txBody>
      </p:sp>
      <p:pic>
        <p:nvPicPr>
          <p:cNvPr id="11" name="Image 2">
            <a:extLst>
              <a:ext uri="{FF2B5EF4-FFF2-40B4-BE49-F238E27FC236}">
                <a16:creationId xmlns:a16="http://schemas.microsoft.com/office/drawing/2014/main" id="{0167D1D9-71F4-4E47-001C-6C72F849D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56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F252136E-1AE6-E5EA-A3DC-ADE118F7DE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0653" y="2690045"/>
            <a:ext cx="658997" cy="223162"/>
          </a:xfrm>
          <a:prstGeom prst="rect">
            <a:avLst/>
          </a:prstGeom>
        </p:spPr>
      </p:pic>
      <p:pic>
        <p:nvPicPr>
          <p:cNvPr id="14" name="Image 2">
            <a:extLst>
              <a:ext uri="{FF2B5EF4-FFF2-40B4-BE49-F238E27FC236}">
                <a16:creationId xmlns:a16="http://schemas.microsoft.com/office/drawing/2014/main" id="{68ACF1DA-E1DF-FCCA-5358-0D76571D4A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4B4911B3-C13D-7D19-9FEE-D95618200D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9B296CA1-89BD-B377-7018-88E7D7C25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DE7D64C8-5DA7-8A45-9ED2-76862D1143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A1C2B851-F190-F9F9-A0D5-FC576C7D2C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C2FAFF70-9A2F-EA54-2A95-74809F6859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828" y="2690045"/>
            <a:ext cx="658997" cy="223162"/>
          </a:xfrm>
          <a:prstGeom prst="rect">
            <a:avLst/>
          </a:prstGeom>
        </p:spPr>
      </p:pic>
      <p:pic>
        <p:nvPicPr>
          <p:cNvPr id="24" name="Image 2">
            <a:extLst>
              <a:ext uri="{FF2B5EF4-FFF2-40B4-BE49-F238E27FC236}">
                <a16:creationId xmlns:a16="http://schemas.microsoft.com/office/drawing/2014/main" id="{528C87E0-4E00-2002-3F55-CE0CF5F55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56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9227AB57-9DF4-0F12-EC63-01B328BDD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0653" y="6106916"/>
            <a:ext cx="658997" cy="223162"/>
          </a:xfrm>
          <a:prstGeom prst="rect">
            <a:avLst/>
          </a:prstGeom>
        </p:spPr>
      </p:pic>
      <p:pic>
        <p:nvPicPr>
          <p:cNvPr id="26" name="Image 2">
            <a:extLst>
              <a:ext uri="{FF2B5EF4-FFF2-40B4-BE49-F238E27FC236}">
                <a16:creationId xmlns:a16="http://schemas.microsoft.com/office/drawing/2014/main" id="{136A2C9C-F632-0BE3-2A41-7023312B0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491E477E-565A-EE95-AA70-3D74F9A43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6106916"/>
            <a:ext cx="658997" cy="223162"/>
          </a:xfrm>
          <a:prstGeom prst="rect">
            <a:avLst/>
          </a:prstGeom>
        </p:spPr>
      </p:pic>
      <p:pic>
        <p:nvPicPr>
          <p:cNvPr id="29" name="Image 2">
            <a:extLst>
              <a:ext uri="{FF2B5EF4-FFF2-40B4-BE49-F238E27FC236}">
                <a16:creationId xmlns:a16="http://schemas.microsoft.com/office/drawing/2014/main" id="{A571D0CC-E589-5830-5EF2-1707F57E1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D54B6643-73C4-B111-850E-6A889A2C38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6106916"/>
            <a:ext cx="658997" cy="223162"/>
          </a:xfrm>
          <a:prstGeom prst="rect">
            <a:avLst/>
          </a:prstGeom>
        </p:spPr>
      </p:pic>
      <p:pic>
        <p:nvPicPr>
          <p:cNvPr id="32" name="Image 2">
            <a:extLst>
              <a:ext uri="{FF2B5EF4-FFF2-40B4-BE49-F238E27FC236}">
                <a16:creationId xmlns:a16="http://schemas.microsoft.com/office/drawing/2014/main" id="{DB47F941-0A6F-3012-191C-6D670311D1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07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B58C4134-126D-0F65-22DD-617F0A8EAE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4828" y="6106916"/>
            <a:ext cx="658997" cy="223162"/>
          </a:xfrm>
          <a:prstGeom prst="rect">
            <a:avLst/>
          </a:prstGeom>
        </p:spPr>
      </p:pic>
      <p:sp>
        <p:nvSpPr>
          <p:cNvPr id="36" name="CasellaDiTesto 35">
            <a:extLst>
              <a:ext uri="{FF2B5EF4-FFF2-40B4-BE49-F238E27FC236}">
                <a16:creationId xmlns:a16="http://schemas.microsoft.com/office/drawing/2014/main" id="{9FA80BAE-E315-76D0-EF41-11FFD6B570F3}"/>
              </a:ext>
            </a:extLst>
          </p:cNvPr>
          <p:cNvSpPr txBox="1"/>
          <p:nvPr/>
        </p:nvSpPr>
        <p:spPr>
          <a:xfrm>
            <a:off x="123053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7" name="CasellaDiTesto 36">
            <a:extLst>
              <a:ext uri="{FF2B5EF4-FFF2-40B4-BE49-F238E27FC236}">
                <a16:creationId xmlns:a16="http://schemas.microsoft.com/office/drawing/2014/main" id="{4E789E2C-FF38-7276-3493-09AC4310E946}"/>
              </a:ext>
            </a:extLst>
          </p:cNvPr>
          <p:cNvSpPr txBox="1"/>
          <p:nvPr/>
        </p:nvSpPr>
        <p:spPr>
          <a:xfrm>
            <a:off x="3803118"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8" name="CasellaDiTesto 37">
            <a:extLst>
              <a:ext uri="{FF2B5EF4-FFF2-40B4-BE49-F238E27FC236}">
                <a16:creationId xmlns:a16="http://schemas.microsoft.com/office/drawing/2014/main" id="{DFDA3165-9EFD-3D65-E62B-1A7C694530FE}"/>
              </a:ext>
            </a:extLst>
          </p:cNvPr>
          <p:cNvSpPr txBox="1"/>
          <p:nvPr/>
        </p:nvSpPr>
        <p:spPr>
          <a:xfrm>
            <a:off x="635996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9" name="CasellaDiTesto 38">
            <a:extLst>
              <a:ext uri="{FF2B5EF4-FFF2-40B4-BE49-F238E27FC236}">
                <a16:creationId xmlns:a16="http://schemas.microsoft.com/office/drawing/2014/main" id="{42C9F491-EB69-8EB3-EDB3-C8D5B0247484}"/>
              </a:ext>
            </a:extLst>
          </p:cNvPr>
          <p:cNvSpPr txBox="1"/>
          <p:nvPr/>
        </p:nvSpPr>
        <p:spPr>
          <a:xfrm>
            <a:off x="890599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0" name="CasellaDiTesto 39">
            <a:extLst>
              <a:ext uri="{FF2B5EF4-FFF2-40B4-BE49-F238E27FC236}">
                <a16:creationId xmlns:a16="http://schemas.microsoft.com/office/drawing/2014/main" id="{73838531-31B8-39E4-4746-064233255A82}"/>
              </a:ext>
            </a:extLst>
          </p:cNvPr>
          <p:cNvSpPr txBox="1"/>
          <p:nvPr/>
        </p:nvSpPr>
        <p:spPr>
          <a:xfrm>
            <a:off x="120513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2DFE52EF-1D0C-154D-E371-155282CBBF15}"/>
              </a:ext>
            </a:extLst>
          </p:cNvPr>
          <p:cNvSpPr txBox="1"/>
          <p:nvPr/>
        </p:nvSpPr>
        <p:spPr>
          <a:xfrm>
            <a:off x="3777718"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A5111BCE-9FCB-FFDC-0F61-A55EA8CEC7D8}"/>
              </a:ext>
            </a:extLst>
          </p:cNvPr>
          <p:cNvSpPr txBox="1"/>
          <p:nvPr/>
        </p:nvSpPr>
        <p:spPr>
          <a:xfrm>
            <a:off x="633456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4" name="CasellaDiTesto 43">
            <a:extLst>
              <a:ext uri="{FF2B5EF4-FFF2-40B4-BE49-F238E27FC236}">
                <a16:creationId xmlns:a16="http://schemas.microsoft.com/office/drawing/2014/main" id="{5ECA1031-DF80-B154-6D9E-71F2E5790083}"/>
              </a:ext>
            </a:extLst>
          </p:cNvPr>
          <p:cNvSpPr txBox="1"/>
          <p:nvPr/>
        </p:nvSpPr>
        <p:spPr>
          <a:xfrm>
            <a:off x="88805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grpSp>
        <p:nvGrpSpPr>
          <p:cNvPr id="34" name="Gruppo 33">
            <a:extLst>
              <a:ext uri="{FF2B5EF4-FFF2-40B4-BE49-F238E27FC236}">
                <a16:creationId xmlns:a16="http://schemas.microsoft.com/office/drawing/2014/main" id="{0FDCB2C6-54F8-DAF4-F3ED-0857664CEF64}"/>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320469D9-DF61-9185-BF98-2849E5C5CEB2}"/>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0D430147-1C81-DFAD-C718-A7FDB47C0D27}"/>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1FE18698-D97A-6A07-D6FC-2368DB78F6C3}"/>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1ADDF82E-C094-689C-CD3B-21DB6C1348FC}"/>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88D964B2-96DF-8EB1-14A7-E68768FC96F9}"/>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8138A51A-F3DF-A6B4-BE8C-8BC38FAEEF9F}"/>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66C0A2E5-3BB1-115C-4B36-35D6A82B83BF}"/>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47456ED6-7366-D6F1-CDBD-27E704870A8E}"/>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pic>
        <p:nvPicPr>
          <p:cNvPr id="56" name="Graphique 24" descr="Toque d'étudiant avec un remplissage uni">
            <a:extLst>
              <a:ext uri="{FF2B5EF4-FFF2-40B4-BE49-F238E27FC236}">
                <a16:creationId xmlns:a16="http://schemas.microsoft.com/office/drawing/2014/main" id="{2E49298D-CDF6-410E-8247-17BFE600CB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21924" y="3605676"/>
            <a:ext cx="1290907" cy="1290907"/>
          </a:xfrm>
          <a:prstGeom prst="rect">
            <a:avLst/>
          </a:prstGeom>
        </p:spPr>
      </p:pic>
      <p:pic>
        <p:nvPicPr>
          <p:cNvPr id="61" name="Graphique 11" descr="Déverrouiller avec un remplissage uni">
            <a:extLst>
              <a:ext uri="{FF2B5EF4-FFF2-40B4-BE49-F238E27FC236}">
                <a16:creationId xmlns:a16="http://schemas.microsoft.com/office/drawing/2014/main" id="{A974EA97-32AB-40B3-95DA-59883E8DDAA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08481" y="194968"/>
            <a:ext cx="1436560" cy="1436560"/>
          </a:xfrm>
          <a:prstGeom prst="rect">
            <a:avLst/>
          </a:prstGeom>
        </p:spPr>
      </p:pic>
      <p:pic>
        <p:nvPicPr>
          <p:cNvPr id="62" name="Graphique 24" descr="Signe pouce en haut avec un remplissage uni">
            <a:extLst>
              <a:ext uri="{FF2B5EF4-FFF2-40B4-BE49-F238E27FC236}">
                <a16:creationId xmlns:a16="http://schemas.microsoft.com/office/drawing/2014/main" id="{2271F22C-205F-4249-95B3-467EFCF5077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153920" y="183625"/>
            <a:ext cx="1459246" cy="1459246"/>
          </a:xfrm>
          <a:prstGeom prst="rect">
            <a:avLst/>
          </a:prstGeom>
        </p:spPr>
      </p:pic>
      <p:grpSp>
        <p:nvGrpSpPr>
          <p:cNvPr id="68" name="Gruppo 67">
            <a:extLst>
              <a:ext uri="{FF2B5EF4-FFF2-40B4-BE49-F238E27FC236}">
                <a16:creationId xmlns:a16="http://schemas.microsoft.com/office/drawing/2014/main" id="{D246FB9C-38F9-C9D2-78FE-09D20167AFF0}"/>
              </a:ext>
            </a:extLst>
          </p:cNvPr>
          <p:cNvGrpSpPr/>
          <p:nvPr/>
        </p:nvGrpSpPr>
        <p:grpSpPr>
          <a:xfrm>
            <a:off x="6778614" y="267602"/>
            <a:ext cx="1193665" cy="1363926"/>
            <a:chOff x="403301" y="8681507"/>
            <a:chExt cx="1193665" cy="1363926"/>
          </a:xfrm>
        </p:grpSpPr>
        <p:pic>
          <p:nvPicPr>
            <p:cNvPr id="63" name="Graphique 13" descr="Montagnes avec un remplissage uni">
              <a:extLst>
                <a:ext uri="{FF2B5EF4-FFF2-40B4-BE49-F238E27FC236}">
                  <a16:creationId xmlns:a16="http://schemas.microsoft.com/office/drawing/2014/main" id="{8F50D05F-CC80-4893-97E7-40D2421FC2C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403301" y="8913951"/>
              <a:ext cx="1193665" cy="1131482"/>
            </a:xfrm>
            <a:prstGeom prst="rect">
              <a:avLst/>
            </a:prstGeom>
          </p:spPr>
        </p:pic>
        <p:pic>
          <p:nvPicPr>
            <p:cNvPr id="64" name="Graphique 26" descr="Cible avec un remplissage uni">
              <a:extLst>
                <a:ext uri="{FF2B5EF4-FFF2-40B4-BE49-F238E27FC236}">
                  <a16:creationId xmlns:a16="http://schemas.microsoft.com/office/drawing/2014/main" id="{D8A78A82-AB8C-4D18-AA0B-B970DBBCF8B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75892" y="8681507"/>
              <a:ext cx="369586" cy="369586"/>
            </a:xfrm>
            <a:prstGeom prst="rect">
              <a:avLst/>
            </a:prstGeom>
          </p:spPr>
        </p:pic>
      </p:grpSp>
      <p:pic>
        <p:nvPicPr>
          <p:cNvPr id="65" name="Graphique 28" descr="Aspiration avec un remplissage uni">
            <a:extLst>
              <a:ext uri="{FF2B5EF4-FFF2-40B4-BE49-F238E27FC236}">
                <a16:creationId xmlns:a16="http://schemas.microsoft.com/office/drawing/2014/main" id="{4A3AF302-72B7-46AD-A65A-EE0397F695C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253788" y="267602"/>
            <a:ext cx="1345061" cy="1345061"/>
          </a:xfrm>
          <a:prstGeom prst="rect">
            <a:avLst/>
          </a:prstGeom>
        </p:spPr>
      </p:pic>
      <p:pic>
        <p:nvPicPr>
          <p:cNvPr id="66" name="Graphique 34" descr="Méditation avec un remplissage uni">
            <a:extLst>
              <a:ext uri="{FF2B5EF4-FFF2-40B4-BE49-F238E27FC236}">
                <a16:creationId xmlns:a16="http://schemas.microsoft.com/office/drawing/2014/main" id="{E178B737-0CFF-47AF-9ADB-88A2FCD17C83}"/>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72740" y="3561892"/>
            <a:ext cx="1430096" cy="1430096"/>
          </a:xfrm>
          <a:prstGeom prst="rect">
            <a:avLst/>
          </a:prstGeom>
        </p:spPr>
      </p:pic>
      <p:pic>
        <p:nvPicPr>
          <p:cNvPr id="52" name="Graphique 3" descr="Cœur avec battements avec un remplissage uni">
            <a:extLst>
              <a:ext uri="{FF2B5EF4-FFF2-40B4-BE49-F238E27FC236}">
                <a16:creationId xmlns:a16="http://schemas.microsoft.com/office/drawing/2014/main" id="{490BDCD8-91CE-4CF2-A2AB-39866CE14ED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236786" y="3698475"/>
            <a:ext cx="1293513" cy="1293513"/>
          </a:xfrm>
          <a:prstGeom prst="rect">
            <a:avLst/>
          </a:prstGeom>
        </p:spPr>
      </p:pic>
      <p:pic>
        <p:nvPicPr>
          <p:cNvPr id="53" name="Graphique 17" descr="Cailloux empilés avec un remplissage uni">
            <a:extLst>
              <a:ext uri="{FF2B5EF4-FFF2-40B4-BE49-F238E27FC236}">
                <a16:creationId xmlns:a16="http://schemas.microsoft.com/office/drawing/2014/main" id="{CDD1F445-A5ED-48D2-B916-765162F69DFE}"/>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753581" y="3661327"/>
            <a:ext cx="1243730" cy="1243730"/>
          </a:xfrm>
          <a:prstGeom prst="rect">
            <a:avLst/>
          </a:prstGeom>
        </p:spPr>
      </p:pic>
    </p:spTree>
    <p:extLst>
      <p:ext uri="{BB962C8B-B14F-4D97-AF65-F5344CB8AC3E}">
        <p14:creationId xmlns:p14="http://schemas.microsoft.com/office/powerpoint/2010/main" val="1589912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E2746-A8C2-8649-246A-E85AC17B8F0D}"/>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DE61E997-BCD2-CFDF-4669-FE5F699B535C}"/>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C24E3BB4-1467-2F29-CE9F-9A21A6856C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E19376BF-47A6-9629-FAFA-EF91795591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127E2B28-134B-03CA-4042-C3CF7E319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DFC096BC-793B-4524-19D9-A13531511F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B6D05B9C-F061-A94D-CEF6-EC1482B30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00414F65-C4D5-8528-E420-4615D37DA9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9CC39DED-0AFF-D2F0-9240-09842D5264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E9B4714A-785B-0EAD-71C9-7DC5A0036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E179D260-01A2-35E4-231D-DC1C4EE9D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8C7E4364-81DC-AC67-9BFA-E6209B465D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B036CFE9-5B91-27E9-AF5E-3DE4FF527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545B59D2-200E-C1C5-03E0-4F6ABAB49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BC35612C-9F6B-86BB-014F-FA3B1CC84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008AEF1C-12D2-7675-6D32-71C146F022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B3C2280A-F4BF-FE14-B15E-3C87AED14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71DAC3A1-555F-4EAD-356D-11674669CF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BD0FA9D5-FBB3-2713-B2D1-15CEFC743B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45263FB3-F8CA-CFCE-A60C-36EB52BCD1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98FE8BDE-6261-57CB-9262-A6AD825EF1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3DA871AA-5F58-03DE-81F3-53659D565E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6C4E8150-6E07-30D9-E4CB-F0EC6BCD59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14A31DFD-0C03-C0C5-6D41-D0B99A5E1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07CD8F13-AA36-90CF-117E-5160E17702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28DAB9AF-B087-20BC-AE85-47355B93B7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E4194920-539F-412B-F31A-C5C809C099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E2ED3CD1-F3E7-1617-EC89-D4BD28040B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3606D970-563F-6B8A-3C36-5FBA1267D6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6D6D77DB-95C1-19F4-2715-C44D3C541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7578827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F4A2-DF03-2DFA-34A3-5D8394F7EFD2}"/>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EDF631F6-42FE-5039-7AFF-18F1DE2FA62B}"/>
              </a:ext>
            </a:extLst>
          </p:cNvPr>
          <p:cNvSpPr>
            <a:spLocks noGrp="1"/>
          </p:cNvSpPr>
          <p:nvPr>
            <p:ph type="ctrTitle"/>
          </p:nvPr>
        </p:nvSpPr>
        <p:spPr/>
        <p:txBody>
          <a:bodyPr/>
          <a:lstStyle/>
          <a:p>
            <a:r>
              <a:rPr lang="en-US" dirty="0">
                <a:solidFill>
                  <a:schemeClr val="tx1"/>
                </a:solidFill>
              </a:rPr>
              <a:t>GRÂCE A TOI, NOUS…</a:t>
            </a:r>
          </a:p>
        </p:txBody>
      </p:sp>
      <p:sp>
        <p:nvSpPr>
          <p:cNvPr id="5" name="Sous-titre 4">
            <a:extLst>
              <a:ext uri="{FF2B5EF4-FFF2-40B4-BE49-F238E27FC236}">
                <a16:creationId xmlns:a16="http://schemas.microsoft.com/office/drawing/2014/main" id="{00B594F9-D1A6-8B02-D3BD-255952BACAFA}"/>
              </a:ext>
            </a:extLst>
          </p:cNvPr>
          <p:cNvSpPr>
            <a:spLocks noGrp="1"/>
          </p:cNvSpPr>
          <p:nvPr>
            <p:ph type="subTitle" idx="1"/>
          </p:nvPr>
        </p:nvSpPr>
        <p:spPr/>
        <p:txBody>
          <a:bodyPr/>
          <a:lstStyle/>
          <a:p>
            <a:r>
              <a:rPr lang="en-US" dirty="0" err="1"/>
              <a:t>Plusieurs</a:t>
            </a:r>
            <a:r>
              <a:rPr lang="en-US" dirty="0"/>
              <a:t> </a:t>
            </a:r>
            <a:r>
              <a:rPr lang="en-US" dirty="0" err="1"/>
              <a:t>personnes</a:t>
            </a:r>
            <a:r>
              <a:rPr lang="en-US" dirty="0"/>
              <a:t> </a:t>
            </a:r>
            <a:r>
              <a:rPr lang="en-US" dirty="0" err="1"/>
              <a:t>remercient</a:t>
            </a:r>
            <a:r>
              <a:rPr lang="en-US" dirty="0"/>
              <a:t> 1 </a:t>
            </a:r>
            <a:r>
              <a:rPr lang="en-US" dirty="0" err="1"/>
              <a:t>personne</a:t>
            </a:r>
            <a:endParaRPr lang="en-US" dirty="0"/>
          </a:p>
        </p:txBody>
      </p:sp>
    </p:spTree>
    <p:extLst>
      <p:ext uri="{BB962C8B-B14F-4D97-AF65-F5344CB8AC3E}">
        <p14:creationId xmlns:p14="http://schemas.microsoft.com/office/powerpoint/2010/main" val="3078966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0B7AB3-4BDF-CCBA-ACC8-68FBA1F427D0}"/>
            </a:ext>
          </a:extLst>
        </p:cNvPr>
        <p:cNvGrpSpPr/>
        <p:nvPr/>
      </p:nvGrpSpPr>
      <p:grpSpPr>
        <a:xfrm>
          <a:off x="0" y="0"/>
          <a:ext cx="0" cy="0"/>
          <a:chOff x="0" y="0"/>
          <a:chExt cx="0" cy="0"/>
        </a:xfrm>
      </p:grpSpPr>
      <p:sp>
        <p:nvSpPr>
          <p:cNvPr id="68" name="Rettangolo 67">
            <a:extLst>
              <a:ext uri="{FF2B5EF4-FFF2-40B4-BE49-F238E27FC236}">
                <a16:creationId xmlns:a16="http://schemas.microsoft.com/office/drawing/2014/main" id="{C0CA594B-4883-89D8-BA26-0E7EF8A3E1C6}"/>
              </a:ext>
            </a:extLst>
          </p:cNvPr>
          <p:cNvSpPr/>
          <p:nvPr/>
        </p:nvSpPr>
        <p:spPr>
          <a:xfrm>
            <a:off x="991419" y="0"/>
            <a:ext cx="10266770" cy="68475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contenu 6">
            <a:extLst>
              <a:ext uri="{FF2B5EF4-FFF2-40B4-BE49-F238E27FC236}">
                <a16:creationId xmlns:a16="http://schemas.microsoft.com/office/drawing/2014/main" id="{CBF9CDAE-AB76-5FA2-62FE-DF72586C259A}"/>
              </a:ext>
            </a:extLst>
          </p:cNvPr>
          <p:cNvSpPr txBox="1">
            <a:spLocks/>
          </p:cNvSpPr>
          <p:nvPr/>
        </p:nvSpPr>
        <p:spPr>
          <a:xfrm>
            <a:off x="8688218"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5" name="Espace réservé du contenu 6">
            <a:extLst>
              <a:ext uri="{FF2B5EF4-FFF2-40B4-BE49-F238E27FC236}">
                <a16:creationId xmlns:a16="http://schemas.microsoft.com/office/drawing/2014/main" id="{4EE08097-AF59-8FBD-6819-BC7671BC462B}"/>
              </a:ext>
            </a:extLst>
          </p:cNvPr>
          <p:cNvSpPr txBox="1">
            <a:spLocks/>
          </p:cNvSpPr>
          <p:nvPr/>
        </p:nvSpPr>
        <p:spPr>
          <a:xfrm>
            <a:off x="1017205"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6" name="Espace réservé du contenu 6">
            <a:extLst>
              <a:ext uri="{FF2B5EF4-FFF2-40B4-BE49-F238E27FC236}">
                <a16:creationId xmlns:a16="http://schemas.microsoft.com/office/drawing/2014/main" id="{6E2FD145-91D7-00A4-1178-39EAC4E25BD3}"/>
              </a:ext>
            </a:extLst>
          </p:cNvPr>
          <p:cNvSpPr txBox="1">
            <a:spLocks/>
          </p:cNvSpPr>
          <p:nvPr/>
        </p:nvSpPr>
        <p:spPr>
          <a:xfrm>
            <a:off x="6131213"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7" name="Espace réservé du contenu 6">
            <a:extLst>
              <a:ext uri="{FF2B5EF4-FFF2-40B4-BE49-F238E27FC236}">
                <a16:creationId xmlns:a16="http://schemas.microsoft.com/office/drawing/2014/main" id="{571A1C44-A156-3940-77B6-C93F1F5EDE48}"/>
              </a:ext>
            </a:extLst>
          </p:cNvPr>
          <p:cNvSpPr txBox="1">
            <a:spLocks/>
          </p:cNvSpPr>
          <p:nvPr/>
        </p:nvSpPr>
        <p:spPr>
          <a:xfrm>
            <a:off x="3574209"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8" name="Espace réservé du contenu 6">
            <a:extLst>
              <a:ext uri="{FF2B5EF4-FFF2-40B4-BE49-F238E27FC236}">
                <a16:creationId xmlns:a16="http://schemas.microsoft.com/office/drawing/2014/main" id="{875E27E2-04C2-802B-0420-D32C88E02E5F}"/>
              </a:ext>
            </a:extLst>
          </p:cNvPr>
          <p:cNvSpPr txBox="1">
            <a:spLocks/>
          </p:cNvSpPr>
          <p:nvPr/>
        </p:nvSpPr>
        <p:spPr>
          <a:xfrm>
            <a:off x="8688218"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9" name="Espace réservé du contenu 6">
            <a:extLst>
              <a:ext uri="{FF2B5EF4-FFF2-40B4-BE49-F238E27FC236}">
                <a16:creationId xmlns:a16="http://schemas.microsoft.com/office/drawing/2014/main" id="{D21C8784-B081-97E1-6967-B4996C24DF1C}"/>
              </a:ext>
            </a:extLst>
          </p:cNvPr>
          <p:cNvSpPr txBox="1">
            <a:spLocks/>
          </p:cNvSpPr>
          <p:nvPr/>
        </p:nvSpPr>
        <p:spPr>
          <a:xfrm>
            <a:off x="1017205" y="0"/>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40" name="Espace réservé du contenu 6">
            <a:extLst>
              <a:ext uri="{FF2B5EF4-FFF2-40B4-BE49-F238E27FC236}">
                <a16:creationId xmlns:a16="http://schemas.microsoft.com/office/drawing/2014/main" id="{A4BD1B81-6BD7-3DE4-4AD5-3810357C43D0}"/>
              </a:ext>
            </a:extLst>
          </p:cNvPr>
          <p:cNvSpPr txBox="1">
            <a:spLocks/>
          </p:cNvSpPr>
          <p:nvPr/>
        </p:nvSpPr>
        <p:spPr>
          <a:xfrm>
            <a:off x="6131213"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41" name="Espace réservé du contenu 6">
            <a:extLst>
              <a:ext uri="{FF2B5EF4-FFF2-40B4-BE49-F238E27FC236}">
                <a16:creationId xmlns:a16="http://schemas.microsoft.com/office/drawing/2014/main" id="{5CE30FAA-2AFD-9339-C19D-78A326747B46}"/>
              </a:ext>
            </a:extLst>
          </p:cNvPr>
          <p:cNvSpPr txBox="1">
            <a:spLocks/>
          </p:cNvSpPr>
          <p:nvPr/>
        </p:nvSpPr>
        <p:spPr>
          <a:xfrm>
            <a:off x="3574209"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EC42F0FC-713F-8D52-4C2B-0739F74D6BD3}"/>
              </a:ext>
            </a:extLst>
          </p:cNvPr>
          <p:cNvSpPr txBox="1">
            <a:spLocks/>
          </p:cNvSpPr>
          <p:nvPr/>
        </p:nvSpPr>
        <p:spPr>
          <a:xfrm>
            <a:off x="128077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toi, nous avons pu surpasser nos objectifs fixés</a:t>
            </a:r>
          </a:p>
        </p:txBody>
      </p:sp>
      <p:sp>
        <p:nvSpPr>
          <p:cNvPr id="4" name="Espace réservé du contenu 6">
            <a:extLst>
              <a:ext uri="{FF2B5EF4-FFF2-40B4-BE49-F238E27FC236}">
                <a16:creationId xmlns:a16="http://schemas.microsoft.com/office/drawing/2014/main" id="{97E0B62D-5F97-D1A9-4B1B-DFC41D135666}"/>
              </a:ext>
            </a:extLst>
          </p:cNvPr>
          <p:cNvSpPr txBox="1">
            <a:spLocks/>
          </p:cNvSpPr>
          <p:nvPr/>
        </p:nvSpPr>
        <p:spPr>
          <a:xfrm>
            <a:off x="127266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nous nous comprenons plus les uns les autres</a:t>
            </a:r>
          </a:p>
        </p:txBody>
      </p:sp>
      <p:sp>
        <p:nvSpPr>
          <p:cNvPr id="3" name="Espace réservé du contenu 6">
            <a:extLst>
              <a:ext uri="{FF2B5EF4-FFF2-40B4-BE49-F238E27FC236}">
                <a16:creationId xmlns:a16="http://schemas.microsoft.com/office/drawing/2014/main" id="{19A1C309-7FB7-F03B-6D95-81FD8D8E5296}"/>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r>
              <a:rPr lang="fr-FR" sz="1400" b="1" i="1" dirty="0">
                <a:solidFill>
                  <a:schemeClr val="accent1"/>
                </a:solidFill>
              </a:rPr>
              <a:t>Grâce à toi, nous avons accompli un projet complexe</a:t>
            </a:r>
          </a:p>
        </p:txBody>
      </p:sp>
      <p:sp>
        <p:nvSpPr>
          <p:cNvPr id="5" name="Espace réservé du contenu 6">
            <a:extLst>
              <a:ext uri="{FF2B5EF4-FFF2-40B4-BE49-F238E27FC236}">
                <a16:creationId xmlns:a16="http://schemas.microsoft.com/office/drawing/2014/main" id="{878AC480-7101-1F09-8512-9F97B3E59079}"/>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r>
              <a:rPr lang="fr-FR" sz="1400" b="1" i="1" dirty="0">
                <a:solidFill>
                  <a:schemeClr val="accent1"/>
                </a:solidFill>
              </a:rPr>
              <a:t>Grâce à toi, nous nous sommes rencontrés</a:t>
            </a:r>
          </a:p>
        </p:txBody>
      </p:sp>
      <p:sp>
        <p:nvSpPr>
          <p:cNvPr id="6" name="Espace réservé du contenu 6">
            <a:extLst>
              <a:ext uri="{FF2B5EF4-FFF2-40B4-BE49-F238E27FC236}">
                <a16:creationId xmlns:a16="http://schemas.microsoft.com/office/drawing/2014/main" id="{0638B88D-54F3-6B00-7B83-561615431EEC}"/>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nous avons découvert une nouvelle perspective sur notre projet</a:t>
            </a:r>
          </a:p>
        </p:txBody>
      </p:sp>
      <p:sp>
        <p:nvSpPr>
          <p:cNvPr id="8" name="Espace réservé du contenu 6">
            <a:extLst>
              <a:ext uri="{FF2B5EF4-FFF2-40B4-BE49-F238E27FC236}">
                <a16:creationId xmlns:a16="http://schemas.microsoft.com/office/drawing/2014/main" id="{CCFB71B3-EBF2-DA83-9F92-63479C4F4832}"/>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endParaRPr lang="fr-FR" sz="1400" b="1" i="1">
              <a:solidFill>
                <a:schemeClr val="accent1"/>
              </a:solidFill>
            </a:endParaRPr>
          </a:p>
          <a:p>
            <a:pPr algn="ctr"/>
            <a:r>
              <a:rPr lang="fr-FR" sz="1400" b="1" i="1">
                <a:solidFill>
                  <a:schemeClr val="accent1"/>
                </a:solidFill>
              </a:rPr>
              <a:t>Grâce à toi, nous sommes clairement plus efficaces les uns avec les autres</a:t>
            </a:r>
          </a:p>
        </p:txBody>
      </p:sp>
      <p:sp>
        <p:nvSpPr>
          <p:cNvPr id="9" name="Espace réservé du contenu 6">
            <a:extLst>
              <a:ext uri="{FF2B5EF4-FFF2-40B4-BE49-F238E27FC236}">
                <a16:creationId xmlns:a16="http://schemas.microsoft.com/office/drawing/2014/main" id="{3C905D16-10EF-5BD0-CA0E-DC28C29706B5}"/>
              </a:ext>
            </a:extLst>
          </p:cNvPr>
          <p:cNvSpPr txBox="1">
            <a:spLocks/>
          </p:cNvSpPr>
          <p:nvPr/>
        </p:nvSpPr>
        <p:spPr>
          <a:xfrm>
            <a:off x="890118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dirty="0">
              <a:solidFill>
                <a:schemeClr val="accent1"/>
              </a:solidFill>
            </a:endParaRPr>
          </a:p>
          <a:p>
            <a:pPr algn="ctr"/>
            <a:endParaRPr lang="fr-FR" sz="1400" b="1" i="1" dirty="0">
              <a:solidFill>
                <a:schemeClr val="accent1"/>
              </a:solidFill>
            </a:endParaRPr>
          </a:p>
          <a:p>
            <a:pPr algn="ctr"/>
            <a:r>
              <a:rPr lang="fr-FR" sz="1400" b="1" i="1" dirty="0">
                <a:solidFill>
                  <a:schemeClr val="accent1"/>
                </a:solidFill>
              </a:rPr>
              <a:t>Grâce à toi, nous avons pris confiance en nous dans nos projets/tâches</a:t>
            </a:r>
          </a:p>
        </p:txBody>
      </p:sp>
      <p:sp>
        <p:nvSpPr>
          <p:cNvPr id="10" name="Espace réservé du contenu 6">
            <a:extLst>
              <a:ext uri="{FF2B5EF4-FFF2-40B4-BE49-F238E27FC236}">
                <a16:creationId xmlns:a16="http://schemas.microsoft.com/office/drawing/2014/main" id="{5DBA9C1D-A932-D8C9-3E25-06B1BBDE9207}"/>
              </a:ext>
            </a:extLst>
          </p:cNvPr>
          <p:cNvSpPr txBox="1">
            <a:spLocks/>
          </p:cNvSpPr>
          <p:nvPr/>
        </p:nvSpPr>
        <p:spPr>
          <a:xfrm>
            <a:off x="889307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endParaRPr lang="fr-FR" sz="1400" b="1" i="1">
              <a:solidFill>
                <a:schemeClr val="accent1"/>
              </a:solidFill>
            </a:endParaRPr>
          </a:p>
          <a:p>
            <a:pPr algn="ctr"/>
            <a:r>
              <a:rPr lang="fr-FR" sz="1400" b="1" i="1">
                <a:solidFill>
                  <a:schemeClr val="accent1"/>
                </a:solidFill>
              </a:rPr>
              <a:t>Grâce à toi, nous avons développé un sentiment d’appartenance</a:t>
            </a:r>
          </a:p>
        </p:txBody>
      </p:sp>
      <p:pic>
        <p:nvPicPr>
          <p:cNvPr id="11" name="Image 2">
            <a:extLst>
              <a:ext uri="{FF2B5EF4-FFF2-40B4-BE49-F238E27FC236}">
                <a16:creationId xmlns:a16="http://schemas.microsoft.com/office/drawing/2014/main" id="{FB0246CE-BF9B-3510-A62B-A2F7842C89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56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9EF1E94A-BAE1-D51F-99EE-3CA98C44ED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9703" y="2690045"/>
            <a:ext cx="658997" cy="223162"/>
          </a:xfrm>
          <a:prstGeom prst="rect">
            <a:avLst/>
          </a:prstGeom>
        </p:spPr>
      </p:pic>
      <p:pic>
        <p:nvPicPr>
          <p:cNvPr id="14" name="Image 2">
            <a:extLst>
              <a:ext uri="{FF2B5EF4-FFF2-40B4-BE49-F238E27FC236}">
                <a16:creationId xmlns:a16="http://schemas.microsoft.com/office/drawing/2014/main" id="{DA657199-4B35-6EF4-5335-8A1FAA3B3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5326C5A6-B9C7-54B6-129B-53A1961030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97213065-EB94-A4D3-2C19-D19E4B084A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B1165EA4-1100-B26C-8D5C-F2B796A3E7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5D54CF60-2468-E33C-6727-BAFAEDE407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53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E22866A2-4093-E018-B392-8D2E50027E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9428" y="2690045"/>
            <a:ext cx="658997" cy="223162"/>
          </a:xfrm>
          <a:prstGeom prst="rect">
            <a:avLst/>
          </a:prstGeom>
        </p:spPr>
      </p:pic>
      <p:pic>
        <p:nvPicPr>
          <p:cNvPr id="24" name="Image 2">
            <a:extLst>
              <a:ext uri="{FF2B5EF4-FFF2-40B4-BE49-F238E27FC236}">
                <a16:creationId xmlns:a16="http://schemas.microsoft.com/office/drawing/2014/main" id="{1859119E-F80D-7833-04A7-6BE11D26B0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56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C72D364F-0EE7-343F-6613-EA2BA97C7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9703" y="6106916"/>
            <a:ext cx="658997" cy="223162"/>
          </a:xfrm>
          <a:prstGeom prst="rect">
            <a:avLst/>
          </a:prstGeom>
        </p:spPr>
      </p:pic>
      <p:pic>
        <p:nvPicPr>
          <p:cNvPr id="26" name="Image 2">
            <a:extLst>
              <a:ext uri="{FF2B5EF4-FFF2-40B4-BE49-F238E27FC236}">
                <a16:creationId xmlns:a16="http://schemas.microsoft.com/office/drawing/2014/main" id="{296C527A-D6E7-D7E0-F419-9F8DBB9DDA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8ED11DD7-3D0D-F58F-0588-3A03CC2F8F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6106916"/>
            <a:ext cx="658997" cy="223162"/>
          </a:xfrm>
          <a:prstGeom prst="rect">
            <a:avLst/>
          </a:prstGeom>
        </p:spPr>
      </p:pic>
      <p:pic>
        <p:nvPicPr>
          <p:cNvPr id="29" name="Image 2">
            <a:extLst>
              <a:ext uri="{FF2B5EF4-FFF2-40B4-BE49-F238E27FC236}">
                <a16:creationId xmlns:a16="http://schemas.microsoft.com/office/drawing/2014/main" id="{3599686D-3068-44A6-0F25-0FB9221E41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F6B60EEC-23F6-654E-FAF8-1D263E8DA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6106916"/>
            <a:ext cx="658997" cy="223162"/>
          </a:xfrm>
          <a:prstGeom prst="rect">
            <a:avLst/>
          </a:prstGeom>
        </p:spPr>
      </p:pic>
      <p:pic>
        <p:nvPicPr>
          <p:cNvPr id="32" name="Image 2">
            <a:extLst>
              <a:ext uri="{FF2B5EF4-FFF2-40B4-BE49-F238E27FC236}">
                <a16:creationId xmlns:a16="http://schemas.microsoft.com/office/drawing/2014/main" id="{97EA0504-93FD-5BD1-AEC1-D9D853F46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53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0E9B86C1-5888-D2EE-3752-8280D062B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9428" y="6106916"/>
            <a:ext cx="658997" cy="223162"/>
          </a:xfrm>
          <a:prstGeom prst="rect">
            <a:avLst/>
          </a:prstGeom>
        </p:spPr>
      </p:pic>
      <p:grpSp>
        <p:nvGrpSpPr>
          <p:cNvPr id="47" name="Gruppo 46">
            <a:extLst>
              <a:ext uri="{FF2B5EF4-FFF2-40B4-BE49-F238E27FC236}">
                <a16:creationId xmlns:a16="http://schemas.microsoft.com/office/drawing/2014/main" id="{B0EE8EEA-75D2-C2DA-C5FE-0F8FDA7C16A5}"/>
              </a:ext>
            </a:extLst>
          </p:cNvPr>
          <p:cNvGrpSpPr/>
          <p:nvPr/>
        </p:nvGrpSpPr>
        <p:grpSpPr>
          <a:xfrm>
            <a:off x="933812" y="-4729"/>
            <a:ext cx="11247696" cy="6840571"/>
            <a:chOff x="957507" y="-1"/>
            <a:chExt cx="11185358" cy="6774999"/>
          </a:xfrm>
        </p:grpSpPr>
        <p:grpSp>
          <p:nvGrpSpPr>
            <p:cNvPr id="50" name="Gruppo 49">
              <a:extLst>
                <a:ext uri="{FF2B5EF4-FFF2-40B4-BE49-F238E27FC236}">
                  <a16:creationId xmlns:a16="http://schemas.microsoft.com/office/drawing/2014/main" id="{DB34BEB2-CDCC-D6C6-42B9-AF0563C1A721}"/>
                </a:ext>
              </a:extLst>
            </p:cNvPr>
            <p:cNvGrpSpPr>
              <a:grpSpLocks/>
            </p:cNvGrpSpPr>
            <p:nvPr/>
          </p:nvGrpSpPr>
          <p:grpSpPr>
            <a:xfrm>
              <a:off x="957507" y="-1"/>
              <a:ext cx="10736840" cy="6774999"/>
              <a:chOff x="-50026" y="0"/>
              <a:chExt cx="10736840" cy="6040813"/>
            </a:xfrm>
          </p:grpSpPr>
          <p:cxnSp>
            <p:nvCxnSpPr>
              <p:cNvPr id="58" name="Connettore diritto 57">
                <a:extLst>
                  <a:ext uri="{FF2B5EF4-FFF2-40B4-BE49-F238E27FC236}">
                    <a16:creationId xmlns:a16="http://schemas.microsoft.com/office/drawing/2014/main" id="{84D127A8-AACE-61EC-0FC5-86B9499189BF}"/>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Connettore diritto 62">
                <a:extLst>
                  <a:ext uri="{FF2B5EF4-FFF2-40B4-BE49-F238E27FC236}">
                    <a16:creationId xmlns:a16="http://schemas.microsoft.com/office/drawing/2014/main" id="{42E536E1-4308-908A-C417-D87AE0401623}"/>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CBA37EB6-8DF2-D88E-00F6-145057818DA3}"/>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F863C2AF-0D28-FB4C-5AAF-F201B9107EBE}"/>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Connettore diritto 65">
                <a:extLst>
                  <a:ext uri="{FF2B5EF4-FFF2-40B4-BE49-F238E27FC236}">
                    <a16:creationId xmlns:a16="http://schemas.microsoft.com/office/drawing/2014/main" id="{1F515AAC-27FB-6D22-6A89-41EBAEE730C7}"/>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A830B9FF-6739-A2E4-1D24-0611F8463667}"/>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6" name="Elemento grafico 55" descr="Forbici con riempimento a tinta unita">
              <a:extLst>
                <a:ext uri="{FF2B5EF4-FFF2-40B4-BE49-F238E27FC236}">
                  <a16:creationId xmlns:a16="http://schemas.microsoft.com/office/drawing/2014/main" id="{5009E64D-E83B-8627-49D5-3160A869CCA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
        <p:nvSpPr>
          <p:cNvPr id="7" name="CasellaDiTesto 6">
            <a:extLst>
              <a:ext uri="{FF2B5EF4-FFF2-40B4-BE49-F238E27FC236}">
                <a16:creationId xmlns:a16="http://schemas.microsoft.com/office/drawing/2014/main" id="{3E5519BE-21AA-7584-28EF-7901B858BE05}"/>
              </a:ext>
            </a:extLst>
          </p:cNvPr>
          <p:cNvSpPr txBox="1"/>
          <p:nvPr/>
        </p:nvSpPr>
        <p:spPr>
          <a:xfrm>
            <a:off x="124958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12" name="CasellaDiTesto 11">
            <a:extLst>
              <a:ext uri="{FF2B5EF4-FFF2-40B4-BE49-F238E27FC236}">
                <a16:creationId xmlns:a16="http://schemas.microsoft.com/office/drawing/2014/main" id="{3FFE0ADD-2C33-EAAC-F94A-B8B5436528E3}"/>
              </a:ext>
            </a:extLst>
          </p:cNvPr>
          <p:cNvSpPr txBox="1"/>
          <p:nvPr/>
        </p:nvSpPr>
        <p:spPr>
          <a:xfrm>
            <a:off x="3803118"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15" name="CasellaDiTesto 14">
            <a:extLst>
              <a:ext uri="{FF2B5EF4-FFF2-40B4-BE49-F238E27FC236}">
                <a16:creationId xmlns:a16="http://schemas.microsoft.com/office/drawing/2014/main" id="{53880F00-6554-5ACD-9B06-F22D309020ED}"/>
              </a:ext>
            </a:extLst>
          </p:cNvPr>
          <p:cNvSpPr txBox="1"/>
          <p:nvPr/>
        </p:nvSpPr>
        <p:spPr>
          <a:xfrm>
            <a:off x="635996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18" name="CasellaDiTesto 17">
            <a:extLst>
              <a:ext uri="{FF2B5EF4-FFF2-40B4-BE49-F238E27FC236}">
                <a16:creationId xmlns:a16="http://schemas.microsoft.com/office/drawing/2014/main" id="{A7BBD6C9-784A-FCC9-EA19-7B4DFA4F5A56}"/>
              </a:ext>
            </a:extLst>
          </p:cNvPr>
          <p:cNvSpPr txBox="1"/>
          <p:nvPr/>
        </p:nvSpPr>
        <p:spPr>
          <a:xfrm>
            <a:off x="888059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1" name="CasellaDiTesto 20">
            <a:extLst>
              <a:ext uri="{FF2B5EF4-FFF2-40B4-BE49-F238E27FC236}">
                <a16:creationId xmlns:a16="http://schemas.microsoft.com/office/drawing/2014/main" id="{71AF530D-A667-6ED6-9A10-40790AF5363A}"/>
              </a:ext>
            </a:extLst>
          </p:cNvPr>
          <p:cNvSpPr txBox="1"/>
          <p:nvPr/>
        </p:nvSpPr>
        <p:spPr>
          <a:xfrm>
            <a:off x="122418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3" name="CasellaDiTesto 22">
            <a:extLst>
              <a:ext uri="{FF2B5EF4-FFF2-40B4-BE49-F238E27FC236}">
                <a16:creationId xmlns:a16="http://schemas.microsoft.com/office/drawing/2014/main" id="{D8E2CBCD-2BCC-FFEE-C812-385FAD744A4E}"/>
              </a:ext>
            </a:extLst>
          </p:cNvPr>
          <p:cNvSpPr txBox="1"/>
          <p:nvPr/>
        </p:nvSpPr>
        <p:spPr>
          <a:xfrm>
            <a:off x="3777718"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8" name="CasellaDiTesto 27">
            <a:extLst>
              <a:ext uri="{FF2B5EF4-FFF2-40B4-BE49-F238E27FC236}">
                <a16:creationId xmlns:a16="http://schemas.microsoft.com/office/drawing/2014/main" id="{36C753EB-EA6F-CFB1-4999-53A925AFD34D}"/>
              </a:ext>
            </a:extLst>
          </p:cNvPr>
          <p:cNvSpPr txBox="1"/>
          <p:nvPr/>
        </p:nvSpPr>
        <p:spPr>
          <a:xfrm>
            <a:off x="633456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0" name="CasellaDiTesto 29">
            <a:extLst>
              <a:ext uri="{FF2B5EF4-FFF2-40B4-BE49-F238E27FC236}">
                <a16:creationId xmlns:a16="http://schemas.microsoft.com/office/drawing/2014/main" id="{DC328DF3-35F2-25AE-1CB7-4AB0EFF8FEEE}"/>
              </a:ext>
            </a:extLst>
          </p:cNvPr>
          <p:cNvSpPr txBox="1"/>
          <p:nvPr/>
        </p:nvSpPr>
        <p:spPr>
          <a:xfrm>
            <a:off x="88551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pic>
        <p:nvPicPr>
          <p:cNvPr id="43" name="Elemento grafico 42" descr="Flusso di lavoro con riempimento a tinta unita">
            <a:extLst>
              <a:ext uri="{FF2B5EF4-FFF2-40B4-BE49-F238E27FC236}">
                <a16:creationId xmlns:a16="http://schemas.microsoft.com/office/drawing/2014/main" id="{7CC7DFC3-F0AA-D9FD-EC4E-DE199089E8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58627" y="3607305"/>
            <a:ext cx="1290907" cy="1290907"/>
          </a:xfrm>
          <a:prstGeom prst="rect">
            <a:avLst/>
          </a:prstGeom>
        </p:spPr>
      </p:pic>
      <p:pic>
        <p:nvPicPr>
          <p:cNvPr id="44" name="Elemento grafico 43" descr="Successo di gruppo con riempimento a tinta unita">
            <a:extLst>
              <a:ext uri="{FF2B5EF4-FFF2-40B4-BE49-F238E27FC236}">
                <a16:creationId xmlns:a16="http://schemas.microsoft.com/office/drawing/2014/main" id="{4259C701-7B6E-84E8-4511-8B93239AD50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96859" y="3708419"/>
            <a:ext cx="1176140" cy="1176140"/>
          </a:xfrm>
          <a:prstGeom prst="rect">
            <a:avLst/>
          </a:prstGeom>
        </p:spPr>
      </p:pic>
      <p:pic>
        <p:nvPicPr>
          <p:cNvPr id="46" name="Elemento grafico 45" descr="Stretta di mano con riempimento a tinta unita">
            <a:extLst>
              <a:ext uri="{FF2B5EF4-FFF2-40B4-BE49-F238E27FC236}">
                <a16:creationId xmlns:a16="http://schemas.microsoft.com/office/drawing/2014/main" id="{8F69190F-0AB4-E35D-BF4E-51F52607E46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296880" y="3708419"/>
            <a:ext cx="1106969" cy="1106969"/>
          </a:xfrm>
          <a:prstGeom prst="rect">
            <a:avLst/>
          </a:prstGeom>
        </p:spPr>
      </p:pic>
      <p:pic>
        <p:nvPicPr>
          <p:cNvPr id="49" name="Elemento grafico 48" descr="Freccia: curva oraria con riempimento a tinta unita">
            <a:extLst>
              <a:ext uri="{FF2B5EF4-FFF2-40B4-BE49-F238E27FC236}">
                <a16:creationId xmlns:a16="http://schemas.microsoft.com/office/drawing/2014/main" id="{B0246004-1C2B-FEBD-A043-555CF3B27E5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rot="17144814">
            <a:off x="1946381" y="4172181"/>
            <a:ext cx="656315" cy="656315"/>
          </a:xfrm>
          <a:prstGeom prst="rect">
            <a:avLst/>
          </a:prstGeom>
        </p:spPr>
      </p:pic>
      <p:pic>
        <p:nvPicPr>
          <p:cNvPr id="52" name="Elemento grafico 51" descr="Indietro con riempimento a tinta unita">
            <a:extLst>
              <a:ext uri="{FF2B5EF4-FFF2-40B4-BE49-F238E27FC236}">
                <a16:creationId xmlns:a16="http://schemas.microsoft.com/office/drawing/2014/main" id="{30BDA2E4-CAB0-FE49-36B3-98F6C4DDBC9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rot="1013761">
            <a:off x="1959881" y="3693085"/>
            <a:ext cx="656315" cy="656315"/>
          </a:xfrm>
          <a:prstGeom prst="rect">
            <a:avLst/>
          </a:prstGeom>
        </p:spPr>
      </p:pic>
      <p:pic>
        <p:nvPicPr>
          <p:cNvPr id="54" name="Elemento grafico 53" descr="Emisfero destro e sinistro del cervello con riempimento a tinta unita">
            <a:extLst>
              <a:ext uri="{FF2B5EF4-FFF2-40B4-BE49-F238E27FC236}">
                <a16:creationId xmlns:a16="http://schemas.microsoft.com/office/drawing/2014/main" id="{9BD9E4A3-88BB-23F2-2957-75AE9C3E7F6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2574415" y="3881949"/>
            <a:ext cx="656315" cy="656315"/>
          </a:xfrm>
          <a:prstGeom prst="rect">
            <a:avLst/>
          </a:prstGeom>
        </p:spPr>
      </p:pic>
      <p:pic>
        <p:nvPicPr>
          <p:cNvPr id="45" name="Graphique 44" descr="Montagnes avec un remplissage uni">
            <a:extLst>
              <a:ext uri="{FF2B5EF4-FFF2-40B4-BE49-F238E27FC236}">
                <a16:creationId xmlns:a16="http://schemas.microsoft.com/office/drawing/2014/main" id="{8B870656-6763-5CAB-9AFE-A73322EAE0D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869638" y="346068"/>
            <a:ext cx="914400" cy="914400"/>
          </a:xfrm>
          <a:prstGeom prst="rect">
            <a:avLst/>
          </a:prstGeom>
        </p:spPr>
      </p:pic>
      <p:pic>
        <p:nvPicPr>
          <p:cNvPr id="55" name="Elemento grafico 54" descr="Emisfero destro e sinistro del cervello con riempimento a tinta unita">
            <a:extLst>
              <a:ext uri="{FF2B5EF4-FFF2-40B4-BE49-F238E27FC236}">
                <a16:creationId xmlns:a16="http://schemas.microsoft.com/office/drawing/2014/main" id="{5E9D49BC-396D-A2EC-D777-E564526AFF7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322481" y="3924795"/>
            <a:ext cx="656315" cy="656315"/>
          </a:xfrm>
          <a:prstGeom prst="rect">
            <a:avLst/>
          </a:prstGeom>
        </p:spPr>
      </p:pic>
      <p:pic>
        <p:nvPicPr>
          <p:cNvPr id="59" name="Elemento grafico 58" descr="Occhiali 3D con riempimento a tinta unita">
            <a:extLst>
              <a:ext uri="{FF2B5EF4-FFF2-40B4-BE49-F238E27FC236}">
                <a16:creationId xmlns:a16="http://schemas.microsoft.com/office/drawing/2014/main" id="{958896D6-BC65-E8BB-E6EB-6E8E9EA28A07}"/>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956695" y="306053"/>
            <a:ext cx="1092839" cy="1092839"/>
          </a:xfrm>
          <a:prstGeom prst="rect">
            <a:avLst/>
          </a:prstGeom>
        </p:spPr>
      </p:pic>
      <p:pic>
        <p:nvPicPr>
          <p:cNvPr id="61" name="Elemento grafico 60" descr="Culturista con riempimento a tinta unita">
            <a:extLst>
              <a:ext uri="{FF2B5EF4-FFF2-40B4-BE49-F238E27FC236}">
                <a16:creationId xmlns:a16="http://schemas.microsoft.com/office/drawing/2014/main" id="{93D46277-C654-C716-4CC7-5F66DA77D9E2}"/>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4388682" y="356482"/>
            <a:ext cx="914400" cy="914400"/>
          </a:xfrm>
          <a:prstGeom prst="rect">
            <a:avLst/>
          </a:prstGeom>
        </p:spPr>
      </p:pic>
      <p:pic>
        <p:nvPicPr>
          <p:cNvPr id="51" name="Graphique 50" descr="Bras musclé avec un remplissage uni">
            <a:extLst>
              <a:ext uri="{FF2B5EF4-FFF2-40B4-BE49-F238E27FC236}">
                <a16:creationId xmlns:a16="http://schemas.microsoft.com/office/drawing/2014/main" id="{60B98964-0566-2CF8-8263-158864E35BF3}"/>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506098" y="306053"/>
            <a:ext cx="914400" cy="914400"/>
          </a:xfrm>
          <a:prstGeom prst="rect">
            <a:avLst/>
          </a:prstGeom>
        </p:spPr>
      </p:pic>
    </p:spTree>
    <p:extLst>
      <p:ext uri="{BB962C8B-B14F-4D97-AF65-F5344CB8AC3E}">
        <p14:creationId xmlns:p14="http://schemas.microsoft.com/office/powerpoint/2010/main" val="2813811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97A8-2F16-91F4-C87F-4F3A9EB792A0}"/>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1FC92CFA-1C95-FBAB-A09D-D05E7FC72D5D}"/>
              </a:ext>
            </a:extLst>
          </p:cNvPr>
          <p:cNvSpPr/>
          <p:nvPr/>
        </p:nvSpPr>
        <p:spPr>
          <a:xfrm>
            <a:off x="0" y="0"/>
            <a:ext cx="12292815" cy="684753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D1EFCF4A-1A03-3D1A-FC93-0F7D72F07E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907E63F6-B079-A8FD-698C-6522194087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6CA02336-7141-54A7-2865-15DA942FEB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DB84140C-44F1-C5A7-E672-072AD8468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194C886D-0C69-1217-6EBA-010BA59C6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95B407E4-1733-E0C0-C6C4-928438B4D7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F616C320-182D-45B5-1FBD-FE65F599D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C90B78A-A93F-8B17-C7A7-705D21A59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B319E879-64F3-FE43-D3FB-AC6725E0F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73C1A6E2-47F7-2F54-0AF8-BD3F20436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62B2D086-4E45-9068-E6EB-830939FDD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060C02B3-F981-BF29-025D-294C853F25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D1F3BC5F-A7B9-8065-CC05-6B37C66DB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85126FE4-8649-FA20-7A5F-3471903D89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ABB35E1D-5B90-38C1-2C91-53B0413EAA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DC1DB908-4458-36B8-49FD-C645445EA6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7106E2DA-9659-FD8C-3A24-B1BB61C2E0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ECF7FA48-A5D8-2371-E7DC-D260DB780C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A9758C76-1F68-1DB0-0666-82798B0E2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9BBF81BD-AC9A-C742-3647-388703D75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1024D3EB-720C-306F-D573-15CE80845A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85B3F657-4702-DDE7-31B8-261EFD7ED6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917FEB4-1812-F957-6A7E-1AF9D54781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194CE50-2F76-EF19-8DE3-34910CD2B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A98F8087-5FAE-96F2-DFD3-8CF90C2DE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71F2E039-5903-A1D4-5388-E5AF0DAA7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B76EBAEC-7C41-F7D5-522E-58E6B345B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29475397-60E5-39AE-EA34-475AC2605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505033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AA5DF-DE31-80CD-97FF-1EDEDCD4034E}"/>
            </a:ext>
          </a:extLst>
        </p:cNvPr>
        <p:cNvGrpSpPr/>
        <p:nvPr/>
      </p:nvGrpSpPr>
      <p:grpSpPr>
        <a:xfrm>
          <a:off x="0" y="0"/>
          <a:ext cx="0" cy="0"/>
          <a:chOff x="0" y="0"/>
          <a:chExt cx="0" cy="0"/>
        </a:xfrm>
      </p:grpSpPr>
      <p:sp>
        <p:nvSpPr>
          <p:cNvPr id="5" name="Sous-titre 4">
            <a:extLst>
              <a:ext uri="{FF2B5EF4-FFF2-40B4-BE49-F238E27FC236}">
                <a16:creationId xmlns:a16="http://schemas.microsoft.com/office/drawing/2014/main" id="{2F8B8C2A-BD5B-36EF-3488-6DA89EA5D1C7}"/>
              </a:ext>
            </a:extLst>
          </p:cNvPr>
          <p:cNvSpPr>
            <a:spLocks noGrp="1"/>
          </p:cNvSpPr>
          <p:nvPr>
            <p:ph type="subTitle" idx="1"/>
          </p:nvPr>
        </p:nvSpPr>
        <p:spPr>
          <a:xfrm>
            <a:off x="4439633" y="4518923"/>
            <a:ext cx="3312734" cy="1141851"/>
          </a:xfrm>
          <a:noFill/>
        </p:spPr>
        <p:txBody>
          <a:bodyPr>
            <a:normAutofit/>
          </a:bodyPr>
          <a:lstStyle/>
          <a:p>
            <a:r>
              <a:rPr lang="fr-FR" sz="2000" dirty="0">
                <a:solidFill>
                  <a:srgbClr val="080808"/>
                </a:solidFill>
              </a:rPr>
              <a:t>Une personne remercie plusieurs personnes</a:t>
            </a:r>
          </a:p>
        </p:txBody>
      </p:sp>
      <p:sp>
        <p:nvSpPr>
          <p:cNvPr id="4" name="Titre 3">
            <a:extLst>
              <a:ext uri="{FF2B5EF4-FFF2-40B4-BE49-F238E27FC236}">
                <a16:creationId xmlns:a16="http://schemas.microsoft.com/office/drawing/2014/main" id="{DB9D6830-D0C5-5386-8146-E7C107C1316F}"/>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GRÂCE A VOUS, JE…</a:t>
            </a:r>
          </a:p>
        </p:txBody>
      </p:sp>
    </p:spTree>
    <p:extLst>
      <p:ext uri="{BB962C8B-B14F-4D97-AF65-F5344CB8AC3E}">
        <p14:creationId xmlns:p14="http://schemas.microsoft.com/office/powerpoint/2010/main" val="768457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F4ECE5-D923-ACC2-B049-7FA000A23DFF}"/>
            </a:ext>
          </a:extLst>
        </p:cNvPr>
        <p:cNvGrpSpPr/>
        <p:nvPr/>
      </p:nvGrpSpPr>
      <p:grpSpPr>
        <a:xfrm>
          <a:off x="0" y="0"/>
          <a:ext cx="0" cy="0"/>
          <a:chOff x="0" y="0"/>
          <a:chExt cx="0" cy="0"/>
        </a:xfrm>
      </p:grpSpPr>
      <p:sp>
        <p:nvSpPr>
          <p:cNvPr id="60" name="Rettangolo 59">
            <a:extLst>
              <a:ext uri="{FF2B5EF4-FFF2-40B4-BE49-F238E27FC236}">
                <a16:creationId xmlns:a16="http://schemas.microsoft.com/office/drawing/2014/main" id="{3835DBCB-CCB5-B0D1-4751-CBD9FB68B626}"/>
              </a:ext>
            </a:extLst>
          </p:cNvPr>
          <p:cNvSpPr/>
          <p:nvPr/>
        </p:nvSpPr>
        <p:spPr>
          <a:xfrm>
            <a:off x="991419" y="0"/>
            <a:ext cx="10266770" cy="684753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D73E4975-9AF3-8239-BD40-7416A05F93FA}"/>
              </a:ext>
            </a:extLst>
          </p:cNvPr>
          <p:cNvSpPr txBox="1">
            <a:spLocks/>
          </p:cNvSpPr>
          <p:nvPr/>
        </p:nvSpPr>
        <p:spPr>
          <a:xfrm>
            <a:off x="8688218"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8D174D4C-0FB3-17FE-FD99-CA499FC1216B}"/>
              </a:ext>
            </a:extLst>
          </p:cNvPr>
          <p:cNvSpPr txBox="1">
            <a:spLocks/>
          </p:cNvSpPr>
          <p:nvPr/>
        </p:nvSpPr>
        <p:spPr>
          <a:xfrm>
            <a:off x="1017205"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CDCEE7B8-A133-70C8-D794-3F95B0391626}"/>
              </a:ext>
            </a:extLst>
          </p:cNvPr>
          <p:cNvSpPr txBox="1">
            <a:spLocks/>
          </p:cNvSpPr>
          <p:nvPr/>
        </p:nvSpPr>
        <p:spPr>
          <a:xfrm>
            <a:off x="6131213"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4" name="Espace réservé du contenu 6">
            <a:extLst>
              <a:ext uri="{FF2B5EF4-FFF2-40B4-BE49-F238E27FC236}">
                <a16:creationId xmlns:a16="http://schemas.microsoft.com/office/drawing/2014/main" id="{A08E4FF7-DD47-3925-DEF1-095997C442AD}"/>
              </a:ext>
            </a:extLst>
          </p:cNvPr>
          <p:cNvSpPr txBox="1">
            <a:spLocks/>
          </p:cNvSpPr>
          <p:nvPr/>
        </p:nvSpPr>
        <p:spPr>
          <a:xfrm>
            <a:off x="3574209"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6" name="Espace réservé du contenu 6">
            <a:extLst>
              <a:ext uri="{FF2B5EF4-FFF2-40B4-BE49-F238E27FC236}">
                <a16:creationId xmlns:a16="http://schemas.microsoft.com/office/drawing/2014/main" id="{25FA9117-B5C5-1C10-6EB4-C65E4CC10C26}"/>
              </a:ext>
            </a:extLst>
          </p:cNvPr>
          <p:cNvSpPr txBox="1">
            <a:spLocks/>
          </p:cNvSpPr>
          <p:nvPr/>
        </p:nvSpPr>
        <p:spPr>
          <a:xfrm>
            <a:off x="8700918"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7" name="Espace réservé du contenu 6">
            <a:extLst>
              <a:ext uri="{FF2B5EF4-FFF2-40B4-BE49-F238E27FC236}">
                <a16:creationId xmlns:a16="http://schemas.microsoft.com/office/drawing/2014/main" id="{0248301F-119C-411E-CD4A-C0DD4541458A}"/>
              </a:ext>
            </a:extLst>
          </p:cNvPr>
          <p:cNvSpPr txBox="1">
            <a:spLocks/>
          </p:cNvSpPr>
          <p:nvPr/>
        </p:nvSpPr>
        <p:spPr>
          <a:xfrm>
            <a:off x="1017205" y="0"/>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8" name="Espace réservé du contenu 6">
            <a:extLst>
              <a:ext uri="{FF2B5EF4-FFF2-40B4-BE49-F238E27FC236}">
                <a16:creationId xmlns:a16="http://schemas.microsoft.com/office/drawing/2014/main" id="{32DA0C14-CAE1-F792-D46E-E8DCC6CB168C}"/>
              </a:ext>
            </a:extLst>
          </p:cNvPr>
          <p:cNvSpPr txBox="1">
            <a:spLocks/>
          </p:cNvSpPr>
          <p:nvPr/>
        </p:nvSpPr>
        <p:spPr>
          <a:xfrm>
            <a:off x="6131213"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9" name="Espace réservé du contenu 6">
            <a:extLst>
              <a:ext uri="{FF2B5EF4-FFF2-40B4-BE49-F238E27FC236}">
                <a16:creationId xmlns:a16="http://schemas.microsoft.com/office/drawing/2014/main" id="{0C9D094F-32CF-4AB5-2E0B-0F2BA48F1926}"/>
              </a:ext>
            </a:extLst>
          </p:cNvPr>
          <p:cNvSpPr txBox="1">
            <a:spLocks/>
          </p:cNvSpPr>
          <p:nvPr/>
        </p:nvSpPr>
        <p:spPr>
          <a:xfrm>
            <a:off x="3574209"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93332DC2-6379-CDD9-07E6-8131737D8016}"/>
              </a:ext>
            </a:extLst>
          </p:cNvPr>
          <p:cNvSpPr txBox="1">
            <a:spLocks/>
          </p:cNvSpPr>
          <p:nvPr/>
        </p:nvSpPr>
        <p:spPr>
          <a:xfrm>
            <a:off x="1272439"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j’ai eu du soutien sur un projet professionnel</a:t>
            </a:r>
            <a:endParaRPr lang="fr-FR" sz="1600" b="1" i="1">
              <a:solidFill>
                <a:schemeClr val="accent1"/>
              </a:solidFill>
            </a:endParaRPr>
          </a:p>
        </p:txBody>
      </p:sp>
      <p:sp>
        <p:nvSpPr>
          <p:cNvPr id="4" name="Espace réservé du contenu 6">
            <a:extLst>
              <a:ext uri="{FF2B5EF4-FFF2-40B4-BE49-F238E27FC236}">
                <a16:creationId xmlns:a16="http://schemas.microsoft.com/office/drawing/2014/main" id="{F1434119-ED26-938B-7859-54534316061B}"/>
              </a:ext>
            </a:extLst>
          </p:cNvPr>
          <p:cNvSpPr txBox="1">
            <a:spLocks/>
          </p:cNvSpPr>
          <p:nvPr/>
        </p:nvSpPr>
        <p:spPr>
          <a:xfrm>
            <a:off x="129171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j’ai trouvé des solutions à des défis auxquels je faisais face</a:t>
            </a:r>
            <a:endParaRPr lang="fr-FR" sz="1600" b="1" i="1">
              <a:solidFill>
                <a:schemeClr val="accent1"/>
              </a:solidFill>
            </a:endParaRPr>
          </a:p>
        </p:txBody>
      </p:sp>
      <p:sp>
        <p:nvSpPr>
          <p:cNvPr id="3" name="Espace réservé du contenu 6">
            <a:extLst>
              <a:ext uri="{FF2B5EF4-FFF2-40B4-BE49-F238E27FC236}">
                <a16:creationId xmlns:a16="http://schemas.microsoft.com/office/drawing/2014/main" id="{532AFCF9-35C8-DDDF-D035-2D614398EE8B}"/>
              </a:ext>
            </a:extLst>
          </p:cNvPr>
          <p:cNvSpPr txBox="1">
            <a:spLocks/>
          </p:cNvSpPr>
          <p:nvPr/>
        </p:nvSpPr>
        <p:spPr>
          <a:xfrm>
            <a:off x="3793370"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j’ai eu du soutien sur un projet personnel</a:t>
            </a:r>
            <a:endParaRPr lang="fr-FR" sz="1600" b="1" i="1">
              <a:solidFill>
                <a:schemeClr val="accent1"/>
              </a:solidFill>
            </a:endParaRPr>
          </a:p>
        </p:txBody>
      </p:sp>
      <p:sp>
        <p:nvSpPr>
          <p:cNvPr id="5" name="Espace réservé du contenu 6">
            <a:extLst>
              <a:ext uri="{FF2B5EF4-FFF2-40B4-BE49-F238E27FC236}">
                <a16:creationId xmlns:a16="http://schemas.microsoft.com/office/drawing/2014/main" id="{F68DFDBA-48CC-AE0E-43F7-B41400085302}"/>
              </a:ext>
            </a:extLst>
          </p:cNvPr>
          <p:cNvSpPr txBox="1">
            <a:spLocks/>
          </p:cNvSpPr>
          <p:nvPr/>
        </p:nvSpPr>
        <p:spPr>
          <a:xfrm>
            <a:off x="3785257"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j’ai découvert de nouvelles manières de grandir</a:t>
            </a:r>
          </a:p>
        </p:txBody>
      </p:sp>
      <p:sp>
        <p:nvSpPr>
          <p:cNvPr id="6" name="Espace réservé du contenu 6">
            <a:extLst>
              <a:ext uri="{FF2B5EF4-FFF2-40B4-BE49-F238E27FC236}">
                <a16:creationId xmlns:a16="http://schemas.microsoft.com/office/drawing/2014/main" id="{0E4F4C5B-CB0D-A2D9-5B39-FD373B439A77}"/>
              </a:ext>
            </a:extLst>
          </p:cNvPr>
          <p:cNvSpPr txBox="1">
            <a:spLocks/>
          </p:cNvSpPr>
          <p:nvPr/>
        </p:nvSpPr>
        <p:spPr>
          <a:xfrm>
            <a:off x="636470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endParaRPr lang="fr-FR" sz="1400" b="1" i="1">
              <a:solidFill>
                <a:schemeClr val="accent1"/>
              </a:solidFill>
            </a:endParaRPr>
          </a:p>
          <a:p>
            <a:pPr algn="ctr"/>
            <a:r>
              <a:rPr lang="fr-FR" sz="1400" b="1" i="1">
                <a:solidFill>
                  <a:schemeClr val="accent1"/>
                </a:solidFill>
              </a:rPr>
              <a:t>Grâce à vous, j’ai découvert de nouvelles manières d’apprendre</a:t>
            </a:r>
            <a:endParaRPr lang="fr-FR" sz="1600" b="1" i="1">
              <a:solidFill>
                <a:schemeClr val="accent1"/>
              </a:solidFill>
            </a:endParaRPr>
          </a:p>
        </p:txBody>
      </p:sp>
      <p:sp>
        <p:nvSpPr>
          <p:cNvPr id="8" name="Espace réservé du contenu 6">
            <a:extLst>
              <a:ext uri="{FF2B5EF4-FFF2-40B4-BE49-F238E27FC236}">
                <a16:creationId xmlns:a16="http://schemas.microsoft.com/office/drawing/2014/main" id="{5272075E-B308-6260-94AE-95DB5425673E}"/>
              </a:ext>
            </a:extLst>
          </p:cNvPr>
          <p:cNvSpPr txBox="1">
            <a:spLocks/>
          </p:cNvSpPr>
          <p:nvPr/>
        </p:nvSpPr>
        <p:spPr>
          <a:xfrm>
            <a:off x="635659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je fais partie d’une communauté inspirante</a:t>
            </a:r>
          </a:p>
        </p:txBody>
      </p:sp>
      <p:sp>
        <p:nvSpPr>
          <p:cNvPr id="9" name="Espace réservé du contenu 6">
            <a:extLst>
              <a:ext uri="{FF2B5EF4-FFF2-40B4-BE49-F238E27FC236}">
                <a16:creationId xmlns:a16="http://schemas.microsoft.com/office/drawing/2014/main" id="{9438A4E5-1924-F0CB-E924-0C3831265D13}"/>
              </a:ext>
            </a:extLst>
          </p:cNvPr>
          <p:cNvSpPr txBox="1">
            <a:spLocks/>
          </p:cNvSpPr>
          <p:nvPr/>
        </p:nvSpPr>
        <p:spPr>
          <a:xfrm>
            <a:off x="891190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j’ai pu élargir mon réseau professionnel</a:t>
            </a:r>
          </a:p>
        </p:txBody>
      </p:sp>
      <p:sp>
        <p:nvSpPr>
          <p:cNvPr id="10" name="Espace réservé du contenu 6">
            <a:extLst>
              <a:ext uri="{FF2B5EF4-FFF2-40B4-BE49-F238E27FC236}">
                <a16:creationId xmlns:a16="http://schemas.microsoft.com/office/drawing/2014/main" id="{1729BC88-ED0A-C47B-03BC-CCB42C93FCD0}"/>
              </a:ext>
            </a:extLst>
          </p:cNvPr>
          <p:cNvSpPr txBox="1">
            <a:spLocks/>
          </p:cNvSpPr>
          <p:nvPr/>
        </p:nvSpPr>
        <p:spPr>
          <a:xfrm>
            <a:off x="890378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fr-FR" sz="1400" b="1" i="1">
              <a:solidFill>
                <a:schemeClr val="accent1"/>
              </a:solidFill>
            </a:endParaRPr>
          </a:p>
          <a:p>
            <a:pPr algn="ctr"/>
            <a:r>
              <a:rPr lang="fr-FR" sz="1400" b="1" i="1">
                <a:solidFill>
                  <a:schemeClr val="accent1"/>
                </a:solidFill>
              </a:rPr>
              <a:t>Grâce à vous, je fais partie d’un environnement de travail positif et productif</a:t>
            </a:r>
          </a:p>
        </p:txBody>
      </p:sp>
      <p:pic>
        <p:nvPicPr>
          <p:cNvPr id="11" name="Image 2">
            <a:extLst>
              <a:ext uri="{FF2B5EF4-FFF2-40B4-BE49-F238E27FC236}">
                <a16:creationId xmlns:a16="http://schemas.microsoft.com/office/drawing/2014/main" id="{B15D2F6B-6677-A0EF-1C2F-726068336C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466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E0A54F91-B478-CFEE-6F48-1419D53055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753" y="2690045"/>
            <a:ext cx="658997" cy="223162"/>
          </a:xfrm>
          <a:prstGeom prst="rect">
            <a:avLst/>
          </a:prstGeom>
        </p:spPr>
      </p:pic>
      <p:pic>
        <p:nvPicPr>
          <p:cNvPr id="14" name="Image 2">
            <a:extLst>
              <a:ext uri="{FF2B5EF4-FFF2-40B4-BE49-F238E27FC236}">
                <a16:creationId xmlns:a16="http://schemas.microsoft.com/office/drawing/2014/main" id="{EC153452-3A88-221B-429C-F5904F2B1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5840"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EA4B518E-801E-0838-7D57-02D5C104AB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9925" y="2690045"/>
            <a:ext cx="658997" cy="223162"/>
          </a:xfrm>
          <a:prstGeom prst="rect">
            <a:avLst/>
          </a:prstGeom>
        </p:spPr>
      </p:pic>
      <p:pic>
        <p:nvPicPr>
          <p:cNvPr id="17" name="Image 2">
            <a:extLst>
              <a:ext uri="{FF2B5EF4-FFF2-40B4-BE49-F238E27FC236}">
                <a16:creationId xmlns:a16="http://schemas.microsoft.com/office/drawing/2014/main" id="{1C97508C-50F2-C58D-6CB6-088A6B385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885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F7A2B8BC-2077-AC4F-FA7D-0421188269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2938" y="2690045"/>
            <a:ext cx="658997" cy="223162"/>
          </a:xfrm>
          <a:prstGeom prst="rect">
            <a:avLst/>
          </a:prstGeom>
        </p:spPr>
      </p:pic>
      <p:pic>
        <p:nvPicPr>
          <p:cNvPr id="20" name="Image 2">
            <a:extLst>
              <a:ext uri="{FF2B5EF4-FFF2-40B4-BE49-F238E27FC236}">
                <a16:creationId xmlns:a16="http://schemas.microsoft.com/office/drawing/2014/main" id="{FA847E64-332D-CDD1-6298-582C0995B7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34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4D07927B-60BD-7A99-6212-8417E4D305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7528" y="2690045"/>
            <a:ext cx="658997" cy="223162"/>
          </a:xfrm>
          <a:prstGeom prst="rect">
            <a:avLst/>
          </a:prstGeom>
        </p:spPr>
      </p:pic>
      <p:pic>
        <p:nvPicPr>
          <p:cNvPr id="24" name="Image 2">
            <a:extLst>
              <a:ext uri="{FF2B5EF4-FFF2-40B4-BE49-F238E27FC236}">
                <a16:creationId xmlns:a16="http://schemas.microsoft.com/office/drawing/2014/main" id="{3FE5DD0E-1019-A0CF-AE35-2E016DA48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466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F7E8A028-359B-AA3E-91AC-D9DFA18D3B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8753" y="6106916"/>
            <a:ext cx="658997" cy="223162"/>
          </a:xfrm>
          <a:prstGeom prst="rect">
            <a:avLst/>
          </a:prstGeom>
        </p:spPr>
      </p:pic>
      <p:pic>
        <p:nvPicPr>
          <p:cNvPr id="26" name="Image 2">
            <a:extLst>
              <a:ext uri="{FF2B5EF4-FFF2-40B4-BE49-F238E27FC236}">
                <a16:creationId xmlns:a16="http://schemas.microsoft.com/office/drawing/2014/main" id="{7BBF5ACA-AE40-AC5A-9945-9F5AF602E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5840"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B68F6FBA-88A6-4706-817B-11666899C9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9925" y="6106916"/>
            <a:ext cx="658997" cy="223162"/>
          </a:xfrm>
          <a:prstGeom prst="rect">
            <a:avLst/>
          </a:prstGeom>
        </p:spPr>
      </p:pic>
      <p:pic>
        <p:nvPicPr>
          <p:cNvPr id="29" name="Image 2">
            <a:extLst>
              <a:ext uri="{FF2B5EF4-FFF2-40B4-BE49-F238E27FC236}">
                <a16:creationId xmlns:a16="http://schemas.microsoft.com/office/drawing/2014/main" id="{98987282-CC9D-19D0-59A8-59B7C3B17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885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17FA79F7-CC59-B03C-64A7-F7FFB0A45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2938" y="6106916"/>
            <a:ext cx="658997" cy="223162"/>
          </a:xfrm>
          <a:prstGeom prst="rect">
            <a:avLst/>
          </a:prstGeom>
        </p:spPr>
      </p:pic>
      <p:pic>
        <p:nvPicPr>
          <p:cNvPr id="32" name="Image 2">
            <a:extLst>
              <a:ext uri="{FF2B5EF4-FFF2-40B4-BE49-F238E27FC236}">
                <a16:creationId xmlns:a16="http://schemas.microsoft.com/office/drawing/2014/main" id="{8B81C58B-A408-4B4A-348E-7087E0105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334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93B99C87-4930-1FCB-55DF-569FDBFB5E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97528" y="6106916"/>
            <a:ext cx="658997" cy="223162"/>
          </a:xfrm>
          <a:prstGeom prst="rect">
            <a:avLst/>
          </a:prstGeom>
        </p:spPr>
      </p:pic>
      <p:grpSp>
        <p:nvGrpSpPr>
          <p:cNvPr id="40" name="Gruppo 39">
            <a:extLst>
              <a:ext uri="{FF2B5EF4-FFF2-40B4-BE49-F238E27FC236}">
                <a16:creationId xmlns:a16="http://schemas.microsoft.com/office/drawing/2014/main" id="{744A79EE-0A38-A460-3BD5-9069BA0BF0CA}"/>
              </a:ext>
            </a:extLst>
          </p:cNvPr>
          <p:cNvGrpSpPr/>
          <p:nvPr/>
        </p:nvGrpSpPr>
        <p:grpSpPr>
          <a:xfrm>
            <a:off x="933812" y="-4729"/>
            <a:ext cx="11247696" cy="6840571"/>
            <a:chOff x="957507" y="-1"/>
            <a:chExt cx="11185358" cy="6774999"/>
          </a:xfrm>
        </p:grpSpPr>
        <p:grpSp>
          <p:nvGrpSpPr>
            <p:cNvPr id="41" name="Gruppo 40">
              <a:extLst>
                <a:ext uri="{FF2B5EF4-FFF2-40B4-BE49-F238E27FC236}">
                  <a16:creationId xmlns:a16="http://schemas.microsoft.com/office/drawing/2014/main" id="{D69C2FDC-EC0C-3D2A-6637-1572B516037B}"/>
                </a:ext>
              </a:extLst>
            </p:cNvPr>
            <p:cNvGrpSpPr>
              <a:grpSpLocks/>
            </p:cNvGrpSpPr>
            <p:nvPr/>
          </p:nvGrpSpPr>
          <p:grpSpPr>
            <a:xfrm>
              <a:off x="957507" y="-1"/>
              <a:ext cx="10736840" cy="6774999"/>
              <a:chOff x="-50026" y="0"/>
              <a:chExt cx="10736840" cy="6040813"/>
            </a:xfrm>
          </p:grpSpPr>
          <p:cxnSp>
            <p:nvCxnSpPr>
              <p:cNvPr id="54" name="Connettore diritto 53">
                <a:extLst>
                  <a:ext uri="{FF2B5EF4-FFF2-40B4-BE49-F238E27FC236}">
                    <a16:creationId xmlns:a16="http://schemas.microsoft.com/office/drawing/2014/main" id="{4EDC25AA-2709-917E-87E3-FF2A7D901A23}"/>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949E0AC9-C2A1-B92F-9329-49EB2E3BED3C}"/>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Connettore diritto 55">
                <a:extLst>
                  <a:ext uri="{FF2B5EF4-FFF2-40B4-BE49-F238E27FC236}">
                    <a16:creationId xmlns:a16="http://schemas.microsoft.com/office/drawing/2014/main" id="{74B436C3-EA17-F9D1-CDCF-D6B66A3CDAB4}"/>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Connettore diritto 56">
                <a:extLst>
                  <a:ext uri="{FF2B5EF4-FFF2-40B4-BE49-F238E27FC236}">
                    <a16:creationId xmlns:a16="http://schemas.microsoft.com/office/drawing/2014/main" id="{967FB223-B878-BBC8-EE7F-283D7D8C74E1}"/>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C7877658-7A8F-3604-CC53-480B574221DC}"/>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Connettore diritto 58">
                <a:extLst>
                  <a:ext uri="{FF2B5EF4-FFF2-40B4-BE49-F238E27FC236}">
                    <a16:creationId xmlns:a16="http://schemas.microsoft.com/office/drawing/2014/main" id="{CAFB749F-0286-1132-90BE-A964237AF7F3}"/>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3" name="Elemento grafico 52" descr="Forbici con riempimento a tinta unita">
              <a:extLst>
                <a:ext uri="{FF2B5EF4-FFF2-40B4-BE49-F238E27FC236}">
                  <a16:creationId xmlns:a16="http://schemas.microsoft.com/office/drawing/2014/main" id="{ADB085F4-4EF2-1EA8-ED46-7065BCEC45E1}"/>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
        <p:nvSpPr>
          <p:cNvPr id="18" name="CasellaDiTesto 17">
            <a:extLst>
              <a:ext uri="{FF2B5EF4-FFF2-40B4-BE49-F238E27FC236}">
                <a16:creationId xmlns:a16="http://schemas.microsoft.com/office/drawing/2014/main" id="{BAFC2CC6-903D-059D-85AF-5F7A51FFF71B}"/>
              </a:ext>
            </a:extLst>
          </p:cNvPr>
          <p:cNvSpPr txBox="1"/>
          <p:nvPr/>
        </p:nvSpPr>
        <p:spPr>
          <a:xfrm>
            <a:off x="126863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1" name="CasellaDiTesto 20">
            <a:extLst>
              <a:ext uri="{FF2B5EF4-FFF2-40B4-BE49-F238E27FC236}">
                <a16:creationId xmlns:a16="http://schemas.microsoft.com/office/drawing/2014/main" id="{5FB78433-1EF7-0D9F-426C-A60A431084BA}"/>
              </a:ext>
            </a:extLst>
          </p:cNvPr>
          <p:cNvSpPr txBox="1"/>
          <p:nvPr/>
        </p:nvSpPr>
        <p:spPr>
          <a:xfrm>
            <a:off x="3812643"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3" name="CasellaDiTesto 22">
            <a:extLst>
              <a:ext uri="{FF2B5EF4-FFF2-40B4-BE49-F238E27FC236}">
                <a16:creationId xmlns:a16="http://schemas.microsoft.com/office/drawing/2014/main" id="{A3F2AD93-3ECD-7872-CCE0-2BB5DB82EFCA}"/>
              </a:ext>
            </a:extLst>
          </p:cNvPr>
          <p:cNvSpPr txBox="1"/>
          <p:nvPr/>
        </p:nvSpPr>
        <p:spPr>
          <a:xfrm>
            <a:off x="637901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8" name="CasellaDiTesto 27">
            <a:extLst>
              <a:ext uri="{FF2B5EF4-FFF2-40B4-BE49-F238E27FC236}">
                <a16:creationId xmlns:a16="http://schemas.microsoft.com/office/drawing/2014/main" id="{99F420F4-382B-2E07-A971-00995A6A8EC5}"/>
              </a:ext>
            </a:extLst>
          </p:cNvPr>
          <p:cNvSpPr txBox="1"/>
          <p:nvPr/>
        </p:nvSpPr>
        <p:spPr>
          <a:xfrm>
            <a:off x="891869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0" name="CasellaDiTesto 29">
            <a:extLst>
              <a:ext uri="{FF2B5EF4-FFF2-40B4-BE49-F238E27FC236}">
                <a16:creationId xmlns:a16="http://schemas.microsoft.com/office/drawing/2014/main" id="{0369B3AB-7471-1150-2C11-9BF628327584}"/>
              </a:ext>
            </a:extLst>
          </p:cNvPr>
          <p:cNvSpPr txBox="1"/>
          <p:nvPr/>
        </p:nvSpPr>
        <p:spPr>
          <a:xfrm>
            <a:off x="124323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5" name="CasellaDiTesto 34">
            <a:extLst>
              <a:ext uri="{FF2B5EF4-FFF2-40B4-BE49-F238E27FC236}">
                <a16:creationId xmlns:a16="http://schemas.microsoft.com/office/drawing/2014/main" id="{88B77755-13B0-7E58-C2A9-0CCCB50ED542}"/>
              </a:ext>
            </a:extLst>
          </p:cNvPr>
          <p:cNvSpPr txBox="1"/>
          <p:nvPr/>
        </p:nvSpPr>
        <p:spPr>
          <a:xfrm>
            <a:off x="3787243"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C4952456-50D4-F10A-B880-EFA41628F690}"/>
              </a:ext>
            </a:extLst>
          </p:cNvPr>
          <p:cNvSpPr txBox="1"/>
          <p:nvPr/>
        </p:nvSpPr>
        <p:spPr>
          <a:xfrm>
            <a:off x="635361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858BAF27-751F-B55F-37FE-60E785E08A5E}"/>
              </a:ext>
            </a:extLst>
          </p:cNvPr>
          <p:cNvSpPr txBox="1"/>
          <p:nvPr/>
        </p:nvSpPr>
        <p:spPr>
          <a:xfrm>
            <a:off x="88932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pic>
        <p:nvPicPr>
          <p:cNvPr id="44" name="Graphique 43" descr="Signe pouce en haut avec un remplissage uni">
            <a:extLst>
              <a:ext uri="{FF2B5EF4-FFF2-40B4-BE49-F238E27FC236}">
                <a16:creationId xmlns:a16="http://schemas.microsoft.com/office/drawing/2014/main" id="{B2871E5C-2C5F-FB9F-F4FB-BDBE6DDA6B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27515" y="384649"/>
            <a:ext cx="768925" cy="768925"/>
          </a:xfrm>
          <a:prstGeom prst="rect">
            <a:avLst/>
          </a:prstGeom>
        </p:spPr>
      </p:pic>
      <p:pic>
        <p:nvPicPr>
          <p:cNvPr id="45" name="Graphique 44" descr="Signe pouce en haut avec un remplissage uni">
            <a:extLst>
              <a:ext uri="{FF2B5EF4-FFF2-40B4-BE49-F238E27FC236}">
                <a16:creationId xmlns:a16="http://schemas.microsoft.com/office/drawing/2014/main" id="{5642349A-96DD-AF95-BCA5-BE1D58F8F0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47340" y="384648"/>
            <a:ext cx="768925" cy="768925"/>
          </a:xfrm>
          <a:prstGeom prst="rect">
            <a:avLst/>
          </a:prstGeom>
        </p:spPr>
      </p:pic>
      <p:pic>
        <p:nvPicPr>
          <p:cNvPr id="46" name="Graphique 45" descr="Lumières allumées avec un remplissage uni">
            <a:extLst>
              <a:ext uri="{FF2B5EF4-FFF2-40B4-BE49-F238E27FC236}">
                <a16:creationId xmlns:a16="http://schemas.microsoft.com/office/drawing/2014/main" id="{591289C8-F4EE-1032-4AE5-D3B7D889D3E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83117" y="259179"/>
            <a:ext cx="894394" cy="894394"/>
          </a:xfrm>
          <a:prstGeom prst="rect">
            <a:avLst/>
          </a:prstGeom>
        </p:spPr>
      </p:pic>
      <p:pic>
        <p:nvPicPr>
          <p:cNvPr id="47" name="Graphique 46" descr="Graphique exponentiel avec un remplissage uni">
            <a:extLst>
              <a:ext uri="{FF2B5EF4-FFF2-40B4-BE49-F238E27FC236}">
                <a16:creationId xmlns:a16="http://schemas.microsoft.com/office/drawing/2014/main" id="{0DBBE6D4-A834-12BE-946D-39FFC2F933E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85971" y="384764"/>
            <a:ext cx="768809" cy="768809"/>
          </a:xfrm>
          <a:prstGeom prst="rect">
            <a:avLst/>
          </a:prstGeom>
        </p:spPr>
      </p:pic>
      <p:pic>
        <p:nvPicPr>
          <p:cNvPr id="48" name="Graphique 47" descr="Escalade avec un remplissage uni">
            <a:extLst>
              <a:ext uri="{FF2B5EF4-FFF2-40B4-BE49-F238E27FC236}">
                <a16:creationId xmlns:a16="http://schemas.microsoft.com/office/drawing/2014/main" id="{112D9714-C732-AB5F-7E99-AAE673E9F57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888688" y="3820875"/>
            <a:ext cx="810491" cy="810491"/>
          </a:xfrm>
          <a:prstGeom prst="rect">
            <a:avLst/>
          </a:prstGeom>
        </p:spPr>
      </p:pic>
      <p:pic>
        <p:nvPicPr>
          <p:cNvPr id="49" name="Graphique 48" descr="Cailloux empilés avec un remplissage uni">
            <a:extLst>
              <a:ext uri="{FF2B5EF4-FFF2-40B4-BE49-F238E27FC236}">
                <a16:creationId xmlns:a16="http://schemas.microsoft.com/office/drawing/2014/main" id="{7331A8FE-46E3-70DB-F52A-611E8AE791D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391924" y="3696986"/>
            <a:ext cx="918828" cy="918828"/>
          </a:xfrm>
          <a:prstGeom prst="rect">
            <a:avLst/>
          </a:prstGeom>
        </p:spPr>
      </p:pic>
      <p:pic>
        <p:nvPicPr>
          <p:cNvPr id="51" name="Graphique 50" descr="Utilisateurs avec un remplissage uni">
            <a:extLst>
              <a:ext uri="{FF2B5EF4-FFF2-40B4-BE49-F238E27FC236}">
                <a16:creationId xmlns:a16="http://schemas.microsoft.com/office/drawing/2014/main" id="{6D5758FD-07B7-9BE6-619C-06DF6129DAD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940246" y="3701414"/>
            <a:ext cx="914400" cy="914400"/>
          </a:xfrm>
          <a:prstGeom prst="rect">
            <a:avLst/>
          </a:prstGeom>
        </p:spPr>
      </p:pic>
      <p:pic>
        <p:nvPicPr>
          <p:cNvPr id="61" name="Graphique 60" descr="Avis des clients avec un remplissage uni">
            <a:extLst>
              <a:ext uri="{FF2B5EF4-FFF2-40B4-BE49-F238E27FC236}">
                <a16:creationId xmlns:a16="http://schemas.microsoft.com/office/drawing/2014/main" id="{833DA12E-E526-33B6-A84A-662131F86CC4}"/>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9484162" y="3652258"/>
            <a:ext cx="914400" cy="914400"/>
          </a:xfrm>
          <a:prstGeom prst="rect">
            <a:avLst/>
          </a:prstGeom>
        </p:spPr>
      </p:pic>
      <p:pic>
        <p:nvPicPr>
          <p:cNvPr id="52" name="Elemento grafico 51" descr="Home con riempimento a tinta unita">
            <a:extLst>
              <a:ext uri="{FF2B5EF4-FFF2-40B4-BE49-F238E27FC236}">
                <a16:creationId xmlns:a16="http://schemas.microsoft.com/office/drawing/2014/main" id="{5F1EAB69-11EF-A90B-2E49-CD5974359F3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5105587" y="678407"/>
            <a:ext cx="537451" cy="537451"/>
          </a:xfrm>
          <a:prstGeom prst="rect">
            <a:avLst/>
          </a:prstGeom>
        </p:spPr>
      </p:pic>
    </p:spTree>
    <p:extLst>
      <p:ext uri="{BB962C8B-B14F-4D97-AF65-F5344CB8AC3E}">
        <p14:creationId xmlns:p14="http://schemas.microsoft.com/office/powerpoint/2010/main" val="16206304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7BE67-DE65-42B4-5C8B-0454C354E3C6}"/>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A7C0B2AA-B788-35A4-AA0B-057772FAA408}"/>
              </a:ext>
            </a:extLst>
          </p:cNvPr>
          <p:cNvSpPr/>
          <p:nvPr/>
        </p:nvSpPr>
        <p:spPr>
          <a:xfrm>
            <a:off x="0" y="0"/>
            <a:ext cx="12292815" cy="684753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1FBDEAD2-D2C9-A357-D05A-71D4DCD5C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3060C0E0-E184-EA2B-25B7-8909AD649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3BB9B492-1545-C9F1-2516-D63C515F7C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FB7DFCAD-2F77-DD41-5D14-CC1BDDF2F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EAF6A6CA-FDB3-D91D-18C2-E864B67FD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2ABC534E-8202-FF1C-8A60-68330E2CB3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6B215EF1-119F-4376-B7AD-67DDF265A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31C71F0A-98AC-CC08-C15E-CE18A54AF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9072F9CE-9A66-9A7A-C03B-D766112D2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9A431271-071D-6DB9-B118-35A56F87E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89FCA4B5-BEBF-CE8D-3722-A45A2E7BF2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DA297C0C-05FE-544B-002E-5FBE56B59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AD6D83C6-1EBC-DB2D-BADC-ABFB84880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479DF09A-B3E0-4EF7-58F8-872119BCBE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34CF6843-C3B0-A2A1-4E1B-E98805EE70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D1415D43-223C-58B7-DCB6-D09C296AE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FE951A48-C174-509E-E1BC-01590278EB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1753D5E-CBEC-E92A-796C-82EAA4774E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CFC11AC3-7095-01E4-E819-E49E2BE107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0C362097-B76D-5758-4395-A040E5EE9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B79612DD-2067-A07A-4699-A753D630EC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3C44A2F8-D546-0C14-2BA1-11353B1E65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BD11614-E212-82B4-E4CC-E3B1164A2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A13A759C-1185-1CDC-943A-89C5FD894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2946AB8F-F6B1-12FE-16F0-62DDD178B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D0E9ACB5-DB0F-6993-1590-DE28E4CF6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644DDF0A-4AC4-EBB3-97B6-1988985CB7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C65853E0-BD7A-9B86-B337-2AC442B053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306433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5294D6FA-F01F-4E63-9639-F28BFB1877BB}"/>
              </a:ext>
            </a:extLst>
          </p:cNvPr>
          <p:cNvSpPr>
            <a:spLocks noGrp="1"/>
          </p:cNvSpPr>
          <p:nvPr>
            <p:ph type="subTitle" idx="1"/>
          </p:nvPr>
        </p:nvSpPr>
        <p:spPr>
          <a:xfrm>
            <a:off x="4439633" y="4518923"/>
            <a:ext cx="3312734" cy="1141851"/>
          </a:xfrm>
          <a:noFill/>
        </p:spPr>
        <p:txBody>
          <a:bodyPr>
            <a:normAutofit/>
          </a:bodyPr>
          <a:lstStyle/>
          <a:p>
            <a:endParaRPr lang="fr-FR" sz="2000">
              <a:solidFill>
                <a:srgbClr val="080808"/>
              </a:solidFill>
            </a:endParaRPr>
          </a:p>
        </p:txBody>
      </p:sp>
      <p:sp>
        <p:nvSpPr>
          <p:cNvPr id="4" name="Titre 3">
            <a:extLst>
              <a:ext uri="{FF2B5EF4-FFF2-40B4-BE49-F238E27FC236}">
                <a16:creationId xmlns:a16="http://schemas.microsoft.com/office/drawing/2014/main" id="{B168BA7F-CC1D-46EE-B996-E0E4970BD36C}"/>
              </a:ext>
            </a:extLst>
          </p:cNvPr>
          <p:cNvSpPr>
            <a:spLocks noGrp="1"/>
          </p:cNvSpPr>
          <p:nvPr>
            <p:ph type="ctrTitle"/>
          </p:nvPr>
        </p:nvSpPr>
        <p:spPr>
          <a:xfrm>
            <a:off x="3204642" y="2353641"/>
            <a:ext cx="5782716" cy="2150719"/>
          </a:xfrm>
          <a:noFill/>
        </p:spPr>
        <p:txBody>
          <a:bodyPr anchor="ctr">
            <a:normAutofit/>
          </a:bodyPr>
          <a:lstStyle/>
          <a:p>
            <a:r>
              <a:rPr lang="fr-FR" sz="3600" dirty="0">
                <a:solidFill>
                  <a:srgbClr val="080808"/>
                </a:solidFill>
              </a:rPr>
              <a:t>STOCKS</a:t>
            </a:r>
          </a:p>
        </p:txBody>
      </p:sp>
    </p:spTree>
    <p:extLst>
      <p:ext uri="{BB962C8B-B14F-4D97-AF65-F5344CB8AC3E}">
        <p14:creationId xmlns:p14="http://schemas.microsoft.com/office/powerpoint/2010/main" val="2425102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6006E-D318-1666-D1FC-E4FE4903EAEC}"/>
            </a:ext>
          </a:extLst>
        </p:cNvPr>
        <p:cNvGrpSpPr/>
        <p:nvPr/>
      </p:nvGrpSpPr>
      <p:grpSpPr>
        <a:xfrm>
          <a:off x="0" y="0"/>
          <a:ext cx="0" cy="0"/>
          <a:chOff x="0" y="0"/>
          <a:chExt cx="0" cy="0"/>
        </a:xfrm>
      </p:grpSpPr>
      <p:sp>
        <p:nvSpPr>
          <p:cNvPr id="51" name="Rettangolo 50">
            <a:extLst>
              <a:ext uri="{FF2B5EF4-FFF2-40B4-BE49-F238E27FC236}">
                <a16:creationId xmlns:a16="http://schemas.microsoft.com/office/drawing/2014/main" id="{CF65FF44-1F6E-4FAF-9594-61825B090CFB}"/>
              </a:ext>
            </a:extLst>
          </p:cNvPr>
          <p:cNvSpPr/>
          <p:nvPr/>
        </p:nvSpPr>
        <p:spPr>
          <a:xfrm>
            <a:off x="991419" y="0"/>
            <a:ext cx="10266770" cy="684753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E2D4EF06-A81D-AC0D-A9E2-3033C7857B87}"/>
              </a:ext>
            </a:extLst>
          </p:cNvPr>
          <p:cNvSpPr txBox="1">
            <a:spLocks/>
          </p:cNvSpPr>
          <p:nvPr/>
        </p:nvSpPr>
        <p:spPr>
          <a:xfrm>
            <a:off x="8688218"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3FE14803-9D8A-5AF8-FAB0-445ACD16C006}"/>
              </a:ext>
            </a:extLst>
          </p:cNvPr>
          <p:cNvSpPr txBox="1">
            <a:spLocks/>
          </p:cNvSpPr>
          <p:nvPr/>
        </p:nvSpPr>
        <p:spPr>
          <a:xfrm>
            <a:off x="1017205"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0FBEF366-8712-1823-3D74-94385B5DDBFC}"/>
              </a:ext>
            </a:extLst>
          </p:cNvPr>
          <p:cNvSpPr txBox="1">
            <a:spLocks/>
          </p:cNvSpPr>
          <p:nvPr/>
        </p:nvSpPr>
        <p:spPr>
          <a:xfrm>
            <a:off x="6131213"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8" name="Espace réservé du contenu 6">
            <a:extLst>
              <a:ext uri="{FF2B5EF4-FFF2-40B4-BE49-F238E27FC236}">
                <a16:creationId xmlns:a16="http://schemas.microsoft.com/office/drawing/2014/main" id="{007DB95D-978D-CCFF-9E0E-2D76A830F8A1}"/>
              </a:ext>
            </a:extLst>
          </p:cNvPr>
          <p:cNvSpPr txBox="1">
            <a:spLocks/>
          </p:cNvSpPr>
          <p:nvPr/>
        </p:nvSpPr>
        <p:spPr>
          <a:xfrm>
            <a:off x="3574209" y="3417921"/>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1" name="Espace réservé du contenu 6">
            <a:extLst>
              <a:ext uri="{FF2B5EF4-FFF2-40B4-BE49-F238E27FC236}">
                <a16:creationId xmlns:a16="http://schemas.microsoft.com/office/drawing/2014/main" id="{1A3D67BB-5DFD-8F63-D82D-0E25C2C201B1}"/>
              </a:ext>
            </a:extLst>
          </p:cNvPr>
          <p:cNvSpPr txBox="1">
            <a:spLocks/>
          </p:cNvSpPr>
          <p:nvPr/>
        </p:nvSpPr>
        <p:spPr>
          <a:xfrm>
            <a:off x="8688218"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3" name="Espace réservé du contenu 6">
            <a:extLst>
              <a:ext uri="{FF2B5EF4-FFF2-40B4-BE49-F238E27FC236}">
                <a16:creationId xmlns:a16="http://schemas.microsoft.com/office/drawing/2014/main" id="{BAC95F7C-E3C7-A80D-155D-2D427B5646A9}"/>
              </a:ext>
            </a:extLst>
          </p:cNvPr>
          <p:cNvSpPr txBox="1">
            <a:spLocks/>
          </p:cNvSpPr>
          <p:nvPr/>
        </p:nvSpPr>
        <p:spPr>
          <a:xfrm>
            <a:off x="1017205" y="0"/>
            <a:ext cx="2548800" cy="3417921"/>
          </a:xfrm>
          <a:prstGeom prst="rect">
            <a:avLst/>
          </a:prstGeom>
          <a:solidFill>
            <a:schemeClr val="accent3"/>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8" name="Espace réservé du contenu 6">
            <a:extLst>
              <a:ext uri="{FF2B5EF4-FFF2-40B4-BE49-F238E27FC236}">
                <a16:creationId xmlns:a16="http://schemas.microsoft.com/office/drawing/2014/main" id="{6F0C5279-6DE9-81D6-124F-5E353504725F}"/>
              </a:ext>
            </a:extLst>
          </p:cNvPr>
          <p:cNvSpPr txBox="1">
            <a:spLocks/>
          </p:cNvSpPr>
          <p:nvPr/>
        </p:nvSpPr>
        <p:spPr>
          <a:xfrm>
            <a:off x="6131213"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0" name="Espace réservé du contenu 6">
            <a:extLst>
              <a:ext uri="{FF2B5EF4-FFF2-40B4-BE49-F238E27FC236}">
                <a16:creationId xmlns:a16="http://schemas.microsoft.com/office/drawing/2014/main" id="{17D1C707-F19A-7259-B25F-973F16724642}"/>
              </a:ext>
            </a:extLst>
          </p:cNvPr>
          <p:cNvSpPr txBox="1">
            <a:spLocks/>
          </p:cNvSpPr>
          <p:nvPr/>
        </p:nvSpPr>
        <p:spPr>
          <a:xfrm>
            <a:off x="3574209" y="0"/>
            <a:ext cx="2548800" cy="3417921"/>
          </a:xfrm>
          <a:prstGeom prst="rect">
            <a:avLst/>
          </a:prstGeom>
          <a:solidFill>
            <a:schemeClr val="accent3"/>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9430B5FC-9780-8F74-D2F4-3E506956DC2A}"/>
              </a:ext>
            </a:extLst>
          </p:cNvPr>
          <p:cNvSpPr txBox="1">
            <a:spLocks/>
          </p:cNvSpPr>
          <p:nvPr/>
        </p:nvSpPr>
        <p:spPr>
          <a:xfrm>
            <a:off x="127442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4" name="Espace réservé du contenu 6">
            <a:extLst>
              <a:ext uri="{FF2B5EF4-FFF2-40B4-BE49-F238E27FC236}">
                <a16:creationId xmlns:a16="http://schemas.microsoft.com/office/drawing/2014/main" id="{11160DC1-E165-FC78-24B6-0E62E11C6C2B}"/>
              </a:ext>
            </a:extLst>
          </p:cNvPr>
          <p:cNvSpPr txBox="1">
            <a:spLocks/>
          </p:cNvSpPr>
          <p:nvPr/>
        </p:nvSpPr>
        <p:spPr>
          <a:xfrm>
            <a:off x="126631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3" name="Espace réservé du contenu 6">
            <a:extLst>
              <a:ext uri="{FF2B5EF4-FFF2-40B4-BE49-F238E27FC236}">
                <a16:creationId xmlns:a16="http://schemas.microsoft.com/office/drawing/2014/main" id="{BDBE7993-FA20-4E46-89DC-2BBB13B10B83}"/>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5" name="Espace réservé du contenu 6">
            <a:extLst>
              <a:ext uri="{FF2B5EF4-FFF2-40B4-BE49-F238E27FC236}">
                <a16:creationId xmlns:a16="http://schemas.microsoft.com/office/drawing/2014/main" id="{AAE7589D-8B3F-F777-B14F-9AB5FE83BE96}"/>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6" name="Espace réservé du contenu 6">
            <a:extLst>
              <a:ext uri="{FF2B5EF4-FFF2-40B4-BE49-F238E27FC236}">
                <a16:creationId xmlns:a16="http://schemas.microsoft.com/office/drawing/2014/main" id="{89C821C1-0437-92F0-4368-4093FA30413A}"/>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8" name="Espace réservé du contenu 6">
            <a:extLst>
              <a:ext uri="{FF2B5EF4-FFF2-40B4-BE49-F238E27FC236}">
                <a16:creationId xmlns:a16="http://schemas.microsoft.com/office/drawing/2014/main" id="{2F1AFC7D-1EC8-6D24-BC1E-3C8BB340B99B}"/>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9" name="Espace réservé du contenu 6">
            <a:extLst>
              <a:ext uri="{FF2B5EF4-FFF2-40B4-BE49-F238E27FC236}">
                <a16:creationId xmlns:a16="http://schemas.microsoft.com/office/drawing/2014/main" id="{EDD922B3-A4B8-6226-F6BB-97D44CB542B5}"/>
              </a:ext>
            </a:extLst>
          </p:cNvPr>
          <p:cNvSpPr txBox="1">
            <a:spLocks/>
          </p:cNvSpPr>
          <p:nvPr/>
        </p:nvSpPr>
        <p:spPr>
          <a:xfrm>
            <a:off x="892023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sp>
        <p:nvSpPr>
          <p:cNvPr id="10" name="Espace réservé du contenu 6">
            <a:extLst>
              <a:ext uri="{FF2B5EF4-FFF2-40B4-BE49-F238E27FC236}">
                <a16:creationId xmlns:a16="http://schemas.microsoft.com/office/drawing/2014/main" id="{D5C41B60-5643-F678-C8D2-70076D652978}"/>
              </a:ext>
            </a:extLst>
          </p:cNvPr>
          <p:cNvSpPr txBox="1">
            <a:spLocks/>
          </p:cNvSpPr>
          <p:nvPr/>
        </p:nvSpPr>
        <p:spPr>
          <a:xfrm>
            <a:off x="891212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je…</a:t>
            </a:r>
          </a:p>
        </p:txBody>
      </p:sp>
      <p:pic>
        <p:nvPicPr>
          <p:cNvPr id="11" name="Image 2">
            <a:extLst>
              <a:ext uri="{FF2B5EF4-FFF2-40B4-BE49-F238E27FC236}">
                <a16:creationId xmlns:a16="http://schemas.microsoft.com/office/drawing/2014/main" id="{0E5A0C9C-AE9D-79E5-662F-CC9C18C153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26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75243BB4-F1D7-FD1E-5653-88EFA74D16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3353" y="2690045"/>
            <a:ext cx="658997" cy="223162"/>
          </a:xfrm>
          <a:prstGeom prst="rect">
            <a:avLst/>
          </a:prstGeom>
        </p:spPr>
      </p:pic>
      <p:pic>
        <p:nvPicPr>
          <p:cNvPr id="14" name="Image 2">
            <a:extLst>
              <a:ext uri="{FF2B5EF4-FFF2-40B4-BE49-F238E27FC236}">
                <a16:creationId xmlns:a16="http://schemas.microsoft.com/office/drawing/2014/main" id="{2F4E0142-A569-8CD3-8912-8ECF8BFFB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2612CB0B-070C-1727-4DE3-231B38379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CD09B30D-E758-AE7A-428C-C522D34F0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4549F74A-21B7-CFF0-91C0-EFAB18075B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1D1F6EC6-CF2F-754A-A6E4-1238888FD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439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6146CBDA-D08B-DFE0-C5A8-DA66B24F39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8478" y="2690045"/>
            <a:ext cx="658997" cy="223162"/>
          </a:xfrm>
          <a:prstGeom prst="rect">
            <a:avLst/>
          </a:prstGeom>
        </p:spPr>
      </p:pic>
      <p:pic>
        <p:nvPicPr>
          <p:cNvPr id="24" name="Image 2">
            <a:extLst>
              <a:ext uri="{FF2B5EF4-FFF2-40B4-BE49-F238E27FC236}">
                <a16:creationId xmlns:a16="http://schemas.microsoft.com/office/drawing/2014/main" id="{B4747A96-3EAF-3E36-DCA4-879E15B6F2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926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D2591E25-E1E8-053A-6116-BEB208220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3353" y="6106916"/>
            <a:ext cx="658997" cy="223162"/>
          </a:xfrm>
          <a:prstGeom prst="rect">
            <a:avLst/>
          </a:prstGeom>
        </p:spPr>
      </p:pic>
      <p:pic>
        <p:nvPicPr>
          <p:cNvPr id="26" name="Image 2">
            <a:extLst>
              <a:ext uri="{FF2B5EF4-FFF2-40B4-BE49-F238E27FC236}">
                <a16:creationId xmlns:a16="http://schemas.microsoft.com/office/drawing/2014/main" id="{8F0FB70E-ADF6-A2EE-8EA9-476799BA2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23F990B1-F00C-DED7-8414-D69CD9E76E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6106916"/>
            <a:ext cx="658997" cy="223162"/>
          </a:xfrm>
          <a:prstGeom prst="rect">
            <a:avLst/>
          </a:prstGeom>
        </p:spPr>
      </p:pic>
      <p:pic>
        <p:nvPicPr>
          <p:cNvPr id="29" name="Image 2">
            <a:extLst>
              <a:ext uri="{FF2B5EF4-FFF2-40B4-BE49-F238E27FC236}">
                <a16:creationId xmlns:a16="http://schemas.microsoft.com/office/drawing/2014/main" id="{44F556DC-AA5E-7FAC-C0CB-4A6CF2504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F907D6E0-6C5A-1D68-CFAC-F4A8A3037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6106916"/>
            <a:ext cx="658997" cy="223162"/>
          </a:xfrm>
          <a:prstGeom prst="rect">
            <a:avLst/>
          </a:prstGeom>
        </p:spPr>
      </p:pic>
      <p:pic>
        <p:nvPicPr>
          <p:cNvPr id="32" name="Image 2">
            <a:extLst>
              <a:ext uri="{FF2B5EF4-FFF2-40B4-BE49-F238E27FC236}">
                <a16:creationId xmlns:a16="http://schemas.microsoft.com/office/drawing/2014/main" id="{8CD71AE1-6480-56A7-C73F-640E9E8D38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439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D20CB257-33D7-7D42-DF37-E472E04945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78478" y="6106916"/>
            <a:ext cx="658997" cy="223162"/>
          </a:xfrm>
          <a:prstGeom prst="rect">
            <a:avLst/>
          </a:prstGeom>
        </p:spPr>
      </p:pic>
      <p:sp>
        <p:nvSpPr>
          <p:cNvPr id="36" name="CasellaDiTesto 35">
            <a:extLst>
              <a:ext uri="{FF2B5EF4-FFF2-40B4-BE49-F238E27FC236}">
                <a16:creationId xmlns:a16="http://schemas.microsoft.com/office/drawing/2014/main" id="{3E07CF7A-CEF1-CBE1-BF6C-52BB5972ACD1}"/>
              </a:ext>
            </a:extLst>
          </p:cNvPr>
          <p:cNvSpPr txBox="1"/>
          <p:nvPr/>
        </p:nvSpPr>
        <p:spPr>
          <a:xfrm>
            <a:off x="124323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7" name="CasellaDiTesto 36">
            <a:extLst>
              <a:ext uri="{FF2B5EF4-FFF2-40B4-BE49-F238E27FC236}">
                <a16:creationId xmlns:a16="http://schemas.microsoft.com/office/drawing/2014/main" id="{51E2366A-0CC4-3CDC-3532-C306DF442FC9}"/>
              </a:ext>
            </a:extLst>
          </p:cNvPr>
          <p:cNvSpPr txBox="1"/>
          <p:nvPr/>
        </p:nvSpPr>
        <p:spPr>
          <a:xfrm>
            <a:off x="3803118"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8" name="CasellaDiTesto 37">
            <a:extLst>
              <a:ext uri="{FF2B5EF4-FFF2-40B4-BE49-F238E27FC236}">
                <a16:creationId xmlns:a16="http://schemas.microsoft.com/office/drawing/2014/main" id="{2907E87C-7184-656D-DF45-B8EE7EEEE135}"/>
              </a:ext>
            </a:extLst>
          </p:cNvPr>
          <p:cNvSpPr txBox="1"/>
          <p:nvPr/>
        </p:nvSpPr>
        <p:spPr>
          <a:xfrm>
            <a:off x="635996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9" name="CasellaDiTesto 38">
            <a:extLst>
              <a:ext uri="{FF2B5EF4-FFF2-40B4-BE49-F238E27FC236}">
                <a16:creationId xmlns:a16="http://schemas.microsoft.com/office/drawing/2014/main" id="{03304611-A19A-6E65-6E6F-621CBA45E634}"/>
              </a:ext>
            </a:extLst>
          </p:cNvPr>
          <p:cNvSpPr txBox="1"/>
          <p:nvPr/>
        </p:nvSpPr>
        <p:spPr>
          <a:xfrm>
            <a:off x="889964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0" name="CasellaDiTesto 39">
            <a:extLst>
              <a:ext uri="{FF2B5EF4-FFF2-40B4-BE49-F238E27FC236}">
                <a16:creationId xmlns:a16="http://schemas.microsoft.com/office/drawing/2014/main" id="{A556A540-02B7-79E4-430F-5F523A503394}"/>
              </a:ext>
            </a:extLst>
          </p:cNvPr>
          <p:cNvSpPr txBox="1"/>
          <p:nvPr/>
        </p:nvSpPr>
        <p:spPr>
          <a:xfrm>
            <a:off x="121783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97614CB2-6363-EC9E-7877-B1A00B76F802}"/>
              </a:ext>
            </a:extLst>
          </p:cNvPr>
          <p:cNvSpPr txBox="1"/>
          <p:nvPr/>
        </p:nvSpPr>
        <p:spPr>
          <a:xfrm>
            <a:off x="3777718"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DB2F7D4D-686F-67CC-DE2D-F5DE0FD669A5}"/>
              </a:ext>
            </a:extLst>
          </p:cNvPr>
          <p:cNvSpPr txBox="1"/>
          <p:nvPr/>
        </p:nvSpPr>
        <p:spPr>
          <a:xfrm>
            <a:off x="633456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4" name="CasellaDiTesto 43">
            <a:extLst>
              <a:ext uri="{FF2B5EF4-FFF2-40B4-BE49-F238E27FC236}">
                <a16:creationId xmlns:a16="http://schemas.microsoft.com/office/drawing/2014/main" id="{0E5909AF-EE97-D93F-76BC-D703D8C53DE9}"/>
              </a:ext>
            </a:extLst>
          </p:cNvPr>
          <p:cNvSpPr txBox="1"/>
          <p:nvPr/>
        </p:nvSpPr>
        <p:spPr>
          <a:xfrm>
            <a:off x="887424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grpSp>
        <p:nvGrpSpPr>
          <p:cNvPr id="34" name="Gruppo 33">
            <a:extLst>
              <a:ext uri="{FF2B5EF4-FFF2-40B4-BE49-F238E27FC236}">
                <a16:creationId xmlns:a16="http://schemas.microsoft.com/office/drawing/2014/main" id="{617466A0-BBB2-19AE-5F5A-586B76364F97}"/>
              </a:ext>
            </a:extLst>
          </p:cNvPr>
          <p:cNvGrpSpPr/>
          <p:nvPr/>
        </p:nvGrpSpPr>
        <p:grpSpPr>
          <a:xfrm>
            <a:off x="933812" y="-4729"/>
            <a:ext cx="11247696" cy="6840571"/>
            <a:chOff x="957507" y="-1"/>
            <a:chExt cx="11185358" cy="6774999"/>
          </a:xfrm>
        </p:grpSpPr>
        <p:grpSp>
          <p:nvGrpSpPr>
            <p:cNvPr id="35" name="Gruppo 34">
              <a:extLst>
                <a:ext uri="{FF2B5EF4-FFF2-40B4-BE49-F238E27FC236}">
                  <a16:creationId xmlns:a16="http://schemas.microsoft.com/office/drawing/2014/main" id="{DEC25BC6-A7F8-A7D2-70C8-CD297260B6DC}"/>
                </a:ext>
              </a:extLst>
            </p:cNvPr>
            <p:cNvGrpSpPr>
              <a:grpSpLocks/>
            </p:cNvGrpSpPr>
            <p:nvPr/>
          </p:nvGrpSpPr>
          <p:grpSpPr>
            <a:xfrm>
              <a:off x="957507" y="-1"/>
              <a:ext cx="10736840" cy="6774999"/>
              <a:chOff x="-50026" y="0"/>
              <a:chExt cx="10736840" cy="6040813"/>
            </a:xfrm>
          </p:grpSpPr>
          <p:cxnSp>
            <p:nvCxnSpPr>
              <p:cNvPr id="45" name="Connettore diritto 44">
                <a:extLst>
                  <a:ext uri="{FF2B5EF4-FFF2-40B4-BE49-F238E27FC236}">
                    <a16:creationId xmlns:a16="http://schemas.microsoft.com/office/drawing/2014/main" id="{5ECACB8E-8261-0067-F599-965ECE243CCA}"/>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6" name="Connettore diritto 45">
                <a:extLst>
                  <a:ext uri="{FF2B5EF4-FFF2-40B4-BE49-F238E27FC236}">
                    <a16:creationId xmlns:a16="http://schemas.microsoft.com/office/drawing/2014/main" id="{461993D1-1618-527D-034D-E95AE117E3FA}"/>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Connettore diritto 46">
                <a:extLst>
                  <a:ext uri="{FF2B5EF4-FFF2-40B4-BE49-F238E27FC236}">
                    <a16:creationId xmlns:a16="http://schemas.microsoft.com/office/drawing/2014/main" id="{86507065-D7A9-3EAA-1A63-610C4A786A8F}"/>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8" name="Connettore diritto 47">
                <a:extLst>
                  <a:ext uri="{FF2B5EF4-FFF2-40B4-BE49-F238E27FC236}">
                    <a16:creationId xmlns:a16="http://schemas.microsoft.com/office/drawing/2014/main" id="{5ED846C0-C2A7-99EA-94AA-B1F457DAC6F8}"/>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9" name="Connettore diritto 48">
                <a:extLst>
                  <a:ext uri="{FF2B5EF4-FFF2-40B4-BE49-F238E27FC236}">
                    <a16:creationId xmlns:a16="http://schemas.microsoft.com/office/drawing/2014/main" id="{BCEDC6A9-184B-BA46-029B-0EDD41280312}"/>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D61E79EE-0AAB-BAB5-01CE-555B01FA2904}"/>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41" name="Elemento grafico 40" descr="Forbici con riempimento a tinta unita">
              <a:extLst>
                <a:ext uri="{FF2B5EF4-FFF2-40B4-BE49-F238E27FC236}">
                  <a16:creationId xmlns:a16="http://schemas.microsoft.com/office/drawing/2014/main" id="{DC309978-BCD3-4FAD-7649-55C4BD696EF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Tree>
    <p:extLst>
      <p:ext uri="{BB962C8B-B14F-4D97-AF65-F5344CB8AC3E}">
        <p14:creationId xmlns:p14="http://schemas.microsoft.com/office/powerpoint/2010/main" val="1505098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26569-44FF-C36A-9212-C35A2F0CBEF5}"/>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07B6C586-AEF6-D28E-2445-4DE12DED0579}"/>
              </a:ext>
            </a:extLst>
          </p:cNvPr>
          <p:cNvSpPr/>
          <p:nvPr/>
        </p:nvSpPr>
        <p:spPr>
          <a:xfrm>
            <a:off x="0" y="0"/>
            <a:ext cx="12292815" cy="6847531"/>
          </a:xfrm>
          <a:prstGeom prst="rect">
            <a:avLst/>
          </a:prstGeom>
          <a:solidFill>
            <a:schemeClr val="accent3">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A273D7C3-495E-E202-1AC2-EB885A9700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ED2CCF06-BF23-9321-F53B-1A279A98BF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60FDD377-6ED0-1052-F123-C4730C1A5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81189825-6585-570B-8CE6-174F69D19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CC8E6D7A-74F9-8FE8-178E-ACA0CA82F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C5E32B2F-C780-5447-0213-0943C637A7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45F056C5-963A-55D0-630F-A2A10B428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72F67AC3-A656-1D00-DB63-EF772587C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5D06F291-5365-6C54-0760-08E68FA08D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77DB450E-7B92-C7D8-BFB3-DB794CA723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A9E7379B-A59C-EFBC-2A56-3611DDE35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E6CDA252-4ACA-0C16-F05E-D4764A477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F7E1D4CC-F8DE-2CDA-62A3-C0967554F9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25A12A90-8D21-7B53-C469-105F993033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BB1F616C-EB47-F708-09C0-D4DE44A882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9744B560-A7CD-43E1-1114-0892717E8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AB4A9D12-02A3-2D32-1BA5-B4407997F1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23F5CFE9-E1AA-A36F-6086-8013C9C510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9CB9E482-C485-D7D3-455D-5116EB874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BBE0D852-D8F1-C0D4-BCE3-F4F433189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32C93372-808C-00BE-C814-86693D06B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B4481F02-6F5A-7D78-46E0-D41390AE9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8B2472AD-F206-B545-834C-F01B93993E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BBF06305-EA5E-4B0C-D5B7-4DAA529696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933D1FBC-2FAC-62F5-50C5-E7AA61E313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683DC553-CB21-4B53-CEEB-3503352F34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A303A44E-9DBD-AF19-AC60-D276F9BFBE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CF9E7C6E-08CE-B40B-2AB0-009CDF5D1C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30352403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20BD1-15E3-445F-9039-EA54C78326CC}"/>
            </a:ext>
          </a:extLst>
        </p:cNvPr>
        <p:cNvGrpSpPr/>
        <p:nvPr/>
      </p:nvGrpSpPr>
      <p:grpSpPr>
        <a:xfrm>
          <a:off x="0" y="0"/>
          <a:ext cx="0" cy="0"/>
          <a:chOff x="0" y="0"/>
          <a:chExt cx="0" cy="0"/>
        </a:xfrm>
      </p:grpSpPr>
      <p:sp>
        <p:nvSpPr>
          <p:cNvPr id="7" name="Rettangolo 6">
            <a:extLst>
              <a:ext uri="{FF2B5EF4-FFF2-40B4-BE49-F238E27FC236}">
                <a16:creationId xmlns:a16="http://schemas.microsoft.com/office/drawing/2014/main" id="{39AA1304-5838-4F2D-A485-BD5AEB638CF5}"/>
              </a:ext>
            </a:extLst>
          </p:cNvPr>
          <p:cNvSpPr/>
          <p:nvPr/>
        </p:nvSpPr>
        <p:spPr>
          <a:xfrm>
            <a:off x="991419" y="0"/>
            <a:ext cx="10266770" cy="68475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Espace réservé du contenu 6">
            <a:extLst>
              <a:ext uri="{FF2B5EF4-FFF2-40B4-BE49-F238E27FC236}">
                <a16:creationId xmlns:a16="http://schemas.microsoft.com/office/drawing/2014/main" id="{C91EB722-20C8-BC20-48A2-14A098124B53}"/>
              </a:ext>
            </a:extLst>
          </p:cNvPr>
          <p:cNvSpPr txBox="1">
            <a:spLocks/>
          </p:cNvSpPr>
          <p:nvPr/>
        </p:nvSpPr>
        <p:spPr>
          <a:xfrm>
            <a:off x="8688218"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5" name="Espace réservé du contenu 6">
            <a:extLst>
              <a:ext uri="{FF2B5EF4-FFF2-40B4-BE49-F238E27FC236}">
                <a16:creationId xmlns:a16="http://schemas.microsoft.com/office/drawing/2014/main" id="{E11DB8FC-A1CA-5022-41DD-6DD9C82B4139}"/>
              </a:ext>
            </a:extLst>
          </p:cNvPr>
          <p:cNvSpPr txBox="1">
            <a:spLocks/>
          </p:cNvSpPr>
          <p:nvPr/>
        </p:nvSpPr>
        <p:spPr>
          <a:xfrm>
            <a:off x="1017205"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6" name="Espace réservé du contenu 6">
            <a:extLst>
              <a:ext uri="{FF2B5EF4-FFF2-40B4-BE49-F238E27FC236}">
                <a16:creationId xmlns:a16="http://schemas.microsoft.com/office/drawing/2014/main" id="{9A159BDE-7C18-B17D-192C-4C4C15AB1B1C}"/>
              </a:ext>
            </a:extLst>
          </p:cNvPr>
          <p:cNvSpPr txBox="1">
            <a:spLocks/>
          </p:cNvSpPr>
          <p:nvPr/>
        </p:nvSpPr>
        <p:spPr>
          <a:xfrm>
            <a:off x="6131213"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7" name="Espace réservé du contenu 6">
            <a:extLst>
              <a:ext uri="{FF2B5EF4-FFF2-40B4-BE49-F238E27FC236}">
                <a16:creationId xmlns:a16="http://schemas.microsoft.com/office/drawing/2014/main" id="{8D78D158-FB22-3D87-9480-2CCF500EAA2F}"/>
              </a:ext>
            </a:extLst>
          </p:cNvPr>
          <p:cNvSpPr txBox="1">
            <a:spLocks/>
          </p:cNvSpPr>
          <p:nvPr/>
        </p:nvSpPr>
        <p:spPr>
          <a:xfrm>
            <a:off x="3574209" y="3417921"/>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8" name="Espace réservé du contenu 6">
            <a:extLst>
              <a:ext uri="{FF2B5EF4-FFF2-40B4-BE49-F238E27FC236}">
                <a16:creationId xmlns:a16="http://schemas.microsoft.com/office/drawing/2014/main" id="{1B75B9DD-3F97-6BE1-1855-B383F9B7B6C1}"/>
              </a:ext>
            </a:extLst>
          </p:cNvPr>
          <p:cNvSpPr txBox="1">
            <a:spLocks/>
          </p:cNvSpPr>
          <p:nvPr/>
        </p:nvSpPr>
        <p:spPr>
          <a:xfrm>
            <a:off x="8688218"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9" name="Espace réservé du contenu 6">
            <a:extLst>
              <a:ext uri="{FF2B5EF4-FFF2-40B4-BE49-F238E27FC236}">
                <a16:creationId xmlns:a16="http://schemas.microsoft.com/office/drawing/2014/main" id="{7994116D-E90D-0CE7-FE01-562D62C19F55}"/>
              </a:ext>
            </a:extLst>
          </p:cNvPr>
          <p:cNvSpPr txBox="1">
            <a:spLocks/>
          </p:cNvSpPr>
          <p:nvPr/>
        </p:nvSpPr>
        <p:spPr>
          <a:xfrm>
            <a:off x="1017205" y="0"/>
            <a:ext cx="2548800" cy="3417921"/>
          </a:xfrm>
          <a:prstGeom prst="rect">
            <a:avLst/>
          </a:prstGeom>
          <a:solidFill>
            <a:schemeClr val="accent1"/>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40" name="Espace réservé du contenu 6">
            <a:extLst>
              <a:ext uri="{FF2B5EF4-FFF2-40B4-BE49-F238E27FC236}">
                <a16:creationId xmlns:a16="http://schemas.microsoft.com/office/drawing/2014/main" id="{E48DB67E-F0D4-DD5E-5584-E1C96703B536}"/>
              </a:ext>
            </a:extLst>
          </p:cNvPr>
          <p:cNvSpPr txBox="1">
            <a:spLocks/>
          </p:cNvSpPr>
          <p:nvPr/>
        </p:nvSpPr>
        <p:spPr>
          <a:xfrm>
            <a:off x="6131213"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41" name="Espace réservé du contenu 6">
            <a:extLst>
              <a:ext uri="{FF2B5EF4-FFF2-40B4-BE49-F238E27FC236}">
                <a16:creationId xmlns:a16="http://schemas.microsoft.com/office/drawing/2014/main" id="{CF9D44F8-FCE7-B18B-6BD4-F67846D80BFB}"/>
              </a:ext>
            </a:extLst>
          </p:cNvPr>
          <p:cNvSpPr txBox="1">
            <a:spLocks/>
          </p:cNvSpPr>
          <p:nvPr/>
        </p:nvSpPr>
        <p:spPr>
          <a:xfrm>
            <a:off x="3574209" y="0"/>
            <a:ext cx="2548800" cy="3417921"/>
          </a:xfrm>
          <a:prstGeom prst="rect">
            <a:avLst/>
          </a:prstGeom>
          <a:solidFill>
            <a:schemeClr val="accent1"/>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B7AD7021-BDF6-60C6-8716-F4284926A85C}"/>
              </a:ext>
            </a:extLst>
          </p:cNvPr>
          <p:cNvSpPr txBox="1">
            <a:spLocks/>
          </p:cNvSpPr>
          <p:nvPr/>
        </p:nvSpPr>
        <p:spPr>
          <a:xfrm>
            <a:off x="126807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4" name="Espace réservé du contenu 6">
            <a:extLst>
              <a:ext uri="{FF2B5EF4-FFF2-40B4-BE49-F238E27FC236}">
                <a16:creationId xmlns:a16="http://schemas.microsoft.com/office/drawing/2014/main" id="{8BAECE05-B1D9-9810-555E-F494AAE58835}"/>
              </a:ext>
            </a:extLst>
          </p:cNvPr>
          <p:cNvSpPr txBox="1">
            <a:spLocks/>
          </p:cNvSpPr>
          <p:nvPr/>
        </p:nvSpPr>
        <p:spPr>
          <a:xfrm>
            <a:off x="125996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3" name="Espace réservé du contenu 6">
            <a:extLst>
              <a:ext uri="{FF2B5EF4-FFF2-40B4-BE49-F238E27FC236}">
                <a16:creationId xmlns:a16="http://schemas.microsoft.com/office/drawing/2014/main" id="{69F36550-8E89-83C9-F05C-FE8B3AEB421C}"/>
              </a:ext>
            </a:extLst>
          </p:cNvPr>
          <p:cNvSpPr txBox="1">
            <a:spLocks/>
          </p:cNvSpPr>
          <p:nvPr/>
        </p:nvSpPr>
        <p:spPr>
          <a:xfrm>
            <a:off x="381123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5" name="Espace réservé du contenu 6">
            <a:extLst>
              <a:ext uri="{FF2B5EF4-FFF2-40B4-BE49-F238E27FC236}">
                <a16:creationId xmlns:a16="http://schemas.microsoft.com/office/drawing/2014/main" id="{B2975466-D9EB-F1AE-BBFC-896CC3951971}"/>
              </a:ext>
            </a:extLst>
          </p:cNvPr>
          <p:cNvSpPr txBox="1">
            <a:spLocks/>
          </p:cNvSpPr>
          <p:nvPr/>
        </p:nvSpPr>
        <p:spPr>
          <a:xfrm>
            <a:off x="380311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6" name="Espace réservé du contenu 6">
            <a:extLst>
              <a:ext uri="{FF2B5EF4-FFF2-40B4-BE49-F238E27FC236}">
                <a16:creationId xmlns:a16="http://schemas.microsoft.com/office/drawing/2014/main" id="{28DB82B4-4F47-9CAA-7ABB-E32E44800D9A}"/>
              </a:ext>
            </a:extLst>
          </p:cNvPr>
          <p:cNvSpPr txBox="1">
            <a:spLocks/>
          </p:cNvSpPr>
          <p:nvPr/>
        </p:nvSpPr>
        <p:spPr>
          <a:xfrm>
            <a:off x="6373041"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8" name="Espace réservé du contenu 6">
            <a:extLst>
              <a:ext uri="{FF2B5EF4-FFF2-40B4-BE49-F238E27FC236}">
                <a16:creationId xmlns:a16="http://schemas.microsoft.com/office/drawing/2014/main" id="{736C6A43-FCE9-8627-F789-EC30C6ED982D}"/>
              </a:ext>
            </a:extLst>
          </p:cNvPr>
          <p:cNvSpPr txBox="1">
            <a:spLocks/>
          </p:cNvSpPr>
          <p:nvPr/>
        </p:nvSpPr>
        <p:spPr>
          <a:xfrm>
            <a:off x="6364928"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9" name="Espace réservé du contenu 6">
            <a:extLst>
              <a:ext uri="{FF2B5EF4-FFF2-40B4-BE49-F238E27FC236}">
                <a16:creationId xmlns:a16="http://schemas.microsoft.com/office/drawing/2014/main" id="{9DC9CCBF-3DAA-C27E-C89D-CE48CA3D3311}"/>
              </a:ext>
            </a:extLst>
          </p:cNvPr>
          <p:cNvSpPr txBox="1">
            <a:spLocks/>
          </p:cNvSpPr>
          <p:nvPr/>
        </p:nvSpPr>
        <p:spPr>
          <a:xfrm>
            <a:off x="890118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sp>
        <p:nvSpPr>
          <p:cNvPr id="10" name="Espace réservé du contenu 6">
            <a:extLst>
              <a:ext uri="{FF2B5EF4-FFF2-40B4-BE49-F238E27FC236}">
                <a16:creationId xmlns:a16="http://schemas.microsoft.com/office/drawing/2014/main" id="{36B44C98-BB21-A53C-A570-A8CE89843123}"/>
              </a:ext>
            </a:extLst>
          </p:cNvPr>
          <p:cNvSpPr txBox="1">
            <a:spLocks/>
          </p:cNvSpPr>
          <p:nvPr/>
        </p:nvSpPr>
        <p:spPr>
          <a:xfrm>
            <a:off x="889307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toi, nous…</a:t>
            </a:r>
          </a:p>
        </p:txBody>
      </p:sp>
      <p:pic>
        <p:nvPicPr>
          <p:cNvPr id="11" name="Image 2">
            <a:extLst>
              <a:ext uri="{FF2B5EF4-FFF2-40B4-BE49-F238E27FC236}">
                <a16:creationId xmlns:a16="http://schemas.microsoft.com/office/drawing/2014/main" id="{F7BDA903-8327-BCFC-A112-AA9C3FAC99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29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E090FE20-8CBC-41A4-01FC-CEFD00EE1F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7003" y="2690045"/>
            <a:ext cx="658997" cy="223162"/>
          </a:xfrm>
          <a:prstGeom prst="rect">
            <a:avLst/>
          </a:prstGeom>
        </p:spPr>
      </p:pic>
      <p:pic>
        <p:nvPicPr>
          <p:cNvPr id="14" name="Image 2">
            <a:extLst>
              <a:ext uri="{FF2B5EF4-FFF2-40B4-BE49-F238E27FC236}">
                <a16:creationId xmlns:a16="http://schemas.microsoft.com/office/drawing/2014/main" id="{F18BA678-A38D-954C-D75B-F3426812D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574F4CC9-5AD5-2929-3BB4-83C479AF8F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2690045"/>
            <a:ext cx="658997" cy="223162"/>
          </a:xfrm>
          <a:prstGeom prst="rect">
            <a:avLst/>
          </a:prstGeom>
        </p:spPr>
      </p:pic>
      <p:pic>
        <p:nvPicPr>
          <p:cNvPr id="17" name="Image 2">
            <a:extLst>
              <a:ext uri="{FF2B5EF4-FFF2-40B4-BE49-F238E27FC236}">
                <a16:creationId xmlns:a16="http://schemas.microsoft.com/office/drawing/2014/main" id="{1771A65B-4FA5-978E-58A2-F0325BD1E1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761A4902-9E2E-25C5-AEE6-488EB24DE5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2690045"/>
            <a:ext cx="658997" cy="223162"/>
          </a:xfrm>
          <a:prstGeom prst="rect">
            <a:avLst/>
          </a:prstGeom>
        </p:spPr>
      </p:pic>
      <p:pic>
        <p:nvPicPr>
          <p:cNvPr id="20" name="Image 2">
            <a:extLst>
              <a:ext uri="{FF2B5EF4-FFF2-40B4-BE49-F238E27FC236}">
                <a16:creationId xmlns:a16="http://schemas.microsoft.com/office/drawing/2014/main" id="{C2A52B4B-54AD-9D82-0D2A-C8F73861D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534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02DF4920-A4C5-CB9D-30D8-5ADE7A4289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9428" y="2690045"/>
            <a:ext cx="658997" cy="223162"/>
          </a:xfrm>
          <a:prstGeom prst="rect">
            <a:avLst/>
          </a:prstGeom>
        </p:spPr>
      </p:pic>
      <p:pic>
        <p:nvPicPr>
          <p:cNvPr id="24" name="Image 2">
            <a:extLst>
              <a:ext uri="{FF2B5EF4-FFF2-40B4-BE49-F238E27FC236}">
                <a16:creationId xmlns:a16="http://schemas.microsoft.com/office/drawing/2014/main" id="{C4024FD3-05AD-402D-6943-1DB63BF51F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29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42A55F12-3CAD-0B12-F42D-60A4A41973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7003" y="6106916"/>
            <a:ext cx="658997" cy="223162"/>
          </a:xfrm>
          <a:prstGeom prst="rect">
            <a:avLst/>
          </a:prstGeom>
        </p:spPr>
      </p:pic>
      <p:pic>
        <p:nvPicPr>
          <p:cNvPr id="26" name="Image 2">
            <a:extLst>
              <a:ext uri="{FF2B5EF4-FFF2-40B4-BE49-F238E27FC236}">
                <a16:creationId xmlns:a16="http://schemas.microsoft.com/office/drawing/2014/main" id="{9AD5871E-0DAD-3C69-4502-7D61D0FBFA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6315"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8D65D97E-48A2-D511-7FFF-A9C6F2969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0400" y="6106916"/>
            <a:ext cx="658997" cy="223162"/>
          </a:xfrm>
          <a:prstGeom prst="rect">
            <a:avLst/>
          </a:prstGeom>
        </p:spPr>
      </p:pic>
      <p:pic>
        <p:nvPicPr>
          <p:cNvPr id="29" name="Image 2">
            <a:extLst>
              <a:ext uri="{FF2B5EF4-FFF2-40B4-BE49-F238E27FC236}">
                <a16:creationId xmlns:a16="http://schemas.microsoft.com/office/drawing/2014/main" id="{B3250826-B6F0-9113-5325-13B353CA7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49803"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99CF878F-F45E-A503-7CE6-A95180EF3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3888" y="6106916"/>
            <a:ext cx="658997" cy="223162"/>
          </a:xfrm>
          <a:prstGeom prst="rect">
            <a:avLst/>
          </a:prstGeom>
        </p:spPr>
      </p:pic>
      <p:pic>
        <p:nvPicPr>
          <p:cNvPr id="32" name="Image 2">
            <a:extLst>
              <a:ext uri="{FF2B5EF4-FFF2-40B4-BE49-F238E27FC236}">
                <a16:creationId xmlns:a16="http://schemas.microsoft.com/office/drawing/2014/main" id="{6F4E4117-57A7-287D-6268-A7559D902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534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15F42B9F-3831-8252-48A8-63DF1BE1A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9428" y="6106916"/>
            <a:ext cx="658997" cy="223162"/>
          </a:xfrm>
          <a:prstGeom prst="rect">
            <a:avLst/>
          </a:prstGeom>
        </p:spPr>
      </p:pic>
      <p:grpSp>
        <p:nvGrpSpPr>
          <p:cNvPr id="47" name="Gruppo 46">
            <a:extLst>
              <a:ext uri="{FF2B5EF4-FFF2-40B4-BE49-F238E27FC236}">
                <a16:creationId xmlns:a16="http://schemas.microsoft.com/office/drawing/2014/main" id="{9A0BA298-C27C-04B2-F951-4E3DFB5F5BC7}"/>
              </a:ext>
            </a:extLst>
          </p:cNvPr>
          <p:cNvGrpSpPr/>
          <p:nvPr/>
        </p:nvGrpSpPr>
        <p:grpSpPr>
          <a:xfrm>
            <a:off x="933812" y="-4729"/>
            <a:ext cx="11247696" cy="6840571"/>
            <a:chOff x="957507" y="-1"/>
            <a:chExt cx="11185358" cy="6774999"/>
          </a:xfrm>
        </p:grpSpPr>
        <p:grpSp>
          <p:nvGrpSpPr>
            <p:cNvPr id="50" name="Gruppo 49">
              <a:extLst>
                <a:ext uri="{FF2B5EF4-FFF2-40B4-BE49-F238E27FC236}">
                  <a16:creationId xmlns:a16="http://schemas.microsoft.com/office/drawing/2014/main" id="{3C88CC99-ABCA-521F-0B62-C7AF7FEFBCA6}"/>
                </a:ext>
              </a:extLst>
            </p:cNvPr>
            <p:cNvGrpSpPr>
              <a:grpSpLocks/>
            </p:cNvGrpSpPr>
            <p:nvPr/>
          </p:nvGrpSpPr>
          <p:grpSpPr>
            <a:xfrm>
              <a:off x="957507" y="-1"/>
              <a:ext cx="10736840" cy="6774999"/>
              <a:chOff x="-50026" y="0"/>
              <a:chExt cx="10736840" cy="6040813"/>
            </a:xfrm>
          </p:grpSpPr>
          <p:cxnSp>
            <p:nvCxnSpPr>
              <p:cNvPr id="58" name="Connettore diritto 57">
                <a:extLst>
                  <a:ext uri="{FF2B5EF4-FFF2-40B4-BE49-F238E27FC236}">
                    <a16:creationId xmlns:a16="http://schemas.microsoft.com/office/drawing/2014/main" id="{72F00DF0-8E0E-7B54-A141-59424B7E78DB}"/>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3" name="Connettore diritto 62">
                <a:extLst>
                  <a:ext uri="{FF2B5EF4-FFF2-40B4-BE49-F238E27FC236}">
                    <a16:creationId xmlns:a16="http://schemas.microsoft.com/office/drawing/2014/main" id="{20F2B315-16CF-3AD6-EAA6-EE49E3A39C7F}"/>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Connettore diritto 63">
                <a:extLst>
                  <a:ext uri="{FF2B5EF4-FFF2-40B4-BE49-F238E27FC236}">
                    <a16:creationId xmlns:a16="http://schemas.microsoft.com/office/drawing/2014/main" id="{6E5D16AE-5968-879D-7187-4ED045CC8934}"/>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5" name="Connettore diritto 64">
                <a:extLst>
                  <a:ext uri="{FF2B5EF4-FFF2-40B4-BE49-F238E27FC236}">
                    <a16:creationId xmlns:a16="http://schemas.microsoft.com/office/drawing/2014/main" id="{F7C8AD73-10BE-BC1A-4056-2B18205E8382}"/>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6" name="Connettore diritto 65">
                <a:extLst>
                  <a:ext uri="{FF2B5EF4-FFF2-40B4-BE49-F238E27FC236}">
                    <a16:creationId xmlns:a16="http://schemas.microsoft.com/office/drawing/2014/main" id="{3F30B1DF-8E0C-706E-5B02-6FB15B3C8A06}"/>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EEA5EBE9-D5DC-8D1E-8F4D-57F49A5E6E7E}"/>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6" name="Elemento grafico 55" descr="Forbici con riempimento a tinta unita">
              <a:extLst>
                <a:ext uri="{FF2B5EF4-FFF2-40B4-BE49-F238E27FC236}">
                  <a16:creationId xmlns:a16="http://schemas.microsoft.com/office/drawing/2014/main" id="{7DE07453-BB29-5416-B314-51D059734223}"/>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
        <p:nvSpPr>
          <p:cNvPr id="12" name="CasellaDiTesto 11">
            <a:extLst>
              <a:ext uri="{FF2B5EF4-FFF2-40B4-BE49-F238E27FC236}">
                <a16:creationId xmlns:a16="http://schemas.microsoft.com/office/drawing/2014/main" id="{1027AE99-83DD-6A7B-1F72-D11C187E88DA}"/>
              </a:ext>
            </a:extLst>
          </p:cNvPr>
          <p:cNvSpPr txBox="1"/>
          <p:nvPr/>
        </p:nvSpPr>
        <p:spPr>
          <a:xfrm>
            <a:off x="123688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15" name="CasellaDiTesto 14">
            <a:extLst>
              <a:ext uri="{FF2B5EF4-FFF2-40B4-BE49-F238E27FC236}">
                <a16:creationId xmlns:a16="http://schemas.microsoft.com/office/drawing/2014/main" id="{565A7031-341B-0FEC-7790-1E21542AE156}"/>
              </a:ext>
            </a:extLst>
          </p:cNvPr>
          <p:cNvSpPr txBox="1"/>
          <p:nvPr/>
        </p:nvSpPr>
        <p:spPr>
          <a:xfrm>
            <a:off x="3803118"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18" name="CasellaDiTesto 17">
            <a:extLst>
              <a:ext uri="{FF2B5EF4-FFF2-40B4-BE49-F238E27FC236}">
                <a16:creationId xmlns:a16="http://schemas.microsoft.com/office/drawing/2014/main" id="{C5457D16-4787-E0B2-4009-750521AD8DBA}"/>
              </a:ext>
            </a:extLst>
          </p:cNvPr>
          <p:cNvSpPr txBox="1"/>
          <p:nvPr/>
        </p:nvSpPr>
        <p:spPr>
          <a:xfrm>
            <a:off x="6359960"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1" name="CasellaDiTesto 20">
            <a:extLst>
              <a:ext uri="{FF2B5EF4-FFF2-40B4-BE49-F238E27FC236}">
                <a16:creationId xmlns:a16="http://schemas.microsoft.com/office/drawing/2014/main" id="{6463DACA-97FA-1825-A2FC-A221538DF987}"/>
              </a:ext>
            </a:extLst>
          </p:cNvPr>
          <p:cNvSpPr txBox="1"/>
          <p:nvPr/>
        </p:nvSpPr>
        <p:spPr>
          <a:xfrm>
            <a:off x="888059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3" name="CasellaDiTesto 22">
            <a:extLst>
              <a:ext uri="{FF2B5EF4-FFF2-40B4-BE49-F238E27FC236}">
                <a16:creationId xmlns:a16="http://schemas.microsoft.com/office/drawing/2014/main" id="{2896FEB8-2E0B-D0AA-5E7C-FB592291C20A}"/>
              </a:ext>
            </a:extLst>
          </p:cNvPr>
          <p:cNvSpPr txBox="1"/>
          <p:nvPr/>
        </p:nvSpPr>
        <p:spPr>
          <a:xfrm>
            <a:off x="121148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8" name="CasellaDiTesto 27">
            <a:extLst>
              <a:ext uri="{FF2B5EF4-FFF2-40B4-BE49-F238E27FC236}">
                <a16:creationId xmlns:a16="http://schemas.microsoft.com/office/drawing/2014/main" id="{88ECADBB-FEF3-456B-F914-B54F7B6937C2}"/>
              </a:ext>
            </a:extLst>
          </p:cNvPr>
          <p:cNvSpPr txBox="1"/>
          <p:nvPr/>
        </p:nvSpPr>
        <p:spPr>
          <a:xfrm>
            <a:off x="3777718"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0" name="CasellaDiTesto 29">
            <a:extLst>
              <a:ext uri="{FF2B5EF4-FFF2-40B4-BE49-F238E27FC236}">
                <a16:creationId xmlns:a16="http://schemas.microsoft.com/office/drawing/2014/main" id="{43C5E974-2582-4930-D9D8-41E196AE7EA9}"/>
              </a:ext>
            </a:extLst>
          </p:cNvPr>
          <p:cNvSpPr txBox="1"/>
          <p:nvPr/>
        </p:nvSpPr>
        <p:spPr>
          <a:xfrm>
            <a:off x="6334560"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4E9E6221-D245-64AF-DA31-3604520E4FF1}"/>
              </a:ext>
            </a:extLst>
          </p:cNvPr>
          <p:cNvSpPr txBox="1"/>
          <p:nvPr/>
        </p:nvSpPr>
        <p:spPr>
          <a:xfrm>
            <a:off x="885519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Tree>
    <p:extLst>
      <p:ext uri="{BB962C8B-B14F-4D97-AF65-F5344CB8AC3E}">
        <p14:creationId xmlns:p14="http://schemas.microsoft.com/office/powerpoint/2010/main" val="11880890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04A21-138C-764B-BDC7-61B95A3C207D}"/>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09FB41BD-BE10-7CC8-5D8D-D24D9E51C877}"/>
              </a:ext>
            </a:extLst>
          </p:cNvPr>
          <p:cNvSpPr/>
          <p:nvPr/>
        </p:nvSpPr>
        <p:spPr>
          <a:xfrm>
            <a:off x="0" y="0"/>
            <a:ext cx="12292815" cy="6847531"/>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B2FD4B85-3116-CBE3-E5EB-272DBEAB87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F3C51B20-96AD-C63D-9A7A-2B6050D3B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BB0F9AB8-6894-A2DA-5645-9B3CF14FDF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99ACF4EE-4DBD-E1F7-62F5-8CECBF379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181A521C-2758-6083-1B61-494A523F1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A18B6973-5530-7F4E-6B37-E84499E3A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B8961FBA-73E9-4876-9575-1D734CD84D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25266301-3592-7E91-71B7-65340558F8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0B2C3813-4BD3-D7CD-17B8-6E91BB5A1F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B1FD69D5-9EDC-BEEE-6A10-79DA8EE06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FB57141C-E45A-B4C6-6F00-3FDB762F2E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C2E52C90-4CF7-BACF-504A-7FB4C8ADEE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B1261BB7-B544-0A64-D506-62E93E70D0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36C677DE-127E-A4A2-D129-CFBD373E53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F2E90A64-06FC-6572-42CE-A0B4D4F84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6856D5B9-6A32-656D-B2CD-8E8999052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C59A1B62-63B6-24E7-624C-ED7FDDC7B7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3D39538E-D5AC-0B8C-74E9-056264488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CD28C2DB-ADBE-AD8A-028F-5213A192A0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96B70A37-9423-CECA-C35C-0121439103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35D9B35A-C024-ED97-C3CA-D0DEA90C3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46B57B81-E751-A46A-2958-70609F7EC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C8109E02-B6C2-07A8-12BE-39948ADDC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9B49051D-DD9F-C0A9-F1ED-E453EAC707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C88C8A9F-DE53-2C64-8EE7-15C214ED3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74351482-0DD5-C638-3B5B-85DFFCE54E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74147D66-CFB1-DE5F-9384-F01BD8BBF0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289FACDA-6AC8-CDDA-0FE6-20269E71D2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1159398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AD0BD-1957-59C0-71B2-44F289FC50BC}"/>
            </a:ext>
          </a:extLst>
        </p:cNvPr>
        <p:cNvGrpSpPr/>
        <p:nvPr/>
      </p:nvGrpSpPr>
      <p:grpSpPr>
        <a:xfrm>
          <a:off x="0" y="0"/>
          <a:ext cx="0" cy="0"/>
          <a:chOff x="0" y="0"/>
          <a:chExt cx="0" cy="0"/>
        </a:xfrm>
      </p:grpSpPr>
      <p:sp>
        <p:nvSpPr>
          <p:cNvPr id="18" name="Rettangolo 17">
            <a:extLst>
              <a:ext uri="{FF2B5EF4-FFF2-40B4-BE49-F238E27FC236}">
                <a16:creationId xmlns:a16="http://schemas.microsoft.com/office/drawing/2014/main" id="{2BB75BE2-47E6-78C5-EA26-376FB04ABE61}"/>
              </a:ext>
            </a:extLst>
          </p:cNvPr>
          <p:cNvSpPr/>
          <p:nvPr/>
        </p:nvSpPr>
        <p:spPr>
          <a:xfrm>
            <a:off x="991419" y="0"/>
            <a:ext cx="10266770" cy="684753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6">
            <a:extLst>
              <a:ext uri="{FF2B5EF4-FFF2-40B4-BE49-F238E27FC236}">
                <a16:creationId xmlns:a16="http://schemas.microsoft.com/office/drawing/2014/main" id="{656466E8-62DE-0026-3047-B8C91EAB9DB8}"/>
              </a:ext>
            </a:extLst>
          </p:cNvPr>
          <p:cNvSpPr txBox="1">
            <a:spLocks/>
          </p:cNvSpPr>
          <p:nvPr/>
        </p:nvSpPr>
        <p:spPr>
          <a:xfrm>
            <a:off x="8688218"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2" name="Espace réservé du contenu 6">
            <a:extLst>
              <a:ext uri="{FF2B5EF4-FFF2-40B4-BE49-F238E27FC236}">
                <a16:creationId xmlns:a16="http://schemas.microsoft.com/office/drawing/2014/main" id="{C683E8C9-700E-28BA-59DB-E7DE507FDC09}"/>
              </a:ext>
            </a:extLst>
          </p:cNvPr>
          <p:cNvSpPr txBox="1">
            <a:spLocks/>
          </p:cNvSpPr>
          <p:nvPr/>
        </p:nvSpPr>
        <p:spPr>
          <a:xfrm>
            <a:off x="1017205"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15" name="Espace réservé du contenu 6">
            <a:extLst>
              <a:ext uri="{FF2B5EF4-FFF2-40B4-BE49-F238E27FC236}">
                <a16:creationId xmlns:a16="http://schemas.microsoft.com/office/drawing/2014/main" id="{5AF296A8-2F1B-7F81-E5D1-14E9CBFFDB91}"/>
              </a:ext>
            </a:extLst>
          </p:cNvPr>
          <p:cNvSpPr txBox="1">
            <a:spLocks/>
          </p:cNvSpPr>
          <p:nvPr/>
        </p:nvSpPr>
        <p:spPr>
          <a:xfrm>
            <a:off x="6131213"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4" name="Espace réservé du contenu 6">
            <a:extLst>
              <a:ext uri="{FF2B5EF4-FFF2-40B4-BE49-F238E27FC236}">
                <a16:creationId xmlns:a16="http://schemas.microsoft.com/office/drawing/2014/main" id="{46B25184-1250-9856-0C92-1241DE48B80F}"/>
              </a:ext>
            </a:extLst>
          </p:cNvPr>
          <p:cNvSpPr txBox="1">
            <a:spLocks/>
          </p:cNvSpPr>
          <p:nvPr/>
        </p:nvSpPr>
        <p:spPr>
          <a:xfrm>
            <a:off x="3574209" y="3417921"/>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6" name="Espace réservé du contenu 6">
            <a:extLst>
              <a:ext uri="{FF2B5EF4-FFF2-40B4-BE49-F238E27FC236}">
                <a16:creationId xmlns:a16="http://schemas.microsoft.com/office/drawing/2014/main" id="{CA6D56D5-DA81-CF2E-B3AF-1B04E5FBA787}"/>
              </a:ext>
            </a:extLst>
          </p:cNvPr>
          <p:cNvSpPr txBox="1">
            <a:spLocks/>
          </p:cNvSpPr>
          <p:nvPr/>
        </p:nvSpPr>
        <p:spPr>
          <a:xfrm>
            <a:off x="8688218"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7" name="Espace réservé du contenu 6">
            <a:extLst>
              <a:ext uri="{FF2B5EF4-FFF2-40B4-BE49-F238E27FC236}">
                <a16:creationId xmlns:a16="http://schemas.microsoft.com/office/drawing/2014/main" id="{781A32BE-B4E4-F23F-D5BD-002FC7D63317}"/>
              </a:ext>
            </a:extLst>
          </p:cNvPr>
          <p:cNvSpPr txBox="1">
            <a:spLocks/>
          </p:cNvSpPr>
          <p:nvPr/>
        </p:nvSpPr>
        <p:spPr>
          <a:xfrm>
            <a:off x="1017205" y="0"/>
            <a:ext cx="2548800" cy="3417921"/>
          </a:xfrm>
          <a:prstGeom prst="rect">
            <a:avLst/>
          </a:prstGeom>
          <a:solidFill>
            <a:schemeClr val="accent2"/>
          </a:solidFill>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8" name="Espace réservé du contenu 6">
            <a:extLst>
              <a:ext uri="{FF2B5EF4-FFF2-40B4-BE49-F238E27FC236}">
                <a16:creationId xmlns:a16="http://schemas.microsoft.com/office/drawing/2014/main" id="{20BC769E-AFA3-B2B2-2070-A2087038FE67}"/>
              </a:ext>
            </a:extLst>
          </p:cNvPr>
          <p:cNvSpPr txBox="1">
            <a:spLocks/>
          </p:cNvSpPr>
          <p:nvPr/>
        </p:nvSpPr>
        <p:spPr>
          <a:xfrm>
            <a:off x="6131213"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39" name="Espace réservé du contenu 6">
            <a:extLst>
              <a:ext uri="{FF2B5EF4-FFF2-40B4-BE49-F238E27FC236}">
                <a16:creationId xmlns:a16="http://schemas.microsoft.com/office/drawing/2014/main" id="{E63098F9-484C-4F22-CC19-640223D3E5E2}"/>
              </a:ext>
            </a:extLst>
          </p:cNvPr>
          <p:cNvSpPr txBox="1">
            <a:spLocks/>
          </p:cNvSpPr>
          <p:nvPr/>
        </p:nvSpPr>
        <p:spPr>
          <a:xfrm>
            <a:off x="3574209" y="0"/>
            <a:ext cx="2548800" cy="3417921"/>
          </a:xfrm>
          <a:prstGeom prst="rect">
            <a:avLst/>
          </a:prstGeom>
          <a:solidFill>
            <a:schemeClr val="accent2"/>
          </a:solidFill>
        </p:spPr>
        <p:txBody>
          <a:bodyPr vert="horz" lIns="91440" tIns="45720" rIns="91440" bIns="45720" rtlCol="0" anchor="b">
            <a:normAutofit/>
          </a:bodyPr>
          <a:lstStyle>
            <a:defPPr>
              <a:defRPr lang="fr-FR"/>
            </a:defPPr>
            <a:lvl1pPr indent="0" algn="ctr">
              <a:lnSpc>
                <a:spcPct val="100000"/>
              </a:lnSpc>
              <a:spcBef>
                <a:spcPts val="600"/>
              </a:spcBef>
              <a:buFont typeface="Arial" panose="020B0604020202020204" pitchFamily="34" charset="0"/>
              <a:buNone/>
              <a:defRPr sz="1100">
                <a:solidFill>
                  <a:schemeClr val="bg1"/>
                </a:solidFill>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lnSpc>
                <a:spcPct val="100000"/>
              </a:lnSpc>
              <a:spcBef>
                <a:spcPts val="400"/>
              </a:spcBef>
            </a:pPr>
            <a:r>
              <a:rPr lang="fr-FR" sz="1100" dirty="0">
                <a:solidFill>
                  <a:schemeClr val="bg1"/>
                </a:solidFill>
              </a:rPr>
              <a:t>Komyu </a:t>
            </a:r>
            <a:r>
              <a:rPr lang="fr-FR" sz="1100" dirty="0" err="1">
                <a:solidFill>
                  <a:schemeClr val="bg1"/>
                </a:solidFill>
              </a:rPr>
              <a:t>Thanker</a:t>
            </a:r>
            <a:r>
              <a:rPr lang="fr-FR" sz="1100" dirty="0">
                <a:solidFill>
                  <a:schemeClr val="bg1"/>
                </a:solidFill>
              </a:rPr>
              <a:t> </a:t>
            </a:r>
            <a:r>
              <a:rPr lang="fr-FR" sz="1100" dirty="0" err="1">
                <a:solidFill>
                  <a:schemeClr val="bg1"/>
                </a:solidFill>
              </a:rPr>
              <a:t>Cards</a:t>
            </a:r>
            <a:r>
              <a:rPr lang="fr-FR" sz="1100" dirty="0">
                <a:solidFill>
                  <a:schemeClr val="bg1"/>
                </a:solidFill>
              </a:rPr>
              <a:t> </a:t>
            </a:r>
          </a:p>
          <a:p>
            <a:pPr algn="ctr">
              <a:lnSpc>
                <a:spcPct val="100000"/>
              </a:lnSpc>
              <a:spcBef>
                <a:spcPts val="400"/>
              </a:spcBef>
            </a:pPr>
            <a:r>
              <a:rPr lang="fr-FR" sz="1100" dirty="0">
                <a:solidFill>
                  <a:schemeClr val="bg1"/>
                </a:solidFill>
              </a:rPr>
              <a:t>CC-BY-SA-NC</a:t>
            </a:r>
          </a:p>
        </p:txBody>
      </p:sp>
      <p:sp>
        <p:nvSpPr>
          <p:cNvPr id="2" name="Espace réservé du contenu 6">
            <a:extLst>
              <a:ext uri="{FF2B5EF4-FFF2-40B4-BE49-F238E27FC236}">
                <a16:creationId xmlns:a16="http://schemas.microsoft.com/office/drawing/2014/main" id="{071CC315-AECC-0534-AAF2-66CA0FB5B98A}"/>
              </a:ext>
            </a:extLst>
          </p:cNvPr>
          <p:cNvSpPr txBox="1">
            <a:spLocks/>
          </p:cNvSpPr>
          <p:nvPr/>
        </p:nvSpPr>
        <p:spPr>
          <a:xfrm>
            <a:off x="1280775"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4" name="Espace réservé du contenu 6">
            <a:extLst>
              <a:ext uri="{FF2B5EF4-FFF2-40B4-BE49-F238E27FC236}">
                <a16:creationId xmlns:a16="http://schemas.microsoft.com/office/drawing/2014/main" id="{1CE34BE2-EDEB-D153-27D0-4E85A33BB95B}"/>
              </a:ext>
            </a:extLst>
          </p:cNvPr>
          <p:cNvSpPr txBox="1">
            <a:spLocks/>
          </p:cNvSpPr>
          <p:nvPr/>
        </p:nvSpPr>
        <p:spPr>
          <a:xfrm>
            <a:off x="1272662"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3" name="Espace réservé du contenu 6">
            <a:extLst>
              <a:ext uri="{FF2B5EF4-FFF2-40B4-BE49-F238E27FC236}">
                <a16:creationId xmlns:a16="http://schemas.microsoft.com/office/drawing/2014/main" id="{F495EE5B-F053-096A-F698-7A714542EEBA}"/>
              </a:ext>
            </a:extLst>
          </p:cNvPr>
          <p:cNvSpPr txBox="1">
            <a:spLocks/>
          </p:cNvSpPr>
          <p:nvPr/>
        </p:nvSpPr>
        <p:spPr>
          <a:xfrm>
            <a:off x="382046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5" name="Espace réservé du contenu 6">
            <a:extLst>
              <a:ext uri="{FF2B5EF4-FFF2-40B4-BE49-F238E27FC236}">
                <a16:creationId xmlns:a16="http://schemas.microsoft.com/office/drawing/2014/main" id="{00BA43B7-CDE1-A848-72E4-8225D36C8147}"/>
              </a:ext>
            </a:extLst>
          </p:cNvPr>
          <p:cNvSpPr txBox="1">
            <a:spLocks/>
          </p:cNvSpPr>
          <p:nvPr/>
        </p:nvSpPr>
        <p:spPr>
          <a:xfrm>
            <a:off x="381235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6" name="Espace réservé du contenu 6">
            <a:extLst>
              <a:ext uri="{FF2B5EF4-FFF2-40B4-BE49-F238E27FC236}">
                <a16:creationId xmlns:a16="http://schemas.microsoft.com/office/drawing/2014/main" id="{CC00A50B-E314-4291-F0DA-6BA04EB025EE}"/>
              </a:ext>
            </a:extLst>
          </p:cNvPr>
          <p:cNvSpPr txBox="1">
            <a:spLocks/>
          </p:cNvSpPr>
          <p:nvPr/>
        </p:nvSpPr>
        <p:spPr>
          <a:xfrm>
            <a:off x="638227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8" name="Espace réservé du contenu 6">
            <a:extLst>
              <a:ext uri="{FF2B5EF4-FFF2-40B4-BE49-F238E27FC236}">
                <a16:creationId xmlns:a16="http://schemas.microsoft.com/office/drawing/2014/main" id="{C1FE1DB8-3D2A-896E-02AD-E51D1DF039C0}"/>
              </a:ext>
            </a:extLst>
          </p:cNvPr>
          <p:cNvSpPr txBox="1">
            <a:spLocks/>
          </p:cNvSpPr>
          <p:nvPr/>
        </p:nvSpPr>
        <p:spPr>
          <a:xfrm>
            <a:off x="637416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9" name="Espace réservé du contenu 6">
            <a:extLst>
              <a:ext uri="{FF2B5EF4-FFF2-40B4-BE49-F238E27FC236}">
                <a16:creationId xmlns:a16="http://schemas.microsoft.com/office/drawing/2014/main" id="{C7DAD585-37D8-EFE0-89F5-FD7026D3DB1B}"/>
              </a:ext>
            </a:extLst>
          </p:cNvPr>
          <p:cNvSpPr txBox="1">
            <a:spLocks/>
          </p:cNvSpPr>
          <p:nvPr/>
        </p:nvSpPr>
        <p:spPr>
          <a:xfrm>
            <a:off x="8894837" y="144379"/>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sp>
        <p:nvSpPr>
          <p:cNvPr id="10" name="Espace réservé du contenu 6">
            <a:extLst>
              <a:ext uri="{FF2B5EF4-FFF2-40B4-BE49-F238E27FC236}">
                <a16:creationId xmlns:a16="http://schemas.microsoft.com/office/drawing/2014/main" id="{CDF4488A-F0FC-01FA-3A91-CDF2EBC41A6B}"/>
              </a:ext>
            </a:extLst>
          </p:cNvPr>
          <p:cNvSpPr txBox="1">
            <a:spLocks/>
          </p:cNvSpPr>
          <p:nvPr/>
        </p:nvSpPr>
        <p:spPr>
          <a:xfrm>
            <a:off x="8886724" y="3583180"/>
            <a:ext cx="2081709" cy="2817617"/>
          </a:xfrm>
          <a:prstGeom prst="rect">
            <a:avLst/>
          </a:prstGeom>
          <a:solidFill>
            <a:schemeClr val="bg1"/>
          </a:solidFill>
          <a:ln>
            <a:no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105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fr-FR" sz="1800" b="1" i="1">
                <a:solidFill>
                  <a:schemeClr val="accent1"/>
                </a:solidFill>
              </a:rPr>
              <a:t>Grâce à vous, je…</a:t>
            </a:r>
          </a:p>
        </p:txBody>
      </p:sp>
      <p:pic>
        <p:nvPicPr>
          <p:cNvPr id="11" name="Image 2">
            <a:extLst>
              <a:ext uri="{FF2B5EF4-FFF2-40B4-BE49-F238E27FC236}">
                <a16:creationId xmlns:a16="http://schemas.microsoft.com/office/drawing/2014/main" id="{3A649CFD-F9EB-C812-B5CF-8AB446DBB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5618" y="2690045"/>
            <a:ext cx="230858" cy="223162"/>
          </a:xfrm>
          <a:prstGeom prst="rect">
            <a:avLst/>
          </a:prstGeom>
        </p:spPr>
      </p:pic>
      <p:pic>
        <p:nvPicPr>
          <p:cNvPr id="13" name="Immagine 12" descr="Immagine che contiene logo, Elementi grafici, Carattere, simbolo&#10;&#10;Descrizione generata automaticamente">
            <a:extLst>
              <a:ext uri="{FF2B5EF4-FFF2-40B4-BE49-F238E27FC236}">
                <a16:creationId xmlns:a16="http://schemas.microsoft.com/office/drawing/2014/main" id="{A66763DD-776F-F5F7-ACD1-726620FB99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9703" y="2690045"/>
            <a:ext cx="658997" cy="223162"/>
          </a:xfrm>
          <a:prstGeom prst="rect">
            <a:avLst/>
          </a:prstGeom>
        </p:spPr>
      </p:pic>
      <p:pic>
        <p:nvPicPr>
          <p:cNvPr id="14" name="Image 2">
            <a:extLst>
              <a:ext uri="{FF2B5EF4-FFF2-40B4-BE49-F238E27FC236}">
                <a16:creationId xmlns:a16="http://schemas.microsoft.com/office/drawing/2014/main" id="{C9C96FB0-20B6-DF41-DF4B-D9CC99B28F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5551" y="2690045"/>
            <a:ext cx="230858" cy="223162"/>
          </a:xfrm>
          <a:prstGeom prst="rect">
            <a:avLst/>
          </a:prstGeom>
        </p:spPr>
      </p:pic>
      <p:pic>
        <p:nvPicPr>
          <p:cNvPr id="16" name="Immagine 15" descr="Immagine che contiene logo, Elementi grafici, Carattere, simbolo&#10;&#10;Descrizione generata automaticamente">
            <a:extLst>
              <a:ext uri="{FF2B5EF4-FFF2-40B4-BE49-F238E27FC236}">
                <a16:creationId xmlns:a16="http://schemas.microsoft.com/office/drawing/2014/main" id="{7E206567-6D82-68FC-3588-AE3541E84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9636" y="2690045"/>
            <a:ext cx="658997" cy="223162"/>
          </a:xfrm>
          <a:prstGeom prst="rect">
            <a:avLst/>
          </a:prstGeom>
        </p:spPr>
      </p:pic>
      <p:pic>
        <p:nvPicPr>
          <p:cNvPr id="17" name="Image 2">
            <a:extLst>
              <a:ext uri="{FF2B5EF4-FFF2-40B4-BE49-F238E27FC236}">
                <a16:creationId xmlns:a16="http://schemas.microsoft.com/office/drawing/2014/main" id="{60E7B53C-76A6-D795-53D7-72A3DBF1A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9039" y="2690045"/>
            <a:ext cx="230858" cy="223162"/>
          </a:xfrm>
          <a:prstGeom prst="rect">
            <a:avLst/>
          </a:prstGeom>
        </p:spPr>
      </p:pic>
      <p:pic>
        <p:nvPicPr>
          <p:cNvPr id="19" name="Immagine 18" descr="Immagine che contiene logo, Elementi grafici, Carattere, simbolo&#10;&#10;Descrizione generata automaticamente">
            <a:extLst>
              <a:ext uri="{FF2B5EF4-FFF2-40B4-BE49-F238E27FC236}">
                <a16:creationId xmlns:a16="http://schemas.microsoft.com/office/drawing/2014/main" id="{92C0CBCE-BDB0-02ED-9626-07998BF92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3124" y="2690045"/>
            <a:ext cx="658997" cy="223162"/>
          </a:xfrm>
          <a:prstGeom prst="rect">
            <a:avLst/>
          </a:prstGeom>
        </p:spPr>
      </p:pic>
      <p:pic>
        <p:nvPicPr>
          <p:cNvPr id="20" name="Image 2">
            <a:extLst>
              <a:ext uri="{FF2B5EF4-FFF2-40B4-BE49-F238E27FC236}">
                <a16:creationId xmlns:a16="http://schemas.microsoft.com/office/drawing/2014/main" id="{5AE43276-623E-366C-BD07-599757AE1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8993" y="2690045"/>
            <a:ext cx="230858" cy="223162"/>
          </a:xfrm>
          <a:prstGeom prst="rect">
            <a:avLst/>
          </a:prstGeom>
        </p:spPr>
      </p:pic>
      <p:pic>
        <p:nvPicPr>
          <p:cNvPr id="22" name="Immagine 21" descr="Immagine che contiene logo, Elementi grafici, Carattere, simbolo&#10;&#10;Descrizione generata automaticamente">
            <a:extLst>
              <a:ext uri="{FF2B5EF4-FFF2-40B4-BE49-F238E27FC236}">
                <a16:creationId xmlns:a16="http://schemas.microsoft.com/office/drawing/2014/main" id="{A808992D-1D82-385F-AC0D-9A0B2FFF14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3078" y="2690045"/>
            <a:ext cx="658997" cy="223162"/>
          </a:xfrm>
          <a:prstGeom prst="rect">
            <a:avLst/>
          </a:prstGeom>
        </p:spPr>
      </p:pic>
      <p:pic>
        <p:nvPicPr>
          <p:cNvPr id="24" name="Image 2">
            <a:extLst>
              <a:ext uri="{FF2B5EF4-FFF2-40B4-BE49-F238E27FC236}">
                <a16:creationId xmlns:a16="http://schemas.microsoft.com/office/drawing/2014/main" id="{2C789037-FD91-C79A-F3D2-D2DCDCBCE1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5618" y="6106916"/>
            <a:ext cx="230858" cy="223162"/>
          </a:xfrm>
          <a:prstGeom prst="rect">
            <a:avLst/>
          </a:prstGeom>
        </p:spPr>
      </p:pic>
      <p:pic>
        <p:nvPicPr>
          <p:cNvPr id="25" name="Immagine 24" descr="Immagine che contiene logo, Elementi grafici, Carattere, simbolo&#10;&#10;Descrizione generata automaticamente">
            <a:extLst>
              <a:ext uri="{FF2B5EF4-FFF2-40B4-BE49-F238E27FC236}">
                <a16:creationId xmlns:a16="http://schemas.microsoft.com/office/drawing/2014/main" id="{28D6DDED-53D9-63C8-3909-59BFB81121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9703" y="6106916"/>
            <a:ext cx="658997" cy="223162"/>
          </a:xfrm>
          <a:prstGeom prst="rect">
            <a:avLst/>
          </a:prstGeom>
        </p:spPr>
      </p:pic>
      <p:pic>
        <p:nvPicPr>
          <p:cNvPr id="26" name="Image 2">
            <a:extLst>
              <a:ext uri="{FF2B5EF4-FFF2-40B4-BE49-F238E27FC236}">
                <a16:creationId xmlns:a16="http://schemas.microsoft.com/office/drawing/2014/main" id="{F450B330-1156-FB4E-ED26-38CFDFFBE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5551" y="6106916"/>
            <a:ext cx="230858" cy="223162"/>
          </a:xfrm>
          <a:prstGeom prst="rect">
            <a:avLst/>
          </a:prstGeom>
        </p:spPr>
      </p:pic>
      <p:pic>
        <p:nvPicPr>
          <p:cNvPr id="27" name="Immagine 26" descr="Immagine che contiene logo, Elementi grafici, Carattere, simbolo&#10;&#10;Descrizione generata automaticamente">
            <a:extLst>
              <a:ext uri="{FF2B5EF4-FFF2-40B4-BE49-F238E27FC236}">
                <a16:creationId xmlns:a16="http://schemas.microsoft.com/office/drawing/2014/main" id="{3DAAD855-C47F-E8F7-0B5F-AC52996986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9636" y="6106916"/>
            <a:ext cx="658997" cy="223162"/>
          </a:xfrm>
          <a:prstGeom prst="rect">
            <a:avLst/>
          </a:prstGeom>
        </p:spPr>
      </p:pic>
      <p:pic>
        <p:nvPicPr>
          <p:cNvPr id="29" name="Image 2">
            <a:extLst>
              <a:ext uri="{FF2B5EF4-FFF2-40B4-BE49-F238E27FC236}">
                <a16:creationId xmlns:a16="http://schemas.microsoft.com/office/drawing/2014/main" id="{3D9EDB41-ED6E-8FCC-B5C6-57C65AE5C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59039" y="6106916"/>
            <a:ext cx="230858" cy="223162"/>
          </a:xfrm>
          <a:prstGeom prst="rect">
            <a:avLst/>
          </a:prstGeom>
        </p:spPr>
      </p:pic>
      <p:pic>
        <p:nvPicPr>
          <p:cNvPr id="31" name="Immagine 30" descr="Immagine che contiene logo, Elementi grafici, Carattere, simbolo&#10;&#10;Descrizione generata automaticamente">
            <a:extLst>
              <a:ext uri="{FF2B5EF4-FFF2-40B4-BE49-F238E27FC236}">
                <a16:creationId xmlns:a16="http://schemas.microsoft.com/office/drawing/2014/main" id="{BFCD1B3F-8BB4-5B49-04C4-F1766690C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23124" y="6106916"/>
            <a:ext cx="658997" cy="223162"/>
          </a:xfrm>
          <a:prstGeom prst="rect">
            <a:avLst/>
          </a:prstGeom>
        </p:spPr>
      </p:pic>
      <p:pic>
        <p:nvPicPr>
          <p:cNvPr id="32" name="Image 2">
            <a:extLst>
              <a:ext uri="{FF2B5EF4-FFF2-40B4-BE49-F238E27FC236}">
                <a16:creationId xmlns:a16="http://schemas.microsoft.com/office/drawing/2014/main" id="{2A93A03C-014A-7C77-4620-7864323DA2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88993" y="6106916"/>
            <a:ext cx="230858" cy="223162"/>
          </a:xfrm>
          <a:prstGeom prst="rect">
            <a:avLst/>
          </a:prstGeom>
        </p:spPr>
      </p:pic>
      <p:pic>
        <p:nvPicPr>
          <p:cNvPr id="33" name="Immagine 32" descr="Immagine che contiene logo, Elementi grafici, Carattere, simbolo&#10;&#10;Descrizione generata automaticamente">
            <a:extLst>
              <a:ext uri="{FF2B5EF4-FFF2-40B4-BE49-F238E27FC236}">
                <a16:creationId xmlns:a16="http://schemas.microsoft.com/office/drawing/2014/main" id="{C37E20F1-CC2B-FD99-291A-41574597D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3078" y="6106916"/>
            <a:ext cx="658997" cy="223162"/>
          </a:xfrm>
          <a:prstGeom prst="rect">
            <a:avLst/>
          </a:prstGeom>
        </p:spPr>
      </p:pic>
      <p:grpSp>
        <p:nvGrpSpPr>
          <p:cNvPr id="40" name="Gruppo 39">
            <a:extLst>
              <a:ext uri="{FF2B5EF4-FFF2-40B4-BE49-F238E27FC236}">
                <a16:creationId xmlns:a16="http://schemas.microsoft.com/office/drawing/2014/main" id="{C6C17E62-1603-6BC5-9FCB-3F4F5FF0A080}"/>
              </a:ext>
            </a:extLst>
          </p:cNvPr>
          <p:cNvGrpSpPr/>
          <p:nvPr/>
        </p:nvGrpSpPr>
        <p:grpSpPr>
          <a:xfrm>
            <a:off x="933812" y="-4729"/>
            <a:ext cx="11247696" cy="6840571"/>
            <a:chOff x="957507" y="-1"/>
            <a:chExt cx="11185358" cy="6774999"/>
          </a:xfrm>
        </p:grpSpPr>
        <p:grpSp>
          <p:nvGrpSpPr>
            <p:cNvPr id="41" name="Gruppo 40">
              <a:extLst>
                <a:ext uri="{FF2B5EF4-FFF2-40B4-BE49-F238E27FC236}">
                  <a16:creationId xmlns:a16="http://schemas.microsoft.com/office/drawing/2014/main" id="{7402A081-A081-FA2F-82DC-0ED5B9DE82D3}"/>
                </a:ext>
              </a:extLst>
            </p:cNvPr>
            <p:cNvGrpSpPr>
              <a:grpSpLocks/>
            </p:cNvGrpSpPr>
            <p:nvPr/>
          </p:nvGrpSpPr>
          <p:grpSpPr>
            <a:xfrm>
              <a:off x="957507" y="-1"/>
              <a:ext cx="10736840" cy="6774999"/>
              <a:chOff x="-50026" y="0"/>
              <a:chExt cx="10736840" cy="6040813"/>
            </a:xfrm>
          </p:grpSpPr>
          <p:cxnSp>
            <p:nvCxnSpPr>
              <p:cNvPr id="54" name="Connettore diritto 53">
                <a:extLst>
                  <a:ext uri="{FF2B5EF4-FFF2-40B4-BE49-F238E27FC236}">
                    <a16:creationId xmlns:a16="http://schemas.microsoft.com/office/drawing/2014/main" id="{3AB6BFB9-9A32-ED96-C23C-DC158E41BB64}"/>
                  </a:ext>
                </a:extLst>
              </p:cNvPr>
              <p:cNvCxnSpPr>
                <a:cxnSpLocks/>
              </p:cNvCxnSpPr>
              <p:nvPr/>
            </p:nvCxnSpPr>
            <p:spPr>
              <a:xfrm flipH="1">
                <a:off x="25685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Connettore diritto 54">
                <a:extLst>
                  <a:ext uri="{FF2B5EF4-FFF2-40B4-BE49-F238E27FC236}">
                    <a16:creationId xmlns:a16="http://schemas.microsoft.com/office/drawing/2014/main" id="{71913097-3C40-88C6-9C01-8D5279D54874}"/>
                  </a:ext>
                </a:extLst>
              </p:cNvPr>
              <p:cNvCxnSpPr>
                <a:cxnSpLocks/>
              </p:cNvCxnSpPr>
              <p:nvPr/>
            </p:nvCxnSpPr>
            <p:spPr>
              <a:xfrm>
                <a:off x="5111942"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Connettore diritto 55">
                <a:extLst>
                  <a:ext uri="{FF2B5EF4-FFF2-40B4-BE49-F238E27FC236}">
                    <a16:creationId xmlns:a16="http://schemas.microsoft.com/office/drawing/2014/main" id="{C8A2F162-FE31-32DB-1599-03EC28F4C3ED}"/>
                  </a:ext>
                </a:extLst>
              </p:cNvPr>
              <p:cNvCxnSpPr>
                <a:cxnSpLocks/>
              </p:cNvCxnSpPr>
              <p:nvPr/>
            </p:nvCxnSpPr>
            <p:spPr>
              <a:xfrm>
                <a:off x="7655101" y="1"/>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7" name="Connettore diritto 56">
                <a:extLst>
                  <a:ext uri="{FF2B5EF4-FFF2-40B4-BE49-F238E27FC236}">
                    <a16:creationId xmlns:a16="http://schemas.microsoft.com/office/drawing/2014/main" id="{F095B6F2-2F38-7343-D100-162E0EB92279}"/>
                  </a:ext>
                </a:extLst>
              </p:cNvPr>
              <p:cNvCxnSpPr>
                <a:cxnSpLocks/>
              </p:cNvCxnSpPr>
              <p:nvPr/>
            </p:nvCxnSpPr>
            <p:spPr>
              <a:xfrm>
                <a:off x="-50026" y="3047532"/>
                <a:ext cx="1073684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8" name="Connettore diritto 57">
                <a:extLst>
                  <a:ext uri="{FF2B5EF4-FFF2-40B4-BE49-F238E27FC236}">
                    <a16:creationId xmlns:a16="http://schemas.microsoft.com/office/drawing/2014/main" id="{FC0FEF47-D02A-49C8-3474-5BB5B11A784F}"/>
                  </a:ext>
                </a:extLst>
              </p:cNvPr>
              <p:cNvCxnSpPr>
                <a:cxnSpLocks/>
              </p:cNvCxnSpPr>
              <p:nvPr/>
            </p:nvCxnSpPr>
            <p:spPr>
              <a:xfrm flipH="1">
                <a:off x="14676" y="1"/>
                <a:ext cx="10811"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Connettore diritto 58">
                <a:extLst>
                  <a:ext uri="{FF2B5EF4-FFF2-40B4-BE49-F238E27FC236}">
                    <a16:creationId xmlns:a16="http://schemas.microsoft.com/office/drawing/2014/main" id="{850453E2-CEAC-186A-D44F-8DBF248C334F}"/>
                  </a:ext>
                </a:extLst>
              </p:cNvPr>
              <p:cNvCxnSpPr>
                <a:cxnSpLocks/>
              </p:cNvCxnSpPr>
              <p:nvPr/>
            </p:nvCxnSpPr>
            <p:spPr>
              <a:xfrm>
                <a:off x="10196266" y="0"/>
                <a:ext cx="0" cy="604081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53" name="Elemento grafico 52" descr="Forbici con riempimento a tinta unita">
              <a:extLst>
                <a:ext uri="{FF2B5EF4-FFF2-40B4-BE49-F238E27FC236}">
                  <a16:creationId xmlns:a16="http://schemas.microsoft.com/office/drawing/2014/main" id="{748AFBDD-63F4-A477-94C5-57B6D00324BB}"/>
                </a:ext>
              </a:extLst>
            </p:cNvPr>
            <p:cNvPicPr>
              <a:picLocks noChangeAspect="1"/>
            </p:cNvPicPr>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2820947">
              <a:off x="11228465" y="2960720"/>
              <a:ext cx="914400" cy="914400"/>
            </a:xfrm>
            <a:prstGeom prst="rect">
              <a:avLst/>
            </a:prstGeom>
          </p:spPr>
        </p:pic>
      </p:grpSp>
      <p:sp>
        <p:nvSpPr>
          <p:cNvPr id="21" name="CasellaDiTesto 20">
            <a:extLst>
              <a:ext uri="{FF2B5EF4-FFF2-40B4-BE49-F238E27FC236}">
                <a16:creationId xmlns:a16="http://schemas.microsoft.com/office/drawing/2014/main" id="{3A9E0F0A-F36A-6F38-E00E-7A4C0AA6D5BF}"/>
              </a:ext>
            </a:extLst>
          </p:cNvPr>
          <p:cNvSpPr txBox="1"/>
          <p:nvPr/>
        </p:nvSpPr>
        <p:spPr>
          <a:xfrm>
            <a:off x="1249585" y="259266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3" name="CasellaDiTesto 22">
            <a:extLst>
              <a:ext uri="{FF2B5EF4-FFF2-40B4-BE49-F238E27FC236}">
                <a16:creationId xmlns:a16="http://schemas.microsoft.com/office/drawing/2014/main" id="{4B86BAE3-043F-96BF-96B9-A44D022F4A68}"/>
              </a:ext>
            </a:extLst>
          </p:cNvPr>
          <p:cNvSpPr txBox="1"/>
          <p:nvPr/>
        </p:nvSpPr>
        <p:spPr>
          <a:xfrm>
            <a:off x="3812354" y="260310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28" name="CasellaDiTesto 27">
            <a:extLst>
              <a:ext uri="{FF2B5EF4-FFF2-40B4-BE49-F238E27FC236}">
                <a16:creationId xmlns:a16="http://schemas.microsoft.com/office/drawing/2014/main" id="{10E447ED-85F6-3EEB-CFFB-FEC27533B674}"/>
              </a:ext>
            </a:extLst>
          </p:cNvPr>
          <p:cNvSpPr txBox="1"/>
          <p:nvPr/>
        </p:nvSpPr>
        <p:spPr>
          <a:xfrm>
            <a:off x="6369196" y="261696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0" name="CasellaDiTesto 29">
            <a:extLst>
              <a:ext uri="{FF2B5EF4-FFF2-40B4-BE49-F238E27FC236}">
                <a16:creationId xmlns:a16="http://schemas.microsoft.com/office/drawing/2014/main" id="{F83319C3-299D-4C5B-E471-6413114A63FD}"/>
              </a:ext>
            </a:extLst>
          </p:cNvPr>
          <p:cNvSpPr txBox="1"/>
          <p:nvPr/>
        </p:nvSpPr>
        <p:spPr>
          <a:xfrm>
            <a:off x="8874243" y="261354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35" name="CasellaDiTesto 34">
            <a:extLst>
              <a:ext uri="{FF2B5EF4-FFF2-40B4-BE49-F238E27FC236}">
                <a16:creationId xmlns:a16="http://schemas.microsoft.com/office/drawing/2014/main" id="{70D1F3FB-40D6-6CB6-6A84-676D4550F390}"/>
              </a:ext>
            </a:extLst>
          </p:cNvPr>
          <p:cNvSpPr txBox="1"/>
          <p:nvPr/>
        </p:nvSpPr>
        <p:spPr>
          <a:xfrm>
            <a:off x="1224185" y="6040074"/>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2" name="CasellaDiTesto 41">
            <a:extLst>
              <a:ext uri="{FF2B5EF4-FFF2-40B4-BE49-F238E27FC236}">
                <a16:creationId xmlns:a16="http://schemas.microsoft.com/office/drawing/2014/main" id="{020F825E-1856-1CEE-0875-E2C25D34D173}"/>
              </a:ext>
            </a:extLst>
          </p:cNvPr>
          <p:cNvSpPr txBox="1"/>
          <p:nvPr/>
        </p:nvSpPr>
        <p:spPr>
          <a:xfrm>
            <a:off x="3786954" y="6050513"/>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3" name="CasellaDiTesto 42">
            <a:extLst>
              <a:ext uri="{FF2B5EF4-FFF2-40B4-BE49-F238E27FC236}">
                <a16:creationId xmlns:a16="http://schemas.microsoft.com/office/drawing/2014/main" id="{3227B313-227A-DD2F-73A0-3E8877CF715D}"/>
              </a:ext>
            </a:extLst>
          </p:cNvPr>
          <p:cNvSpPr txBox="1"/>
          <p:nvPr/>
        </p:nvSpPr>
        <p:spPr>
          <a:xfrm>
            <a:off x="6343796" y="6064370"/>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
        <p:nvSpPr>
          <p:cNvPr id="44" name="CasellaDiTesto 43">
            <a:extLst>
              <a:ext uri="{FF2B5EF4-FFF2-40B4-BE49-F238E27FC236}">
                <a16:creationId xmlns:a16="http://schemas.microsoft.com/office/drawing/2014/main" id="{3850BB5B-1F6D-BEFB-8240-F071BF73196D}"/>
              </a:ext>
            </a:extLst>
          </p:cNvPr>
          <p:cNvSpPr txBox="1"/>
          <p:nvPr/>
        </p:nvSpPr>
        <p:spPr>
          <a:xfrm>
            <a:off x="8848843" y="6060952"/>
            <a:ext cx="1290907" cy="369332"/>
          </a:xfrm>
          <a:prstGeom prst="rect">
            <a:avLst/>
          </a:prstGeom>
          <a:noFill/>
        </p:spPr>
        <p:txBody>
          <a:bodyPr wrap="square">
            <a:spAutoFit/>
          </a:bodyPr>
          <a:lstStyle/>
          <a:p>
            <a:r>
              <a:rPr lang="fr-FR" sz="900" i="1">
                <a:solidFill>
                  <a:schemeClr val="accent1"/>
                </a:solidFill>
              </a:rPr>
              <a:t>Donnez cette carte et expliquez pourquoi</a:t>
            </a:r>
            <a:endParaRPr lang="fr-FR" sz="900"/>
          </a:p>
        </p:txBody>
      </p:sp>
    </p:spTree>
    <p:extLst>
      <p:ext uri="{BB962C8B-B14F-4D97-AF65-F5344CB8AC3E}">
        <p14:creationId xmlns:p14="http://schemas.microsoft.com/office/powerpoint/2010/main" val="64032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60147-7916-64DA-C8A1-2D3D83D9A829}"/>
            </a:ext>
          </a:extLst>
        </p:cNvPr>
        <p:cNvGrpSpPr/>
        <p:nvPr/>
      </p:nvGrpSpPr>
      <p:grpSpPr>
        <a:xfrm>
          <a:off x="0" y="0"/>
          <a:ext cx="0" cy="0"/>
          <a:chOff x="0" y="0"/>
          <a:chExt cx="0" cy="0"/>
        </a:xfrm>
      </p:grpSpPr>
      <p:sp>
        <p:nvSpPr>
          <p:cNvPr id="101" name="Rettangolo 100">
            <a:extLst>
              <a:ext uri="{FF2B5EF4-FFF2-40B4-BE49-F238E27FC236}">
                <a16:creationId xmlns:a16="http://schemas.microsoft.com/office/drawing/2014/main" id="{E563CE1A-CB24-D3D2-7B10-070C82383A22}"/>
              </a:ext>
            </a:extLst>
          </p:cNvPr>
          <p:cNvSpPr/>
          <p:nvPr/>
        </p:nvSpPr>
        <p:spPr>
          <a:xfrm>
            <a:off x="0" y="0"/>
            <a:ext cx="12292815" cy="6847531"/>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8" name="Immagine 67" descr="Immagine che contiene logo, Elementi grafici, Carattere, simbolo&#10;&#10;Descrizione generata automaticamente">
            <a:extLst>
              <a:ext uri="{FF2B5EF4-FFF2-40B4-BE49-F238E27FC236}">
                <a16:creationId xmlns:a16="http://schemas.microsoft.com/office/drawing/2014/main" id="{4C010B37-C27E-BE46-2191-3710DEA34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6756" y="1164027"/>
            <a:ext cx="2027157" cy="686474"/>
          </a:xfrm>
          <a:prstGeom prst="rect">
            <a:avLst/>
          </a:prstGeom>
        </p:spPr>
      </p:pic>
      <p:pic>
        <p:nvPicPr>
          <p:cNvPr id="69" name="Immagine 68" descr="Immagine che contiene logo, Elementi grafici, Carattere, simbolo&#10;&#10;Descrizione generata automaticamente">
            <a:extLst>
              <a:ext uri="{FF2B5EF4-FFF2-40B4-BE49-F238E27FC236}">
                <a16:creationId xmlns:a16="http://schemas.microsoft.com/office/drawing/2014/main" id="{2E768FF2-4D07-C2AA-1D7F-1F6BC7C26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10156" y="163281"/>
            <a:ext cx="2027157" cy="686474"/>
          </a:xfrm>
          <a:prstGeom prst="rect">
            <a:avLst/>
          </a:prstGeom>
        </p:spPr>
      </p:pic>
      <p:pic>
        <p:nvPicPr>
          <p:cNvPr id="70" name="Immagine 69" descr="Immagine che contiene logo, Elementi grafici, Carattere, simbolo&#10;&#10;Descrizione generata automaticamente">
            <a:extLst>
              <a:ext uri="{FF2B5EF4-FFF2-40B4-BE49-F238E27FC236}">
                <a16:creationId xmlns:a16="http://schemas.microsoft.com/office/drawing/2014/main" id="{EDD27E94-DFEA-3F9D-57DC-0ECF558B5C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747547" y="-814046"/>
            <a:ext cx="2027157" cy="686474"/>
          </a:xfrm>
          <a:prstGeom prst="rect">
            <a:avLst/>
          </a:prstGeom>
        </p:spPr>
      </p:pic>
      <p:pic>
        <p:nvPicPr>
          <p:cNvPr id="72" name="Immagine 71" descr="Immagine che contiene logo, Elementi grafici, Carattere, simbolo&#10;&#10;Descrizione generata automaticamente">
            <a:extLst>
              <a:ext uri="{FF2B5EF4-FFF2-40B4-BE49-F238E27FC236}">
                <a16:creationId xmlns:a16="http://schemas.microsoft.com/office/drawing/2014/main" id="{C81B83DD-D793-D22C-BE09-842F3A24C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45314" y="3018264"/>
            <a:ext cx="2027157" cy="686474"/>
          </a:xfrm>
          <a:prstGeom prst="rect">
            <a:avLst/>
          </a:prstGeom>
        </p:spPr>
      </p:pic>
      <p:pic>
        <p:nvPicPr>
          <p:cNvPr id="73" name="Immagine 72" descr="Immagine che contiene logo, Elementi grafici, Carattere, simbolo&#10;&#10;Descrizione generata automaticamente">
            <a:extLst>
              <a:ext uri="{FF2B5EF4-FFF2-40B4-BE49-F238E27FC236}">
                <a16:creationId xmlns:a16="http://schemas.microsoft.com/office/drawing/2014/main" id="{53126F34-4E05-D464-6080-FDFE0A9B2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948086" y="2017518"/>
            <a:ext cx="2027157" cy="686474"/>
          </a:xfrm>
          <a:prstGeom prst="rect">
            <a:avLst/>
          </a:prstGeom>
        </p:spPr>
      </p:pic>
      <p:pic>
        <p:nvPicPr>
          <p:cNvPr id="74" name="Immagine 73" descr="Immagine che contiene logo, Elementi grafici, Carattere, simbolo&#10;&#10;Descrizione generata automaticamente">
            <a:extLst>
              <a:ext uri="{FF2B5EF4-FFF2-40B4-BE49-F238E27FC236}">
                <a16:creationId xmlns:a16="http://schemas.microsoft.com/office/drawing/2014/main" id="{E9D5809C-27FF-6AD4-64B3-CFBD7DC9AB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285476" y="1040192"/>
            <a:ext cx="2027157" cy="686474"/>
          </a:xfrm>
          <a:prstGeom prst="rect">
            <a:avLst/>
          </a:prstGeom>
        </p:spPr>
      </p:pic>
      <p:pic>
        <p:nvPicPr>
          <p:cNvPr id="75" name="Immagine 74" descr="Immagine che contiene logo, Elementi grafici, Carattere, simbolo&#10;&#10;Descrizione generata automaticamente">
            <a:extLst>
              <a:ext uri="{FF2B5EF4-FFF2-40B4-BE49-F238E27FC236}">
                <a16:creationId xmlns:a16="http://schemas.microsoft.com/office/drawing/2014/main" id="{D728C1A4-D24C-3A0F-0E67-ED52B91C6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57420" y="48418"/>
            <a:ext cx="2027157" cy="686474"/>
          </a:xfrm>
          <a:prstGeom prst="rect">
            <a:avLst/>
          </a:prstGeom>
        </p:spPr>
      </p:pic>
      <p:pic>
        <p:nvPicPr>
          <p:cNvPr id="76" name="Immagine 75" descr="Immagine che contiene logo, Elementi grafici, Carattere, simbolo&#10;&#10;Descrizione generata automaticamente">
            <a:extLst>
              <a:ext uri="{FF2B5EF4-FFF2-40B4-BE49-F238E27FC236}">
                <a16:creationId xmlns:a16="http://schemas.microsoft.com/office/drawing/2014/main" id="{6ED3CFC7-0F37-D0BB-26B6-528031D7B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29364" y="-943357"/>
            <a:ext cx="2027157" cy="686474"/>
          </a:xfrm>
          <a:prstGeom prst="rect">
            <a:avLst/>
          </a:prstGeom>
        </p:spPr>
      </p:pic>
      <p:pic>
        <p:nvPicPr>
          <p:cNvPr id="77" name="Immagine 76" descr="Immagine che contiene logo, Elementi grafici, Carattere, simbolo&#10;&#10;Descrizione generata automaticamente">
            <a:extLst>
              <a:ext uri="{FF2B5EF4-FFF2-40B4-BE49-F238E27FC236}">
                <a16:creationId xmlns:a16="http://schemas.microsoft.com/office/drawing/2014/main" id="{02F64DA7-F182-D362-5CE7-CD65466804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99094" y="3991726"/>
            <a:ext cx="2027157" cy="686474"/>
          </a:xfrm>
          <a:prstGeom prst="rect">
            <a:avLst/>
          </a:prstGeom>
        </p:spPr>
      </p:pic>
      <p:pic>
        <p:nvPicPr>
          <p:cNvPr id="78" name="Immagine 77" descr="Immagine che contiene logo, Elementi grafici, Carattere, simbolo&#10;&#10;Descrizione generata automaticamente">
            <a:extLst>
              <a:ext uri="{FF2B5EF4-FFF2-40B4-BE49-F238E27FC236}">
                <a16:creationId xmlns:a16="http://schemas.microsoft.com/office/drawing/2014/main" id="{2DD74FF0-5831-755E-9E3A-06A2E0F61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592495" y="2990980"/>
            <a:ext cx="2027157" cy="686474"/>
          </a:xfrm>
          <a:prstGeom prst="rect">
            <a:avLst/>
          </a:prstGeom>
        </p:spPr>
      </p:pic>
      <p:pic>
        <p:nvPicPr>
          <p:cNvPr id="79" name="Immagine 78" descr="Immagine che contiene logo, Elementi grafici, Carattere, simbolo&#10;&#10;Descrizione generata automaticamente">
            <a:extLst>
              <a:ext uri="{FF2B5EF4-FFF2-40B4-BE49-F238E27FC236}">
                <a16:creationId xmlns:a16="http://schemas.microsoft.com/office/drawing/2014/main" id="{259D5B79-A052-A72A-CE12-57DEB5CCC0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929885" y="2013653"/>
            <a:ext cx="2027157" cy="686474"/>
          </a:xfrm>
          <a:prstGeom prst="rect">
            <a:avLst/>
          </a:prstGeom>
        </p:spPr>
      </p:pic>
      <p:pic>
        <p:nvPicPr>
          <p:cNvPr id="80" name="Immagine 79" descr="Immagine che contiene logo, Elementi grafici, Carattere, simbolo&#10;&#10;Descrizione generata automaticamente">
            <a:extLst>
              <a:ext uri="{FF2B5EF4-FFF2-40B4-BE49-F238E27FC236}">
                <a16:creationId xmlns:a16="http://schemas.microsoft.com/office/drawing/2014/main" id="{C36C1DB3-12FB-E074-E825-B1F5CCB13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8301829" y="1021879"/>
            <a:ext cx="2027157" cy="686474"/>
          </a:xfrm>
          <a:prstGeom prst="rect">
            <a:avLst/>
          </a:prstGeom>
        </p:spPr>
      </p:pic>
      <p:pic>
        <p:nvPicPr>
          <p:cNvPr id="81" name="Immagine 80" descr="Immagine che contiene logo, Elementi grafici, Carattere, simbolo&#10;&#10;Descrizione generata automaticamente">
            <a:extLst>
              <a:ext uri="{FF2B5EF4-FFF2-40B4-BE49-F238E27FC236}">
                <a16:creationId xmlns:a16="http://schemas.microsoft.com/office/drawing/2014/main" id="{93AF3A64-B349-3B61-A642-49CB5993D6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37024" y="5845964"/>
            <a:ext cx="2027157" cy="686474"/>
          </a:xfrm>
          <a:prstGeom prst="rect">
            <a:avLst/>
          </a:prstGeom>
        </p:spPr>
      </p:pic>
      <p:pic>
        <p:nvPicPr>
          <p:cNvPr id="82" name="Immagine 81" descr="Immagine che contiene logo, Elementi grafici, Carattere, simbolo&#10;&#10;Descrizione generata automaticamente">
            <a:extLst>
              <a:ext uri="{FF2B5EF4-FFF2-40B4-BE49-F238E27FC236}">
                <a16:creationId xmlns:a16="http://schemas.microsoft.com/office/drawing/2014/main" id="{5BBE012D-DBD5-2161-39C3-549D9508A1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3130424" y="4845218"/>
            <a:ext cx="2027157" cy="686474"/>
          </a:xfrm>
          <a:prstGeom prst="rect">
            <a:avLst/>
          </a:prstGeom>
        </p:spPr>
      </p:pic>
      <p:pic>
        <p:nvPicPr>
          <p:cNvPr id="83" name="Immagine 82" descr="Immagine che contiene logo, Elementi grafici, Carattere, simbolo&#10;&#10;Descrizione generata automaticamente">
            <a:extLst>
              <a:ext uri="{FF2B5EF4-FFF2-40B4-BE49-F238E27FC236}">
                <a16:creationId xmlns:a16="http://schemas.microsoft.com/office/drawing/2014/main" id="{73593BE5-87E8-1E16-6A41-1DEF0B1292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5467815" y="3867891"/>
            <a:ext cx="2027157" cy="686474"/>
          </a:xfrm>
          <a:prstGeom prst="rect">
            <a:avLst/>
          </a:prstGeom>
        </p:spPr>
      </p:pic>
      <p:pic>
        <p:nvPicPr>
          <p:cNvPr id="84" name="Immagine 83" descr="Immagine che contiene logo, Elementi grafici, Carattere, simbolo&#10;&#10;Descrizione generata automaticamente">
            <a:extLst>
              <a:ext uri="{FF2B5EF4-FFF2-40B4-BE49-F238E27FC236}">
                <a16:creationId xmlns:a16="http://schemas.microsoft.com/office/drawing/2014/main" id="{9C613682-3707-F91B-0801-83C4B21FD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839758" y="2876117"/>
            <a:ext cx="2027157" cy="686474"/>
          </a:xfrm>
          <a:prstGeom prst="rect">
            <a:avLst/>
          </a:prstGeom>
        </p:spPr>
      </p:pic>
      <p:pic>
        <p:nvPicPr>
          <p:cNvPr id="85" name="Immagine 84" descr="Immagine che contiene logo, Elementi grafici, Carattere, simbolo&#10;&#10;Descrizione generata automaticamente">
            <a:extLst>
              <a:ext uri="{FF2B5EF4-FFF2-40B4-BE49-F238E27FC236}">
                <a16:creationId xmlns:a16="http://schemas.microsoft.com/office/drawing/2014/main" id="{0E7E7912-B912-ECAC-D03D-534B275EF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211702" y="1884343"/>
            <a:ext cx="2027157" cy="686474"/>
          </a:xfrm>
          <a:prstGeom prst="rect">
            <a:avLst/>
          </a:prstGeom>
        </p:spPr>
      </p:pic>
      <p:pic>
        <p:nvPicPr>
          <p:cNvPr id="86" name="Immagine 85" descr="Immagine che contiene logo, Elementi grafici, Carattere, simbolo&#10;&#10;Descrizione generata automaticamente">
            <a:extLst>
              <a:ext uri="{FF2B5EF4-FFF2-40B4-BE49-F238E27FC236}">
                <a16:creationId xmlns:a16="http://schemas.microsoft.com/office/drawing/2014/main" id="{565DC32B-56BD-2733-4679-C07E4EF464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2422857" y="6912231"/>
            <a:ext cx="2027157" cy="686474"/>
          </a:xfrm>
          <a:prstGeom prst="rect">
            <a:avLst/>
          </a:prstGeom>
        </p:spPr>
      </p:pic>
      <p:pic>
        <p:nvPicPr>
          <p:cNvPr id="87" name="Immagine 86" descr="Immagine che contiene logo, Elementi grafici, Carattere, simbolo&#10;&#10;Descrizione generata automaticamente">
            <a:extLst>
              <a:ext uri="{FF2B5EF4-FFF2-40B4-BE49-F238E27FC236}">
                <a16:creationId xmlns:a16="http://schemas.microsoft.com/office/drawing/2014/main" id="{0C0D3F89-4C03-2A30-2C55-8269F8783C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4816258" y="5911485"/>
            <a:ext cx="2027157" cy="686474"/>
          </a:xfrm>
          <a:prstGeom prst="rect">
            <a:avLst/>
          </a:prstGeom>
        </p:spPr>
      </p:pic>
      <p:pic>
        <p:nvPicPr>
          <p:cNvPr id="88" name="Immagine 87" descr="Immagine che contiene logo, Elementi grafici, Carattere, simbolo&#10;&#10;Descrizione generata automaticamente">
            <a:extLst>
              <a:ext uri="{FF2B5EF4-FFF2-40B4-BE49-F238E27FC236}">
                <a16:creationId xmlns:a16="http://schemas.microsoft.com/office/drawing/2014/main" id="{4D0355E4-C221-77E2-C351-EB8CB22EDB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7153648" y="4934158"/>
            <a:ext cx="2027157" cy="686474"/>
          </a:xfrm>
          <a:prstGeom prst="rect">
            <a:avLst/>
          </a:prstGeom>
        </p:spPr>
      </p:pic>
      <p:pic>
        <p:nvPicPr>
          <p:cNvPr id="89" name="Immagine 88" descr="Immagine che contiene logo, Elementi grafici, Carattere, simbolo&#10;&#10;Descrizione generata automaticamente">
            <a:extLst>
              <a:ext uri="{FF2B5EF4-FFF2-40B4-BE49-F238E27FC236}">
                <a16:creationId xmlns:a16="http://schemas.microsoft.com/office/drawing/2014/main" id="{2DB64A2B-5A94-550C-B708-B778ACC2DB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525592" y="3942384"/>
            <a:ext cx="2027157" cy="686474"/>
          </a:xfrm>
          <a:prstGeom prst="rect">
            <a:avLst/>
          </a:prstGeom>
        </p:spPr>
      </p:pic>
      <p:pic>
        <p:nvPicPr>
          <p:cNvPr id="92" name="Immagine 91" descr="Immagine che contiene logo, Elementi grafici, Carattere, simbolo&#10;&#10;Descrizione generata automaticamente">
            <a:extLst>
              <a:ext uri="{FF2B5EF4-FFF2-40B4-BE49-F238E27FC236}">
                <a16:creationId xmlns:a16="http://schemas.microsoft.com/office/drawing/2014/main" id="{EB2FCC92-8A5F-1B7D-A131-6890909DBC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6691578" y="6788396"/>
            <a:ext cx="2027157" cy="686474"/>
          </a:xfrm>
          <a:prstGeom prst="rect">
            <a:avLst/>
          </a:prstGeom>
        </p:spPr>
      </p:pic>
      <p:pic>
        <p:nvPicPr>
          <p:cNvPr id="93" name="Immagine 92" descr="Immagine che contiene logo, Elementi grafici, Carattere, simbolo&#10;&#10;Descrizione generata automaticamente">
            <a:extLst>
              <a:ext uri="{FF2B5EF4-FFF2-40B4-BE49-F238E27FC236}">
                <a16:creationId xmlns:a16="http://schemas.microsoft.com/office/drawing/2014/main" id="{90AC1284-8955-EF11-F12D-482A78335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9063522" y="5796622"/>
            <a:ext cx="2027157" cy="686474"/>
          </a:xfrm>
          <a:prstGeom prst="rect">
            <a:avLst/>
          </a:prstGeom>
        </p:spPr>
      </p:pic>
      <p:pic>
        <p:nvPicPr>
          <p:cNvPr id="94" name="Immagine 93" descr="Immagine che contiene logo, Elementi grafici, Carattere, simbolo&#10;&#10;Descrizione generata automaticamente">
            <a:extLst>
              <a:ext uri="{FF2B5EF4-FFF2-40B4-BE49-F238E27FC236}">
                <a16:creationId xmlns:a16="http://schemas.microsoft.com/office/drawing/2014/main" id="{8AAA6656-A015-46FD-741F-D68EFD197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35465" y="4804847"/>
            <a:ext cx="2027157" cy="686474"/>
          </a:xfrm>
          <a:prstGeom prst="rect">
            <a:avLst/>
          </a:prstGeom>
        </p:spPr>
      </p:pic>
      <p:pic>
        <p:nvPicPr>
          <p:cNvPr id="96" name="Immagine 95" descr="Immagine che contiene logo, Elementi grafici, Carattere, simbolo&#10;&#10;Descrizione generata automaticamente">
            <a:extLst>
              <a:ext uri="{FF2B5EF4-FFF2-40B4-BE49-F238E27FC236}">
                <a16:creationId xmlns:a16="http://schemas.microsoft.com/office/drawing/2014/main" id="{9A51DADF-D4F2-AF09-AC02-1E412017A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1400910" y="6349501"/>
            <a:ext cx="2027157" cy="686474"/>
          </a:xfrm>
          <a:prstGeom prst="rect">
            <a:avLst/>
          </a:prstGeom>
        </p:spPr>
      </p:pic>
      <p:pic>
        <p:nvPicPr>
          <p:cNvPr id="97" name="Immagine 96" descr="Immagine che contiene logo, Elementi grafici, Carattere, simbolo&#10;&#10;Descrizione generata automaticamente">
            <a:extLst>
              <a:ext uri="{FF2B5EF4-FFF2-40B4-BE49-F238E27FC236}">
                <a16:creationId xmlns:a16="http://schemas.microsoft.com/office/drawing/2014/main" id="{05065C1A-BF90-7D95-A468-637AC8170E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74282" y="-384930"/>
            <a:ext cx="2027157" cy="686474"/>
          </a:xfrm>
          <a:prstGeom prst="rect">
            <a:avLst/>
          </a:prstGeom>
        </p:spPr>
      </p:pic>
      <p:pic>
        <p:nvPicPr>
          <p:cNvPr id="98" name="Immagine 97" descr="Immagine che contiene logo, Elementi grafici, Carattere, simbolo&#10;&#10;Descrizione generata automaticamente">
            <a:extLst>
              <a:ext uri="{FF2B5EF4-FFF2-40B4-BE49-F238E27FC236}">
                <a16:creationId xmlns:a16="http://schemas.microsoft.com/office/drawing/2014/main" id="{521E79AC-92E8-7232-D85B-B1666A7E43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593125" y="25692"/>
            <a:ext cx="2027157" cy="686474"/>
          </a:xfrm>
          <a:prstGeom prst="rect">
            <a:avLst/>
          </a:prstGeom>
        </p:spPr>
      </p:pic>
      <p:pic>
        <p:nvPicPr>
          <p:cNvPr id="100" name="Immagine 99" descr="Immagine che contiene logo, Elementi grafici, Carattere, simbolo&#10;&#10;Descrizione generata automaticamente">
            <a:extLst>
              <a:ext uri="{FF2B5EF4-FFF2-40B4-BE49-F238E27FC236}">
                <a16:creationId xmlns:a16="http://schemas.microsoft.com/office/drawing/2014/main" id="{25721C64-0936-5C26-8159-E5E5B2F31F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238532">
            <a:off x="-1063383" y="4929819"/>
            <a:ext cx="2027157" cy="686474"/>
          </a:xfrm>
          <a:prstGeom prst="rect">
            <a:avLst/>
          </a:prstGeom>
        </p:spPr>
      </p:pic>
    </p:spTree>
    <p:extLst>
      <p:ext uri="{BB962C8B-B14F-4D97-AF65-F5344CB8AC3E}">
        <p14:creationId xmlns:p14="http://schemas.microsoft.com/office/powerpoint/2010/main" val="2190098286"/>
      </p:ext>
    </p:extLst>
  </p:cSld>
  <p:clrMapOvr>
    <a:masterClrMapping/>
  </p:clrMapOvr>
</p:sld>
</file>

<file path=ppt/theme/theme1.xml><?xml version="1.0" encoding="utf-8"?>
<a:theme xmlns:a="http://schemas.openxmlformats.org/drawingml/2006/main" name="Dividend">
  <a:themeElements>
    <a:clrScheme name="Komyu">
      <a:dk1>
        <a:sysClr val="windowText" lastClr="000000"/>
      </a:dk1>
      <a:lt1>
        <a:sysClr val="window" lastClr="FFFFFF"/>
      </a:lt1>
      <a:dk2>
        <a:srgbClr val="3D3D3D"/>
      </a:dk2>
      <a:lt2>
        <a:srgbClr val="EBEBEB"/>
      </a:lt2>
      <a:accent1>
        <a:srgbClr val="605469"/>
      </a:accent1>
      <a:accent2>
        <a:srgbClr val="34657F"/>
      </a:accent2>
      <a:accent3>
        <a:srgbClr val="932E4C"/>
      </a:accent3>
      <a:accent4>
        <a:srgbClr val="605469"/>
      </a:accent4>
      <a:accent5>
        <a:srgbClr val="68B497"/>
      </a:accent5>
      <a:accent6>
        <a:srgbClr val="3D3D3D"/>
      </a:accent6>
      <a:hlink>
        <a:srgbClr val="828282"/>
      </a:hlink>
      <a:folHlink>
        <a:srgbClr val="A5A5A5"/>
      </a:folHlink>
    </a:clrScheme>
    <a:fontScheme name="Personnalisé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e28f11b-d4f1-47fe-837d-5da7d4fdfa8d">
      <Terms xmlns="http://schemas.microsoft.com/office/infopath/2007/PartnerControls"/>
    </lcf76f155ced4ddcb4097134ff3c332f>
    <TaxCatchAll xmlns="2e054d75-df43-4e50-a610-0e7b0816d11a" xsi:nil="true"/>
    <Descrip xmlns="ae28f11b-d4f1-47fe-837d-5da7d4fdfa8d" xsi:nil="true"/>
    <TestDescription xmlns="ae28f11b-d4f1-47fe-837d-5da7d4fdfa8d" xsi:nil="true"/>
    <Status xmlns="ae28f11b-d4f1-47fe-837d-5da7d4fdfa8d">Evolving - Usable</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3095EDE67814541926D3AC5F9ACC08F" ma:contentTypeVersion="20" ma:contentTypeDescription="Crée un document." ma:contentTypeScope="" ma:versionID="ab5f056c1685c19dcddb0d1ebb0a02fa">
  <xsd:schema xmlns:xsd="http://www.w3.org/2001/XMLSchema" xmlns:xs="http://www.w3.org/2001/XMLSchema" xmlns:p="http://schemas.microsoft.com/office/2006/metadata/properties" xmlns:ns2="ae28f11b-d4f1-47fe-837d-5da7d4fdfa8d" xmlns:ns3="2e054d75-df43-4e50-a610-0e7b0816d11a" targetNamespace="http://schemas.microsoft.com/office/2006/metadata/properties" ma:root="true" ma:fieldsID="ce125f74d79e439008123c9d5b80009b" ns2:_="" ns3:_="">
    <xsd:import namespace="ae28f11b-d4f1-47fe-837d-5da7d4fdfa8d"/>
    <xsd:import namespace="2e054d75-df43-4e50-a610-0e7b0816d11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ObjectDetectorVersions" minOccurs="0"/>
                <xsd:element ref="ns2:Descrip" minOccurs="0"/>
                <xsd:element ref="ns2:TestDescription" minOccurs="0"/>
                <xsd:element ref="ns2:Statu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8f11b-d4f1-47fe-837d-5da7d4fdfa8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10fb7d0a-9414-48cb-b3b7-290175ae35a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Descrip" ma:index="22" nillable="true" ma:displayName="Descrip" ma:format="Dropdown" ma:internalName="Descrip">
      <xsd:simpleType>
        <xsd:restriction base="dms:Note">
          <xsd:maxLength value="255"/>
        </xsd:restriction>
      </xsd:simpleType>
    </xsd:element>
    <xsd:element name="TestDescription" ma:index="23" nillable="true" ma:displayName="Folder Description" ma:format="Dropdown" ma:internalName="TestDescription">
      <xsd:simpleType>
        <xsd:restriction base="dms:Note">
          <xsd:maxLength value="255"/>
        </xsd:restriction>
      </xsd:simpleType>
    </xsd:element>
    <xsd:element name="Status" ma:index="24" nillable="true" ma:displayName="Status" ma:default="Draft - Brouillon" ma:description="Draft : not usable&#10;Frozen - Usable : Do not modify, make a copy&#10;Evolving - Usable : Modify if you need" ma:format="Dropdown" ma:internalName="Status">
      <xsd:simpleType>
        <xsd:restriction base="dms:Choice">
          <xsd:enumeration value="Draft - Brouillon"/>
          <xsd:enumeration value="Evolving - Usable"/>
          <xsd:enumeration value="Frozen - Usable"/>
        </xsd:restrictio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054d75-df43-4e50-a610-0e7b0816d11a"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TaxCatchAll" ma:index="14" nillable="true" ma:displayName="Taxonomy Catch All Column" ma:hidden="true" ma:list="{9dd72b47-dd46-40b1-8755-ebe9ce9f18af}" ma:internalName="TaxCatchAll" ma:showField="CatchAllData" ma:web="2e054d75-df43-4e50-a610-0e7b0816d11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B52BD1-81A4-493E-ABAF-6FD007D4613E}">
  <ds:schemaRefs>
    <ds:schemaRef ds:uri="2e054d75-df43-4e50-a610-0e7b0816d11a"/>
    <ds:schemaRef ds:uri="ae28f11b-d4f1-47fe-837d-5da7d4fdfa8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F679450-31DC-4F87-9D3E-7C4C5B8C982A}">
  <ds:schemaRefs>
    <ds:schemaRef ds:uri="2e054d75-df43-4e50-a610-0e7b0816d11a"/>
    <ds:schemaRef ds:uri="ae28f11b-d4f1-47fe-837d-5da7d4fdfa8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BFE52AF-AA2B-4D87-9A65-1FFB30C7325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TotalTime>
  <Words>2220</Words>
  <Application>Microsoft Office PowerPoint</Application>
  <PresentationFormat>Widescreen</PresentationFormat>
  <Paragraphs>500</Paragraphs>
  <Slides>30</Slides>
  <Notes>0</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30</vt:i4>
      </vt:variant>
    </vt:vector>
  </HeadingPairs>
  <TitlesOfParts>
    <vt:vector size="36" baseType="lpstr">
      <vt:lpstr>Arial</vt:lpstr>
      <vt:lpstr>Avenir Next LT Pro</vt:lpstr>
      <vt:lpstr>Avenir Next LT Pro Light</vt:lpstr>
      <vt:lpstr>Calibri</vt:lpstr>
      <vt:lpstr>Wingdings 2</vt:lpstr>
      <vt:lpstr>Dividend</vt:lpstr>
      <vt:lpstr>Presentazione standard di PowerPoint</vt:lpstr>
      <vt:lpstr>Pitch</vt:lpstr>
      <vt:lpstr>Presentazione standard di PowerPoint</vt:lpstr>
      <vt:lpstr>Historique des modifications et licences</vt:lpstr>
      <vt:lpstr>Questions de Debriefing spécifiques</vt:lpstr>
      <vt:lpstr>REGLES ET EXPLICATIONS</vt:lpstr>
      <vt:lpstr>Presentazione standard di PowerPoint</vt:lpstr>
      <vt:lpstr>Presentazione standard di PowerPoint</vt:lpstr>
      <vt:lpstr>GRACE A TOI, JE…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GRÂCE A TOI, NOUS…</vt:lpstr>
      <vt:lpstr>Presentazione standard di PowerPoint</vt:lpstr>
      <vt:lpstr>Presentazione standard di PowerPoint</vt:lpstr>
      <vt:lpstr>GRÂCE A VOUS, JE…</vt:lpstr>
      <vt:lpstr>Presentazione standard di PowerPoint</vt:lpstr>
      <vt:lpstr>Presentazione standard di PowerPoint</vt:lpstr>
      <vt:lpstr>STOCKS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Francois D.</dc:creator>
  <cp:lastModifiedBy>Alexandre Quach</cp:lastModifiedBy>
  <cp:revision>3</cp:revision>
  <cp:lastPrinted>2022-09-13T07:49:45Z</cp:lastPrinted>
  <dcterms:created xsi:type="dcterms:W3CDTF">2019-11-02T18:33:24Z</dcterms:created>
  <dcterms:modified xsi:type="dcterms:W3CDTF">2025-05-01T06:07:45Z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0x01010043095EDE67814541926D3AC5F9ACC08F</vt:lpwstr>
  </property>
  <property fmtid="{D5CDD505-2E9C-101B-9397-08002B2CF9AE}" pid="3" name="MediaServiceImageTags">
    <vt:lpwstr/>
  </property>
</Properties>
</file>