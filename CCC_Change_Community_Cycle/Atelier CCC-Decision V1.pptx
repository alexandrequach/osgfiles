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425" r:id="rId3"/>
    <p:sldId id="416" r:id="rId4"/>
    <p:sldId id="419" r:id="rId5"/>
    <p:sldId id="420" r:id="rId6"/>
    <p:sldId id="423" r:id="rId7"/>
    <p:sldId id="421" r:id="rId8"/>
    <p:sldId id="422" r:id="rId9"/>
    <p:sldId id="373" r:id="rId10"/>
    <p:sldId id="424" r:id="rId11"/>
    <p:sldId id="411" r:id="rId12"/>
    <p:sldId id="426" r:id="rId13"/>
    <p:sldId id="415" r:id="rId14"/>
    <p:sldId id="412" r:id="rId15"/>
    <p:sldId id="413" r:id="rId16"/>
    <p:sldId id="414"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ED7D31"/>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636AA3-F9AD-47C9-90C0-8E5B6BBAD606}" v="5" dt="2022-03-14T16:23:13.08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650" autoAdjust="0"/>
    <p:restoredTop sz="94660"/>
  </p:normalViewPr>
  <p:slideViewPr>
    <p:cSldViewPr snapToGrid="0">
      <p:cViewPr varScale="1">
        <p:scale>
          <a:sx n="108" d="100"/>
          <a:sy n="108" d="100"/>
        </p:scale>
        <p:origin x="130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AC636AA3-F9AD-47C9-90C0-8E5B6BBAD606}"/>
    <pc:docChg chg="custSel addSld delSld modSld sldOrd">
      <pc:chgData name="Alexandre Quach" userId="7bb690c8a6e028e4" providerId="LiveId" clId="{AC636AA3-F9AD-47C9-90C0-8E5B6BBAD606}" dt="2022-03-14T16:37:18.887" v="464" actId="20577"/>
      <pc:docMkLst>
        <pc:docMk/>
      </pc:docMkLst>
      <pc:sldChg chg="addSp delSp modSp mod">
        <pc:chgData name="Alexandre Quach" userId="7bb690c8a6e028e4" providerId="LiveId" clId="{AC636AA3-F9AD-47C9-90C0-8E5B6BBAD606}" dt="2022-03-14T16:23:33.789" v="218" actId="1076"/>
        <pc:sldMkLst>
          <pc:docMk/>
          <pc:sldMk cId="2842409871" sldId="256"/>
        </pc:sldMkLst>
        <pc:spChg chg="add del mod">
          <ac:chgData name="Alexandre Quach" userId="7bb690c8a6e028e4" providerId="LiveId" clId="{AC636AA3-F9AD-47C9-90C0-8E5B6BBAD606}" dt="2022-03-14T16:23:02.717" v="204" actId="478"/>
          <ac:spMkLst>
            <pc:docMk/>
            <pc:sldMk cId="2842409871" sldId="256"/>
            <ac:spMk id="20" creationId="{63037A2C-8690-4CDD-B278-128C826F14EE}"/>
          </ac:spMkLst>
        </pc:spChg>
        <pc:spChg chg="mod">
          <ac:chgData name="Alexandre Quach" userId="7bb690c8a6e028e4" providerId="LiveId" clId="{AC636AA3-F9AD-47C9-90C0-8E5B6BBAD606}" dt="2022-03-14T16:22:31.390" v="200" actId="20577"/>
          <ac:spMkLst>
            <pc:docMk/>
            <pc:sldMk cId="2842409871" sldId="256"/>
            <ac:spMk id="40" creationId="{4A30C228-82AC-4375-875C-C7B9F6F62736}"/>
          </ac:spMkLst>
        </pc:spChg>
        <pc:grpChg chg="add mod">
          <ac:chgData name="Alexandre Quach" userId="7bb690c8a6e028e4" providerId="LiveId" clId="{AC636AA3-F9AD-47C9-90C0-8E5B6BBAD606}" dt="2022-03-14T16:23:29.551" v="216" actId="14100"/>
          <ac:grpSpMkLst>
            <pc:docMk/>
            <pc:sldMk cId="2842409871" sldId="256"/>
            <ac:grpSpMk id="34" creationId="{178D6EB7-12C6-4BDD-A927-0612FBDF6579}"/>
          </ac:grpSpMkLst>
        </pc:grpChg>
        <pc:picChg chg="add mod">
          <ac:chgData name="Alexandre Quach" userId="7bb690c8a6e028e4" providerId="LiveId" clId="{AC636AA3-F9AD-47C9-90C0-8E5B6BBAD606}" dt="2022-03-14T16:23:20.341" v="212" actId="1076"/>
          <ac:picMkLst>
            <pc:docMk/>
            <pc:sldMk cId="2842409871" sldId="256"/>
            <ac:picMk id="19" creationId="{A1705BB1-3D20-4388-AF06-E0C3B5AF65A0}"/>
          </ac:picMkLst>
        </pc:picChg>
        <pc:picChg chg="mod">
          <ac:chgData name="Alexandre Quach" userId="7bb690c8a6e028e4" providerId="LiveId" clId="{AC636AA3-F9AD-47C9-90C0-8E5B6BBAD606}" dt="2022-03-14T16:23:13.080" v="208"/>
          <ac:picMkLst>
            <pc:docMk/>
            <pc:sldMk cId="2842409871" sldId="256"/>
            <ac:picMk id="38" creationId="{F02E35A2-CBAB-42A3-9E09-1A7085A0F1E0}"/>
          </ac:picMkLst>
        </pc:picChg>
        <pc:picChg chg="mod">
          <ac:chgData name="Alexandre Quach" userId="7bb690c8a6e028e4" providerId="LiveId" clId="{AC636AA3-F9AD-47C9-90C0-8E5B6BBAD606}" dt="2022-03-14T16:23:33.789" v="218" actId="1076"/>
          <ac:picMkLst>
            <pc:docMk/>
            <pc:sldMk cId="2842409871" sldId="256"/>
            <ac:picMk id="39" creationId="{BD6543D7-86F0-4849-A1D1-80E7FBB2C3BF}"/>
          </ac:picMkLst>
        </pc:picChg>
        <pc:picChg chg="mod">
          <ac:chgData name="Alexandre Quach" userId="7bb690c8a6e028e4" providerId="LiveId" clId="{AC636AA3-F9AD-47C9-90C0-8E5B6BBAD606}" dt="2022-03-14T16:23:13.080" v="208"/>
          <ac:picMkLst>
            <pc:docMk/>
            <pc:sldMk cId="2842409871" sldId="256"/>
            <ac:picMk id="41" creationId="{5B5807AC-A354-479B-A285-C76714DA4D59}"/>
          </ac:picMkLst>
        </pc:picChg>
        <pc:picChg chg="mod">
          <ac:chgData name="Alexandre Quach" userId="7bb690c8a6e028e4" providerId="LiveId" clId="{AC636AA3-F9AD-47C9-90C0-8E5B6BBAD606}" dt="2022-03-14T16:23:13.080" v="208"/>
          <ac:picMkLst>
            <pc:docMk/>
            <pc:sldMk cId="2842409871" sldId="256"/>
            <ac:picMk id="42" creationId="{4A0C7C66-5E2B-4CEE-87C8-2B6325FC0022}"/>
          </ac:picMkLst>
        </pc:picChg>
        <pc:picChg chg="mod">
          <ac:chgData name="Alexandre Quach" userId="7bb690c8a6e028e4" providerId="LiveId" clId="{AC636AA3-F9AD-47C9-90C0-8E5B6BBAD606}" dt="2022-03-14T16:23:13.080" v="208"/>
          <ac:picMkLst>
            <pc:docMk/>
            <pc:sldMk cId="2842409871" sldId="256"/>
            <ac:picMk id="43" creationId="{B0267B97-6113-4F9D-936A-739C6705958D}"/>
          </ac:picMkLst>
        </pc:picChg>
        <pc:picChg chg="mod">
          <ac:chgData name="Alexandre Quach" userId="7bb690c8a6e028e4" providerId="LiveId" clId="{AC636AA3-F9AD-47C9-90C0-8E5B6BBAD606}" dt="2022-03-14T16:23:13.080" v="208"/>
          <ac:picMkLst>
            <pc:docMk/>
            <pc:sldMk cId="2842409871" sldId="256"/>
            <ac:picMk id="44" creationId="{34C9C83C-7FB0-4278-8D8D-96509184C8DE}"/>
          </ac:picMkLst>
        </pc:picChg>
        <pc:picChg chg="mod">
          <ac:chgData name="Alexandre Quach" userId="7bb690c8a6e028e4" providerId="LiveId" clId="{AC636AA3-F9AD-47C9-90C0-8E5B6BBAD606}" dt="2022-03-14T16:23:13.080" v="208"/>
          <ac:picMkLst>
            <pc:docMk/>
            <pc:sldMk cId="2842409871" sldId="256"/>
            <ac:picMk id="45" creationId="{053E5CD1-B671-4182-940B-4FC9E1FD02F7}"/>
          </ac:picMkLst>
        </pc:picChg>
        <pc:picChg chg="mod">
          <ac:chgData name="Alexandre Quach" userId="7bb690c8a6e028e4" providerId="LiveId" clId="{AC636AA3-F9AD-47C9-90C0-8E5B6BBAD606}" dt="2022-03-14T16:23:13.080" v="208"/>
          <ac:picMkLst>
            <pc:docMk/>
            <pc:sldMk cId="2842409871" sldId="256"/>
            <ac:picMk id="46" creationId="{BB964904-38D3-4DA4-9D01-F379833BCCBE}"/>
          </ac:picMkLst>
        </pc:picChg>
        <pc:picChg chg="mod">
          <ac:chgData name="Alexandre Quach" userId="7bb690c8a6e028e4" providerId="LiveId" clId="{AC636AA3-F9AD-47C9-90C0-8E5B6BBAD606}" dt="2022-03-14T16:23:13.080" v="208"/>
          <ac:picMkLst>
            <pc:docMk/>
            <pc:sldMk cId="2842409871" sldId="256"/>
            <ac:picMk id="47" creationId="{5E2043B4-28E7-4536-882A-59BF690035B7}"/>
          </ac:picMkLst>
        </pc:picChg>
        <pc:picChg chg="mod">
          <ac:chgData name="Alexandre Quach" userId="7bb690c8a6e028e4" providerId="LiveId" clId="{AC636AA3-F9AD-47C9-90C0-8E5B6BBAD606}" dt="2022-03-14T16:23:13.080" v="208"/>
          <ac:picMkLst>
            <pc:docMk/>
            <pc:sldMk cId="2842409871" sldId="256"/>
            <ac:picMk id="48" creationId="{A0C53B8D-5BF8-45DE-A873-7706D411FA5B}"/>
          </ac:picMkLst>
        </pc:picChg>
        <pc:picChg chg="mod">
          <ac:chgData name="Alexandre Quach" userId="7bb690c8a6e028e4" providerId="LiveId" clId="{AC636AA3-F9AD-47C9-90C0-8E5B6BBAD606}" dt="2022-03-14T16:23:13.080" v="208"/>
          <ac:picMkLst>
            <pc:docMk/>
            <pc:sldMk cId="2842409871" sldId="256"/>
            <ac:picMk id="49" creationId="{B8F051F1-64E7-43FE-BD26-DA4BE04145B1}"/>
          </ac:picMkLst>
        </pc:picChg>
        <pc:picChg chg="mod">
          <ac:chgData name="Alexandre Quach" userId="7bb690c8a6e028e4" providerId="LiveId" clId="{AC636AA3-F9AD-47C9-90C0-8E5B6BBAD606}" dt="2022-03-14T16:23:13.080" v="208"/>
          <ac:picMkLst>
            <pc:docMk/>
            <pc:sldMk cId="2842409871" sldId="256"/>
            <ac:picMk id="50" creationId="{319B2951-C3E1-46C9-94CC-7289D886534C}"/>
          </ac:picMkLst>
        </pc:picChg>
        <pc:picChg chg="mod">
          <ac:chgData name="Alexandre Quach" userId="7bb690c8a6e028e4" providerId="LiveId" clId="{AC636AA3-F9AD-47C9-90C0-8E5B6BBAD606}" dt="2022-03-14T16:23:13.080" v="208"/>
          <ac:picMkLst>
            <pc:docMk/>
            <pc:sldMk cId="2842409871" sldId="256"/>
            <ac:picMk id="51" creationId="{4BE56604-D41B-4DC1-A29A-1F82D41EFD6A}"/>
          </ac:picMkLst>
        </pc:picChg>
        <pc:cxnChg chg="mod">
          <ac:chgData name="Alexandre Quach" userId="7bb690c8a6e028e4" providerId="LiveId" clId="{AC636AA3-F9AD-47C9-90C0-8E5B6BBAD606}" dt="2022-03-14T16:23:13.080" v="208"/>
          <ac:cxnSpMkLst>
            <pc:docMk/>
            <pc:sldMk cId="2842409871" sldId="256"/>
            <ac:cxnSpMk id="36" creationId="{A333DED9-C5AD-4714-B245-31678CEB6AA9}"/>
          </ac:cxnSpMkLst>
        </pc:cxnChg>
      </pc:sldChg>
      <pc:sldChg chg="delSp modSp mod">
        <pc:chgData name="Alexandre Quach" userId="7bb690c8a6e028e4" providerId="LiveId" clId="{AC636AA3-F9AD-47C9-90C0-8E5B6BBAD606}" dt="2022-03-14T10:25:59.407" v="4" actId="6549"/>
        <pc:sldMkLst>
          <pc:docMk/>
          <pc:sldMk cId="471399303" sldId="373"/>
        </pc:sldMkLst>
        <pc:spChg chg="mod">
          <ac:chgData name="Alexandre Quach" userId="7bb690c8a6e028e4" providerId="LiveId" clId="{AC636AA3-F9AD-47C9-90C0-8E5B6BBAD606}" dt="2022-03-14T10:15:27.403" v="0" actId="6549"/>
          <ac:spMkLst>
            <pc:docMk/>
            <pc:sldMk cId="471399303" sldId="373"/>
            <ac:spMk id="23" creationId="{4F2EA91F-0720-4EB9-8886-AA180CEFDDC1}"/>
          </ac:spMkLst>
        </pc:spChg>
        <pc:spChg chg="mod">
          <ac:chgData name="Alexandre Quach" userId="7bb690c8a6e028e4" providerId="LiveId" clId="{AC636AA3-F9AD-47C9-90C0-8E5B6BBAD606}" dt="2022-03-14T10:15:31.514" v="2" actId="27636"/>
          <ac:spMkLst>
            <pc:docMk/>
            <pc:sldMk cId="471399303" sldId="373"/>
            <ac:spMk id="27" creationId="{807B6C4A-0B30-40EB-8A67-9150BE6EDE0C}"/>
          </ac:spMkLst>
        </pc:spChg>
        <pc:spChg chg="mod">
          <ac:chgData name="Alexandre Quach" userId="7bb690c8a6e028e4" providerId="LiveId" clId="{AC636AA3-F9AD-47C9-90C0-8E5B6BBAD606}" dt="2022-03-14T10:25:59.407" v="4" actId="6549"/>
          <ac:spMkLst>
            <pc:docMk/>
            <pc:sldMk cId="471399303" sldId="373"/>
            <ac:spMk id="33" creationId="{12DBC631-96B9-49EC-A408-018C730BA38F}"/>
          </ac:spMkLst>
        </pc:spChg>
        <pc:spChg chg="del">
          <ac:chgData name="Alexandre Quach" userId="7bb690c8a6e028e4" providerId="LiveId" clId="{AC636AA3-F9AD-47C9-90C0-8E5B6BBAD606}" dt="2022-03-14T10:15:36.744" v="3" actId="478"/>
          <ac:spMkLst>
            <pc:docMk/>
            <pc:sldMk cId="471399303" sldId="373"/>
            <ac:spMk id="34" creationId="{C323340E-60D7-47A6-B24C-8D2DD89D7A16}"/>
          </ac:spMkLst>
        </pc:spChg>
        <pc:spChg chg="del">
          <ac:chgData name="Alexandre Quach" userId="7bb690c8a6e028e4" providerId="LiveId" clId="{AC636AA3-F9AD-47C9-90C0-8E5B6BBAD606}" dt="2022-03-14T10:15:36.744" v="3" actId="478"/>
          <ac:spMkLst>
            <pc:docMk/>
            <pc:sldMk cId="471399303" sldId="373"/>
            <ac:spMk id="35" creationId="{67B0F38D-F1AC-4920-A67C-30199D2FB73D}"/>
          </ac:spMkLst>
        </pc:spChg>
      </pc:sldChg>
      <pc:sldChg chg="addSp delSp modSp del mod">
        <pc:chgData name="Alexandre Quach" userId="7bb690c8a6e028e4" providerId="LiveId" clId="{AC636AA3-F9AD-47C9-90C0-8E5B6BBAD606}" dt="2022-03-14T16:23:10.994" v="207" actId="47"/>
        <pc:sldMkLst>
          <pc:docMk/>
          <pc:sldMk cId="379041584" sldId="417"/>
        </pc:sldMkLst>
        <pc:grpChg chg="add del mod">
          <ac:chgData name="Alexandre Quach" userId="7bb690c8a6e028e4" providerId="LiveId" clId="{AC636AA3-F9AD-47C9-90C0-8E5B6BBAD606}" dt="2022-03-14T16:23:09.454" v="206" actId="21"/>
          <ac:grpSpMkLst>
            <pc:docMk/>
            <pc:sldMk cId="379041584" sldId="417"/>
            <ac:grpSpMk id="2" creationId="{219D2626-703B-4E9F-93AC-19611529DE82}"/>
          </ac:grpSpMkLst>
        </pc:grpChg>
        <pc:picChg chg="mod">
          <ac:chgData name="Alexandre Quach" userId="7bb690c8a6e028e4" providerId="LiveId" clId="{AC636AA3-F9AD-47C9-90C0-8E5B6BBAD606}" dt="2022-03-14T16:23:08.399" v="205" actId="164"/>
          <ac:picMkLst>
            <pc:docMk/>
            <pc:sldMk cId="379041584" sldId="417"/>
            <ac:picMk id="14" creationId="{55629BF7-29EB-4D26-9DED-10032965CEF2}"/>
          </ac:picMkLst>
        </pc:picChg>
        <pc:picChg chg="mod">
          <ac:chgData name="Alexandre Quach" userId="7bb690c8a6e028e4" providerId="LiveId" clId="{AC636AA3-F9AD-47C9-90C0-8E5B6BBAD606}" dt="2022-03-14T16:23:08.399" v="205" actId="164"/>
          <ac:picMkLst>
            <pc:docMk/>
            <pc:sldMk cId="379041584" sldId="417"/>
            <ac:picMk id="15" creationId="{FF649F88-D852-4FF4-8206-F9464DB9D337}"/>
          </ac:picMkLst>
        </pc:picChg>
        <pc:picChg chg="mod">
          <ac:chgData name="Alexandre Quach" userId="7bb690c8a6e028e4" providerId="LiveId" clId="{AC636AA3-F9AD-47C9-90C0-8E5B6BBAD606}" dt="2022-03-14T16:23:08.399" v="205" actId="164"/>
          <ac:picMkLst>
            <pc:docMk/>
            <pc:sldMk cId="379041584" sldId="417"/>
            <ac:picMk id="16" creationId="{FEEB011D-7F77-4B06-82C4-05326310919B}"/>
          </ac:picMkLst>
        </pc:picChg>
        <pc:picChg chg="mod">
          <ac:chgData name="Alexandre Quach" userId="7bb690c8a6e028e4" providerId="LiveId" clId="{AC636AA3-F9AD-47C9-90C0-8E5B6BBAD606}" dt="2022-03-14T16:23:08.399" v="205" actId="164"/>
          <ac:picMkLst>
            <pc:docMk/>
            <pc:sldMk cId="379041584" sldId="417"/>
            <ac:picMk id="17" creationId="{7B34A5EB-E5CE-464D-A596-6F87D7F74108}"/>
          </ac:picMkLst>
        </pc:picChg>
        <pc:picChg chg="mod">
          <ac:chgData name="Alexandre Quach" userId="7bb690c8a6e028e4" providerId="LiveId" clId="{AC636AA3-F9AD-47C9-90C0-8E5B6BBAD606}" dt="2022-03-14T16:23:08.399" v="205" actId="164"/>
          <ac:picMkLst>
            <pc:docMk/>
            <pc:sldMk cId="379041584" sldId="417"/>
            <ac:picMk id="21" creationId="{FEE153E5-9493-44AB-9B23-67C907DA6764}"/>
          </ac:picMkLst>
        </pc:picChg>
        <pc:picChg chg="mod">
          <ac:chgData name="Alexandre Quach" userId="7bb690c8a6e028e4" providerId="LiveId" clId="{AC636AA3-F9AD-47C9-90C0-8E5B6BBAD606}" dt="2022-03-14T16:23:08.399" v="205" actId="164"/>
          <ac:picMkLst>
            <pc:docMk/>
            <pc:sldMk cId="379041584" sldId="417"/>
            <ac:picMk id="23" creationId="{07778A15-D44A-4D07-82E7-F524A3727A69}"/>
          </ac:picMkLst>
        </pc:picChg>
        <pc:picChg chg="mod">
          <ac:chgData name="Alexandre Quach" userId="7bb690c8a6e028e4" providerId="LiveId" clId="{AC636AA3-F9AD-47C9-90C0-8E5B6BBAD606}" dt="2022-03-14T16:23:08.399" v="205" actId="164"/>
          <ac:picMkLst>
            <pc:docMk/>
            <pc:sldMk cId="379041584" sldId="417"/>
            <ac:picMk id="25" creationId="{0C754B8B-D426-4ED1-80BC-EAB92CF8B861}"/>
          </ac:picMkLst>
        </pc:picChg>
        <pc:picChg chg="mod">
          <ac:chgData name="Alexandre Quach" userId="7bb690c8a6e028e4" providerId="LiveId" clId="{AC636AA3-F9AD-47C9-90C0-8E5B6BBAD606}" dt="2022-03-14T16:23:08.399" v="205" actId="164"/>
          <ac:picMkLst>
            <pc:docMk/>
            <pc:sldMk cId="379041584" sldId="417"/>
            <ac:picMk id="27" creationId="{3DC74FD6-DDA1-4FE7-8035-8328F456F626}"/>
          </ac:picMkLst>
        </pc:picChg>
        <pc:picChg chg="mod">
          <ac:chgData name="Alexandre Quach" userId="7bb690c8a6e028e4" providerId="LiveId" clId="{AC636AA3-F9AD-47C9-90C0-8E5B6BBAD606}" dt="2022-03-14T16:23:08.399" v="205" actId="164"/>
          <ac:picMkLst>
            <pc:docMk/>
            <pc:sldMk cId="379041584" sldId="417"/>
            <ac:picMk id="29" creationId="{5CAE1D58-3F78-4400-9A51-A0C440652EE7}"/>
          </ac:picMkLst>
        </pc:picChg>
        <pc:picChg chg="mod">
          <ac:chgData name="Alexandre Quach" userId="7bb690c8a6e028e4" providerId="LiveId" clId="{AC636AA3-F9AD-47C9-90C0-8E5B6BBAD606}" dt="2022-03-14T16:23:08.399" v="205" actId="164"/>
          <ac:picMkLst>
            <pc:docMk/>
            <pc:sldMk cId="379041584" sldId="417"/>
            <ac:picMk id="30" creationId="{2B835EB6-8981-4B89-B3EF-ABAA2670045D}"/>
          </ac:picMkLst>
        </pc:picChg>
        <pc:picChg chg="mod">
          <ac:chgData name="Alexandre Quach" userId="7bb690c8a6e028e4" providerId="LiveId" clId="{AC636AA3-F9AD-47C9-90C0-8E5B6BBAD606}" dt="2022-03-14T16:23:08.399" v="205" actId="164"/>
          <ac:picMkLst>
            <pc:docMk/>
            <pc:sldMk cId="379041584" sldId="417"/>
            <ac:picMk id="31" creationId="{F62979F4-A56A-427B-8F74-30782C2FE1C8}"/>
          </ac:picMkLst>
        </pc:picChg>
        <pc:picChg chg="mod">
          <ac:chgData name="Alexandre Quach" userId="7bb690c8a6e028e4" providerId="LiveId" clId="{AC636AA3-F9AD-47C9-90C0-8E5B6BBAD606}" dt="2022-03-14T16:23:08.399" v="205" actId="164"/>
          <ac:picMkLst>
            <pc:docMk/>
            <pc:sldMk cId="379041584" sldId="417"/>
            <ac:picMk id="32" creationId="{857D9253-2315-4FBD-9E8A-4857F03EF332}"/>
          </ac:picMkLst>
        </pc:picChg>
        <pc:cxnChg chg="mod">
          <ac:chgData name="Alexandre Quach" userId="7bb690c8a6e028e4" providerId="LiveId" clId="{AC636AA3-F9AD-47C9-90C0-8E5B6BBAD606}" dt="2022-03-14T16:23:08.399" v="205" actId="164"/>
          <ac:cxnSpMkLst>
            <pc:docMk/>
            <pc:sldMk cId="379041584" sldId="417"/>
            <ac:cxnSpMk id="11" creationId="{469FE8A3-F161-429B-AD4F-89B4232F2DCE}"/>
          </ac:cxnSpMkLst>
        </pc:cxnChg>
      </pc:sldChg>
      <pc:sldChg chg="del">
        <pc:chgData name="Alexandre Quach" userId="7bb690c8a6e028e4" providerId="LiveId" clId="{AC636AA3-F9AD-47C9-90C0-8E5B6BBAD606}" dt="2022-03-14T16:22:42.077" v="201" actId="47"/>
        <pc:sldMkLst>
          <pc:docMk/>
          <pc:sldMk cId="1951727762" sldId="418"/>
        </pc:sldMkLst>
      </pc:sldChg>
      <pc:sldChg chg="modSp mod">
        <pc:chgData name="Alexandre Quach" userId="7bb690c8a6e028e4" providerId="LiveId" clId="{AC636AA3-F9AD-47C9-90C0-8E5B6BBAD606}" dt="2022-03-14T16:36:06.152" v="380" actId="20577"/>
        <pc:sldMkLst>
          <pc:docMk/>
          <pc:sldMk cId="2426442693" sldId="423"/>
        </pc:sldMkLst>
        <pc:spChg chg="mod">
          <ac:chgData name="Alexandre Quach" userId="7bb690c8a6e028e4" providerId="LiveId" clId="{AC636AA3-F9AD-47C9-90C0-8E5B6BBAD606}" dt="2022-03-14T16:36:06.152" v="380" actId="20577"/>
          <ac:spMkLst>
            <pc:docMk/>
            <pc:sldMk cId="2426442693" sldId="423"/>
            <ac:spMk id="18" creationId="{1643E613-6431-4B84-93C2-3D27ED449B54}"/>
          </ac:spMkLst>
        </pc:spChg>
      </pc:sldChg>
      <pc:sldChg chg="modSp mod">
        <pc:chgData name="Alexandre Quach" userId="7bb690c8a6e028e4" providerId="LiveId" clId="{AC636AA3-F9AD-47C9-90C0-8E5B6BBAD606}" dt="2022-03-14T15:12:46.512" v="5" actId="2711"/>
        <pc:sldMkLst>
          <pc:docMk/>
          <pc:sldMk cId="3129205275" sldId="424"/>
        </pc:sldMkLst>
        <pc:spChg chg="mod">
          <ac:chgData name="Alexandre Quach" userId="7bb690c8a6e028e4" providerId="LiveId" clId="{AC636AA3-F9AD-47C9-90C0-8E5B6BBAD606}" dt="2022-03-14T15:12:46.512" v="5" actId="2711"/>
          <ac:spMkLst>
            <pc:docMk/>
            <pc:sldMk cId="3129205275" sldId="424"/>
            <ac:spMk id="9" creationId="{1E19B461-20AD-4F39-8289-308E7B34A4E9}"/>
          </ac:spMkLst>
        </pc:spChg>
      </pc:sldChg>
      <pc:sldChg chg="modSp mod ord">
        <pc:chgData name="Alexandre Quach" userId="7bb690c8a6e028e4" providerId="LiveId" clId="{AC636AA3-F9AD-47C9-90C0-8E5B6BBAD606}" dt="2022-03-14T16:37:18.887" v="464" actId="20577"/>
        <pc:sldMkLst>
          <pc:docMk/>
          <pc:sldMk cId="2085204944" sldId="425"/>
        </pc:sldMkLst>
        <pc:spChg chg="mod">
          <ac:chgData name="Alexandre Quach" userId="7bb690c8a6e028e4" providerId="LiveId" clId="{AC636AA3-F9AD-47C9-90C0-8E5B6BBAD606}" dt="2022-03-14T16:36:49.432" v="417" actId="20577"/>
          <ac:spMkLst>
            <pc:docMk/>
            <pc:sldMk cId="2085204944" sldId="425"/>
            <ac:spMk id="8" creationId="{D270EF62-074B-43A4-8317-656159F178E6}"/>
          </ac:spMkLst>
        </pc:spChg>
        <pc:spChg chg="mod">
          <ac:chgData name="Alexandre Quach" userId="7bb690c8a6e028e4" providerId="LiveId" clId="{AC636AA3-F9AD-47C9-90C0-8E5B6BBAD606}" dt="2022-03-14T16:37:18.887" v="464" actId="20577"/>
          <ac:spMkLst>
            <pc:docMk/>
            <pc:sldMk cId="2085204944" sldId="425"/>
            <ac:spMk id="10" creationId="{26F94D76-5FD0-46F1-B9FD-333007552F50}"/>
          </ac:spMkLst>
        </pc:spChg>
      </pc:sldChg>
      <pc:sldChg chg="delSp modSp add mod">
        <pc:chgData name="Alexandre Quach" userId="7bb690c8a6e028e4" providerId="LiveId" clId="{AC636AA3-F9AD-47C9-90C0-8E5B6BBAD606}" dt="2022-03-14T16:15:32.372" v="82" actId="20577"/>
        <pc:sldMkLst>
          <pc:docMk/>
          <pc:sldMk cId="2107333710" sldId="426"/>
        </pc:sldMkLst>
        <pc:spChg chg="mod topLvl">
          <ac:chgData name="Alexandre Quach" userId="7bb690c8a6e028e4" providerId="LiveId" clId="{AC636AA3-F9AD-47C9-90C0-8E5B6BBAD606}" dt="2022-03-14T16:14:52.924" v="9" actId="165"/>
          <ac:spMkLst>
            <pc:docMk/>
            <pc:sldMk cId="2107333710" sldId="426"/>
            <ac:spMk id="4" creationId="{C89304FF-F465-430F-AB9B-3E83F3221D55}"/>
          </ac:spMkLst>
        </pc:spChg>
        <pc:spChg chg="del mod topLvl">
          <ac:chgData name="Alexandre Quach" userId="7bb690c8a6e028e4" providerId="LiveId" clId="{AC636AA3-F9AD-47C9-90C0-8E5B6BBAD606}" dt="2022-03-14T16:14:54.781" v="10" actId="478"/>
          <ac:spMkLst>
            <pc:docMk/>
            <pc:sldMk cId="2107333710" sldId="426"/>
            <ac:spMk id="5" creationId="{23E86B51-FA39-4CBD-AD4C-8049BC1B2F26}"/>
          </ac:spMkLst>
        </pc:spChg>
        <pc:spChg chg="del mod topLvl">
          <ac:chgData name="Alexandre Quach" userId="7bb690c8a6e028e4" providerId="LiveId" clId="{AC636AA3-F9AD-47C9-90C0-8E5B6BBAD606}" dt="2022-03-14T16:14:54.781" v="10" actId="478"/>
          <ac:spMkLst>
            <pc:docMk/>
            <pc:sldMk cId="2107333710" sldId="426"/>
            <ac:spMk id="6" creationId="{DCEA1CF7-5098-45F5-9E5A-1A665AE76AA5}"/>
          </ac:spMkLst>
        </pc:spChg>
        <pc:spChg chg="del mod topLvl">
          <ac:chgData name="Alexandre Quach" userId="7bb690c8a6e028e4" providerId="LiveId" clId="{AC636AA3-F9AD-47C9-90C0-8E5B6BBAD606}" dt="2022-03-14T16:14:54.781" v="10" actId="478"/>
          <ac:spMkLst>
            <pc:docMk/>
            <pc:sldMk cId="2107333710" sldId="426"/>
            <ac:spMk id="7" creationId="{5F1F4080-42EC-4FC1-83FE-4D07E5D89749}"/>
          </ac:spMkLst>
        </pc:spChg>
        <pc:spChg chg="del mod topLvl">
          <ac:chgData name="Alexandre Quach" userId="7bb690c8a6e028e4" providerId="LiveId" clId="{AC636AA3-F9AD-47C9-90C0-8E5B6BBAD606}" dt="2022-03-14T16:14:54.781" v="10" actId="478"/>
          <ac:spMkLst>
            <pc:docMk/>
            <pc:sldMk cId="2107333710" sldId="426"/>
            <ac:spMk id="8" creationId="{E57CB1DC-1737-4DED-8CD1-015F73A9E762}"/>
          </ac:spMkLst>
        </pc:spChg>
        <pc:spChg chg="del mod topLvl">
          <ac:chgData name="Alexandre Quach" userId="7bb690c8a6e028e4" providerId="LiveId" clId="{AC636AA3-F9AD-47C9-90C0-8E5B6BBAD606}" dt="2022-03-14T16:14:54.781" v="10" actId="478"/>
          <ac:spMkLst>
            <pc:docMk/>
            <pc:sldMk cId="2107333710" sldId="426"/>
            <ac:spMk id="9" creationId="{29FC12E0-DC63-458D-84A8-5F7598EFD3A6}"/>
          </ac:spMkLst>
        </pc:spChg>
        <pc:spChg chg="del mod topLvl">
          <ac:chgData name="Alexandre Quach" userId="7bb690c8a6e028e4" providerId="LiveId" clId="{AC636AA3-F9AD-47C9-90C0-8E5B6BBAD606}" dt="2022-03-14T16:14:54.781" v="10" actId="478"/>
          <ac:spMkLst>
            <pc:docMk/>
            <pc:sldMk cId="2107333710" sldId="426"/>
            <ac:spMk id="10" creationId="{930D1EF3-800C-4412-94CD-8A6C1D2C9DCE}"/>
          </ac:spMkLst>
        </pc:spChg>
        <pc:spChg chg="mod">
          <ac:chgData name="Alexandre Quach" userId="7bb690c8a6e028e4" providerId="LiveId" clId="{AC636AA3-F9AD-47C9-90C0-8E5B6BBAD606}" dt="2022-03-14T16:15:32.372" v="82" actId="20577"/>
          <ac:spMkLst>
            <pc:docMk/>
            <pc:sldMk cId="2107333710" sldId="426"/>
            <ac:spMk id="20" creationId="{056C6231-5CED-4F4B-861D-34C3031B96E5}"/>
          </ac:spMkLst>
        </pc:spChg>
        <pc:grpChg chg="del mod topLvl">
          <ac:chgData name="Alexandre Quach" userId="7bb690c8a6e028e4" providerId="LiveId" clId="{AC636AA3-F9AD-47C9-90C0-8E5B6BBAD606}" dt="2022-03-14T16:14:52.924" v="9" actId="165"/>
          <ac:grpSpMkLst>
            <pc:docMk/>
            <pc:sldMk cId="2107333710" sldId="426"/>
            <ac:grpSpMk id="11" creationId="{C49A48C6-402B-4648-B201-CBA371111691}"/>
          </ac:grpSpMkLst>
        </pc:grpChg>
        <pc:grpChg chg="del">
          <ac:chgData name="Alexandre Quach" userId="7bb690c8a6e028e4" providerId="LiveId" clId="{AC636AA3-F9AD-47C9-90C0-8E5B6BBAD606}" dt="2022-03-14T16:14:46.491" v="7" actId="165"/>
          <ac:grpSpMkLst>
            <pc:docMk/>
            <pc:sldMk cId="2107333710" sldId="426"/>
            <ac:grpSpMk id="14" creationId="{7BC268D5-3A01-4B69-B297-CD9DF7E0B6CF}"/>
          </ac:grpSpMkLst>
        </pc:grpChg>
        <pc:picChg chg="mod topLvl">
          <ac:chgData name="Alexandre Quach" userId="7bb690c8a6e028e4" providerId="LiveId" clId="{AC636AA3-F9AD-47C9-90C0-8E5B6BBAD606}" dt="2022-03-14T16:14:46.491" v="7" actId="165"/>
          <ac:picMkLst>
            <pc:docMk/>
            <pc:sldMk cId="2107333710" sldId="426"/>
            <ac:picMk id="13" creationId="{D48B3737-D703-4918-8DD1-8221557E6A05}"/>
          </ac:picMkLst>
        </pc:picChg>
        <pc:picChg chg="del mod topLvl">
          <ac:chgData name="Alexandre Quach" userId="7bb690c8a6e028e4" providerId="LiveId" clId="{AC636AA3-F9AD-47C9-90C0-8E5B6BBAD606}" dt="2022-03-14T16:14:49.015" v="8" actId="478"/>
          <ac:picMkLst>
            <pc:docMk/>
            <pc:sldMk cId="2107333710" sldId="426"/>
            <ac:picMk id="15" creationId="{46829467-21FA-4B4E-BE9A-EAB8FA3E7D64}"/>
          </ac:picMkLst>
        </pc:picChg>
        <pc:picChg chg="del mod topLvl">
          <ac:chgData name="Alexandre Quach" userId="7bb690c8a6e028e4" providerId="LiveId" clId="{AC636AA3-F9AD-47C9-90C0-8E5B6BBAD606}" dt="2022-03-14T16:14:49.015" v="8" actId="478"/>
          <ac:picMkLst>
            <pc:docMk/>
            <pc:sldMk cId="2107333710" sldId="426"/>
            <ac:picMk id="17" creationId="{1F9FDC87-CE72-456E-B0B7-5FDFF30853D7}"/>
          </ac:picMkLst>
        </pc:picChg>
        <pc:picChg chg="del mod topLvl">
          <ac:chgData name="Alexandre Quach" userId="7bb690c8a6e028e4" providerId="LiveId" clId="{AC636AA3-F9AD-47C9-90C0-8E5B6BBAD606}" dt="2022-03-14T16:14:49.015" v="8" actId="478"/>
          <ac:picMkLst>
            <pc:docMk/>
            <pc:sldMk cId="2107333710" sldId="426"/>
            <ac:picMk id="19" creationId="{07D3CFFC-A08F-48DF-92E1-298FC228961D}"/>
          </ac:picMkLst>
        </pc:picChg>
        <pc:picChg chg="del mod topLvl">
          <ac:chgData name="Alexandre Quach" userId="7bb690c8a6e028e4" providerId="LiveId" clId="{AC636AA3-F9AD-47C9-90C0-8E5B6BBAD606}" dt="2022-03-14T16:14:49.015" v="8" actId="478"/>
          <ac:picMkLst>
            <pc:docMk/>
            <pc:sldMk cId="2107333710" sldId="426"/>
            <ac:picMk id="21" creationId="{6AB28851-209C-4763-9114-2EBE084DA8F2}"/>
          </ac:picMkLst>
        </pc:picChg>
        <pc:picChg chg="del mod topLvl">
          <ac:chgData name="Alexandre Quach" userId="7bb690c8a6e028e4" providerId="LiveId" clId="{AC636AA3-F9AD-47C9-90C0-8E5B6BBAD606}" dt="2022-03-14T16:14:49.015" v="8" actId="478"/>
          <ac:picMkLst>
            <pc:docMk/>
            <pc:sldMk cId="2107333710" sldId="426"/>
            <ac:picMk id="23" creationId="{8DA0FBC4-2DE3-44A1-8FCC-F02BB199D643}"/>
          </ac:picMkLst>
        </pc:picChg>
        <pc:picChg chg="del mod topLvl">
          <ac:chgData name="Alexandre Quach" userId="7bb690c8a6e028e4" providerId="LiveId" clId="{AC636AA3-F9AD-47C9-90C0-8E5B6BBAD606}" dt="2022-03-14T16:14:49.015" v="8" actId="478"/>
          <ac:picMkLst>
            <pc:docMk/>
            <pc:sldMk cId="2107333710" sldId="426"/>
            <ac:picMk id="25" creationId="{42BAF03C-9B45-4E5C-B521-13100631396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14/03/2022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43626336-AD4F-46C9-BBDD-93CDD63916D1}"/>
              </a:ext>
            </a:extLst>
          </p:cNvPr>
          <p:cNvGraphicFramePr>
            <a:graphicFrameLocks noGrp="1"/>
          </p:cNvGraphicFramePr>
          <p:nvPr userDrawn="1">
            <p:extLst>
              <p:ext uri="{D42A27DB-BD31-4B8C-83A1-F6EECF244321}">
                <p14:modId xmlns:p14="http://schemas.microsoft.com/office/powerpoint/2010/main" val="3802497704"/>
              </p:ext>
            </p:extLst>
          </p:nvPr>
        </p:nvGraphicFramePr>
        <p:xfrm>
          <a:off x="0" y="814646"/>
          <a:ext cx="12192000" cy="6043354"/>
        </p:xfrm>
        <a:graphic>
          <a:graphicData uri="http://schemas.openxmlformats.org/drawingml/2006/table">
            <a:tbl>
              <a:tblPr>
                <a:tableStyleId>{5C22544A-7EE6-4342-B048-85BDC9FD1C3A}</a:tableStyleId>
              </a:tblPr>
              <a:tblGrid>
                <a:gridCol w="4064000">
                  <a:extLst>
                    <a:ext uri="{9D8B030D-6E8A-4147-A177-3AD203B41FA5}">
                      <a16:colId xmlns:a16="http://schemas.microsoft.com/office/drawing/2014/main" val="2632507525"/>
                    </a:ext>
                  </a:extLst>
                </a:gridCol>
                <a:gridCol w="4064000">
                  <a:extLst>
                    <a:ext uri="{9D8B030D-6E8A-4147-A177-3AD203B41FA5}">
                      <a16:colId xmlns:a16="http://schemas.microsoft.com/office/drawing/2014/main" val="3186682466"/>
                    </a:ext>
                  </a:extLst>
                </a:gridCol>
                <a:gridCol w="4064000">
                  <a:extLst>
                    <a:ext uri="{9D8B030D-6E8A-4147-A177-3AD203B41FA5}">
                      <a16:colId xmlns:a16="http://schemas.microsoft.com/office/drawing/2014/main" val="2377753385"/>
                    </a:ext>
                  </a:extLst>
                </a:gridCol>
              </a:tblGrid>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2236824995"/>
                  </a:ext>
                </a:extLst>
              </a:tr>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755290701"/>
                  </a:ext>
                </a:extLst>
              </a:tr>
            </a:tbl>
          </a:graphicData>
        </a:graphic>
      </p:graphicFrame>
      <p:sp>
        <p:nvSpPr>
          <p:cNvPr id="8" name="Espace réservé du texte 7">
            <a:extLst>
              <a:ext uri="{FF2B5EF4-FFF2-40B4-BE49-F238E27FC236}">
                <a16:creationId xmlns:a16="http://schemas.microsoft.com/office/drawing/2014/main" id="{87F67BE9-1A26-41E5-8920-7CC2EF2E57DE}"/>
              </a:ext>
            </a:extLst>
          </p:cNvPr>
          <p:cNvSpPr>
            <a:spLocks noGrp="1"/>
          </p:cNvSpPr>
          <p:nvPr>
            <p:ph type="body" sz="quarter" idx="10"/>
          </p:nvPr>
        </p:nvSpPr>
        <p:spPr>
          <a:xfrm>
            <a:off x="0" y="0"/>
            <a:ext cx="12192000" cy="814388"/>
          </a:xfrm>
        </p:spPr>
        <p:txBody>
          <a:bodyPr anchor="ctr"/>
          <a:lstStyle>
            <a:lvl1pPr marL="0" indent="0" algn="ctr">
              <a:buNone/>
              <a:defRPr/>
            </a:lvl1pPr>
          </a:lstStyle>
          <a:p>
            <a:pPr lvl="0"/>
            <a:r>
              <a:rPr lang="fr-FR" dirty="0"/>
              <a:t>Cliquez pour modifier les styles du texte du masque</a:t>
            </a:r>
          </a:p>
        </p:txBody>
      </p:sp>
    </p:spTree>
    <p:extLst>
      <p:ext uri="{BB962C8B-B14F-4D97-AF65-F5344CB8AC3E}">
        <p14:creationId xmlns:p14="http://schemas.microsoft.com/office/powerpoint/2010/main" val="403210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14/03/2022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63"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jpeg"/><Relationship Id="rId16" Type="http://schemas.openxmlformats.org/officeDocument/2006/relationships/image" Target="../media/image15.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4.png"/><Relationship Id="rId3" Type="http://schemas.openxmlformats.org/officeDocument/2006/relationships/image" Target="../media/image19.svg"/><Relationship Id="rId21" Type="http://schemas.openxmlformats.org/officeDocument/2006/relationships/image" Target="../media/image37.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3.svg"/><Relationship Id="rId25" Type="http://schemas.openxmlformats.org/officeDocument/2006/relationships/image" Target="../media/image41.svg"/><Relationship Id="rId2" Type="http://schemas.openxmlformats.org/officeDocument/2006/relationships/image" Target="../media/image18.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0.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39.svg"/><Relationship Id="rId10" Type="http://schemas.openxmlformats.org/officeDocument/2006/relationships/image" Target="../media/image26.png"/><Relationship Id="rId19" Type="http://schemas.openxmlformats.org/officeDocument/2006/relationships/image" Target="../media/image35.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3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3" Type="http://schemas.openxmlformats.org/officeDocument/2006/relationships/image" Target="../media/image21.svg"/><Relationship Id="rId7" Type="http://schemas.openxmlformats.org/officeDocument/2006/relationships/image" Target="../media/image25.svg"/><Relationship Id="rId12" Type="http://schemas.openxmlformats.org/officeDocument/2006/relationships/image" Target="../media/image30.png"/><Relationship Id="rId17" Type="http://schemas.openxmlformats.org/officeDocument/2006/relationships/image" Target="../media/image43.svg"/><Relationship Id="rId2" Type="http://schemas.openxmlformats.org/officeDocument/2006/relationships/image" Target="../media/image20.png"/><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44.png"/><Relationship Id="rId26" Type="http://schemas.openxmlformats.org/officeDocument/2006/relationships/image" Target="../media/image52.png"/><Relationship Id="rId3" Type="http://schemas.openxmlformats.org/officeDocument/2006/relationships/image" Target="../media/image21.svg"/><Relationship Id="rId21" Type="http://schemas.openxmlformats.org/officeDocument/2006/relationships/image" Target="../media/image47.svg"/><Relationship Id="rId7" Type="http://schemas.openxmlformats.org/officeDocument/2006/relationships/image" Target="../media/image25.svg"/><Relationship Id="rId12" Type="http://schemas.openxmlformats.org/officeDocument/2006/relationships/image" Target="../media/image30.png"/><Relationship Id="rId17" Type="http://schemas.openxmlformats.org/officeDocument/2006/relationships/image" Target="../media/image43.svg"/><Relationship Id="rId25" Type="http://schemas.openxmlformats.org/officeDocument/2006/relationships/image" Target="../media/image51.svg"/><Relationship Id="rId2" Type="http://schemas.openxmlformats.org/officeDocument/2006/relationships/image" Target="../media/image20.png"/><Relationship Id="rId16" Type="http://schemas.openxmlformats.org/officeDocument/2006/relationships/image" Target="../media/image42.png"/><Relationship Id="rId20" Type="http://schemas.openxmlformats.org/officeDocument/2006/relationships/image" Target="../media/image46.png"/><Relationship Id="rId29" Type="http://schemas.openxmlformats.org/officeDocument/2006/relationships/image" Target="../media/image55.sv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24" Type="http://schemas.openxmlformats.org/officeDocument/2006/relationships/image" Target="../media/image50.png"/><Relationship Id="rId32" Type="http://schemas.openxmlformats.org/officeDocument/2006/relationships/image" Target="../media/image2.png"/><Relationship Id="rId5" Type="http://schemas.openxmlformats.org/officeDocument/2006/relationships/image" Target="../media/image23.svg"/><Relationship Id="rId15" Type="http://schemas.openxmlformats.org/officeDocument/2006/relationships/image" Target="../media/image33.svg"/><Relationship Id="rId23" Type="http://schemas.openxmlformats.org/officeDocument/2006/relationships/image" Target="../media/image49.svg"/><Relationship Id="rId28" Type="http://schemas.openxmlformats.org/officeDocument/2006/relationships/image" Target="../media/image54.png"/><Relationship Id="rId10" Type="http://schemas.openxmlformats.org/officeDocument/2006/relationships/image" Target="../media/image28.png"/><Relationship Id="rId19" Type="http://schemas.openxmlformats.org/officeDocument/2006/relationships/image" Target="../media/image45.svg"/><Relationship Id="rId31" Type="http://schemas.openxmlformats.org/officeDocument/2006/relationships/image" Target="../media/image57.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8.png"/><Relationship Id="rId27" Type="http://schemas.openxmlformats.org/officeDocument/2006/relationships/image" Target="../media/image53.svg"/><Relationship Id="rId30" Type="http://schemas.openxmlformats.org/officeDocument/2006/relationships/image" Target="../media/image56.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65.svg"/></Relationships>
</file>

<file path=ppt/slides/_rels/slide8.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svg"/><Relationship Id="rId7" Type="http://schemas.openxmlformats.org/officeDocument/2006/relationships/image" Target="../media/image73.svg"/><Relationship Id="rId12" Type="http://schemas.openxmlformats.org/officeDocument/2006/relationships/image" Target="../media/image78.svg"/><Relationship Id="rId2" Type="http://schemas.openxmlformats.org/officeDocument/2006/relationships/image" Target="../media/image68.png"/><Relationship Id="rId1" Type="http://schemas.openxmlformats.org/officeDocument/2006/relationships/slideLayout" Target="../slideLayouts/slideLayout4.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svg"/><Relationship Id="rId10" Type="http://schemas.openxmlformats.org/officeDocument/2006/relationships/image" Target="../media/image76.svg"/><Relationship Id="rId4" Type="http://schemas.openxmlformats.org/officeDocument/2006/relationships/image" Target="../media/image70.png"/><Relationship Id="rId9" Type="http://schemas.openxmlformats.org/officeDocument/2006/relationships/image" Target="../media/image7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3" Type="http://schemas.openxmlformats.org/officeDocument/2006/relationships/image" Target="../media/image21.svg"/><Relationship Id="rId7" Type="http://schemas.openxmlformats.org/officeDocument/2006/relationships/image" Target="../media/image25.sv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3" Type="http://schemas.openxmlformats.org/officeDocument/2006/relationships/image" Target="../media/image2.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svg"/><Relationship Id="rId1" Type="http://schemas.openxmlformats.org/officeDocument/2006/relationships/slideLayout" Target="../slideLayouts/slideLayout1.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4" Type="http://schemas.openxmlformats.org/officeDocument/2006/relationships/image" Target="../media/image3.PNG"/><Relationship Id="rId9" Type="http://schemas.openxmlformats.org/officeDocument/2006/relationships/image" Target="../media/image24.png"/><Relationship Id="rId14" Type="http://schemas.openxmlformats.org/officeDocument/2006/relationships/image" Target="../media/image29.sv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45.svg"/><Relationship Id="rId26" Type="http://schemas.openxmlformats.org/officeDocument/2006/relationships/image" Target="../media/image53.svg"/><Relationship Id="rId3" Type="http://schemas.openxmlformats.org/officeDocument/2006/relationships/image" Target="../media/image21.svg"/><Relationship Id="rId21" Type="http://schemas.openxmlformats.org/officeDocument/2006/relationships/image" Target="../media/image48.png"/><Relationship Id="rId7" Type="http://schemas.openxmlformats.org/officeDocument/2006/relationships/image" Target="../media/image25.svg"/><Relationship Id="rId12" Type="http://schemas.openxmlformats.org/officeDocument/2006/relationships/image" Target="../media/image30.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image" Target="../media/image20.png"/><Relationship Id="rId16" Type="http://schemas.openxmlformats.org/officeDocument/2006/relationships/image" Target="../media/image2.png"/><Relationship Id="rId20" Type="http://schemas.openxmlformats.org/officeDocument/2006/relationships/image" Target="../media/image47.svg"/><Relationship Id="rId29"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24" Type="http://schemas.openxmlformats.org/officeDocument/2006/relationships/image" Target="../media/image51.svg"/><Relationship Id="rId5" Type="http://schemas.openxmlformats.org/officeDocument/2006/relationships/image" Target="../media/image23.svg"/><Relationship Id="rId15" Type="http://schemas.openxmlformats.org/officeDocument/2006/relationships/image" Target="../media/image33.svg"/><Relationship Id="rId23" Type="http://schemas.openxmlformats.org/officeDocument/2006/relationships/image" Target="../media/image50.png"/><Relationship Id="rId28" Type="http://schemas.openxmlformats.org/officeDocument/2006/relationships/image" Target="../media/image55.svg"/><Relationship Id="rId10" Type="http://schemas.openxmlformats.org/officeDocument/2006/relationships/image" Target="../media/image28.png"/><Relationship Id="rId19" Type="http://schemas.openxmlformats.org/officeDocument/2006/relationships/image" Target="../media/image46.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9.svg"/><Relationship Id="rId27" Type="http://schemas.openxmlformats.org/officeDocument/2006/relationships/image" Target="../media/image54.png"/><Relationship Id="rId30" Type="http://schemas.openxmlformats.org/officeDocument/2006/relationships/image" Target="../media/image57.svg"/></Relationships>
</file>

<file path=ppt/slides/_rels/slide15.xml.rels><?xml version="1.0" encoding="UTF-8" standalone="yes"?>
<Relationships xmlns="http://schemas.openxmlformats.org/package/2006/relationships"><Relationship Id="rId13" Type="http://schemas.openxmlformats.org/officeDocument/2006/relationships/image" Target="../media/image31.svg"/><Relationship Id="rId18" Type="http://schemas.openxmlformats.org/officeDocument/2006/relationships/image" Target="../media/image80.svg"/><Relationship Id="rId26" Type="http://schemas.openxmlformats.org/officeDocument/2006/relationships/image" Target="../media/image87.png"/><Relationship Id="rId39" Type="http://schemas.microsoft.com/office/2007/relationships/hdphoto" Target="../media/hdphoto1.wdp"/><Relationship Id="rId21" Type="http://schemas.openxmlformats.org/officeDocument/2006/relationships/image" Target="../media/image83.png"/><Relationship Id="rId34" Type="http://schemas.openxmlformats.org/officeDocument/2006/relationships/image" Target="../media/image95.png"/><Relationship Id="rId42" Type="http://schemas.openxmlformats.org/officeDocument/2006/relationships/image" Target="../media/image100.png"/><Relationship Id="rId47" Type="http://schemas.openxmlformats.org/officeDocument/2006/relationships/image" Target="../media/image72.png"/><Relationship Id="rId50" Type="http://schemas.openxmlformats.org/officeDocument/2006/relationships/image" Target="../media/image76.svg"/><Relationship Id="rId55" Type="http://schemas.openxmlformats.org/officeDocument/2006/relationships/image" Target="../media/image105.svg"/><Relationship Id="rId7" Type="http://schemas.openxmlformats.org/officeDocument/2006/relationships/image" Target="../media/image25.svg"/><Relationship Id="rId2" Type="http://schemas.openxmlformats.org/officeDocument/2006/relationships/image" Target="../media/image20.png"/><Relationship Id="rId16" Type="http://schemas.openxmlformats.org/officeDocument/2006/relationships/image" Target="../media/image2.png"/><Relationship Id="rId29" Type="http://schemas.openxmlformats.org/officeDocument/2006/relationships/image" Target="../media/image90.svg"/><Relationship Id="rId11" Type="http://schemas.openxmlformats.org/officeDocument/2006/relationships/image" Target="../media/image29.sv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71.svg"/><Relationship Id="rId40" Type="http://schemas.openxmlformats.org/officeDocument/2006/relationships/image" Target="../media/image98.png"/><Relationship Id="rId45" Type="http://schemas.openxmlformats.org/officeDocument/2006/relationships/image" Target="../media/image68.png"/><Relationship Id="rId53" Type="http://schemas.openxmlformats.org/officeDocument/2006/relationships/image" Target="../media/image103.png"/><Relationship Id="rId5" Type="http://schemas.openxmlformats.org/officeDocument/2006/relationships/image" Target="../media/image23.svg"/><Relationship Id="rId10" Type="http://schemas.openxmlformats.org/officeDocument/2006/relationships/image" Target="../media/image28.png"/><Relationship Id="rId19" Type="http://schemas.openxmlformats.org/officeDocument/2006/relationships/image" Target="../media/image81.png"/><Relationship Id="rId31" Type="http://schemas.openxmlformats.org/officeDocument/2006/relationships/image" Target="../media/image92.svg"/><Relationship Id="rId44" Type="http://schemas.openxmlformats.org/officeDocument/2006/relationships/image" Target="../media/image102.svg"/><Relationship Id="rId52" Type="http://schemas.openxmlformats.org/officeDocument/2006/relationships/image" Target="../media/image78.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84.svg"/><Relationship Id="rId27" Type="http://schemas.openxmlformats.org/officeDocument/2006/relationships/image" Target="../media/image88.svg"/><Relationship Id="rId30" Type="http://schemas.openxmlformats.org/officeDocument/2006/relationships/image" Target="../media/image91.png"/><Relationship Id="rId35" Type="http://schemas.openxmlformats.org/officeDocument/2006/relationships/image" Target="../media/image96.svg"/><Relationship Id="rId43" Type="http://schemas.openxmlformats.org/officeDocument/2006/relationships/image" Target="../media/image101.svg"/><Relationship Id="rId48" Type="http://schemas.openxmlformats.org/officeDocument/2006/relationships/image" Target="../media/image73.svg"/><Relationship Id="rId56" Type="http://schemas.openxmlformats.org/officeDocument/2006/relationships/image" Target="../media/image106.svg"/><Relationship Id="rId8" Type="http://schemas.openxmlformats.org/officeDocument/2006/relationships/image" Target="../media/image26.png"/><Relationship Id="rId51" Type="http://schemas.openxmlformats.org/officeDocument/2006/relationships/image" Target="../media/image77.png"/><Relationship Id="rId3" Type="http://schemas.openxmlformats.org/officeDocument/2006/relationships/image" Target="../media/image21.svg"/><Relationship Id="rId12" Type="http://schemas.openxmlformats.org/officeDocument/2006/relationships/image" Target="../media/image30.png"/><Relationship Id="rId17" Type="http://schemas.openxmlformats.org/officeDocument/2006/relationships/image" Target="../media/image79.png"/><Relationship Id="rId25" Type="http://schemas.openxmlformats.org/officeDocument/2006/relationships/image" Target="../media/image86.svg"/><Relationship Id="rId33" Type="http://schemas.openxmlformats.org/officeDocument/2006/relationships/image" Target="../media/image94.svg"/><Relationship Id="rId38" Type="http://schemas.openxmlformats.org/officeDocument/2006/relationships/image" Target="../media/image97.png"/><Relationship Id="rId46" Type="http://schemas.openxmlformats.org/officeDocument/2006/relationships/image" Target="../media/image69.svg"/><Relationship Id="rId20" Type="http://schemas.openxmlformats.org/officeDocument/2006/relationships/image" Target="../media/image82.svg"/><Relationship Id="rId41" Type="http://schemas.openxmlformats.org/officeDocument/2006/relationships/image" Target="../media/image99.svg"/><Relationship Id="rId54" Type="http://schemas.openxmlformats.org/officeDocument/2006/relationships/image" Target="../media/image104.svg"/><Relationship Id="rId1" Type="http://schemas.openxmlformats.org/officeDocument/2006/relationships/slideLayout" Target="../slideLayouts/slideLayout2.xml"/><Relationship Id="rId6" Type="http://schemas.openxmlformats.org/officeDocument/2006/relationships/image" Target="../media/image24.png"/><Relationship Id="rId15" Type="http://schemas.openxmlformats.org/officeDocument/2006/relationships/image" Target="../media/image33.svg"/><Relationship Id="rId23" Type="http://schemas.openxmlformats.org/officeDocument/2006/relationships/image" Target="../media/image74.png"/><Relationship Id="rId28" Type="http://schemas.openxmlformats.org/officeDocument/2006/relationships/image" Target="../media/image89.png"/><Relationship Id="rId36" Type="http://schemas.openxmlformats.org/officeDocument/2006/relationships/image" Target="../media/image70.png"/><Relationship Id="rId49" Type="http://schemas.openxmlformats.org/officeDocument/2006/relationships/image" Target="../media/image75.png"/></Relationships>
</file>

<file path=ppt/slides/_rels/slide16.xml.rels><?xml version="1.0" encoding="UTF-8" standalone="yes"?>
<Relationships xmlns="http://schemas.openxmlformats.org/package/2006/relationships"><Relationship Id="rId13" Type="http://schemas.openxmlformats.org/officeDocument/2006/relationships/image" Target="../media/image31.svg"/><Relationship Id="rId18" Type="http://schemas.openxmlformats.org/officeDocument/2006/relationships/image" Target="../media/image80.svg"/><Relationship Id="rId26" Type="http://schemas.openxmlformats.org/officeDocument/2006/relationships/image" Target="../media/image95.png"/><Relationship Id="rId39" Type="http://schemas.openxmlformats.org/officeDocument/2006/relationships/image" Target="../media/image72.png"/><Relationship Id="rId21" Type="http://schemas.openxmlformats.org/officeDocument/2006/relationships/image" Target="../media/image83.png"/><Relationship Id="rId34" Type="http://schemas.openxmlformats.org/officeDocument/2006/relationships/image" Target="../media/image100.png"/><Relationship Id="rId42" Type="http://schemas.openxmlformats.org/officeDocument/2006/relationships/image" Target="../media/image76.svg"/><Relationship Id="rId47" Type="http://schemas.openxmlformats.org/officeDocument/2006/relationships/image" Target="../media/image105.svg"/><Relationship Id="rId7" Type="http://schemas.openxmlformats.org/officeDocument/2006/relationships/image" Target="../media/image25.svg"/><Relationship Id="rId2" Type="http://schemas.openxmlformats.org/officeDocument/2006/relationships/image" Target="../media/image20.png"/><Relationship Id="rId16" Type="http://schemas.openxmlformats.org/officeDocument/2006/relationships/image" Target="../media/image2.png"/><Relationship Id="rId29" Type="http://schemas.openxmlformats.org/officeDocument/2006/relationships/image" Target="../media/image71.sv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24" Type="http://schemas.openxmlformats.org/officeDocument/2006/relationships/image" Target="../media/image93.png"/><Relationship Id="rId32" Type="http://schemas.openxmlformats.org/officeDocument/2006/relationships/image" Target="../media/image98.png"/><Relationship Id="rId37" Type="http://schemas.openxmlformats.org/officeDocument/2006/relationships/image" Target="../media/image68.png"/><Relationship Id="rId40" Type="http://schemas.openxmlformats.org/officeDocument/2006/relationships/image" Target="../media/image73.svg"/><Relationship Id="rId45" Type="http://schemas.openxmlformats.org/officeDocument/2006/relationships/image" Target="../media/image103.png"/><Relationship Id="rId5" Type="http://schemas.openxmlformats.org/officeDocument/2006/relationships/image" Target="../media/image23.svg"/><Relationship Id="rId15" Type="http://schemas.openxmlformats.org/officeDocument/2006/relationships/image" Target="../media/image33.svg"/><Relationship Id="rId23" Type="http://schemas.openxmlformats.org/officeDocument/2006/relationships/image" Target="../media/image74.png"/><Relationship Id="rId28" Type="http://schemas.openxmlformats.org/officeDocument/2006/relationships/image" Target="../media/image70.png"/><Relationship Id="rId36" Type="http://schemas.openxmlformats.org/officeDocument/2006/relationships/image" Target="../media/image102.svg"/><Relationship Id="rId10" Type="http://schemas.openxmlformats.org/officeDocument/2006/relationships/image" Target="../media/image28.png"/><Relationship Id="rId19" Type="http://schemas.openxmlformats.org/officeDocument/2006/relationships/image" Target="../media/image81.png"/><Relationship Id="rId31" Type="http://schemas.microsoft.com/office/2007/relationships/hdphoto" Target="../media/hdphoto1.wdp"/><Relationship Id="rId44" Type="http://schemas.openxmlformats.org/officeDocument/2006/relationships/image" Target="../media/image78.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84.svg"/><Relationship Id="rId27" Type="http://schemas.openxmlformats.org/officeDocument/2006/relationships/image" Target="../media/image96.svg"/><Relationship Id="rId30" Type="http://schemas.openxmlformats.org/officeDocument/2006/relationships/image" Target="../media/image97.png"/><Relationship Id="rId35" Type="http://schemas.openxmlformats.org/officeDocument/2006/relationships/image" Target="../media/image101.svg"/><Relationship Id="rId43" Type="http://schemas.openxmlformats.org/officeDocument/2006/relationships/image" Target="../media/image77.png"/><Relationship Id="rId48" Type="http://schemas.openxmlformats.org/officeDocument/2006/relationships/image" Target="../media/image106.svg"/><Relationship Id="rId8" Type="http://schemas.openxmlformats.org/officeDocument/2006/relationships/image" Target="../media/image26.png"/><Relationship Id="rId3" Type="http://schemas.openxmlformats.org/officeDocument/2006/relationships/image" Target="../media/image21.svg"/><Relationship Id="rId12" Type="http://schemas.openxmlformats.org/officeDocument/2006/relationships/image" Target="../media/image30.png"/><Relationship Id="rId17" Type="http://schemas.openxmlformats.org/officeDocument/2006/relationships/image" Target="../media/image79.png"/><Relationship Id="rId25" Type="http://schemas.openxmlformats.org/officeDocument/2006/relationships/image" Target="../media/image94.svg"/><Relationship Id="rId33" Type="http://schemas.openxmlformats.org/officeDocument/2006/relationships/image" Target="../media/image99.svg"/><Relationship Id="rId38" Type="http://schemas.openxmlformats.org/officeDocument/2006/relationships/image" Target="../media/image69.svg"/><Relationship Id="rId46" Type="http://schemas.openxmlformats.org/officeDocument/2006/relationships/image" Target="../media/image104.svg"/><Relationship Id="rId20" Type="http://schemas.openxmlformats.org/officeDocument/2006/relationships/image" Target="../media/image82.svg"/><Relationship Id="rId41"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5">
            <a:extLst>
              <a:ext uri="{FF2B5EF4-FFF2-40B4-BE49-F238E27FC236}">
                <a16:creationId xmlns:a16="http://schemas.microsoft.com/office/drawing/2014/main" id="{0C29E671-465E-4B74-ADD3-16F78360C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6">
            <a:extLst>
              <a:ext uri="{FF2B5EF4-FFF2-40B4-BE49-F238E27FC236}">
                <a16:creationId xmlns:a16="http://schemas.microsoft.com/office/drawing/2014/main" id="{F594BD5F-6948-4047-81D8-7B919E511C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A8650E13-2A5C-4DA8-806D-0E3DF30C0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8">
            <a:extLst>
              <a:ext uri="{FF2B5EF4-FFF2-40B4-BE49-F238E27FC236}">
                <a16:creationId xmlns:a16="http://schemas.microsoft.com/office/drawing/2014/main" id="{77DCA4F2-ACE4-41A5-9605-564B88E1B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9">
            <a:extLst>
              <a:ext uri="{FF2B5EF4-FFF2-40B4-BE49-F238E27FC236}">
                <a16:creationId xmlns:a16="http://schemas.microsoft.com/office/drawing/2014/main" id="{E8DC6556-370C-44C6-B639-9D9918B8B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a:extLst>
              <a:ext uri="{FF2B5EF4-FFF2-40B4-BE49-F238E27FC236}">
                <a16:creationId xmlns:a16="http://schemas.microsoft.com/office/drawing/2014/main" id="{856E8D2F-46B6-4F01-8622-7160DCE34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a:extLst>
              <a:ext uri="{FF2B5EF4-FFF2-40B4-BE49-F238E27FC236}">
                <a16:creationId xmlns:a16="http://schemas.microsoft.com/office/drawing/2014/main" id="{93EF6B9B-C5DF-4288-A570-CFDDA7611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4">
            <a:extLst>
              <a:ext uri="{FF2B5EF4-FFF2-40B4-BE49-F238E27FC236}">
                <a16:creationId xmlns:a16="http://schemas.microsoft.com/office/drawing/2014/main" id="{F72D7222-7957-47AB-BAAC-3081B4997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72C8FD39-3281-4747-9100-E6B2083CD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1">
            <a:extLst>
              <a:ext uri="{FF2B5EF4-FFF2-40B4-BE49-F238E27FC236}">
                <a16:creationId xmlns:a16="http://schemas.microsoft.com/office/drawing/2014/main" id="{EBC58988-C34D-45B2-97C8-7F58092EE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1">
            <a:extLst>
              <a:ext uri="{FF2B5EF4-FFF2-40B4-BE49-F238E27FC236}">
                <a16:creationId xmlns:a16="http://schemas.microsoft.com/office/drawing/2014/main" id="{CFFBCB07-EB2F-4FDC-BF4F-D1DB5A999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
            <a:extLst>
              <a:ext uri="{FF2B5EF4-FFF2-40B4-BE49-F238E27FC236}">
                <a16:creationId xmlns:a16="http://schemas.microsoft.com/office/drawing/2014/main" id="{CDE6A372-6227-4273-B9E4-30AAEE666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3">
            <a:extLst>
              <a:ext uri="{FF2B5EF4-FFF2-40B4-BE49-F238E27FC236}">
                <a16:creationId xmlns:a16="http://schemas.microsoft.com/office/drawing/2014/main" id="{A2E87603-7E57-4FC0-A5CF-3886867B16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4817" y="6409469"/>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432635" y="6137332"/>
            <a:ext cx="1427876" cy="644388"/>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670450" y="851741"/>
            <a:ext cx="9429475" cy="4955203"/>
          </a:xfrm>
          <a:prstGeom prst="rect">
            <a:avLst/>
          </a:prstGeom>
          <a:noFill/>
        </p:spPr>
        <p:txBody>
          <a:bodyPr wrap="square" rtlCol="0">
            <a:spAutoFit/>
          </a:bodyPr>
          <a:lstStyle/>
          <a:p>
            <a:r>
              <a:rPr lang="fr-FR" sz="8800" b="1" i="1" dirty="0"/>
              <a:t>Atelier </a:t>
            </a:r>
          </a:p>
          <a:p>
            <a:r>
              <a:rPr lang="fr-FR" sz="8800" b="1" i="1" dirty="0">
                <a:solidFill>
                  <a:srgbClr val="ED7D31"/>
                </a:solidFill>
              </a:rPr>
              <a:t>C</a:t>
            </a:r>
            <a:r>
              <a:rPr lang="fr-FR" sz="8800" b="1" i="1" dirty="0">
                <a:solidFill>
                  <a:srgbClr val="0683AA"/>
                </a:solidFill>
              </a:rPr>
              <a:t>C</a:t>
            </a:r>
            <a:r>
              <a:rPr lang="fr-FR" sz="8800" b="1" i="1" dirty="0"/>
              <a:t>C-</a:t>
            </a:r>
            <a:r>
              <a:rPr lang="fr-FR" sz="8800" b="1" i="1" dirty="0" err="1"/>
              <a:t>Decision</a:t>
            </a:r>
            <a:endParaRPr lang="fr-FR" sz="8800" b="1" i="1" dirty="0"/>
          </a:p>
          <a:p>
            <a:r>
              <a:rPr lang="fr-FR" sz="4400" b="1" i="1" dirty="0">
                <a:solidFill>
                  <a:srgbClr val="ED7D31"/>
                </a:solidFill>
              </a:rPr>
              <a:t>Change </a:t>
            </a:r>
            <a:r>
              <a:rPr lang="fr-FR" sz="4400" b="1" i="1" dirty="0">
                <a:solidFill>
                  <a:srgbClr val="0683AA"/>
                </a:solidFill>
              </a:rPr>
              <a:t>Community </a:t>
            </a:r>
            <a:r>
              <a:rPr lang="fr-FR" sz="4400" b="1" i="1" dirty="0"/>
              <a:t>Cycle</a:t>
            </a:r>
          </a:p>
          <a:p>
            <a:endParaRPr lang="fr-FR" sz="3200" b="1" i="1" dirty="0"/>
          </a:p>
          <a:p>
            <a:endParaRPr lang="fr-FR" sz="3200" b="1" i="1" dirty="0"/>
          </a:p>
          <a:p>
            <a:r>
              <a:rPr lang="fr-FR" sz="3200" b="1" i="1" dirty="0"/>
              <a:t>Ajuster les activités à une phase de changement</a:t>
            </a:r>
          </a:p>
        </p:txBody>
      </p:sp>
      <p:pic>
        <p:nvPicPr>
          <p:cNvPr id="19" name="Graphique 18" descr="Homme tenant un panneau">
            <a:extLst>
              <a:ext uri="{FF2B5EF4-FFF2-40B4-BE49-F238E27FC236}">
                <a16:creationId xmlns:a16="http://schemas.microsoft.com/office/drawing/2014/main" id="{A1705BB1-3D20-4388-AF06-E0C3B5AF65A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46692"/>
          <a:stretch/>
        </p:blipFill>
        <p:spPr>
          <a:xfrm>
            <a:off x="7388581" y="-11493"/>
            <a:ext cx="4525903" cy="5038806"/>
          </a:xfrm>
          <a:prstGeom prst="rect">
            <a:avLst/>
          </a:prstGeom>
        </p:spPr>
      </p:pic>
      <p:grpSp>
        <p:nvGrpSpPr>
          <p:cNvPr id="34" name="Groupe 33">
            <a:extLst>
              <a:ext uri="{FF2B5EF4-FFF2-40B4-BE49-F238E27FC236}">
                <a16:creationId xmlns:a16="http://schemas.microsoft.com/office/drawing/2014/main" id="{178D6EB7-12C6-4BDD-A927-0612FBDF6579}"/>
              </a:ext>
            </a:extLst>
          </p:cNvPr>
          <p:cNvGrpSpPr/>
          <p:nvPr/>
        </p:nvGrpSpPr>
        <p:grpSpPr>
          <a:xfrm>
            <a:off x="7970804" y="3131713"/>
            <a:ext cx="3320022" cy="699977"/>
            <a:chOff x="5113538" y="3213623"/>
            <a:chExt cx="6542843" cy="1379461"/>
          </a:xfrm>
        </p:grpSpPr>
        <p:cxnSp>
          <p:nvCxnSpPr>
            <p:cNvPr id="36" name="Connecteur droit avec flèche 35">
              <a:extLst>
                <a:ext uri="{FF2B5EF4-FFF2-40B4-BE49-F238E27FC236}">
                  <a16:creationId xmlns:a16="http://schemas.microsoft.com/office/drawing/2014/main" id="{A333DED9-C5AD-4714-B245-31678CEB6AA9}"/>
                </a:ext>
              </a:extLst>
            </p:cNvPr>
            <p:cNvCxnSpPr/>
            <p:nvPr/>
          </p:nvCxnSpPr>
          <p:spPr>
            <a:xfrm>
              <a:off x="5113538" y="4367814"/>
              <a:ext cx="654284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8" name="Graphique 37" descr="Sphères de Harvey 100% avec un remplissage uni">
              <a:extLst>
                <a:ext uri="{FF2B5EF4-FFF2-40B4-BE49-F238E27FC236}">
                  <a16:creationId xmlns:a16="http://schemas.microsoft.com/office/drawing/2014/main" id="{F02E35A2-CBAB-42A3-9E09-1A7085A0F1E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6656" y="4142543"/>
              <a:ext cx="450541" cy="450541"/>
            </a:xfrm>
            <a:prstGeom prst="rect">
              <a:avLst/>
            </a:prstGeom>
          </p:spPr>
        </p:pic>
        <p:pic>
          <p:nvPicPr>
            <p:cNvPr id="41" name="Graphique 40" descr="Sphères de Harvey 100% avec un remplissage uni">
              <a:extLst>
                <a:ext uri="{FF2B5EF4-FFF2-40B4-BE49-F238E27FC236}">
                  <a16:creationId xmlns:a16="http://schemas.microsoft.com/office/drawing/2014/main" id="{5B5807AC-A354-479B-A285-C76714DA4D5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53795" y="4142543"/>
              <a:ext cx="450541" cy="450541"/>
            </a:xfrm>
            <a:prstGeom prst="rect">
              <a:avLst/>
            </a:prstGeom>
          </p:spPr>
        </p:pic>
        <p:pic>
          <p:nvPicPr>
            <p:cNvPr id="42" name="Graphique 41" descr="Sphères de Harvey 100% avec un remplissage uni">
              <a:extLst>
                <a:ext uri="{FF2B5EF4-FFF2-40B4-BE49-F238E27FC236}">
                  <a16:creationId xmlns:a16="http://schemas.microsoft.com/office/drawing/2014/main" id="{4A0C7C66-5E2B-4CEE-87C8-2B6325FC00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30934" y="4142543"/>
              <a:ext cx="450541" cy="450541"/>
            </a:xfrm>
            <a:prstGeom prst="rect">
              <a:avLst/>
            </a:prstGeom>
          </p:spPr>
        </p:pic>
        <p:pic>
          <p:nvPicPr>
            <p:cNvPr id="43" name="Graphique 42" descr="Sphères de Harvey 100% avec un remplissage uni">
              <a:extLst>
                <a:ext uri="{FF2B5EF4-FFF2-40B4-BE49-F238E27FC236}">
                  <a16:creationId xmlns:a16="http://schemas.microsoft.com/office/drawing/2014/main" id="{B0267B97-6113-4F9D-936A-739C670595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11399" y="4142542"/>
              <a:ext cx="450541" cy="450541"/>
            </a:xfrm>
            <a:prstGeom prst="rect">
              <a:avLst/>
            </a:prstGeom>
          </p:spPr>
        </p:pic>
        <p:pic>
          <p:nvPicPr>
            <p:cNvPr id="44" name="Graphique 43" descr="Réunion avec un remplissage uni">
              <a:extLst>
                <a:ext uri="{FF2B5EF4-FFF2-40B4-BE49-F238E27FC236}">
                  <a16:creationId xmlns:a16="http://schemas.microsoft.com/office/drawing/2014/main" id="{34C9C83C-7FB0-4278-8D8D-96509184C8D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77806" y="3269822"/>
              <a:ext cx="914400" cy="914400"/>
            </a:xfrm>
            <a:prstGeom prst="rect">
              <a:avLst/>
            </a:prstGeom>
          </p:spPr>
        </p:pic>
        <p:pic>
          <p:nvPicPr>
            <p:cNvPr id="45" name="Graphique 44" descr="Presse-papiers partiellement barré avec un remplissage uni">
              <a:extLst>
                <a:ext uri="{FF2B5EF4-FFF2-40B4-BE49-F238E27FC236}">
                  <a16:creationId xmlns:a16="http://schemas.microsoft.com/office/drawing/2014/main" id="{053E5CD1-B671-4182-940B-4FC9E1FD02F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21941" y="3228142"/>
              <a:ext cx="914400" cy="914400"/>
            </a:xfrm>
            <a:prstGeom prst="rect">
              <a:avLst/>
            </a:prstGeom>
          </p:spPr>
        </p:pic>
        <p:pic>
          <p:nvPicPr>
            <p:cNvPr id="46" name="Graphique 45" descr="Notes Post-it avec un remplissage uni">
              <a:extLst>
                <a:ext uri="{FF2B5EF4-FFF2-40B4-BE49-F238E27FC236}">
                  <a16:creationId xmlns:a16="http://schemas.microsoft.com/office/drawing/2014/main" id="{BB964904-38D3-4DA4-9D01-F379833BCCB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020203" y="3269822"/>
              <a:ext cx="914400" cy="914400"/>
            </a:xfrm>
            <a:prstGeom prst="rect">
              <a:avLst/>
            </a:prstGeom>
          </p:spPr>
        </p:pic>
        <p:pic>
          <p:nvPicPr>
            <p:cNvPr id="47" name="Graphique 46" descr="Enseignant avec un remplissage uni">
              <a:extLst>
                <a:ext uri="{FF2B5EF4-FFF2-40B4-BE49-F238E27FC236}">
                  <a16:creationId xmlns:a16="http://schemas.microsoft.com/office/drawing/2014/main" id="{5E2043B4-28E7-4536-882A-59BF690035B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481034" y="3327970"/>
              <a:ext cx="914400" cy="914400"/>
            </a:xfrm>
            <a:prstGeom prst="rect">
              <a:avLst/>
            </a:prstGeom>
          </p:spPr>
        </p:pic>
        <p:pic>
          <p:nvPicPr>
            <p:cNvPr id="48" name="Graphique 47" descr="Calendrier à feuilles avec un remplissage uni">
              <a:extLst>
                <a:ext uri="{FF2B5EF4-FFF2-40B4-BE49-F238E27FC236}">
                  <a16:creationId xmlns:a16="http://schemas.microsoft.com/office/drawing/2014/main" id="{A0C53B8D-5BF8-45DE-A873-7706D411FA5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43871" y="3213623"/>
              <a:ext cx="387778" cy="387778"/>
            </a:xfrm>
            <a:prstGeom prst="rect">
              <a:avLst/>
            </a:prstGeom>
          </p:spPr>
        </p:pic>
        <p:pic>
          <p:nvPicPr>
            <p:cNvPr id="49" name="Graphique 48" descr="Calendrier à feuilles avec un remplissage uni">
              <a:extLst>
                <a:ext uri="{FF2B5EF4-FFF2-40B4-BE49-F238E27FC236}">
                  <a16:creationId xmlns:a16="http://schemas.microsoft.com/office/drawing/2014/main" id="{B8F051F1-64E7-43FE-BD26-DA4BE04145B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826314" y="3213623"/>
              <a:ext cx="387778" cy="387778"/>
            </a:xfrm>
            <a:prstGeom prst="rect">
              <a:avLst/>
            </a:prstGeom>
          </p:spPr>
        </p:pic>
        <p:pic>
          <p:nvPicPr>
            <p:cNvPr id="50" name="Graphique 49" descr="Calendrier à feuilles avec un remplissage uni">
              <a:extLst>
                <a:ext uri="{FF2B5EF4-FFF2-40B4-BE49-F238E27FC236}">
                  <a16:creationId xmlns:a16="http://schemas.microsoft.com/office/drawing/2014/main" id="{319B2951-C3E1-46C9-94CC-7289D886534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528052" y="3213623"/>
              <a:ext cx="387778" cy="387778"/>
            </a:xfrm>
            <a:prstGeom prst="rect">
              <a:avLst/>
            </a:prstGeom>
          </p:spPr>
        </p:pic>
        <p:pic>
          <p:nvPicPr>
            <p:cNvPr id="51" name="Graphique 50" descr="Calendrier à feuilles avec un remplissage uni">
              <a:extLst>
                <a:ext uri="{FF2B5EF4-FFF2-40B4-BE49-F238E27FC236}">
                  <a16:creationId xmlns:a16="http://schemas.microsoft.com/office/drawing/2014/main" id="{4BE56604-D41B-4DC1-A29A-1F82D41EFD6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12896" y="3217751"/>
              <a:ext cx="387778" cy="387778"/>
            </a:xfrm>
            <a:prstGeom prst="rect">
              <a:avLst/>
            </a:prstGeom>
          </p:spPr>
        </p:pic>
      </p:gr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1C83682-F89A-4D34-B4AD-25BF7453AE17}"/>
              </a:ext>
            </a:extLst>
          </p:cNvPr>
          <p:cNvSpPr>
            <a:spLocks noGrp="1"/>
          </p:cNvSpPr>
          <p:nvPr>
            <p:ph type="title"/>
          </p:nvPr>
        </p:nvSpPr>
        <p:spPr/>
        <p:txBody>
          <a:bodyPr/>
          <a:lstStyle/>
          <a:p>
            <a:r>
              <a:rPr lang="fr-FR" dirty="0"/>
              <a:t>Atelier CCC-</a:t>
            </a:r>
            <a:r>
              <a:rPr lang="fr-FR" dirty="0" err="1"/>
              <a:t>Decision</a:t>
            </a:r>
            <a:r>
              <a:rPr lang="fr-FR" dirty="0"/>
              <a:t> en bref</a:t>
            </a:r>
          </a:p>
        </p:txBody>
      </p:sp>
      <p:pic>
        <p:nvPicPr>
          <p:cNvPr id="30" name="Espace réservé pour une image  29" descr="Homme en polo">
            <a:extLst>
              <a:ext uri="{FF2B5EF4-FFF2-40B4-BE49-F238E27FC236}">
                <a16:creationId xmlns:a16="http://schemas.microsoft.com/office/drawing/2014/main" id="{3B9737E8-C025-44FD-AD07-08AA283060A8}"/>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6857391" y="3621421"/>
            <a:ext cx="996727" cy="960631"/>
          </a:xfr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846138" y="5461000"/>
            <a:ext cx="3402012" cy="1031874"/>
          </a:xfrm>
        </p:spPr>
        <p:txBody>
          <a:bodyPr/>
          <a:lstStyle/>
          <a:p>
            <a:r>
              <a:rPr lang="fr-FR" sz="1600" dirty="0"/>
              <a:t>Sélectionner </a:t>
            </a:r>
            <a:r>
              <a:rPr lang="fr-FR" sz="1600" b="1" dirty="0">
                <a:solidFill>
                  <a:srgbClr val="ED7D31"/>
                </a:solidFill>
              </a:rPr>
              <a:t>UN</a:t>
            </a:r>
            <a:r>
              <a:rPr lang="fr-FR" sz="1600" dirty="0"/>
              <a:t> sujet sur lequel on </a:t>
            </a:r>
            <a:r>
              <a:rPr lang="fr-FR" sz="1600" b="1" dirty="0">
                <a:solidFill>
                  <a:srgbClr val="0683AA"/>
                </a:solidFill>
              </a:rPr>
              <a:t>souhaite avancer</a:t>
            </a:r>
            <a:r>
              <a:rPr lang="fr-FR" sz="1600" dirty="0"/>
              <a:t> dans la communauté. Ce sujet doit pouvoir faire l’objet d’apprentissages.</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395312" y="5461000"/>
            <a:ext cx="3402012" cy="1031874"/>
          </a:xfrm>
        </p:spPr>
        <p:txBody>
          <a:bodyPr/>
          <a:lstStyle/>
          <a:p>
            <a:r>
              <a:rPr lang="fr-FR" sz="1600" dirty="0"/>
              <a:t>Prendre le tableau des 7 phases pour </a:t>
            </a:r>
            <a:r>
              <a:rPr lang="fr-FR" sz="1600" b="1" dirty="0">
                <a:solidFill>
                  <a:srgbClr val="ED7D31"/>
                </a:solidFill>
              </a:rPr>
              <a:t>identifier la phase </a:t>
            </a:r>
            <a:r>
              <a:rPr lang="fr-FR" sz="1600" dirty="0"/>
              <a:t>dans laquelle on se trouve</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35885" y="5461000"/>
            <a:ext cx="3402012" cy="1031875"/>
          </a:xfrm>
        </p:spPr>
        <p:txBody>
          <a:bodyPr/>
          <a:lstStyle/>
          <a:p>
            <a:r>
              <a:rPr lang="fr-FR" sz="1600" dirty="0"/>
              <a:t>Utiliser les suggestions du CCC-Model en base d’imagination d’activités appropriées pour </a:t>
            </a:r>
            <a:r>
              <a:rPr lang="fr-FR" sz="1600"/>
              <a:t>la phase. </a:t>
            </a:r>
            <a:r>
              <a:rPr lang="fr-FR" sz="1600" dirty="0"/>
              <a:t>Décider d’UNE activité qui aura lieu.</a:t>
            </a:r>
          </a:p>
          <a:p>
            <a:endParaRPr lang="fr-FR" dirty="0"/>
          </a:p>
        </p:txBody>
      </p:sp>
      <p:grpSp>
        <p:nvGrpSpPr>
          <p:cNvPr id="11" name="Groupe 10">
            <a:extLst>
              <a:ext uri="{FF2B5EF4-FFF2-40B4-BE49-F238E27FC236}">
                <a16:creationId xmlns:a16="http://schemas.microsoft.com/office/drawing/2014/main" id="{5C36914A-F70F-47E9-B2BC-3AB1137F28AB}"/>
              </a:ext>
            </a:extLst>
          </p:cNvPr>
          <p:cNvGrpSpPr/>
          <p:nvPr/>
        </p:nvGrpSpPr>
        <p:grpSpPr>
          <a:xfrm>
            <a:off x="4574754" y="2200081"/>
            <a:ext cx="3034180" cy="1325563"/>
            <a:chOff x="76940" y="1376914"/>
            <a:chExt cx="12038120" cy="5259174"/>
          </a:xfrm>
        </p:grpSpPr>
        <p:grpSp>
          <p:nvGrpSpPr>
            <p:cNvPr id="12" name="Groupe 11">
              <a:extLst>
                <a:ext uri="{FF2B5EF4-FFF2-40B4-BE49-F238E27FC236}">
                  <a16:creationId xmlns:a16="http://schemas.microsoft.com/office/drawing/2014/main" id="{C3E9E27F-9365-47F7-99E7-B68642233DE5}"/>
                </a:ext>
              </a:extLst>
            </p:cNvPr>
            <p:cNvGrpSpPr/>
            <p:nvPr/>
          </p:nvGrpSpPr>
          <p:grpSpPr>
            <a:xfrm>
              <a:off x="76940" y="2380091"/>
              <a:ext cx="12038120" cy="4255997"/>
              <a:chOff x="0" y="2140394"/>
              <a:chExt cx="12854128" cy="4544491"/>
            </a:xfrm>
          </p:grpSpPr>
          <p:sp>
            <p:nvSpPr>
              <p:cNvPr id="20" name="Espace réservé du texte 15">
                <a:extLst>
                  <a:ext uri="{FF2B5EF4-FFF2-40B4-BE49-F238E27FC236}">
                    <a16:creationId xmlns:a16="http://schemas.microsoft.com/office/drawing/2014/main" id="{C313824A-66BC-4D4F-96AB-07B1EFC9B52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INSPIRATION</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Personne ne sait ce qu’est le sujet même du changement.</a:t>
                </a:r>
              </a:p>
              <a:p>
                <a:pPr marL="0" indent="0" algn="ctr">
                  <a:buFont typeface="Arial" panose="020B0604020202020204" pitchFamily="34" charset="0"/>
                  <a:buNone/>
                </a:pPr>
                <a:r>
                  <a:rPr lang="fr-FR" sz="100" dirty="0"/>
                  <a:t>C’est difficile alors d’avoir envie d’en savoir plus. </a:t>
                </a:r>
              </a:p>
              <a:p>
                <a:pPr marL="0" indent="0" algn="ctr">
                  <a:buFont typeface="Arial" panose="020B0604020202020204" pitchFamily="34" charset="0"/>
                  <a:buNone/>
                </a:pPr>
                <a:endParaRPr lang="fr-FR" sz="100" dirty="0"/>
              </a:p>
              <a:p>
                <a:pPr marL="0" indent="0" algn="ctr">
                  <a:buFont typeface="Arial" panose="020B0604020202020204" pitchFamily="34" charset="0"/>
                  <a:buNone/>
                </a:pPr>
                <a:endParaRPr lang="fr-FR" sz="100" dirty="0"/>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ET BIEN DONNONS CETTE ENVIE</a:t>
                </a:r>
              </a:p>
              <a:p>
                <a:pPr marL="0" indent="0" algn="ctr">
                  <a:buFont typeface="Arial" panose="020B0604020202020204" pitchFamily="34" charset="0"/>
                  <a:buNone/>
                </a:pPr>
                <a:endParaRPr lang="fr-FR" sz="100" dirty="0"/>
              </a:p>
            </p:txBody>
          </p:sp>
          <p:sp>
            <p:nvSpPr>
              <p:cNvPr id="21" name="Espace réservé du texte 15">
                <a:extLst>
                  <a:ext uri="{FF2B5EF4-FFF2-40B4-BE49-F238E27FC236}">
                    <a16:creationId xmlns:a16="http://schemas.microsoft.com/office/drawing/2014/main" id="{6B2E96CC-6174-4865-990C-D6D2021547B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COLLECTE</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On a une vague idée de ce que serait le changement. </a:t>
                </a:r>
              </a:p>
              <a:p>
                <a:pPr marL="0" indent="0" algn="ctr">
                  <a:buFont typeface="Arial" panose="020B0604020202020204" pitchFamily="34" charset="0"/>
                  <a:buNone/>
                </a:pPr>
                <a:r>
                  <a:rPr lang="fr-FR" sz="100" dirty="0"/>
                  <a:t>Il y a à la fois de la crainte d’implication et crainte de ne pas être impliqués </a:t>
                </a:r>
              </a:p>
              <a:p>
                <a:pPr marL="0" indent="0" algn="ctr">
                  <a:buFont typeface="Arial" panose="020B0604020202020204" pitchFamily="34" charset="0"/>
                  <a:buNone/>
                </a:pPr>
                <a:endParaRPr lang="fr-FR" sz="100" dirty="0"/>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ET BIEN IMPLIQUONS DÈS LE DÉPART</a:t>
                </a:r>
              </a:p>
              <a:p>
                <a:pPr marL="0" indent="0" algn="ctr">
                  <a:buFont typeface="Arial" panose="020B0604020202020204" pitchFamily="34" charset="0"/>
                  <a:buNone/>
                </a:pPr>
                <a:endParaRPr lang="fr-FR" sz="100" dirty="0"/>
              </a:p>
            </p:txBody>
          </p:sp>
          <p:sp>
            <p:nvSpPr>
              <p:cNvPr id="22" name="Espace réservé du texte 15">
                <a:extLst>
                  <a:ext uri="{FF2B5EF4-FFF2-40B4-BE49-F238E27FC236}">
                    <a16:creationId xmlns:a16="http://schemas.microsoft.com/office/drawing/2014/main" id="{E254B398-4A33-4002-8E82-A7EEF0F264A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INITIATION</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On a une idée plus claire de ce que seraient les résultats du changement.</a:t>
                </a:r>
              </a:p>
              <a:p>
                <a:pPr marL="0" indent="0" algn="ctr">
                  <a:buFont typeface="Arial" panose="020B0604020202020204" pitchFamily="34" charset="0"/>
                  <a:buNone/>
                </a:pPr>
                <a:r>
                  <a:rPr lang="fr-FR" sz="100" dirty="0"/>
                  <a:t>Il y a une différence entre les ambitions et l’état de pratique réel (qui est quasi nul) </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ET BIEN FAISONS TESTER POUR DE VRAI</a:t>
                </a:r>
              </a:p>
              <a:p>
                <a:pPr marL="0" indent="0" algn="ctr">
                  <a:buFont typeface="Arial" panose="020B0604020202020204" pitchFamily="34" charset="0"/>
                  <a:buNone/>
                </a:pPr>
                <a:endParaRPr lang="fr-FR" sz="100" dirty="0"/>
              </a:p>
            </p:txBody>
          </p:sp>
          <p:sp>
            <p:nvSpPr>
              <p:cNvPr id="23" name="Espace réservé du texte 15">
                <a:extLst>
                  <a:ext uri="{FF2B5EF4-FFF2-40B4-BE49-F238E27FC236}">
                    <a16:creationId xmlns:a16="http://schemas.microsoft.com/office/drawing/2014/main" id="{74611A5D-CC13-4F75-95A2-4C1386D36EF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CHOC DE LA RÉALITÉ</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On a une première idée de ce qu’est le changement en pratique, appliqué EN DEHORS de la vie de la communauté. </a:t>
                </a:r>
              </a:p>
              <a:p>
                <a:pPr marL="0" indent="0" algn="ctr">
                  <a:buFont typeface="Arial" panose="020B0604020202020204" pitchFamily="34" charset="0"/>
                  <a:buNone/>
                </a:pPr>
                <a:r>
                  <a:rPr lang="fr-FR" sz="100" dirty="0"/>
                  <a:t>Il y a maintenant la découverte des résistances, freins et obstacles à franchir </a:t>
                </a:r>
              </a:p>
              <a:p>
                <a:pPr marL="0" indent="0" algn="ctr">
                  <a:buFont typeface="Arial" panose="020B0604020202020204" pitchFamily="34" charset="0"/>
                  <a:buNone/>
                </a:pPr>
                <a:r>
                  <a:rPr lang="fr-FR" sz="100" dirty="0"/>
                  <a:t>ET BIEN TRAVERSONS LES DIFFICULTÉS ENSEMBLE</a:t>
                </a:r>
              </a:p>
              <a:p>
                <a:pPr marL="0" indent="0" algn="ctr">
                  <a:buFont typeface="Arial" panose="020B0604020202020204" pitchFamily="34" charset="0"/>
                  <a:buNone/>
                </a:pPr>
                <a:endParaRPr lang="fr-FR" sz="100" dirty="0"/>
              </a:p>
            </p:txBody>
          </p:sp>
          <p:sp>
            <p:nvSpPr>
              <p:cNvPr id="24" name="Espace réservé du texte 15">
                <a:extLst>
                  <a:ext uri="{FF2B5EF4-FFF2-40B4-BE49-F238E27FC236}">
                    <a16:creationId xmlns:a16="http://schemas.microsoft.com/office/drawing/2014/main" id="{ADB680B2-FEA0-4E2E-B8A3-DC40DF1463C6}"/>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CONFIRMATION DE RÉUSSITES</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On a mieux compris comment surmonter les défis. </a:t>
                </a:r>
              </a:p>
              <a:p>
                <a:pPr marL="0" indent="0" algn="ctr">
                  <a:buFont typeface="Arial" panose="020B0604020202020204" pitchFamily="34" charset="0"/>
                  <a:buNone/>
                </a:pPr>
                <a:r>
                  <a:rPr lang="fr-FR" sz="100" dirty="0"/>
                  <a:t>Les réussites récentes doivent maintenant surmonter le défi du temps et des aléas.</a:t>
                </a:r>
              </a:p>
              <a:p>
                <a:pPr marL="0" indent="0" algn="ctr">
                  <a:buFont typeface="Arial" panose="020B0604020202020204" pitchFamily="34" charset="0"/>
                  <a:buNone/>
                </a:pPr>
                <a:r>
                  <a:rPr lang="fr-FR" sz="100" dirty="0"/>
                  <a:t>ET BIEN CONSOLIDONS ET PÉRENNISONS CE QUI A ÉTÉ  ACCOMPLI</a:t>
                </a:r>
              </a:p>
            </p:txBody>
          </p:sp>
          <p:sp>
            <p:nvSpPr>
              <p:cNvPr id="25" name="Espace réservé du texte 15">
                <a:extLst>
                  <a:ext uri="{FF2B5EF4-FFF2-40B4-BE49-F238E27FC236}">
                    <a16:creationId xmlns:a16="http://schemas.microsoft.com/office/drawing/2014/main" id="{8B41113F-C72D-4014-A76C-3B42BDC1B50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EXPOSITION</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On a une idée de l’effet du changement chez soi.</a:t>
                </a:r>
              </a:p>
              <a:p>
                <a:pPr marL="0" indent="0" algn="ctr">
                  <a:buFont typeface="Arial" panose="020B0604020202020204" pitchFamily="34" charset="0"/>
                  <a:buNone/>
                </a:pPr>
                <a:r>
                  <a:rPr lang="fr-FR" sz="100" dirty="0"/>
                  <a:t>Il y a maintenant les opportunités de d’apporter ces impacts positifs au-delà du périmètre initial.</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ET BIEN PRÉPARONS NOUS À ÉTENDRE LE CHANGEMENT</a:t>
                </a:r>
              </a:p>
            </p:txBody>
          </p:sp>
          <p:sp>
            <p:nvSpPr>
              <p:cNvPr id="26" name="Espace réservé du texte 15">
                <a:extLst>
                  <a:ext uri="{FF2B5EF4-FFF2-40B4-BE49-F238E27FC236}">
                    <a16:creationId xmlns:a16="http://schemas.microsoft.com/office/drawing/2014/main" id="{13223303-AA8F-4831-9E70-E337D82676A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dirty="0"/>
                  <a:t>FORTIFICATION</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On a une idée de comment s’impliquer dans ce changement. </a:t>
                </a:r>
              </a:p>
              <a:p>
                <a:pPr marL="0" indent="0" algn="ctr">
                  <a:buFont typeface="Arial" panose="020B0604020202020204" pitchFamily="34" charset="0"/>
                  <a:buNone/>
                </a:pPr>
                <a:r>
                  <a:rPr lang="fr-FR" sz="100" dirty="0"/>
                  <a:t>Il y a peut-être conflit de priorité avec les autres engagements en dehors de la vie de la communauté.</a:t>
                </a:r>
              </a:p>
              <a:p>
                <a:pPr marL="0" indent="0" algn="ctr">
                  <a:buFont typeface="Arial" panose="020B0604020202020204" pitchFamily="34" charset="0"/>
                  <a:buNone/>
                </a:pPr>
                <a:endParaRPr lang="fr-FR" sz="100" dirty="0"/>
              </a:p>
              <a:p>
                <a:pPr marL="0" indent="0" algn="ctr">
                  <a:buFont typeface="Arial" panose="020B0604020202020204" pitchFamily="34" charset="0"/>
                  <a:buNone/>
                </a:pPr>
                <a:r>
                  <a:rPr lang="fr-FR" sz="100" dirty="0"/>
                  <a:t>ET BIEN OFFICIALISONS NOTRE RÔLE POUR CE CHANGEMENT</a:t>
                </a:r>
              </a:p>
              <a:p>
                <a:pPr marL="0" indent="0" algn="ctr">
                  <a:buFont typeface="Arial" panose="020B0604020202020204" pitchFamily="34" charset="0"/>
                  <a:buNone/>
                </a:pPr>
                <a:endParaRPr lang="fr-FR" sz="100" dirty="0"/>
              </a:p>
            </p:txBody>
          </p:sp>
        </p:grpSp>
        <p:pic>
          <p:nvPicPr>
            <p:cNvPr id="13" name="Graphique 12" descr="Ampoule avec un remplissage uni">
              <a:extLst>
                <a:ext uri="{FF2B5EF4-FFF2-40B4-BE49-F238E27FC236}">
                  <a16:creationId xmlns:a16="http://schemas.microsoft.com/office/drawing/2014/main" id="{AD0DBACE-1CDB-44FD-90E3-736ABCA006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6208" y="1376914"/>
              <a:ext cx="914400" cy="914400"/>
            </a:xfrm>
            <a:prstGeom prst="rect">
              <a:avLst/>
            </a:prstGeom>
          </p:spPr>
        </p:pic>
        <p:pic>
          <p:nvPicPr>
            <p:cNvPr id="14" name="Graphique 13" descr="Seau et pelle avec un remplissage uni">
              <a:extLst>
                <a:ext uri="{FF2B5EF4-FFF2-40B4-BE49-F238E27FC236}">
                  <a16:creationId xmlns:a16="http://schemas.microsoft.com/office/drawing/2014/main" id="{7F77FC9F-EEDD-42A7-9389-A0ACCAA647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63855" y="1376914"/>
              <a:ext cx="914400" cy="914400"/>
            </a:xfrm>
            <a:prstGeom prst="rect">
              <a:avLst/>
            </a:prstGeom>
          </p:spPr>
        </p:pic>
        <p:pic>
          <p:nvPicPr>
            <p:cNvPr id="15" name="Graphique 14" descr="Tubes à essai avec un remplissage uni">
              <a:extLst>
                <a:ext uri="{FF2B5EF4-FFF2-40B4-BE49-F238E27FC236}">
                  <a16:creationId xmlns:a16="http://schemas.microsoft.com/office/drawing/2014/main" id="{B3A06F4C-4EB1-4BB3-A815-C696F083410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1376914"/>
              <a:ext cx="914400" cy="914400"/>
            </a:xfrm>
            <a:prstGeom prst="rect">
              <a:avLst/>
            </a:prstGeom>
          </p:spPr>
        </p:pic>
        <p:pic>
          <p:nvPicPr>
            <p:cNvPr id="16" name="Graphique 15" descr="Explosion avec un remplissage uni">
              <a:extLst>
                <a:ext uri="{FF2B5EF4-FFF2-40B4-BE49-F238E27FC236}">
                  <a16:creationId xmlns:a16="http://schemas.microsoft.com/office/drawing/2014/main" id="{4B44D4D0-E8A4-41E7-818F-823A5B6C6A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38800" y="1376914"/>
              <a:ext cx="914400" cy="914400"/>
            </a:xfrm>
            <a:prstGeom prst="rect">
              <a:avLst/>
            </a:prstGeom>
          </p:spPr>
        </p:pic>
        <p:pic>
          <p:nvPicPr>
            <p:cNvPr id="17" name="Graphique 16" descr="Trophée avec un remplissage uni">
              <a:extLst>
                <a:ext uri="{FF2B5EF4-FFF2-40B4-BE49-F238E27FC236}">
                  <a16:creationId xmlns:a16="http://schemas.microsoft.com/office/drawing/2014/main" id="{180BFC66-85DE-42D9-BA58-BD7D7274173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79057" y="1376914"/>
              <a:ext cx="914400" cy="914400"/>
            </a:xfrm>
            <a:prstGeom prst="rect">
              <a:avLst/>
            </a:prstGeom>
          </p:spPr>
        </p:pic>
        <p:pic>
          <p:nvPicPr>
            <p:cNvPr id="18" name="Graphique 17" descr="Assiette couverte avec un remplissage uni">
              <a:extLst>
                <a:ext uri="{FF2B5EF4-FFF2-40B4-BE49-F238E27FC236}">
                  <a16:creationId xmlns:a16="http://schemas.microsoft.com/office/drawing/2014/main" id="{A266B7FF-1528-4FEE-8F29-999F92CAD66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13745" y="1376914"/>
              <a:ext cx="914400" cy="914400"/>
            </a:xfrm>
            <a:prstGeom prst="rect">
              <a:avLst/>
            </a:prstGeom>
          </p:spPr>
        </p:pic>
        <p:pic>
          <p:nvPicPr>
            <p:cNvPr id="19" name="Graphique 18" descr="Scène de château avec un remplissage uni">
              <a:extLst>
                <a:ext uri="{FF2B5EF4-FFF2-40B4-BE49-F238E27FC236}">
                  <a16:creationId xmlns:a16="http://schemas.microsoft.com/office/drawing/2014/main" id="{12F7673A-E1E6-4961-BFE6-0C6453334F7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48433" y="1376914"/>
              <a:ext cx="914400" cy="914400"/>
            </a:xfrm>
            <a:prstGeom prst="rect">
              <a:avLst/>
            </a:prstGeom>
          </p:spPr>
        </p:pic>
      </p:grpSp>
      <p:pic>
        <p:nvPicPr>
          <p:cNvPr id="32" name="Graphique 31" descr="Homme âgé portant une veste">
            <a:extLst>
              <a:ext uri="{FF2B5EF4-FFF2-40B4-BE49-F238E27FC236}">
                <a16:creationId xmlns:a16="http://schemas.microsoft.com/office/drawing/2014/main" id="{252B1C69-2877-4F75-A8F1-D6EBBBF3F0B2}"/>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b="58457"/>
          <a:stretch/>
        </p:blipFill>
        <p:spPr>
          <a:xfrm flipH="1">
            <a:off x="6555403" y="3751529"/>
            <a:ext cx="849517" cy="1072714"/>
          </a:xfrm>
          <a:prstGeom prst="rect">
            <a:avLst/>
          </a:prstGeom>
        </p:spPr>
      </p:pic>
      <p:pic>
        <p:nvPicPr>
          <p:cNvPr id="35" name="Espace réservé pour une image  27" descr="Fille portant une cape">
            <a:extLst>
              <a:ext uri="{FF2B5EF4-FFF2-40B4-BE49-F238E27FC236}">
                <a16:creationId xmlns:a16="http://schemas.microsoft.com/office/drawing/2014/main" id="{7F8BFF6A-DE74-4B97-B4B3-62A86FA108F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32" r="12" b="67245"/>
          <a:stretch/>
        </p:blipFill>
        <p:spPr>
          <a:xfrm>
            <a:off x="4406839" y="3375025"/>
            <a:ext cx="1699366" cy="1459173"/>
          </a:xfrm>
          <a:prstGeom prst="rect">
            <a:avLst/>
          </a:prstGeom>
        </p:spPr>
      </p:pic>
      <p:grpSp>
        <p:nvGrpSpPr>
          <p:cNvPr id="77" name="Groupe 76">
            <a:extLst>
              <a:ext uri="{FF2B5EF4-FFF2-40B4-BE49-F238E27FC236}">
                <a16:creationId xmlns:a16="http://schemas.microsoft.com/office/drawing/2014/main" id="{5FA7E342-9C31-4642-B1E5-52C9FAFC5CF4}"/>
              </a:ext>
            </a:extLst>
          </p:cNvPr>
          <p:cNvGrpSpPr/>
          <p:nvPr/>
        </p:nvGrpSpPr>
        <p:grpSpPr>
          <a:xfrm>
            <a:off x="1003301" y="3656855"/>
            <a:ext cx="575065" cy="1262062"/>
            <a:chOff x="846138" y="3525644"/>
            <a:chExt cx="971550" cy="2132206"/>
          </a:xfrm>
        </p:grpSpPr>
        <p:pic>
          <p:nvPicPr>
            <p:cNvPr id="36" name="Espace réservé pour une image  27" descr="Fille portant une cape">
              <a:extLst>
                <a:ext uri="{FF2B5EF4-FFF2-40B4-BE49-F238E27FC236}">
                  <a16:creationId xmlns:a16="http://schemas.microsoft.com/office/drawing/2014/main" id="{EAC9BD7C-58EC-48B7-A6BF-0387FC76A5D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40" t="-32" r="33953" b="52122"/>
            <a:stretch/>
          </p:blipFill>
          <p:spPr>
            <a:xfrm>
              <a:off x="846138" y="3525644"/>
              <a:ext cx="971550" cy="2132206"/>
            </a:xfrm>
            <a:prstGeom prst="rect">
              <a:avLst/>
            </a:prstGeom>
          </p:spPr>
        </p:pic>
        <p:sp>
          <p:nvSpPr>
            <p:cNvPr id="75" name="Rectangle 74">
              <a:extLst>
                <a:ext uri="{FF2B5EF4-FFF2-40B4-BE49-F238E27FC236}">
                  <a16:creationId xmlns:a16="http://schemas.microsoft.com/office/drawing/2014/main" id="{7EC05D70-AA29-4482-9398-A9423ADA3E57}"/>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Un visage avec un seul sourcil">
              <a:extLst>
                <a:ext uri="{FF2B5EF4-FFF2-40B4-BE49-F238E27FC236}">
                  <a16:creationId xmlns:a16="http://schemas.microsoft.com/office/drawing/2014/main" id="{33EA2F4B-799B-4A85-8AFE-E417D49E66A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19605" y="4179582"/>
              <a:ext cx="304800" cy="314325"/>
            </a:xfrm>
            <a:prstGeom prst="rect">
              <a:avLst/>
            </a:prstGeom>
          </p:spPr>
        </p:pic>
      </p:grpSp>
      <p:pic>
        <p:nvPicPr>
          <p:cNvPr id="79" name="Graphique 78" descr="Homme âgé portant une veste">
            <a:extLst>
              <a:ext uri="{FF2B5EF4-FFF2-40B4-BE49-F238E27FC236}">
                <a16:creationId xmlns:a16="http://schemas.microsoft.com/office/drawing/2014/main" id="{542874BC-0955-4D95-A231-AA1A3726D75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b="58457"/>
          <a:stretch/>
        </p:blipFill>
        <p:spPr>
          <a:xfrm>
            <a:off x="1253313" y="4014576"/>
            <a:ext cx="837425" cy="1072714"/>
          </a:xfrm>
          <a:prstGeom prst="rect">
            <a:avLst/>
          </a:prstGeom>
        </p:spPr>
      </p:pic>
      <p:pic>
        <p:nvPicPr>
          <p:cNvPr id="80" name="Espace réservé pour une image  29" descr="Homme en polo">
            <a:extLst>
              <a:ext uri="{FF2B5EF4-FFF2-40B4-BE49-F238E27FC236}">
                <a16:creationId xmlns:a16="http://schemas.microsoft.com/office/drawing/2014/main" id="{D21B9787-412C-4727-84B5-8633002608F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a:off x="1663359" y="4136949"/>
            <a:ext cx="960104" cy="960631"/>
          </a:xfrm>
          <a:prstGeom prst="rect">
            <a:avLst/>
          </a:prstGeom>
        </p:spPr>
      </p:pic>
      <p:pic>
        <p:nvPicPr>
          <p:cNvPr id="82" name="Graphique 81" descr="Notes Post-it avec un remplissage uni">
            <a:extLst>
              <a:ext uri="{FF2B5EF4-FFF2-40B4-BE49-F238E27FC236}">
                <a16:creationId xmlns:a16="http://schemas.microsoft.com/office/drawing/2014/main" id="{C871509B-3D08-424B-A48B-C752CCF4124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202587" y="2464915"/>
            <a:ext cx="1000906" cy="910110"/>
          </a:xfrm>
          <a:prstGeom prst="rect">
            <a:avLst/>
          </a:prstGeom>
        </p:spPr>
      </p:pic>
      <p:pic>
        <p:nvPicPr>
          <p:cNvPr id="83" name="Graphique 82" descr="Notes Post-it avec un remplissage uni">
            <a:extLst>
              <a:ext uri="{FF2B5EF4-FFF2-40B4-BE49-F238E27FC236}">
                <a16:creationId xmlns:a16="http://schemas.microsoft.com/office/drawing/2014/main" id="{0843FE08-EA66-41E2-8FB5-CAD32670687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703040" y="3133815"/>
            <a:ext cx="1000906" cy="910110"/>
          </a:xfrm>
          <a:prstGeom prst="rect">
            <a:avLst/>
          </a:prstGeom>
        </p:spPr>
      </p:pic>
    </p:spTree>
    <p:extLst>
      <p:ext uri="{BB962C8B-B14F-4D97-AF65-F5344CB8AC3E}">
        <p14:creationId xmlns:p14="http://schemas.microsoft.com/office/powerpoint/2010/main" val="2085204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F78EE7E-ABD5-4B1B-86FC-39C645452F69}"/>
              </a:ext>
            </a:extLst>
          </p:cNvPr>
          <p:cNvSpPr>
            <a:spLocks noGrp="1"/>
          </p:cNvSpPr>
          <p:nvPr>
            <p:ph idx="1"/>
          </p:nvPr>
        </p:nvSpPr>
        <p:spPr>
          <a:xfrm>
            <a:off x="753862" y="1825625"/>
            <a:ext cx="3254406" cy="4351338"/>
          </a:xfrm>
          <a:solidFill>
            <a:schemeClr val="accent2"/>
          </a:solidFill>
        </p:spPr>
        <p:txBody>
          <a:bodyPr>
            <a:normAutofit/>
          </a:bodyPr>
          <a:lstStyle/>
          <a:p>
            <a:pPr marL="0" indent="0" algn="ctr">
              <a:buNone/>
            </a:pPr>
            <a:r>
              <a:rPr lang="fr-FR" sz="2400" b="1" dirty="0">
                <a:solidFill>
                  <a:schemeClr val="bg1"/>
                </a:solidFill>
              </a:rPr>
              <a:t>POUR QUI ?</a:t>
            </a:r>
          </a:p>
          <a:p>
            <a:pPr marL="0" indent="0" algn="ctr">
              <a:buNone/>
            </a:pPr>
            <a:r>
              <a:rPr lang="fr-FR" sz="2400" dirty="0">
                <a:solidFill>
                  <a:schemeClr val="bg1"/>
                </a:solidFill>
              </a:rPr>
              <a:t>3 publics cibles </a:t>
            </a:r>
          </a:p>
          <a:p>
            <a:pPr marL="0" indent="0" algn="ctr">
              <a:buNone/>
            </a:pPr>
            <a:endParaRPr lang="fr-FR" sz="2400" dirty="0">
              <a:solidFill>
                <a:schemeClr val="bg1"/>
              </a:solidFill>
            </a:endParaRPr>
          </a:p>
          <a:p>
            <a:pPr marL="342900" indent="-342900">
              <a:buFont typeface="+mj-lt"/>
              <a:buAutoNum type="arabicPeriod"/>
            </a:pPr>
            <a:r>
              <a:rPr lang="fr-FR" sz="1600" dirty="0">
                <a:solidFill>
                  <a:schemeClr val="bg1"/>
                </a:solidFill>
              </a:rPr>
              <a:t>Responsables de </a:t>
            </a:r>
            <a:r>
              <a:rPr lang="fr-FR" sz="1600" b="1" dirty="0">
                <a:solidFill>
                  <a:schemeClr val="bg1"/>
                </a:solidFill>
              </a:rPr>
              <a:t>communauté d’entreprise</a:t>
            </a:r>
          </a:p>
          <a:p>
            <a:pPr marL="342900" indent="-342900">
              <a:buFont typeface="+mj-lt"/>
              <a:buAutoNum type="arabicPeriod"/>
            </a:pPr>
            <a:endParaRPr lang="fr-FR" sz="1600" dirty="0">
              <a:solidFill>
                <a:schemeClr val="bg1"/>
              </a:solidFill>
            </a:endParaRPr>
          </a:p>
          <a:p>
            <a:pPr marL="342900" indent="-342900">
              <a:buFont typeface="+mj-lt"/>
              <a:buAutoNum type="arabicPeriod"/>
            </a:pPr>
            <a:r>
              <a:rPr lang="fr-FR" sz="1600" dirty="0">
                <a:solidFill>
                  <a:schemeClr val="bg1"/>
                </a:solidFill>
              </a:rPr>
              <a:t>Responsables de </a:t>
            </a:r>
            <a:r>
              <a:rPr lang="fr-FR" sz="1600" b="1" dirty="0">
                <a:solidFill>
                  <a:schemeClr val="bg1"/>
                </a:solidFill>
              </a:rPr>
              <a:t>communauté de pratique ou d’apprentissage</a:t>
            </a:r>
          </a:p>
          <a:p>
            <a:pPr marL="342900" indent="-342900">
              <a:buFont typeface="+mj-lt"/>
              <a:buAutoNum type="arabicPeriod"/>
            </a:pPr>
            <a:endParaRPr lang="fr-FR" sz="1600" dirty="0">
              <a:solidFill>
                <a:schemeClr val="bg1"/>
              </a:solidFill>
            </a:endParaRPr>
          </a:p>
          <a:p>
            <a:pPr marL="342900" indent="-342900">
              <a:buFont typeface="+mj-lt"/>
              <a:buAutoNum type="arabicPeriod"/>
            </a:pPr>
            <a:r>
              <a:rPr lang="fr-FR" sz="1600" dirty="0">
                <a:solidFill>
                  <a:schemeClr val="bg1"/>
                </a:solidFill>
              </a:rPr>
              <a:t>Responsables de </a:t>
            </a:r>
            <a:r>
              <a:rPr lang="fr-FR" sz="1600" b="1" dirty="0">
                <a:solidFill>
                  <a:schemeClr val="bg1"/>
                </a:solidFill>
              </a:rPr>
              <a:t>conduite d’un changement de méthode / pratique / culture</a:t>
            </a:r>
          </a:p>
        </p:txBody>
      </p:sp>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Rappel #OSG </a:t>
            </a:r>
            <a:r>
              <a:rPr lang="fr-FR" sz="4400" b="1" i="1" dirty="0">
                <a:solidFill>
                  <a:srgbClr val="ED7D31"/>
                </a:solidFill>
              </a:rPr>
              <a:t>Change</a:t>
            </a:r>
            <a:r>
              <a:rPr lang="fr-FR" sz="4400" b="1" i="1" dirty="0"/>
              <a:t> </a:t>
            </a:r>
            <a:r>
              <a:rPr lang="fr-FR" sz="4400" b="1" i="1" dirty="0">
                <a:solidFill>
                  <a:srgbClr val="0683AA"/>
                </a:solidFill>
              </a:rPr>
              <a:t>Community</a:t>
            </a:r>
            <a:r>
              <a:rPr lang="fr-FR" sz="4400" b="1" i="1" dirty="0"/>
              <a:t> Cycle </a:t>
            </a:r>
            <a:r>
              <a:rPr lang="fr-FR" sz="4400" b="1" i="1" dirty="0">
                <a:solidFill>
                  <a:srgbClr val="0683AA"/>
                </a:solidFill>
              </a:rPr>
              <a:t>Model</a:t>
            </a:r>
          </a:p>
        </p:txBody>
      </p:sp>
      <p:sp>
        <p:nvSpPr>
          <p:cNvPr id="5" name="Espace réservé du contenu 2">
            <a:extLst>
              <a:ext uri="{FF2B5EF4-FFF2-40B4-BE49-F238E27FC236}">
                <a16:creationId xmlns:a16="http://schemas.microsoft.com/office/drawing/2014/main" id="{7421FE93-0A22-493A-BB2B-9ADD1FD51FE3}"/>
              </a:ext>
            </a:extLst>
          </p:cNvPr>
          <p:cNvSpPr txBox="1">
            <a:spLocks/>
          </p:cNvSpPr>
          <p:nvPr/>
        </p:nvSpPr>
        <p:spPr>
          <a:xfrm>
            <a:off x="4468797" y="1825625"/>
            <a:ext cx="3254406" cy="4351338"/>
          </a:xfrm>
          <a:prstGeom prst="rect">
            <a:avLst/>
          </a:prstGeom>
          <a:solidFill>
            <a:srgbClr val="0683AA"/>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100" b="1" dirty="0">
                <a:solidFill>
                  <a:schemeClr val="bg1"/>
                </a:solidFill>
              </a:rPr>
              <a:t>POUR QUOI ?</a:t>
            </a:r>
          </a:p>
          <a:p>
            <a:pPr marL="0" indent="0" algn="ctr">
              <a:buFont typeface="Arial" panose="020B0604020202020204" pitchFamily="34" charset="0"/>
              <a:buNone/>
            </a:pPr>
            <a:r>
              <a:rPr lang="fr-FR" sz="3100" dirty="0">
                <a:solidFill>
                  <a:schemeClr val="bg1"/>
                </a:solidFill>
              </a:rPr>
              <a:t>3 usages</a:t>
            </a:r>
          </a:p>
          <a:p>
            <a:pPr marL="0" indent="0" algn="ctr">
              <a:buNone/>
            </a:pPr>
            <a:endParaRPr lang="fr-FR" sz="3600" dirty="0">
              <a:solidFill>
                <a:schemeClr val="bg1"/>
              </a:solidFill>
            </a:endParaRPr>
          </a:p>
          <a:p>
            <a:pPr marL="457200" indent="-457200">
              <a:buFont typeface="+mj-lt"/>
              <a:buAutoNum type="arabicPeriod"/>
            </a:pPr>
            <a:r>
              <a:rPr lang="fr-FR" sz="2100" b="1" dirty="0">
                <a:solidFill>
                  <a:schemeClr val="bg1"/>
                </a:solidFill>
              </a:rPr>
              <a:t>Feuille de route : </a:t>
            </a:r>
            <a:r>
              <a:rPr lang="fr-FR" sz="2100" dirty="0">
                <a:solidFill>
                  <a:schemeClr val="bg1"/>
                </a:solidFill>
              </a:rPr>
              <a:t>Décider plus facilement des prochaines actions à faire dans la communauté</a:t>
            </a:r>
          </a:p>
          <a:p>
            <a:pPr marL="457200" indent="-457200">
              <a:buFont typeface="+mj-lt"/>
              <a:buAutoNum type="arabicPeriod"/>
            </a:pPr>
            <a:endParaRPr lang="fr-FR" sz="2100" dirty="0">
              <a:solidFill>
                <a:schemeClr val="bg1"/>
              </a:solidFill>
            </a:endParaRPr>
          </a:p>
          <a:p>
            <a:pPr marL="457200" indent="-457200">
              <a:buFont typeface="+mj-lt"/>
              <a:buAutoNum type="arabicPeriod"/>
            </a:pPr>
            <a:r>
              <a:rPr lang="fr-FR" sz="2100" b="1" dirty="0">
                <a:solidFill>
                  <a:schemeClr val="bg1"/>
                </a:solidFill>
              </a:rPr>
              <a:t>Aide au tri des sujets : </a:t>
            </a:r>
            <a:r>
              <a:rPr lang="fr-FR" sz="2100" dirty="0">
                <a:solidFill>
                  <a:schemeClr val="bg1"/>
                </a:solidFill>
              </a:rPr>
              <a:t>Qualifier les sujets de travail de la communauté par leur maturité</a:t>
            </a:r>
          </a:p>
          <a:p>
            <a:pPr marL="457200" indent="-457200">
              <a:buFont typeface="+mj-lt"/>
              <a:buAutoNum type="arabicPeriod"/>
            </a:pPr>
            <a:endParaRPr lang="fr-FR" sz="2100" dirty="0">
              <a:solidFill>
                <a:schemeClr val="bg1"/>
              </a:solidFill>
            </a:endParaRPr>
          </a:p>
          <a:p>
            <a:pPr marL="457200" indent="-457200">
              <a:buFont typeface="+mj-lt"/>
              <a:buAutoNum type="arabicPeriod"/>
            </a:pPr>
            <a:r>
              <a:rPr lang="fr-FR" sz="2100" b="1" dirty="0">
                <a:solidFill>
                  <a:schemeClr val="bg1"/>
                </a:solidFill>
              </a:rPr>
              <a:t>Aide à la structuration : </a:t>
            </a:r>
            <a:r>
              <a:rPr lang="fr-FR" sz="2100" dirty="0">
                <a:solidFill>
                  <a:schemeClr val="bg1"/>
                </a:solidFill>
              </a:rPr>
              <a:t>Mieux définir et ajuster les rôles d’ambassadeurs de communauté</a:t>
            </a:r>
          </a:p>
        </p:txBody>
      </p:sp>
      <p:sp>
        <p:nvSpPr>
          <p:cNvPr id="6" name="Espace réservé du contenu 2">
            <a:extLst>
              <a:ext uri="{FF2B5EF4-FFF2-40B4-BE49-F238E27FC236}">
                <a16:creationId xmlns:a16="http://schemas.microsoft.com/office/drawing/2014/main" id="{7D0C50E7-5166-4919-8A74-4890227C3712}"/>
              </a:ext>
            </a:extLst>
          </p:cNvPr>
          <p:cNvSpPr txBox="1">
            <a:spLocks/>
          </p:cNvSpPr>
          <p:nvPr/>
        </p:nvSpPr>
        <p:spPr>
          <a:xfrm>
            <a:off x="8183732" y="1825625"/>
            <a:ext cx="3254406" cy="4351338"/>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dirty="0"/>
              <a:t>QU’EST-CE QUE C’EST ?</a:t>
            </a:r>
          </a:p>
          <a:p>
            <a:pPr marL="0" indent="0" algn="ctr">
              <a:buFont typeface="Arial" panose="020B0604020202020204" pitchFamily="34" charset="0"/>
              <a:buNone/>
            </a:pPr>
            <a:r>
              <a:rPr lang="fr-FR" sz="2400" dirty="0"/>
              <a:t>3 façons de le définir</a:t>
            </a:r>
          </a:p>
          <a:p>
            <a:pPr marL="0" indent="0" algn="ctr">
              <a:buFont typeface="Arial" panose="020B0604020202020204" pitchFamily="34" charset="0"/>
              <a:buNone/>
            </a:pPr>
            <a:endParaRPr lang="fr-FR" sz="2400" dirty="0"/>
          </a:p>
          <a:p>
            <a:pPr marL="342900" indent="-342900">
              <a:buFont typeface="+mj-lt"/>
              <a:buAutoNum type="arabicPeriod"/>
            </a:pPr>
            <a:r>
              <a:rPr lang="fr-FR" sz="1600" b="1" dirty="0"/>
              <a:t>Une modélisation d’un cycle de vie d’une communauté </a:t>
            </a:r>
            <a:r>
              <a:rPr lang="fr-FR" sz="1600" dirty="0"/>
              <a:t>devant porter un changement</a:t>
            </a:r>
          </a:p>
          <a:p>
            <a:pPr marL="342900" indent="-342900">
              <a:buFont typeface="+mj-lt"/>
              <a:buAutoNum type="arabicPeriod"/>
            </a:pPr>
            <a:endParaRPr lang="fr-FR" sz="1600" dirty="0"/>
          </a:p>
          <a:p>
            <a:pPr marL="342900" indent="-342900">
              <a:buFont typeface="+mj-lt"/>
              <a:buAutoNum type="arabicPeriod"/>
            </a:pPr>
            <a:r>
              <a:rPr lang="fr-FR" sz="1600" b="1" dirty="0"/>
              <a:t>Un outil de suivi de sujets</a:t>
            </a:r>
            <a:r>
              <a:rPr lang="fr-FR" sz="1600" dirty="0"/>
              <a:t> de communautés devant porter</a:t>
            </a:r>
            <a:r>
              <a:rPr lang="fr-FR" sz="1600" b="1" dirty="0"/>
              <a:t> plusieurs changements</a:t>
            </a:r>
          </a:p>
          <a:p>
            <a:pPr marL="342900" indent="-342900">
              <a:buFont typeface="+mj-lt"/>
              <a:buAutoNum type="arabicPeriod"/>
            </a:pPr>
            <a:endParaRPr lang="fr-FR" sz="1600" b="1" dirty="0"/>
          </a:p>
          <a:p>
            <a:pPr marL="342900" indent="-342900">
              <a:buFont typeface="+mj-lt"/>
              <a:buAutoNum type="arabicPeriod"/>
            </a:pPr>
            <a:r>
              <a:rPr lang="fr-FR" sz="1600" b="1" dirty="0"/>
              <a:t>Un rangement </a:t>
            </a:r>
            <a:r>
              <a:rPr lang="fr-FR" sz="1600" dirty="0"/>
              <a:t>des activités possibles dans une communauté</a:t>
            </a:r>
          </a:p>
        </p:txBody>
      </p:sp>
    </p:spTree>
    <p:extLst>
      <p:ext uri="{BB962C8B-B14F-4D97-AF65-F5344CB8AC3E}">
        <p14:creationId xmlns:p14="http://schemas.microsoft.com/office/powerpoint/2010/main" val="1436275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Bulle narrative : ronde 25">
            <a:extLst>
              <a:ext uri="{FF2B5EF4-FFF2-40B4-BE49-F238E27FC236}">
                <a16:creationId xmlns:a16="http://schemas.microsoft.com/office/drawing/2014/main" id="{F7687DBC-1F22-41E8-99AF-ED60C5A4A1B3}"/>
              </a:ext>
            </a:extLst>
          </p:cNvPr>
          <p:cNvSpPr/>
          <p:nvPr/>
        </p:nvSpPr>
        <p:spPr>
          <a:xfrm>
            <a:off x="281363" y="1264744"/>
            <a:ext cx="2451863" cy="2592281"/>
          </a:xfrm>
          <a:prstGeom prst="wedgeEllipseCallout">
            <a:avLst>
              <a:gd name="adj1" fmla="val -15770"/>
              <a:gd name="adj2" fmla="val 6281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0683AA"/>
                </a:solidFill>
              </a:rPr>
              <a:t>7 PHASES DE VIE DE COMMUNAUTÉ</a:t>
            </a:r>
          </a:p>
          <a:p>
            <a:pPr algn="ctr"/>
            <a:endParaRPr lang="fr-FR" dirty="0">
              <a:solidFill>
                <a:schemeClr val="tx1"/>
              </a:solidFill>
            </a:endParaRPr>
          </a:p>
          <a:p>
            <a:pPr algn="ctr"/>
            <a:r>
              <a:rPr lang="fr-FR" dirty="0">
                <a:solidFill>
                  <a:schemeClr val="tx1"/>
                </a:solidFill>
              </a:rPr>
              <a:t>DES </a:t>
            </a:r>
            <a:r>
              <a:rPr lang="fr-FR" b="1" dirty="0">
                <a:solidFill>
                  <a:srgbClr val="ED7D31"/>
                </a:solidFill>
              </a:rPr>
              <a:t>SUGGESTIONS TACTIQUES </a:t>
            </a:r>
            <a:r>
              <a:rPr lang="fr-FR" dirty="0">
                <a:solidFill>
                  <a:schemeClr val="tx1"/>
                </a:solidFill>
              </a:rPr>
              <a:t>D’ACTIVITÉS</a:t>
            </a:r>
          </a:p>
        </p:txBody>
      </p:sp>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Rappel #OSG </a:t>
            </a:r>
            <a:r>
              <a:rPr lang="fr-FR" sz="4400" b="1" i="1" dirty="0">
                <a:solidFill>
                  <a:srgbClr val="ED7D31"/>
                </a:solidFill>
              </a:rPr>
              <a:t>Change</a:t>
            </a:r>
            <a:r>
              <a:rPr lang="fr-FR" sz="4400" b="1" i="1" dirty="0"/>
              <a:t> </a:t>
            </a:r>
            <a:r>
              <a:rPr lang="fr-FR" sz="4400" b="1" i="1" dirty="0">
                <a:solidFill>
                  <a:srgbClr val="0683AA"/>
                </a:solidFill>
              </a:rPr>
              <a:t>Community</a:t>
            </a:r>
            <a:r>
              <a:rPr lang="fr-FR" sz="4400" b="1" i="1" dirty="0"/>
              <a:t> Cycle </a:t>
            </a:r>
            <a:r>
              <a:rPr lang="fr-FR" sz="4400" b="1" i="1" dirty="0">
                <a:solidFill>
                  <a:srgbClr val="0683AA"/>
                </a:solidFill>
              </a:rPr>
              <a:t>Model</a:t>
            </a:r>
          </a:p>
        </p:txBody>
      </p:sp>
      <p:grpSp>
        <p:nvGrpSpPr>
          <p:cNvPr id="8" name="Groupe 7">
            <a:extLst>
              <a:ext uri="{FF2B5EF4-FFF2-40B4-BE49-F238E27FC236}">
                <a16:creationId xmlns:a16="http://schemas.microsoft.com/office/drawing/2014/main" id="{7514F0AD-4118-4DF7-8B7C-C3C37645C828}"/>
              </a:ext>
            </a:extLst>
          </p:cNvPr>
          <p:cNvGrpSpPr/>
          <p:nvPr/>
        </p:nvGrpSpPr>
        <p:grpSpPr>
          <a:xfrm>
            <a:off x="3404705" y="1910854"/>
            <a:ext cx="8507529" cy="971157"/>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INSPIRATION</a:t>
                </a:r>
              </a:p>
              <a:p>
                <a:pPr marL="0" indent="0" algn="ctr">
                  <a:buFont typeface="Arial" panose="020B0604020202020204" pitchFamily="34" charset="0"/>
                  <a:buNone/>
                </a:pPr>
                <a:endParaRPr lang="fr-FR" sz="1050" b="1" i="1" dirty="0">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COLLECTE</a:t>
                </a:r>
              </a:p>
              <a:p>
                <a:pPr marL="0" indent="0" algn="ctr">
                  <a:buFont typeface="Arial" panose="020B0604020202020204" pitchFamily="34" charset="0"/>
                  <a:buNone/>
                </a:pPr>
                <a:endParaRPr lang="fr-FR" sz="1050" b="1" i="1" dirty="0">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INITIATION</a:t>
                </a:r>
              </a:p>
              <a:p>
                <a:pPr marL="0" indent="0" algn="ctr">
                  <a:buFont typeface="Arial" panose="020B0604020202020204" pitchFamily="34" charset="0"/>
                  <a:buNone/>
                </a:pPr>
                <a:endParaRPr lang="fr-FR" sz="1050" b="1" i="1" dirty="0">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CHOC DE LA RÉALITÉ</a:t>
                </a:r>
              </a:p>
              <a:p>
                <a:pPr marL="0" indent="0" algn="ctr">
                  <a:buFont typeface="Arial" panose="020B0604020202020204" pitchFamily="34" charset="0"/>
                  <a:buNone/>
                </a:pPr>
                <a:endParaRPr lang="fr-FR" sz="1050" b="1" i="1" dirty="0">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FORTIFICATION</a:t>
                </a:r>
              </a:p>
              <a:p>
                <a:pPr marL="0" indent="0" algn="ctr">
                  <a:buFont typeface="Arial" panose="020B0604020202020204" pitchFamily="34" charset="0"/>
                  <a:buNone/>
                </a:pPr>
                <a:endParaRPr lang="fr-FR" sz="1050" b="1" i="1" dirty="0">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25" name="Graphique 24" descr="Femme avec bras prothétique">
            <a:extLst>
              <a:ext uri="{FF2B5EF4-FFF2-40B4-BE49-F238E27FC236}">
                <a16:creationId xmlns:a16="http://schemas.microsoft.com/office/drawing/2014/main" id="{8C56B46F-0C62-4C41-8174-48B020C0F6F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0" y="4183685"/>
            <a:ext cx="2546967" cy="2674315"/>
          </a:xfrm>
          <a:prstGeom prst="rect">
            <a:avLst/>
          </a:prstGeom>
        </p:spPr>
      </p:pic>
      <p:grpSp>
        <p:nvGrpSpPr>
          <p:cNvPr id="24" name="Groupe 23">
            <a:extLst>
              <a:ext uri="{FF2B5EF4-FFF2-40B4-BE49-F238E27FC236}">
                <a16:creationId xmlns:a16="http://schemas.microsoft.com/office/drawing/2014/main" id="{404716B0-55D1-4FED-B508-7CDD2D7FE70A}"/>
              </a:ext>
            </a:extLst>
          </p:cNvPr>
          <p:cNvGrpSpPr/>
          <p:nvPr/>
        </p:nvGrpSpPr>
        <p:grpSpPr>
          <a:xfrm>
            <a:off x="3218274" y="3064261"/>
            <a:ext cx="8849202" cy="2508778"/>
            <a:chOff x="85997" y="3049092"/>
            <a:chExt cx="11963723" cy="3313305"/>
          </a:xfrm>
        </p:grpSpPr>
        <p:grpSp>
          <p:nvGrpSpPr>
            <p:cNvPr id="27" name="Groupe 26">
              <a:extLst>
                <a:ext uri="{FF2B5EF4-FFF2-40B4-BE49-F238E27FC236}">
                  <a16:creationId xmlns:a16="http://schemas.microsoft.com/office/drawing/2014/main" id="{07E11D25-9103-415A-821E-257BA7A82260}"/>
                </a:ext>
              </a:extLst>
            </p:cNvPr>
            <p:cNvGrpSpPr/>
            <p:nvPr/>
          </p:nvGrpSpPr>
          <p:grpSpPr>
            <a:xfrm>
              <a:off x="162520" y="3049092"/>
              <a:ext cx="11887200" cy="399056"/>
              <a:chOff x="0" y="2140394"/>
              <a:chExt cx="12854128" cy="4544491"/>
            </a:xfrm>
            <a:solidFill>
              <a:srgbClr val="ED7D31"/>
            </a:solidFill>
          </p:grpSpPr>
          <p:sp>
            <p:nvSpPr>
              <p:cNvPr id="35" name="Espace réservé du texte 15">
                <a:extLst>
                  <a:ext uri="{FF2B5EF4-FFF2-40B4-BE49-F238E27FC236}">
                    <a16:creationId xmlns:a16="http://schemas.microsoft.com/office/drawing/2014/main" id="{57F43268-B06B-451C-88F6-C8ABC350C5C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ENVIE</a:t>
                </a:r>
              </a:p>
            </p:txBody>
          </p:sp>
          <p:sp>
            <p:nvSpPr>
              <p:cNvPr id="36" name="Espace réservé du texte 15">
                <a:extLst>
                  <a:ext uri="{FF2B5EF4-FFF2-40B4-BE49-F238E27FC236}">
                    <a16:creationId xmlns:a16="http://schemas.microsoft.com/office/drawing/2014/main" id="{3C8FFC3C-649F-49F1-BCCA-156215E0EF03}"/>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IMPLICATION</a:t>
                </a:r>
              </a:p>
            </p:txBody>
          </p:sp>
          <p:sp>
            <p:nvSpPr>
              <p:cNvPr id="37" name="Espace réservé du texte 15">
                <a:extLst>
                  <a:ext uri="{FF2B5EF4-FFF2-40B4-BE49-F238E27FC236}">
                    <a16:creationId xmlns:a16="http://schemas.microsoft.com/office/drawing/2014/main" id="{5ADDACEC-4760-4EA3-9302-7B8F6D3778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EXPÉRIMENTATIONS</a:t>
                </a:r>
              </a:p>
            </p:txBody>
          </p:sp>
          <p:sp>
            <p:nvSpPr>
              <p:cNvPr id="38" name="Espace réservé du texte 15">
                <a:extLst>
                  <a:ext uri="{FF2B5EF4-FFF2-40B4-BE49-F238E27FC236}">
                    <a16:creationId xmlns:a16="http://schemas.microsoft.com/office/drawing/2014/main" id="{C20732DE-32B8-4D7F-A6E3-187097247D31}"/>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MOYENS DE RESILIENCE</a:t>
                </a:r>
              </a:p>
            </p:txBody>
          </p:sp>
          <p:sp>
            <p:nvSpPr>
              <p:cNvPr id="39" name="Espace réservé du texte 15">
                <a:extLst>
                  <a:ext uri="{FF2B5EF4-FFF2-40B4-BE49-F238E27FC236}">
                    <a16:creationId xmlns:a16="http://schemas.microsoft.com/office/drawing/2014/main" id="{3DE9DCF9-733F-494C-B62B-63D221020625}"/>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OPTIMISATION</a:t>
                </a:r>
              </a:p>
            </p:txBody>
          </p:sp>
          <p:sp>
            <p:nvSpPr>
              <p:cNvPr id="40" name="Espace réservé du texte 15">
                <a:extLst>
                  <a:ext uri="{FF2B5EF4-FFF2-40B4-BE49-F238E27FC236}">
                    <a16:creationId xmlns:a16="http://schemas.microsoft.com/office/drawing/2014/main" id="{848F18AF-392F-40CF-90F9-4191C4233FF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SERVICES VERS L’EXTÉRIEUR</a:t>
                </a:r>
              </a:p>
            </p:txBody>
          </p:sp>
          <p:sp>
            <p:nvSpPr>
              <p:cNvPr id="41" name="Espace réservé du texte 15">
                <a:extLst>
                  <a:ext uri="{FF2B5EF4-FFF2-40B4-BE49-F238E27FC236}">
                    <a16:creationId xmlns:a16="http://schemas.microsoft.com/office/drawing/2014/main" id="{55778ACD-CD6A-459B-8A20-F24563FDB266}"/>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dirty="0"/>
                  <a:t>OFFICIALISATION</a:t>
                </a:r>
              </a:p>
            </p:txBody>
          </p:sp>
        </p:grpSp>
        <p:sp>
          <p:nvSpPr>
            <p:cNvPr id="28" name="ZoneTexte 27">
              <a:extLst>
                <a:ext uri="{FF2B5EF4-FFF2-40B4-BE49-F238E27FC236}">
                  <a16:creationId xmlns:a16="http://schemas.microsoft.com/office/drawing/2014/main" id="{5468E5A6-19C8-4FC4-BD32-20441E8FF088}"/>
                </a:ext>
              </a:extLst>
            </p:cNvPr>
            <p:cNvSpPr txBox="1"/>
            <p:nvPr/>
          </p:nvSpPr>
          <p:spPr>
            <a:xfrm>
              <a:off x="85997" y="3536926"/>
              <a:ext cx="1464141" cy="2347927"/>
            </a:xfrm>
            <a:prstGeom prst="rect">
              <a:avLst/>
            </a:prstGeom>
            <a:noFill/>
          </p:spPr>
          <p:txBody>
            <a:bodyPr wrap="square" rtlCol="0">
              <a:spAutoFit/>
            </a:bodyPr>
            <a:lstStyle/>
            <a:p>
              <a:pPr algn="ctr"/>
              <a:r>
                <a:rPr lang="fr-FR" sz="800" dirty="0"/>
                <a:t>📅Meetup externes</a:t>
              </a:r>
            </a:p>
            <a:p>
              <a:pPr algn="ctr"/>
              <a:endParaRPr lang="fr-FR" sz="800" dirty="0"/>
            </a:p>
            <a:p>
              <a:pPr algn="ctr"/>
              <a:r>
                <a:rPr lang="fr-FR" sz="800" dirty="0"/>
                <a:t>✨</a:t>
              </a:r>
              <a:r>
                <a:rPr lang="fr-FR" sz="800" dirty="0" err="1"/>
                <a:t>Success</a:t>
              </a:r>
              <a:r>
                <a:rPr lang="fr-FR" sz="800" dirty="0"/>
                <a:t> stories extrêmes et lointaines</a:t>
              </a:r>
            </a:p>
            <a:p>
              <a:pPr algn="ctr"/>
              <a:endParaRPr lang="fr-FR" sz="800" dirty="0"/>
            </a:p>
            <a:p>
              <a:pPr algn="ctr"/>
              <a:r>
                <a:rPr lang="fr-FR" sz="800" dirty="0"/>
                <a:t>🔮Veille et prospective</a:t>
              </a:r>
            </a:p>
            <a:p>
              <a:pPr algn="ctr"/>
              <a:endParaRPr lang="fr-FR" sz="800" dirty="0"/>
            </a:p>
            <a:p>
              <a:pPr algn="ctr"/>
              <a:r>
                <a:rPr lang="fr-FR" sz="800" dirty="0"/>
                <a:t>🗣️</a:t>
              </a:r>
              <a:r>
                <a:rPr lang="fr-FR" sz="800" dirty="0" err="1"/>
                <a:t>Talks</a:t>
              </a:r>
              <a:r>
                <a:rPr lang="fr-FR" sz="800" dirty="0"/>
                <a:t> Inspirants</a:t>
              </a:r>
            </a:p>
            <a:p>
              <a:pPr algn="ctr"/>
              <a:endParaRPr lang="fr-FR" sz="800" dirty="0"/>
            </a:p>
            <a:p>
              <a:pPr algn="ctr"/>
              <a:r>
                <a:rPr lang="fr-FR" sz="800" dirty="0"/>
                <a:t>🌍Vue globale</a:t>
              </a:r>
            </a:p>
            <a:p>
              <a:pPr algn="ctr"/>
              <a:endParaRPr lang="fr-FR" sz="800" dirty="0"/>
            </a:p>
            <a:p>
              <a:pPr algn="ctr"/>
              <a:r>
                <a:rPr lang="fr-FR" sz="800" dirty="0"/>
                <a:t>🎲Serious Games de découverte</a:t>
              </a:r>
            </a:p>
          </p:txBody>
        </p:sp>
        <p:sp>
          <p:nvSpPr>
            <p:cNvPr id="29" name="ZoneTexte 28">
              <a:extLst>
                <a:ext uri="{FF2B5EF4-FFF2-40B4-BE49-F238E27FC236}">
                  <a16:creationId xmlns:a16="http://schemas.microsoft.com/office/drawing/2014/main" id="{CA24E4DF-0EAE-40AF-990C-E17CFC27ED56}"/>
                </a:ext>
              </a:extLst>
            </p:cNvPr>
            <p:cNvSpPr txBox="1"/>
            <p:nvPr/>
          </p:nvSpPr>
          <p:spPr>
            <a:xfrm>
              <a:off x="1823644" y="3536926"/>
              <a:ext cx="1464141" cy="2347927"/>
            </a:xfrm>
            <a:prstGeom prst="rect">
              <a:avLst/>
            </a:prstGeom>
            <a:noFill/>
          </p:spPr>
          <p:txBody>
            <a:bodyPr wrap="square" rtlCol="0">
              <a:spAutoFit/>
            </a:bodyPr>
            <a:lstStyle/>
            <a:p>
              <a:pPr algn="ctr"/>
              <a:r>
                <a:rPr lang="fr-FR" sz="800" dirty="0"/>
                <a:t>❓Ateliers « </a:t>
              </a:r>
              <a:r>
                <a:rPr lang="fr-FR" sz="800" dirty="0" err="1"/>
                <a:t>What’s</a:t>
              </a:r>
              <a:r>
                <a:rPr lang="fr-FR" sz="800" dirty="0"/>
                <a:t> In It For Me ? »</a:t>
              </a:r>
            </a:p>
            <a:p>
              <a:pPr algn="ctr"/>
              <a:endParaRPr lang="fr-FR" sz="800" dirty="0"/>
            </a:p>
            <a:p>
              <a:pPr algn="ctr"/>
              <a:r>
                <a:rPr lang="fr-FR" sz="800" dirty="0"/>
                <a:t>👍</a:t>
              </a:r>
              <a:r>
                <a:rPr lang="fr-FR" sz="800" dirty="0" err="1"/>
                <a:t>Success</a:t>
              </a:r>
              <a:r>
                <a:rPr lang="fr-FR" sz="800" dirty="0"/>
                <a:t> stories plus proches</a:t>
              </a:r>
            </a:p>
            <a:p>
              <a:pPr algn="ctr"/>
              <a:endParaRPr lang="fr-FR" sz="800" dirty="0"/>
            </a:p>
            <a:p>
              <a:pPr algn="ctr"/>
              <a:r>
                <a:rPr lang="fr-FR" sz="800" dirty="0"/>
                <a:t>😱 Collecte des craintes et 🤩opportunités d’usages / SWOT</a:t>
              </a:r>
            </a:p>
            <a:p>
              <a:pPr algn="ctr"/>
              <a:endParaRPr lang="fr-FR" sz="800" dirty="0"/>
            </a:p>
            <a:p>
              <a:pPr algn="ctr"/>
              <a:r>
                <a:rPr lang="fr-FR" sz="800" dirty="0"/>
                <a:t>🤝Ateliers connaissance mutuelle des membres</a:t>
              </a:r>
            </a:p>
          </p:txBody>
        </p:sp>
        <p:sp>
          <p:nvSpPr>
            <p:cNvPr id="30" name="ZoneTexte 29">
              <a:extLst>
                <a:ext uri="{FF2B5EF4-FFF2-40B4-BE49-F238E27FC236}">
                  <a16:creationId xmlns:a16="http://schemas.microsoft.com/office/drawing/2014/main" id="{BD9A42F0-E65B-4DB0-8607-D4AD8A2C5819}"/>
                </a:ext>
              </a:extLst>
            </p:cNvPr>
            <p:cNvSpPr txBox="1"/>
            <p:nvPr/>
          </p:nvSpPr>
          <p:spPr>
            <a:xfrm>
              <a:off x="3606423" y="3536926"/>
              <a:ext cx="1464141" cy="2666290"/>
            </a:xfrm>
            <a:prstGeom prst="rect">
              <a:avLst/>
            </a:prstGeom>
            <a:noFill/>
          </p:spPr>
          <p:txBody>
            <a:bodyPr wrap="square" rtlCol="0">
              <a:spAutoFit/>
            </a:bodyPr>
            <a:lstStyle/>
            <a:p>
              <a:pPr algn="ctr"/>
              <a:r>
                <a:rPr lang="fr-FR" sz="800" dirty="0"/>
                <a:t>🔧Tutos / Dojos basiques</a:t>
              </a:r>
            </a:p>
            <a:p>
              <a:pPr algn="ctr"/>
              <a:endParaRPr lang="fr-FR" sz="800" dirty="0"/>
            </a:p>
            <a:p>
              <a:pPr algn="ctr"/>
              <a:r>
                <a:rPr lang="fr-FR" sz="800" dirty="0"/>
                <a:t>📄 Documentation basiques/FAQ</a:t>
              </a:r>
            </a:p>
            <a:p>
              <a:pPr algn="ctr"/>
              <a:endParaRPr lang="fr-FR" sz="800" dirty="0"/>
            </a:p>
            <a:p>
              <a:pPr algn="ctr"/>
              <a:r>
                <a:rPr lang="fr-FR" sz="800" dirty="0"/>
                <a:t>📣 Aide à la promotion et au lancement</a:t>
              </a:r>
            </a:p>
            <a:p>
              <a:pPr algn="ctr"/>
              <a:endParaRPr lang="fr-FR" sz="800" dirty="0"/>
            </a:p>
            <a:p>
              <a:pPr algn="ctr"/>
              <a:r>
                <a:rPr lang="fr-FR" sz="800" dirty="0"/>
                <a:t>🕵️‍♀️ Premiers </a:t>
              </a:r>
              <a:r>
                <a:rPr lang="fr-FR" sz="800" dirty="0" err="1"/>
                <a:t>shadowings</a:t>
              </a:r>
              <a:endParaRPr lang="fr-FR" sz="800" dirty="0"/>
            </a:p>
            <a:p>
              <a:pPr algn="ctr"/>
              <a:endParaRPr lang="fr-FR" sz="800" dirty="0"/>
            </a:p>
            <a:p>
              <a:pPr algn="ctr"/>
              <a:r>
                <a:rPr lang="fr-FR" sz="800" dirty="0"/>
                <a:t>▶️ Invitation à la mise en application en situation réelle</a:t>
              </a:r>
            </a:p>
          </p:txBody>
        </p:sp>
        <p:sp>
          <p:nvSpPr>
            <p:cNvPr id="31" name="ZoneTexte 30">
              <a:extLst>
                <a:ext uri="{FF2B5EF4-FFF2-40B4-BE49-F238E27FC236}">
                  <a16:creationId xmlns:a16="http://schemas.microsoft.com/office/drawing/2014/main" id="{2442376B-4629-4AD1-986E-950859C1EB32}"/>
                </a:ext>
              </a:extLst>
            </p:cNvPr>
            <p:cNvSpPr txBox="1"/>
            <p:nvPr/>
          </p:nvSpPr>
          <p:spPr>
            <a:xfrm>
              <a:off x="5323766" y="3536925"/>
              <a:ext cx="1464141" cy="2825472"/>
            </a:xfrm>
            <a:prstGeom prst="rect">
              <a:avLst/>
            </a:prstGeom>
            <a:noFill/>
          </p:spPr>
          <p:txBody>
            <a:bodyPr wrap="square" rtlCol="0">
              <a:spAutoFit/>
            </a:bodyPr>
            <a:lstStyle/>
            <a:p>
              <a:pPr algn="ctr"/>
              <a:r>
                <a:rPr lang="fr-FR" sz="800" dirty="0"/>
                <a:t>🛠️ Dojos et pratiques avancées</a:t>
              </a:r>
            </a:p>
            <a:p>
              <a:pPr algn="ctr"/>
              <a:endParaRPr lang="fr-FR" sz="800" dirty="0"/>
            </a:p>
            <a:p>
              <a:pPr algn="ctr"/>
              <a:r>
                <a:rPr lang="fr-FR" sz="800" dirty="0"/>
                <a:t>💞 Groupes d’intervision / entraide spécifique / soutien moral /</a:t>
              </a:r>
            </a:p>
            <a:p>
              <a:pPr algn="ctr"/>
              <a:r>
                <a:rPr lang="fr-FR" sz="800" dirty="0"/>
                <a:t>sous groupes / Revues entre pairs</a:t>
              </a:r>
            </a:p>
            <a:p>
              <a:pPr algn="ctr"/>
              <a:endParaRPr lang="fr-FR" sz="800" dirty="0"/>
            </a:p>
            <a:p>
              <a:pPr algn="ctr"/>
              <a:r>
                <a:rPr lang="fr-FR" sz="800" dirty="0"/>
                <a:t>🍺 Moments pour relâcher la pression ensemble</a:t>
              </a:r>
            </a:p>
            <a:p>
              <a:pPr algn="ctr"/>
              <a:endParaRPr lang="fr-FR" sz="800" dirty="0"/>
            </a:p>
            <a:p>
              <a:pPr algn="ctr"/>
              <a:r>
                <a:rPr lang="fr-FR" sz="800" dirty="0"/>
                <a:t>➕ ➖ Tables d’avantages et inconvénients</a:t>
              </a:r>
            </a:p>
          </p:txBody>
        </p:sp>
        <p:sp>
          <p:nvSpPr>
            <p:cNvPr id="32" name="ZoneTexte 31">
              <a:extLst>
                <a:ext uri="{FF2B5EF4-FFF2-40B4-BE49-F238E27FC236}">
                  <a16:creationId xmlns:a16="http://schemas.microsoft.com/office/drawing/2014/main" id="{D52EE48C-F260-487A-9BF8-E2765C84753C}"/>
                </a:ext>
              </a:extLst>
            </p:cNvPr>
            <p:cNvSpPr txBox="1"/>
            <p:nvPr/>
          </p:nvSpPr>
          <p:spPr>
            <a:xfrm>
              <a:off x="7061414" y="3536925"/>
              <a:ext cx="1464141" cy="2507108"/>
            </a:xfrm>
            <a:prstGeom prst="rect">
              <a:avLst/>
            </a:prstGeom>
            <a:noFill/>
          </p:spPr>
          <p:txBody>
            <a:bodyPr wrap="square" rtlCol="0">
              <a:spAutoFit/>
            </a:bodyPr>
            <a:lstStyle/>
            <a:p>
              <a:pPr algn="ctr"/>
              <a:r>
                <a:rPr lang="fr-FR" sz="800" dirty="0"/>
                <a:t>⚖️ Définition des normes et règles locales</a:t>
              </a:r>
            </a:p>
            <a:p>
              <a:pPr algn="ctr"/>
              <a:endParaRPr lang="fr-FR" sz="800" dirty="0"/>
            </a:p>
            <a:p>
              <a:pPr algn="ctr"/>
              <a:r>
                <a:rPr lang="fr-FR" sz="800" dirty="0"/>
                <a:t>➡️ ⬅️ Identification des synergies, des ressources et documentations à mettre en commun</a:t>
              </a:r>
            </a:p>
            <a:p>
              <a:pPr algn="ctr"/>
              <a:endParaRPr lang="fr-FR" sz="800" dirty="0"/>
            </a:p>
            <a:p>
              <a:pPr algn="ctr"/>
              <a:r>
                <a:rPr lang="fr-FR" sz="800" dirty="0"/>
                <a:t>✔️ Clarification des best practices, des cas d’usages typiques (attention biais du survivant)</a:t>
              </a:r>
            </a:p>
          </p:txBody>
        </p:sp>
        <p:sp>
          <p:nvSpPr>
            <p:cNvPr id="33" name="ZoneTexte 32">
              <a:extLst>
                <a:ext uri="{FF2B5EF4-FFF2-40B4-BE49-F238E27FC236}">
                  <a16:creationId xmlns:a16="http://schemas.microsoft.com/office/drawing/2014/main" id="{516EFB78-494C-4E1E-80E1-5C2B182EB364}"/>
                </a:ext>
              </a:extLst>
            </p:cNvPr>
            <p:cNvSpPr txBox="1"/>
            <p:nvPr/>
          </p:nvSpPr>
          <p:spPr>
            <a:xfrm>
              <a:off x="8799060" y="3536925"/>
              <a:ext cx="1464141" cy="2666290"/>
            </a:xfrm>
            <a:prstGeom prst="rect">
              <a:avLst/>
            </a:prstGeom>
            <a:noFill/>
          </p:spPr>
          <p:txBody>
            <a:bodyPr wrap="square" rtlCol="0">
              <a:spAutoFit/>
            </a:bodyPr>
            <a:lstStyle/>
            <a:p>
              <a:pPr algn="ctr"/>
              <a:r>
                <a:rPr lang="fr-FR" sz="800" dirty="0"/>
                <a:t>🎅 Construction d’une offre de service</a:t>
              </a:r>
            </a:p>
            <a:p>
              <a:pPr algn="ctr"/>
              <a:endParaRPr lang="fr-FR" sz="800" dirty="0"/>
            </a:p>
            <a:p>
              <a:pPr algn="ctr"/>
              <a:r>
                <a:rPr lang="fr-FR" sz="800" dirty="0"/>
                <a:t>🎓 Définition de parcours de formation</a:t>
              </a:r>
            </a:p>
            <a:p>
              <a:pPr algn="ctr"/>
              <a:endParaRPr lang="fr-FR" sz="800" dirty="0"/>
            </a:p>
            <a:p>
              <a:pPr algn="ctr"/>
              <a:r>
                <a:rPr lang="fr-FR" sz="800" dirty="0"/>
                <a:t>🛫 Transmission au-delà de la communauté</a:t>
              </a:r>
            </a:p>
            <a:p>
              <a:pPr algn="ctr"/>
              <a:endParaRPr lang="fr-FR" sz="800" dirty="0"/>
            </a:p>
            <a:p>
              <a:pPr algn="ctr"/>
              <a:r>
                <a:rPr lang="fr-FR" sz="800" dirty="0"/>
                <a:t>📜 Mise en place de certification locales</a:t>
              </a:r>
            </a:p>
            <a:p>
              <a:pPr algn="ctr"/>
              <a:endParaRPr lang="fr-FR" sz="800" dirty="0"/>
            </a:p>
            <a:p>
              <a:pPr algn="ctr"/>
              <a:r>
                <a:rPr lang="fr-FR" sz="800" dirty="0"/>
                <a:t>⭐Exposition et promotion de la documentation</a:t>
              </a:r>
            </a:p>
          </p:txBody>
        </p:sp>
        <p:sp>
          <p:nvSpPr>
            <p:cNvPr id="34" name="ZoneTexte 33">
              <a:extLst>
                <a:ext uri="{FF2B5EF4-FFF2-40B4-BE49-F238E27FC236}">
                  <a16:creationId xmlns:a16="http://schemas.microsoft.com/office/drawing/2014/main" id="{47324056-4AD2-4B17-89A3-D34BD5BC56BC}"/>
                </a:ext>
              </a:extLst>
            </p:cNvPr>
            <p:cNvSpPr txBox="1"/>
            <p:nvPr/>
          </p:nvSpPr>
          <p:spPr>
            <a:xfrm>
              <a:off x="10461924" y="3536925"/>
              <a:ext cx="1464141" cy="2188745"/>
            </a:xfrm>
            <a:prstGeom prst="rect">
              <a:avLst/>
            </a:prstGeom>
            <a:noFill/>
          </p:spPr>
          <p:txBody>
            <a:bodyPr wrap="square" rtlCol="0">
              <a:spAutoFit/>
            </a:bodyPr>
            <a:lstStyle/>
            <a:p>
              <a:pPr algn="ctr"/>
              <a:r>
                <a:rPr lang="fr-FR" sz="800" dirty="0"/>
                <a:t>🏠 Officialisation des équipes et des tâches</a:t>
              </a:r>
            </a:p>
            <a:p>
              <a:pPr algn="ctr"/>
              <a:endParaRPr lang="fr-FR" sz="800" dirty="0"/>
            </a:p>
            <a:p>
              <a:pPr algn="ctr"/>
              <a:r>
                <a:rPr lang="fr-FR" sz="800" dirty="0"/>
                <a:t>😎Mise à jour des fiches de poste</a:t>
              </a:r>
            </a:p>
            <a:p>
              <a:pPr algn="ctr"/>
              <a:endParaRPr lang="fr-FR" sz="800" dirty="0"/>
            </a:p>
            <a:p>
              <a:pPr algn="ctr"/>
              <a:r>
                <a:rPr lang="fr-FR" sz="800" dirty="0"/>
                <a:t>👓 Intervention dans les processus de recrutement</a:t>
              </a:r>
            </a:p>
            <a:p>
              <a:pPr algn="ctr"/>
              <a:endParaRPr lang="fr-FR" sz="800" dirty="0"/>
            </a:p>
            <a:p>
              <a:pPr algn="ctr"/>
              <a:r>
                <a:rPr lang="fr-FR" sz="800" dirty="0"/>
                <a:t>🌍 Expansion des normes locales à d’autres domaines</a:t>
              </a:r>
            </a:p>
          </p:txBody>
        </p:sp>
      </p:grpSp>
    </p:spTree>
    <p:extLst>
      <p:ext uri="{BB962C8B-B14F-4D97-AF65-F5344CB8AC3E}">
        <p14:creationId xmlns:p14="http://schemas.microsoft.com/office/powerpoint/2010/main" val="1614117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Bulle narrative : ronde 25">
            <a:extLst>
              <a:ext uri="{FF2B5EF4-FFF2-40B4-BE49-F238E27FC236}">
                <a16:creationId xmlns:a16="http://schemas.microsoft.com/office/drawing/2014/main" id="{F7687DBC-1F22-41E8-99AF-ED60C5A4A1B3}"/>
              </a:ext>
            </a:extLst>
          </p:cNvPr>
          <p:cNvSpPr/>
          <p:nvPr/>
        </p:nvSpPr>
        <p:spPr>
          <a:xfrm>
            <a:off x="281363" y="1264744"/>
            <a:ext cx="2546967" cy="2674315"/>
          </a:xfrm>
          <a:prstGeom prst="wedgeEllipseCallout">
            <a:avLst>
              <a:gd name="adj1" fmla="val -15770"/>
              <a:gd name="adj2" fmla="val 6281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0683AA"/>
                </a:solidFill>
              </a:rPr>
              <a:t>7 PHASES DE VIE DE COMMUNAUTÉ</a:t>
            </a:r>
          </a:p>
          <a:p>
            <a:pPr algn="ctr"/>
            <a:endParaRPr lang="fr-FR" dirty="0">
              <a:solidFill>
                <a:schemeClr val="tx1"/>
              </a:solidFill>
            </a:endParaRPr>
          </a:p>
          <a:p>
            <a:pPr algn="ctr"/>
            <a:r>
              <a:rPr lang="fr-FR" dirty="0">
                <a:solidFill>
                  <a:schemeClr val="tx1"/>
                </a:solidFill>
              </a:rPr>
              <a:t>DES AJUSTEMENTS DE RÔLES POUR </a:t>
            </a:r>
            <a:r>
              <a:rPr lang="fr-FR" b="1" dirty="0">
                <a:solidFill>
                  <a:srgbClr val="ED7D31"/>
                </a:solidFill>
              </a:rPr>
              <a:t>AMBASSADEURS</a:t>
            </a:r>
          </a:p>
        </p:txBody>
      </p:sp>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Rappel #OSG </a:t>
            </a:r>
            <a:r>
              <a:rPr lang="fr-FR" sz="4400" b="1" i="1" dirty="0">
                <a:solidFill>
                  <a:srgbClr val="ED7D31"/>
                </a:solidFill>
              </a:rPr>
              <a:t>Change</a:t>
            </a:r>
            <a:r>
              <a:rPr lang="fr-FR" sz="4400" b="1" i="1" dirty="0"/>
              <a:t> </a:t>
            </a:r>
            <a:r>
              <a:rPr lang="fr-FR" sz="4400" b="1" i="1" dirty="0">
                <a:solidFill>
                  <a:srgbClr val="0683AA"/>
                </a:solidFill>
              </a:rPr>
              <a:t>Community</a:t>
            </a:r>
            <a:r>
              <a:rPr lang="fr-FR" sz="4400" b="1" i="1" dirty="0"/>
              <a:t> Cycle </a:t>
            </a:r>
            <a:r>
              <a:rPr lang="fr-FR" sz="4400" b="1" i="1" dirty="0">
                <a:solidFill>
                  <a:srgbClr val="0683AA"/>
                </a:solidFill>
              </a:rPr>
              <a:t>Model</a:t>
            </a:r>
          </a:p>
        </p:txBody>
      </p:sp>
      <p:grpSp>
        <p:nvGrpSpPr>
          <p:cNvPr id="8" name="Groupe 7">
            <a:extLst>
              <a:ext uri="{FF2B5EF4-FFF2-40B4-BE49-F238E27FC236}">
                <a16:creationId xmlns:a16="http://schemas.microsoft.com/office/drawing/2014/main" id="{7514F0AD-4118-4DF7-8B7C-C3C37645C828}"/>
              </a:ext>
            </a:extLst>
          </p:cNvPr>
          <p:cNvGrpSpPr/>
          <p:nvPr/>
        </p:nvGrpSpPr>
        <p:grpSpPr>
          <a:xfrm>
            <a:off x="3404705" y="1910854"/>
            <a:ext cx="8507529" cy="971157"/>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INSPIRATION</a:t>
                </a:r>
              </a:p>
              <a:p>
                <a:pPr marL="0" indent="0" algn="ctr">
                  <a:buFont typeface="Arial" panose="020B0604020202020204" pitchFamily="34" charset="0"/>
                  <a:buNone/>
                </a:pPr>
                <a:endParaRPr lang="fr-FR" sz="1050" b="1" i="1" dirty="0">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COLLECTE</a:t>
                </a:r>
              </a:p>
              <a:p>
                <a:pPr marL="0" indent="0" algn="ctr">
                  <a:buFont typeface="Arial" panose="020B0604020202020204" pitchFamily="34" charset="0"/>
                  <a:buNone/>
                </a:pPr>
                <a:endParaRPr lang="fr-FR" sz="1050" b="1" i="1" dirty="0">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INITIATION</a:t>
                </a:r>
              </a:p>
              <a:p>
                <a:pPr marL="0" indent="0" algn="ctr">
                  <a:buFont typeface="Arial" panose="020B0604020202020204" pitchFamily="34" charset="0"/>
                  <a:buNone/>
                </a:pPr>
                <a:endParaRPr lang="fr-FR" sz="1050" b="1" i="1" dirty="0">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CHOC DE LA RÉALITÉ</a:t>
                </a:r>
              </a:p>
              <a:p>
                <a:pPr marL="0" indent="0" algn="ctr">
                  <a:buFont typeface="Arial" panose="020B0604020202020204" pitchFamily="34" charset="0"/>
                  <a:buNone/>
                </a:pPr>
                <a:endParaRPr lang="fr-FR" sz="1050" b="1" i="1" dirty="0">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dirty="0">
                    <a:solidFill>
                      <a:srgbClr val="0683AA"/>
                    </a:solidFill>
                  </a:rPr>
                  <a:t>FORTIFICATION</a:t>
                </a:r>
              </a:p>
              <a:p>
                <a:pPr marL="0" indent="0" algn="ctr">
                  <a:buFont typeface="Arial" panose="020B0604020202020204" pitchFamily="34" charset="0"/>
                  <a:buNone/>
                </a:pPr>
                <a:endParaRPr lang="fr-FR" sz="1050" b="1" i="1" dirty="0">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25" name="Graphique 24" descr="Femme avec bras prothétique">
            <a:extLst>
              <a:ext uri="{FF2B5EF4-FFF2-40B4-BE49-F238E27FC236}">
                <a16:creationId xmlns:a16="http://schemas.microsoft.com/office/drawing/2014/main" id="{8C56B46F-0C62-4C41-8174-48B020C0F6F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0" y="4183685"/>
            <a:ext cx="2546967" cy="2674315"/>
          </a:xfrm>
          <a:prstGeom prst="rect">
            <a:avLst/>
          </a:prstGeom>
        </p:spPr>
      </p:pic>
      <p:grpSp>
        <p:nvGrpSpPr>
          <p:cNvPr id="2" name="Groupe 1">
            <a:extLst>
              <a:ext uri="{FF2B5EF4-FFF2-40B4-BE49-F238E27FC236}">
                <a16:creationId xmlns:a16="http://schemas.microsoft.com/office/drawing/2014/main" id="{60E5E831-B44F-4F56-852F-6429E30110FB}"/>
              </a:ext>
            </a:extLst>
          </p:cNvPr>
          <p:cNvGrpSpPr/>
          <p:nvPr/>
        </p:nvGrpSpPr>
        <p:grpSpPr>
          <a:xfrm>
            <a:off x="3392670" y="3056469"/>
            <a:ext cx="8624085" cy="1076857"/>
            <a:chOff x="213802" y="5181377"/>
            <a:chExt cx="11778797" cy="1470774"/>
          </a:xfrm>
        </p:grpSpPr>
        <p:pic>
          <p:nvPicPr>
            <p:cNvPr id="43" name="Graphique 42" descr="Un astronaute avec un remplissage uni">
              <a:extLst>
                <a:ext uri="{FF2B5EF4-FFF2-40B4-BE49-F238E27FC236}">
                  <a16:creationId xmlns:a16="http://schemas.microsoft.com/office/drawing/2014/main" id="{637AE911-183B-44F4-B3F8-6939C55F049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6208" y="5199225"/>
              <a:ext cx="914400" cy="914400"/>
            </a:xfrm>
            <a:prstGeom prst="rect">
              <a:avLst/>
            </a:prstGeom>
          </p:spPr>
        </p:pic>
        <p:pic>
          <p:nvPicPr>
            <p:cNvPr id="44" name="Graphique 43" descr="Homme pilote avec un remplissage uni">
              <a:extLst>
                <a:ext uri="{FF2B5EF4-FFF2-40B4-BE49-F238E27FC236}">
                  <a16:creationId xmlns:a16="http://schemas.microsoft.com/office/drawing/2014/main" id="{A54F175E-5C7C-4112-A935-2D00C116DA4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802134" y="5226834"/>
              <a:ext cx="914400" cy="914400"/>
            </a:xfrm>
            <a:prstGeom prst="rect">
              <a:avLst/>
            </a:prstGeom>
          </p:spPr>
        </p:pic>
        <p:pic>
          <p:nvPicPr>
            <p:cNvPr id="45" name="Graphique 44" descr="Homme électricien avec un remplissage uni">
              <a:extLst>
                <a:ext uri="{FF2B5EF4-FFF2-40B4-BE49-F238E27FC236}">
                  <a16:creationId xmlns:a16="http://schemas.microsoft.com/office/drawing/2014/main" id="{72C1D675-C90D-48A7-B855-2B7C70B5B74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63976" y="5199225"/>
              <a:ext cx="914400" cy="914400"/>
            </a:xfrm>
            <a:prstGeom prst="rect">
              <a:avLst/>
            </a:prstGeom>
          </p:spPr>
        </p:pic>
        <p:pic>
          <p:nvPicPr>
            <p:cNvPr id="46" name="Graphique 45" descr="Homme scientifique avec un remplissage uni">
              <a:extLst>
                <a:ext uri="{FF2B5EF4-FFF2-40B4-BE49-F238E27FC236}">
                  <a16:creationId xmlns:a16="http://schemas.microsoft.com/office/drawing/2014/main" id="{68004A36-79CA-4F83-924B-DD77231FE00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898543" y="5199225"/>
              <a:ext cx="914400" cy="914400"/>
            </a:xfrm>
            <a:prstGeom prst="rect">
              <a:avLst/>
            </a:prstGeom>
          </p:spPr>
        </p:pic>
        <p:pic>
          <p:nvPicPr>
            <p:cNvPr id="47" name="Graphique 46" descr="Employé de bureau avec un remplissage uni">
              <a:extLst>
                <a:ext uri="{FF2B5EF4-FFF2-40B4-BE49-F238E27FC236}">
                  <a16:creationId xmlns:a16="http://schemas.microsoft.com/office/drawing/2014/main" id="{779D2072-DF1C-4B11-B1B6-2E283DFE6AC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146329" y="5199225"/>
              <a:ext cx="914400" cy="914400"/>
            </a:xfrm>
            <a:prstGeom prst="rect">
              <a:avLst/>
            </a:prstGeom>
          </p:spPr>
        </p:pic>
        <p:pic>
          <p:nvPicPr>
            <p:cNvPr id="48" name="Graphique 47" descr="Homme détective avec un remplissage uni">
              <a:extLst>
                <a:ext uri="{FF2B5EF4-FFF2-40B4-BE49-F238E27FC236}">
                  <a16:creationId xmlns:a16="http://schemas.microsoft.com/office/drawing/2014/main" id="{E038CDC9-7B37-426B-8785-E21D9553EB9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133110" y="5199225"/>
              <a:ext cx="914400" cy="914400"/>
            </a:xfrm>
            <a:prstGeom prst="rect">
              <a:avLst/>
            </a:prstGeom>
          </p:spPr>
        </p:pic>
        <p:sp>
          <p:nvSpPr>
            <p:cNvPr id="49" name="ZoneTexte 48">
              <a:extLst>
                <a:ext uri="{FF2B5EF4-FFF2-40B4-BE49-F238E27FC236}">
                  <a16:creationId xmlns:a16="http://schemas.microsoft.com/office/drawing/2014/main" id="{D777BB82-C46A-463C-887A-33886AEFE346}"/>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dirty="0"/>
                <a:t>AMBASSADEURS VISIONNAIRES </a:t>
              </a:r>
            </a:p>
            <a:p>
              <a:pPr marL="0" indent="0" algn="ctr">
                <a:buFont typeface="Arial" panose="020B0604020202020204" pitchFamily="34" charset="0"/>
                <a:buNone/>
              </a:pPr>
              <a:r>
                <a:rPr lang="fr-FR" sz="700" b="1" i="1" dirty="0"/>
                <a:t>&amp; « PRÊCHEURS»</a:t>
              </a:r>
            </a:p>
          </p:txBody>
        </p:sp>
        <p:sp>
          <p:nvSpPr>
            <p:cNvPr id="50" name="ZoneTexte 49">
              <a:extLst>
                <a:ext uri="{FF2B5EF4-FFF2-40B4-BE49-F238E27FC236}">
                  <a16:creationId xmlns:a16="http://schemas.microsoft.com/office/drawing/2014/main" id="{7EF19BB9-CCD4-47DC-9D87-91ED28DB42B0}"/>
                </a:ext>
              </a:extLst>
            </p:cNvPr>
            <p:cNvSpPr txBox="1"/>
            <p:nvPr/>
          </p:nvSpPr>
          <p:spPr>
            <a:xfrm>
              <a:off x="1941267" y="6074644"/>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dirty="0"/>
                <a:t>AMBASSADEURS DÉTECTIVES</a:t>
              </a:r>
            </a:p>
          </p:txBody>
        </p:sp>
        <p:sp>
          <p:nvSpPr>
            <p:cNvPr id="51" name="ZoneTexte 50">
              <a:extLst>
                <a:ext uri="{FF2B5EF4-FFF2-40B4-BE49-F238E27FC236}">
                  <a16:creationId xmlns:a16="http://schemas.microsoft.com/office/drawing/2014/main" id="{EF52F5EE-8134-48B9-8CC6-AB8515DFE2E6}"/>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dirty="0"/>
                <a:t>AMBASSADEURS PROFESSEURS</a:t>
              </a:r>
            </a:p>
          </p:txBody>
        </p:sp>
        <p:sp>
          <p:nvSpPr>
            <p:cNvPr id="52" name="ZoneTexte 51">
              <a:extLst>
                <a:ext uri="{FF2B5EF4-FFF2-40B4-BE49-F238E27FC236}">
                  <a16:creationId xmlns:a16="http://schemas.microsoft.com/office/drawing/2014/main" id="{817DC9E6-895F-4273-9FF2-7E5B237FC48F}"/>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dirty="0"/>
                <a:t>AMBASSADEURS SUPPORT</a:t>
              </a:r>
            </a:p>
          </p:txBody>
        </p:sp>
        <p:sp>
          <p:nvSpPr>
            <p:cNvPr id="53" name="ZoneTexte 52">
              <a:extLst>
                <a:ext uri="{FF2B5EF4-FFF2-40B4-BE49-F238E27FC236}">
                  <a16:creationId xmlns:a16="http://schemas.microsoft.com/office/drawing/2014/main" id="{3B3ACEF8-C3E6-41FA-8645-9F7F73CE5BE4}"/>
                </a:ext>
              </a:extLst>
            </p:cNvPr>
            <p:cNvSpPr txBox="1"/>
            <p:nvPr/>
          </p:nvSpPr>
          <p:spPr>
            <a:xfrm>
              <a:off x="8916562" y="607464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dirty="0"/>
                <a:t>AMBASSADEURS « COMMERCIAUX »</a:t>
              </a:r>
            </a:p>
          </p:txBody>
        </p:sp>
        <p:sp>
          <p:nvSpPr>
            <p:cNvPr id="54" name="ZoneTexte 53">
              <a:extLst>
                <a:ext uri="{FF2B5EF4-FFF2-40B4-BE49-F238E27FC236}">
                  <a16:creationId xmlns:a16="http://schemas.microsoft.com/office/drawing/2014/main" id="{AB7ABB52-D298-400B-95B1-182BDADE9156}"/>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dirty="0"/>
                <a:t>AMBASSADEURS </a:t>
              </a:r>
            </a:p>
            <a:p>
              <a:pPr marL="0" indent="0" algn="ctr">
                <a:buFont typeface="Arial" panose="020B0604020202020204" pitchFamily="34" charset="0"/>
                <a:buNone/>
              </a:pPr>
              <a:r>
                <a:rPr lang="fr-FR" sz="700" b="1" i="1" dirty="0"/>
                <a:t>AUDITEURS</a:t>
              </a:r>
            </a:p>
          </p:txBody>
        </p:sp>
        <p:pic>
          <p:nvPicPr>
            <p:cNvPr id="55" name="Graphique 54" descr="Programmeur avec un remplissage uni">
              <a:extLst>
                <a:ext uri="{FF2B5EF4-FFF2-40B4-BE49-F238E27FC236}">
                  <a16:creationId xmlns:a16="http://schemas.microsoft.com/office/drawing/2014/main" id="{296B31F2-176C-496D-9FA6-ABE61AC216D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401623" y="5181377"/>
              <a:ext cx="914400" cy="914400"/>
            </a:xfrm>
            <a:prstGeom prst="rect">
              <a:avLst/>
            </a:prstGeom>
          </p:spPr>
        </p:pic>
        <p:sp>
          <p:nvSpPr>
            <p:cNvPr id="56" name="ZoneTexte 55">
              <a:extLst>
                <a:ext uri="{FF2B5EF4-FFF2-40B4-BE49-F238E27FC236}">
                  <a16:creationId xmlns:a16="http://schemas.microsoft.com/office/drawing/2014/main" id="{B3D4768B-B430-480A-850E-9E6FB3B1FF14}"/>
                </a:ext>
              </a:extLst>
            </p:cNvPr>
            <p:cNvSpPr txBox="1"/>
            <p:nvPr/>
          </p:nvSpPr>
          <p:spPr>
            <a:xfrm>
              <a:off x="10618666" y="6082133"/>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dirty="0"/>
                <a:t>AMBASSADEURS DIPLOMATES</a:t>
              </a:r>
            </a:p>
          </p:txBody>
        </p:sp>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Tree>
    <p:extLst>
      <p:ext uri="{BB962C8B-B14F-4D97-AF65-F5344CB8AC3E}">
        <p14:creationId xmlns:p14="http://schemas.microsoft.com/office/powerpoint/2010/main" val="612096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561038"/>
            <a:ext cx="4181475" cy="132990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Usage N°1 : </a:t>
            </a:r>
          </a:p>
          <a:p>
            <a:pPr marL="0" indent="0" algn="ctr">
              <a:buFont typeface="Arial" panose="020B0604020202020204" pitchFamily="34" charset="0"/>
              <a:buNone/>
            </a:pPr>
            <a:r>
              <a:rPr lang="fr-FR" sz="4400" b="1" i="1" dirty="0"/>
              <a:t>Pourquoi l’atelier CCC-</a:t>
            </a:r>
            <a:r>
              <a:rPr lang="fr-FR" sz="4400" b="1" i="1" dirty="0" err="1"/>
              <a:t>Decision</a:t>
            </a:r>
            <a:endParaRPr lang="fr-FR" sz="4400" b="1" i="1" dirty="0">
              <a:solidFill>
                <a:srgbClr val="0683AA"/>
              </a:solidFill>
            </a:endParaRPr>
          </a:p>
        </p:txBody>
      </p:sp>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651861" y="2179663"/>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995777" y="4284956"/>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COMMENT CHOISIR NOS PROCHAINES </a:t>
            </a:r>
            <a:r>
              <a:rPr lang="fr-FR" sz="3200" b="1" i="1" dirty="0">
                <a:solidFill>
                  <a:srgbClr val="ED7D31"/>
                </a:solidFill>
              </a:rPr>
              <a:t>ACTIVITÉS</a:t>
            </a:r>
            <a:r>
              <a:rPr lang="fr-FR" sz="3200" b="1" i="1" dirty="0"/>
              <a:t> ?</a:t>
            </a:r>
            <a:endParaRPr lang="fr-FR" sz="3200" b="1" i="1" dirty="0">
              <a:solidFill>
                <a:srgbClr val="0683AA"/>
              </a:solidFill>
            </a:endParaRPr>
          </a:p>
        </p:txBody>
      </p:sp>
      <p:sp>
        <p:nvSpPr>
          <p:cNvPr id="18" name="Espace réservé du contenu 2">
            <a:extLst>
              <a:ext uri="{FF2B5EF4-FFF2-40B4-BE49-F238E27FC236}">
                <a16:creationId xmlns:a16="http://schemas.microsoft.com/office/drawing/2014/main" id="{1643E613-6431-4B84-93C2-3D27ED449B54}"/>
              </a:ext>
            </a:extLst>
          </p:cNvPr>
          <p:cNvSpPr>
            <a:spLocks noGrp="1"/>
          </p:cNvSpPr>
          <p:nvPr>
            <p:ph idx="1"/>
          </p:nvPr>
        </p:nvSpPr>
        <p:spPr>
          <a:xfrm>
            <a:off x="5064917" y="440985"/>
            <a:ext cx="6336508" cy="5969339"/>
          </a:xfrm>
        </p:spPr>
        <p:txBody>
          <a:bodyPr>
            <a:normAutofit fontScale="92500" lnSpcReduction="10000"/>
          </a:bodyPr>
          <a:lstStyle/>
          <a:p>
            <a:pPr marL="0" indent="0">
              <a:buNone/>
            </a:pPr>
            <a:r>
              <a:rPr lang="fr-FR" sz="1400" dirty="0"/>
              <a:t>Une communauté de changement, de pratique ou d’apprentissage peut avoir un très grand impact malgré le peu de temps total pendant lequel les membres se retrouvent. Le bon usage de ce temps permet de mieux exprimer ce potentiel. </a:t>
            </a:r>
          </a:p>
          <a:p>
            <a:pPr marL="0" indent="0">
              <a:buNone/>
            </a:pPr>
            <a:endParaRPr lang="fr-FR" sz="1400" dirty="0"/>
          </a:p>
          <a:p>
            <a:pPr marL="0" indent="0">
              <a:buNone/>
            </a:pPr>
            <a:r>
              <a:rPr lang="fr-FR" sz="1400" dirty="0"/>
              <a:t>Un mauvais choix d’activités peut au contraire ralentir, frustrer, voire gâcher ce potentiel. </a:t>
            </a:r>
          </a:p>
          <a:p>
            <a:pPr marL="0" indent="0">
              <a:buNone/>
            </a:pPr>
            <a:endParaRPr lang="fr-FR" sz="1400" dirty="0"/>
          </a:p>
          <a:p>
            <a:pPr marL="0" indent="0">
              <a:buNone/>
            </a:pPr>
            <a:r>
              <a:rPr lang="fr-FR" sz="1400" dirty="0"/>
              <a:t>Par exemple, lorsque ces choix ne prennent pas en compte le niveau d’appropriation d’un changement, cela peut mener à : </a:t>
            </a:r>
          </a:p>
          <a:p>
            <a:pPr marL="0" indent="0">
              <a:buNone/>
            </a:pPr>
            <a:r>
              <a:rPr lang="fr-FR" sz="1400" dirty="0"/>
              <a:t>😐 Essayer directement de lancer la communauté dans une pratique alors que les membres n’en ont pas vraiment envie</a:t>
            </a:r>
          </a:p>
          <a:p>
            <a:pPr marL="0" indent="0">
              <a:buNone/>
            </a:pPr>
            <a:r>
              <a:rPr lang="fr-FR" sz="1400" dirty="0"/>
              <a:t>😤 Accumuler des contenus et moments dits « inspirants » sans prendre le temps d’écouter les membres</a:t>
            </a:r>
          </a:p>
          <a:p>
            <a:pPr marL="0" indent="0">
              <a:buNone/>
            </a:pPr>
            <a:r>
              <a:rPr lang="fr-FR" sz="1400" dirty="0"/>
              <a:t>😟 Faire beaucoup rêver, collecter des infos et structurer la suite, mais ne pas passer à l’action (ou trop tard)</a:t>
            </a:r>
          </a:p>
          <a:p>
            <a:pPr marL="0" indent="0">
              <a:buNone/>
            </a:pPr>
            <a:r>
              <a:rPr lang="fr-FR" sz="1400" dirty="0"/>
              <a:t>😩 Rester dans l’illusion que les expérimentations dans la communauté suffisent, tandis que les membres font face au réel du quotidien</a:t>
            </a:r>
          </a:p>
          <a:p>
            <a:pPr marL="0" indent="0">
              <a:buNone/>
            </a:pPr>
            <a:r>
              <a:rPr lang="fr-FR" sz="1400" dirty="0"/>
              <a:t>🥀 S’en tenir à des réussites ponctuelles, qui ne durent pas au-delà de la vie de la communauté </a:t>
            </a:r>
          </a:p>
          <a:p>
            <a:pPr marL="0" indent="0">
              <a:buNone/>
            </a:pPr>
            <a:r>
              <a:rPr lang="fr-FR" sz="1400" dirty="0"/>
              <a:t>😮 Manquer l’opportunité de pouvoir étendre des changements au-delà de la communauté, de manière viable</a:t>
            </a:r>
          </a:p>
          <a:p>
            <a:pPr marL="0" indent="0">
              <a:buNone/>
            </a:pPr>
            <a:r>
              <a:rPr lang="fr-FR" sz="1400" dirty="0"/>
              <a:t>😠 Officialiser des changements de fonctions en désignant très tôt des « membres » de communauté à leur insu, en s’imaginant un engagement soudain et indéfectible</a:t>
            </a:r>
          </a:p>
          <a:p>
            <a:pPr marL="0" indent="0">
              <a:buNone/>
            </a:pPr>
            <a:endParaRPr lang="fr-FR" sz="1400" dirty="0"/>
          </a:p>
          <a:p>
            <a:pPr marL="0" indent="0">
              <a:buNone/>
            </a:pPr>
            <a:r>
              <a:rPr lang="fr-FR" sz="1400" dirty="0"/>
              <a:t>L’atelier CCC-</a:t>
            </a:r>
            <a:r>
              <a:rPr lang="fr-FR" sz="1400" dirty="0" err="1"/>
              <a:t>Decision</a:t>
            </a:r>
            <a:r>
              <a:rPr lang="fr-FR" sz="1400" dirty="0"/>
              <a:t> aide à éviter ce genre d’écueils en synchronisant mieux l’état d’une communauté vis-à-vis du changement et ses activités opérationnelles.</a:t>
            </a:r>
          </a:p>
        </p:txBody>
      </p:sp>
    </p:spTree>
    <p:extLst>
      <p:ext uri="{BB962C8B-B14F-4D97-AF65-F5344CB8AC3E}">
        <p14:creationId xmlns:p14="http://schemas.microsoft.com/office/powerpoint/2010/main" val="2426442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C50FE2-6013-45E2-819C-470AD0397D40}"/>
              </a:ext>
            </a:extLst>
          </p:cNvPr>
          <p:cNvSpPr>
            <a:spLocks noGrp="1"/>
          </p:cNvSpPr>
          <p:nvPr>
            <p:ph idx="1"/>
          </p:nvPr>
        </p:nvSpPr>
        <p:spPr>
          <a:xfrm>
            <a:off x="4941092" y="1987044"/>
            <a:ext cx="4763610" cy="4351338"/>
          </a:xfrm>
        </p:spPr>
        <p:txBody>
          <a:bodyPr>
            <a:normAutofit/>
          </a:bodyPr>
          <a:lstStyle/>
          <a:p>
            <a:pPr marL="457200" indent="-457200">
              <a:buFont typeface="+mj-lt"/>
              <a:buAutoNum type="arabicPeriod"/>
            </a:pPr>
            <a:r>
              <a:rPr lang="fr-FR" sz="1600" dirty="0"/>
              <a:t>Sélectionner </a:t>
            </a:r>
            <a:r>
              <a:rPr lang="fr-FR" sz="1600" b="1" dirty="0">
                <a:solidFill>
                  <a:srgbClr val="ED7D31"/>
                </a:solidFill>
              </a:rPr>
              <a:t>UN</a:t>
            </a:r>
            <a:r>
              <a:rPr lang="fr-FR" sz="1600" dirty="0"/>
              <a:t> sujet sur lequel on </a:t>
            </a:r>
            <a:r>
              <a:rPr lang="fr-FR" sz="1600" b="1" dirty="0">
                <a:solidFill>
                  <a:srgbClr val="0683AA"/>
                </a:solidFill>
              </a:rPr>
              <a:t>souhaite avancer</a:t>
            </a:r>
            <a:r>
              <a:rPr lang="fr-FR" sz="1600" dirty="0"/>
              <a:t> dans la communauté. Ce sujet doit pouvoir faire l’objet d’apprentissage.</a:t>
            </a:r>
          </a:p>
          <a:p>
            <a:pPr marL="514350" indent="-514350">
              <a:buFont typeface="+mj-lt"/>
              <a:buAutoNum type="arabicPeriod"/>
            </a:pPr>
            <a:endParaRPr lang="fr-FR" sz="1600" dirty="0"/>
          </a:p>
          <a:p>
            <a:pPr marL="514350" indent="-514350">
              <a:buFont typeface="+mj-lt"/>
              <a:buAutoNum type="arabicPeriod"/>
            </a:pPr>
            <a:r>
              <a:rPr lang="fr-FR" sz="1600" dirty="0"/>
              <a:t>Prendre le tableau des 7 phases pour identifier la phase dans laquelle on se trouve</a:t>
            </a:r>
          </a:p>
          <a:p>
            <a:pPr marL="514350" indent="-514350">
              <a:buFont typeface="+mj-lt"/>
              <a:buAutoNum type="arabicPeriod"/>
            </a:pPr>
            <a:endParaRPr lang="fr-FR" sz="1600" dirty="0"/>
          </a:p>
          <a:p>
            <a:pPr marL="514350" indent="-514350">
              <a:buFont typeface="+mj-lt"/>
              <a:buAutoNum type="arabicPeriod"/>
            </a:pPr>
            <a:r>
              <a:rPr lang="fr-FR" sz="1600" dirty="0"/>
              <a:t>Utiliser les suggestions d’activité pour imaginer les activités les plus appropriées pour l’état de la Communauté. Décider d’UNE activité qui aura lieu.</a:t>
            </a:r>
          </a:p>
          <a:p>
            <a:pPr marL="514350" indent="-514350">
              <a:buFont typeface="+mj-lt"/>
              <a:buAutoNum type="arabicPeriod"/>
            </a:pPr>
            <a:endParaRPr lang="fr-FR" sz="1600" dirty="0"/>
          </a:p>
          <a:p>
            <a:pPr marL="514350" indent="-514350">
              <a:buFont typeface="+mj-lt"/>
              <a:buAutoNum type="arabicPeriod"/>
            </a:pPr>
            <a:endParaRPr lang="fr-FR" sz="1600" dirty="0"/>
          </a:p>
          <a:p>
            <a:pPr marL="0" indent="0">
              <a:buNone/>
            </a:pPr>
            <a:r>
              <a:rPr lang="fr-FR" sz="1600" dirty="0"/>
              <a:t>Recommencer au point 2 après la fin activité </a:t>
            </a:r>
          </a:p>
        </p:txBody>
      </p:sp>
      <p:sp>
        <p:nvSpPr>
          <p:cNvPr id="7" name="Espace réservé du texte 4">
            <a:extLst>
              <a:ext uri="{FF2B5EF4-FFF2-40B4-BE49-F238E27FC236}">
                <a16:creationId xmlns:a16="http://schemas.microsoft.com/office/drawing/2014/main" id="{0C7880BE-319E-4B2E-904D-BCA7D4CEA5E0}"/>
              </a:ext>
            </a:extLst>
          </p:cNvPr>
          <p:cNvSpPr txBox="1">
            <a:spLocks/>
          </p:cNvSpPr>
          <p:nvPr/>
        </p:nvSpPr>
        <p:spPr>
          <a:xfrm>
            <a:off x="1208839" y="169068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8" name="Espace réservé du contenu 5">
            <a:extLst>
              <a:ext uri="{FF2B5EF4-FFF2-40B4-BE49-F238E27FC236}">
                <a16:creationId xmlns:a16="http://schemas.microsoft.com/office/drawing/2014/main" id="{0D71FBC8-0655-48A1-9A06-0F40B361F6D8}"/>
              </a:ext>
            </a:extLst>
          </p:cNvPr>
          <p:cNvSpPr txBox="1">
            <a:spLocks/>
          </p:cNvSpPr>
          <p:nvPr/>
        </p:nvSpPr>
        <p:spPr>
          <a:xfrm>
            <a:off x="1208839" y="226989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Définir sa roadmap de communauté</a:t>
            </a:r>
          </a:p>
          <a:p>
            <a:pPr>
              <a:buFontTx/>
              <a:buChar char="-"/>
            </a:pPr>
            <a:endParaRPr lang="fr-FR" sz="1200" dirty="0"/>
          </a:p>
        </p:txBody>
      </p:sp>
      <p:sp>
        <p:nvSpPr>
          <p:cNvPr id="9" name="Espace réservé du texte 4">
            <a:extLst>
              <a:ext uri="{FF2B5EF4-FFF2-40B4-BE49-F238E27FC236}">
                <a16:creationId xmlns:a16="http://schemas.microsoft.com/office/drawing/2014/main" id="{4779B1F0-A51F-4486-A82A-37567DAD01C1}"/>
              </a:ext>
            </a:extLst>
          </p:cNvPr>
          <p:cNvSpPr txBox="1">
            <a:spLocks/>
          </p:cNvSpPr>
          <p:nvPr/>
        </p:nvSpPr>
        <p:spPr>
          <a:xfrm>
            <a:off x="1208839" y="412553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 recommandée</a:t>
            </a:r>
          </a:p>
        </p:txBody>
      </p:sp>
      <p:sp>
        <p:nvSpPr>
          <p:cNvPr id="10" name="Espace réservé du contenu 5">
            <a:extLst>
              <a:ext uri="{FF2B5EF4-FFF2-40B4-BE49-F238E27FC236}">
                <a16:creationId xmlns:a16="http://schemas.microsoft.com/office/drawing/2014/main" id="{DD8F30F3-03DB-44A8-9B16-A6380C6D318C}"/>
              </a:ext>
            </a:extLst>
          </p:cNvPr>
          <p:cNvSpPr txBox="1">
            <a:spLocks/>
          </p:cNvSpPr>
          <p:nvPr/>
        </p:nvSpPr>
        <p:spPr>
          <a:xfrm>
            <a:off x="1208839" y="4704739"/>
            <a:ext cx="2845965" cy="1690823"/>
          </a:xfrm>
          <a:prstGeom prst="rect">
            <a:avLst/>
          </a:prstGeom>
          <a:solidFill>
            <a:schemeClr val="accent2">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En atelier petit comité</a:t>
            </a:r>
          </a:p>
          <a:p>
            <a:pPr marL="0" indent="0">
              <a:buFont typeface="Arial" panose="020B0604020202020204" pitchFamily="34" charset="0"/>
              <a:buNone/>
            </a:pPr>
            <a:r>
              <a:rPr lang="fr-FR" sz="1200" dirty="0"/>
              <a:t>10 minutes par phase</a:t>
            </a:r>
          </a:p>
          <a:p>
            <a:pPr marL="0" indent="0">
              <a:buFont typeface="Arial" panose="020B0604020202020204" pitchFamily="34" charset="0"/>
              <a:buNone/>
            </a:pPr>
            <a:r>
              <a:rPr lang="fr-FR" sz="1200" dirty="0"/>
              <a:t>Avec les responsables de la communauté </a:t>
            </a:r>
          </a:p>
          <a:p>
            <a:pPr marL="0" indent="0">
              <a:buFont typeface="Arial" panose="020B0604020202020204" pitchFamily="34" charset="0"/>
              <a:buNone/>
            </a:pPr>
            <a:r>
              <a:rPr lang="fr-FR" sz="1200" dirty="0"/>
              <a:t>+ les membres souhaitant prendre part aux décisions</a:t>
            </a:r>
          </a:p>
          <a:p>
            <a:pPr marL="0" indent="0">
              <a:buFont typeface="Arial" panose="020B0604020202020204" pitchFamily="34" charset="0"/>
              <a:buNone/>
            </a:pPr>
            <a:r>
              <a:rPr lang="fr-FR" sz="1200" dirty="0"/>
              <a:t>+ les membres pouvant aider à identifier la phase</a:t>
            </a:r>
          </a:p>
        </p:txBody>
      </p:sp>
      <p:pic>
        <p:nvPicPr>
          <p:cNvPr id="12" name="Graphique 11" descr="Flèche en cercle avec un remplissage uni">
            <a:extLst>
              <a:ext uri="{FF2B5EF4-FFF2-40B4-BE49-F238E27FC236}">
                <a16:creationId xmlns:a16="http://schemas.microsoft.com/office/drawing/2014/main" id="{9F8EDB3F-5BE9-4BDD-8A31-7E295C84D7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95607" y="5650410"/>
            <a:ext cx="457200" cy="457200"/>
          </a:xfrm>
          <a:prstGeom prst="rect">
            <a:avLst/>
          </a:prstGeom>
        </p:spPr>
      </p:pic>
      <p:pic>
        <p:nvPicPr>
          <p:cNvPr id="16" name="Graphique 15" descr="Main ouverte avec un remplissage uni">
            <a:extLst>
              <a:ext uri="{FF2B5EF4-FFF2-40B4-BE49-F238E27FC236}">
                <a16:creationId xmlns:a16="http://schemas.microsoft.com/office/drawing/2014/main" id="{050F2418-13CA-43C7-BEC3-6723425F45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95607" y="1987044"/>
            <a:ext cx="457200" cy="457200"/>
          </a:xfrm>
          <a:prstGeom prst="rect">
            <a:avLst/>
          </a:prstGeom>
        </p:spPr>
      </p:pic>
      <p:pic>
        <p:nvPicPr>
          <p:cNvPr id="18" name="Graphique 17" descr="Loupe avec un remplissage uni">
            <a:extLst>
              <a:ext uri="{FF2B5EF4-FFF2-40B4-BE49-F238E27FC236}">
                <a16:creationId xmlns:a16="http://schemas.microsoft.com/office/drawing/2014/main" id="{D1D0F640-85BD-4E89-9151-0651329ECC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95607" y="3103540"/>
            <a:ext cx="457200" cy="457200"/>
          </a:xfrm>
          <a:prstGeom prst="rect">
            <a:avLst/>
          </a:prstGeom>
        </p:spPr>
      </p:pic>
      <p:pic>
        <p:nvPicPr>
          <p:cNvPr id="20" name="Graphique 19" descr="Ampoule et engrenage avec un remplissage uni">
            <a:extLst>
              <a:ext uri="{FF2B5EF4-FFF2-40B4-BE49-F238E27FC236}">
                <a16:creationId xmlns:a16="http://schemas.microsoft.com/office/drawing/2014/main" id="{388F6F46-EC0B-49E5-A167-D59D5D4D6B3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95607" y="3991436"/>
            <a:ext cx="457200" cy="457200"/>
          </a:xfrm>
          <a:prstGeom prst="rect">
            <a:avLst/>
          </a:prstGeom>
        </p:spPr>
      </p:pic>
      <p:sp>
        <p:nvSpPr>
          <p:cNvPr id="23" name="Espace réservé du texte 15">
            <a:extLst>
              <a:ext uri="{FF2B5EF4-FFF2-40B4-BE49-F238E27FC236}">
                <a16:creationId xmlns:a16="http://schemas.microsoft.com/office/drawing/2014/main" id="{9C739B26-DA65-4265-8516-D69789997902}"/>
              </a:ext>
            </a:extLst>
          </p:cNvPr>
          <p:cNvSpPr txBox="1">
            <a:spLocks/>
          </p:cNvSpPr>
          <p:nvPr/>
        </p:nvSpPr>
        <p:spPr>
          <a:xfrm>
            <a:off x="0" y="561038"/>
            <a:ext cx="12192000" cy="5927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Mode opératoire de l’Usage 1 </a:t>
            </a:r>
            <a:endParaRPr lang="fr-FR" sz="4400" b="1" i="1" dirty="0">
              <a:solidFill>
                <a:srgbClr val="0683AA"/>
              </a:solidFill>
            </a:endParaRPr>
          </a:p>
        </p:txBody>
      </p:sp>
    </p:spTree>
    <p:extLst>
      <p:ext uri="{BB962C8B-B14F-4D97-AF65-F5344CB8AC3E}">
        <p14:creationId xmlns:p14="http://schemas.microsoft.com/office/powerpoint/2010/main" val="3136992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que 2" descr="Femme portant un panneau">
            <a:extLst>
              <a:ext uri="{FF2B5EF4-FFF2-40B4-BE49-F238E27FC236}">
                <a16:creationId xmlns:a16="http://schemas.microsoft.com/office/drawing/2014/main" id="{194A3FD9-17A4-410F-B34F-1AF6F543211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8520"/>
          <a:stretch/>
        </p:blipFill>
        <p:spPr>
          <a:xfrm>
            <a:off x="200671" y="2596766"/>
            <a:ext cx="3962956" cy="3607199"/>
          </a:xfrm>
          <a:prstGeom prst="rect">
            <a:avLst/>
          </a:prstGeom>
        </p:spPr>
      </p:pic>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561038"/>
            <a:ext cx="12192000" cy="132990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Usage N°2 : </a:t>
            </a:r>
          </a:p>
          <a:p>
            <a:pPr marL="0" indent="0" algn="ctr">
              <a:buFont typeface="Arial" panose="020B0604020202020204" pitchFamily="34" charset="0"/>
              <a:buNone/>
            </a:pPr>
            <a:r>
              <a:rPr lang="fr-FR" sz="4400" b="1" i="1" dirty="0"/>
              <a:t>Mise au point et </a:t>
            </a:r>
            <a:r>
              <a:rPr lang="fr-FR" sz="4400" b="1" i="1" dirty="0">
                <a:solidFill>
                  <a:srgbClr val="0683AA"/>
                </a:solidFill>
              </a:rPr>
              <a:t>priorisation des sujets </a:t>
            </a:r>
            <a:r>
              <a:rPr lang="fr-FR" sz="4400" b="1" i="1" dirty="0"/>
              <a:t>de la communauté</a:t>
            </a:r>
            <a:endParaRPr lang="fr-FR" sz="4400" b="1" i="1" dirty="0">
              <a:solidFill>
                <a:srgbClr val="0683AA"/>
              </a:solidFill>
            </a:endParaRPr>
          </a:p>
        </p:txBody>
      </p:sp>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534138" y="4400366"/>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OÙ EN SOMMES NOUS SUR </a:t>
            </a:r>
            <a:r>
              <a:rPr lang="fr-FR" sz="3200" b="1" i="1" dirty="0">
                <a:solidFill>
                  <a:srgbClr val="0683AA"/>
                </a:solidFill>
              </a:rPr>
              <a:t>CHAQUE SUJET</a:t>
            </a:r>
            <a:r>
              <a:rPr lang="fr-FR" sz="3200" b="1" i="1" dirty="0"/>
              <a:t> ?</a:t>
            </a:r>
            <a:endParaRPr lang="fr-FR" sz="3200" b="1" i="1" dirty="0">
              <a:solidFill>
                <a:srgbClr val="0683AA"/>
              </a:solidFill>
            </a:endParaRPr>
          </a:p>
        </p:txBody>
      </p:sp>
      <p:graphicFrame>
        <p:nvGraphicFramePr>
          <p:cNvPr id="5" name="Tableau 5">
            <a:extLst>
              <a:ext uri="{FF2B5EF4-FFF2-40B4-BE49-F238E27FC236}">
                <a16:creationId xmlns:a16="http://schemas.microsoft.com/office/drawing/2014/main" id="{618C8C00-A323-499F-A94F-3C38F42002B5}"/>
              </a:ext>
            </a:extLst>
          </p:cNvPr>
          <p:cNvGraphicFramePr>
            <a:graphicFrameLocks noGrp="1"/>
          </p:cNvGraphicFramePr>
          <p:nvPr>
            <p:extLst>
              <p:ext uri="{D42A27DB-BD31-4B8C-83A1-F6EECF244321}">
                <p14:modId xmlns:p14="http://schemas.microsoft.com/office/powerpoint/2010/main" val="3220770290"/>
              </p:ext>
            </p:extLst>
          </p:nvPr>
        </p:nvGraphicFramePr>
        <p:xfrm>
          <a:off x="4261282" y="2596766"/>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dirty="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INSPIRATION</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COLLECTE</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INITIATION</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CHOC DE LA RÉALITÉ</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CONFIRMATION DE RÉUSSITES</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EXPOSITION</a:t>
                      </a:r>
                    </a:p>
                    <a:p>
                      <a:pPr algn="ctr"/>
                      <a:endParaRPr lang="fr-FR" sz="900" dirty="0">
                        <a:solidFill>
                          <a:schemeClr val="bg1"/>
                        </a:solidFill>
                      </a:endParaRPr>
                    </a:p>
                  </a:txBody>
                  <a:tcPr/>
                </a:tc>
                <a:tc>
                  <a:txBody>
                    <a:bodyPr/>
                    <a:lstStyle/>
                    <a:p>
                      <a:pPr marL="0" indent="0" algn="ctr">
                        <a:buFont typeface="Arial" panose="020B0604020202020204" pitchFamily="34" charset="0"/>
                        <a:buNone/>
                      </a:pPr>
                      <a:r>
                        <a:rPr lang="fr-FR" sz="900" b="1" i="1" dirty="0">
                          <a:solidFill>
                            <a:schemeClr val="bg1"/>
                          </a:solidFill>
                        </a:rPr>
                        <a:t>FORTIFICATION</a:t>
                      </a:r>
                    </a:p>
                    <a:p>
                      <a:pPr marL="0" indent="0" algn="ctr">
                        <a:buFont typeface="Arial" panose="020B0604020202020204" pitchFamily="34" charset="0"/>
                        <a:buNone/>
                      </a:pPr>
                      <a:endParaRPr lang="fr-FR" sz="900" b="1" i="1" dirty="0">
                        <a:solidFill>
                          <a:schemeClr val="bg1"/>
                        </a:solidFill>
                      </a:endParaRPr>
                    </a:p>
                    <a:p>
                      <a:pPr algn="ctr"/>
                      <a:endParaRPr lang="fr-FR" sz="900" dirty="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sp>
        <p:nvSpPr>
          <p:cNvPr id="10" name="Rectangle 9">
            <a:extLst>
              <a:ext uri="{FF2B5EF4-FFF2-40B4-BE49-F238E27FC236}">
                <a16:creationId xmlns:a16="http://schemas.microsoft.com/office/drawing/2014/main" id="{2E82734D-E469-4C23-B5CA-53FB1A663E0A}"/>
              </a:ext>
            </a:extLst>
          </p:cNvPr>
          <p:cNvSpPr/>
          <p:nvPr/>
        </p:nvSpPr>
        <p:spPr>
          <a:xfrm>
            <a:off x="5291092"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24" name="Rectangle 23">
            <a:extLst>
              <a:ext uri="{FF2B5EF4-FFF2-40B4-BE49-F238E27FC236}">
                <a16:creationId xmlns:a16="http://schemas.microsoft.com/office/drawing/2014/main" id="{A394F83A-B2B5-4CC1-8EA8-DCBB0EEF1762}"/>
              </a:ext>
            </a:extLst>
          </p:cNvPr>
          <p:cNvSpPr/>
          <p:nvPr/>
        </p:nvSpPr>
        <p:spPr>
          <a:xfrm>
            <a:off x="5291091" y="360493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26" name="Rectangle 25">
            <a:extLst>
              <a:ext uri="{FF2B5EF4-FFF2-40B4-BE49-F238E27FC236}">
                <a16:creationId xmlns:a16="http://schemas.microsoft.com/office/drawing/2014/main" id="{70F27FD3-31BE-44F8-BDD6-75593B567DAE}"/>
              </a:ext>
            </a:extLst>
          </p:cNvPr>
          <p:cNvSpPr/>
          <p:nvPr/>
        </p:nvSpPr>
        <p:spPr>
          <a:xfrm>
            <a:off x="626740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28" name="Rectangle 27">
            <a:extLst>
              <a:ext uri="{FF2B5EF4-FFF2-40B4-BE49-F238E27FC236}">
                <a16:creationId xmlns:a16="http://schemas.microsoft.com/office/drawing/2014/main" id="{2CB3D8C0-024E-42F9-B161-2D247DD4B827}"/>
              </a:ext>
            </a:extLst>
          </p:cNvPr>
          <p:cNvSpPr/>
          <p:nvPr/>
        </p:nvSpPr>
        <p:spPr>
          <a:xfrm>
            <a:off x="7243714"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3" name="Rectangle 32">
            <a:extLst>
              <a:ext uri="{FF2B5EF4-FFF2-40B4-BE49-F238E27FC236}">
                <a16:creationId xmlns:a16="http://schemas.microsoft.com/office/drawing/2014/main" id="{323A9487-3B16-4E47-A5DE-04A62CD9A08A}"/>
              </a:ext>
            </a:extLst>
          </p:cNvPr>
          <p:cNvSpPr/>
          <p:nvPr/>
        </p:nvSpPr>
        <p:spPr>
          <a:xfrm>
            <a:off x="8220025"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4" name="Rectangle 33">
            <a:extLst>
              <a:ext uri="{FF2B5EF4-FFF2-40B4-BE49-F238E27FC236}">
                <a16:creationId xmlns:a16="http://schemas.microsoft.com/office/drawing/2014/main" id="{8319EF08-BE02-4D1B-BB07-81E41B15126B}"/>
              </a:ext>
            </a:extLst>
          </p:cNvPr>
          <p:cNvSpPr/>
          <p:nvPr/>
        </p:nvSpPr>
        <p:spPr>
          <a:xfrm>
            <a:off x="8220024"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5" name="Rectangle 34">
            <a:extLst>
              <a:ext uri="{FF2B5EF4-FFF2-40B4-BE49-F238E27FC236}">
                <a16:creationId xmlns:a16="http://schemas.microsoft.com/office/drawing/2014/main" id="{84E0DBAB-31C8-425A-9608-CD7B101C20E1}"/>
              </a:ext>
            </a:extLst>
          </p:cNvPr>
          <p:cNvSpPr/>
          <p:nvPr/>
        </p:nvSpPr>
        <p:spPr>
          <a:xfrm>
            <a:off x="433674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6" name="Rectangle 35">
            <a:extLst>
              <a:ext uri="{FF2B5EF4-FFF2-40B4-BE49-F238E27FC236}">
                <a16:creationId xmlns:a16="http://schemas.microsoft.com/office/drawing/2014/main" id="{6BAE312F-8349-4E40-BE7E-6A304284EF9C}"/>
              </a:ext>
            </a:extLst>
          </p:cNvPr>
          <p:cNvSpPr/>
          <p:nvPr/>
        </p:nvSpPr>
        <p:spPr>
          <a:xfrm>
            <a:off x="4678416"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7" name="Rectangle 36">
            <a:extLst>
              <a:ext uri="{FF2B5EF4-FFF2-40B4-BE49-F238E27FC236}">
                <a16:creationId xmlns:a16="http://schemas.microsoft.com/office/drawing/2014/main" id="{DBA296C3-7854-463E-857B-7E230A0DF77B}"/>
              </a:ext>
            </a:extLst>
          </p:cNvPr>
          <p:cNvSpPr/>
          <p:nvPr/>
        </p:nvSpPr>
        <p:spPr>
          <a:xfrm>
            <a:off x="4678415"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8" name="Rectangle 37">
            <a:extLst>
              <a:ext uri="{FF2B5EF4-FFF2-40B4-BE49-F238E27FC236}">
                <a16:creationId xmlns:a16="http://schemas.microsoft.com/office/drawing/2014/main" id="{A83A624B-C467-4469-A270-15561A232F84}"/>
              </a:ext>
            </a:extLst>
          </p:cNvPr>
          <p:cNvSpPr/>
          <p:nvPr/>
        </p:nvSpPr>
        <p:spPr>
          <a:xfrm>
            <a:off x="4336624" y="352654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39" name="Rectangle 38">
            <a:extLst>
              <a:ext uri="{FF2B5EF4-FFF2-40B4-BE49-F238E27FC236}">
                <a16:creationId xmlns:a16="http://schemas.microsoft.com/office/drawing/2014/main" id="{9C861BCD-9E05-4FC1-98FD-C16F752691A1}"/>
              </a:ext>
            </a:extLst>
          </p:cNvPr>
          <p:cNvSpPr/>
          <p:nvPr/>
        </p:nvSpPr>
        <p:spPr>
          <a:xfrm>
            <a:off x="4336624" y="387011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
        <p:nvSpPr>
          <p:cNvPr id="40" name="Rectangle 39">
            <a:extLst>
              <a:ext uri="{FF2B5EF4-FFF2-40B4-BE49-F238E27FC236}">
                <a16:creationId xmlns:a16="http://schemas.microsoft.com/office/drawing/2014/main" id="{3F552787-DCB2-4E35-8A97-67AA01659C73}"/>
              </a:ext>
            </a:extLst>
          </p:cNvPr>
          <p:cNvSpPr/>
          <p:nvPr/>
        </p:nvSpPr>
        <p:spPr>
          <a:xfrm>
            <a:off x="10146179"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a:t>
            </a:r>
          </a:p>
        </p:txBody>
      </p:sp>
    </p:spTree>
    <p:extLst>
      <p:ext uri="{BB962C8B-B14F-4D97-AF65-F5344CB8AC3E}">
        <p14:creationId xmlns:p14="http://schemas.microsoft.com/office/powerpoint/2010/main" val="1387956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normAutofit/>
          </a:bodyPr>
          <a:lstStyle/>
          <a:p>
            <a:r>
              <a:rPr lang="fr-FR" sz="3600" dirty="0"/>
              <a:t>Niveau 3 : </a:t>
            </a:r>
            <a:br>
              <a:rPr lang="fr-FR" sz="3600" dirty="0"/>
            </a:br>
            <a:r>
              <a:rPr lang="fr-FR" sz="3600" dirty="0"/>
              <a:t>Organisation de Change Community Cycle</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vérifier que cela correspond bien à mon besoin et mes capacités. </a:t>
            </a:r>
          </a:p>
          <a:p>
            <a:pPr algn="ctr"/>
            <a:endParaRPr lang="fr-FR" sz="1200" dirty="0">
              <a:solidFill>
                <a:schemeClr val="tx1"/>
              </a:solidFill>
            </a:endParaRPr>
          </a:p>
          <a:p>
            <a:pPr algn="ctr"/>
            <a:r>
              <a:rPr lang="fr-FR" sz="1200" dirty="0">
                <a:solidFill>
                  <a:schemeClr val="tx1"/>
                </a:solidFill>
              </a:rPr>
              <a:t>Puis pour organiser facilement la session</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Générer une liste d’idées d’activités utilisable pour des communautés de changement en cours</a:t>
            </a:r>
          </a:p>
          <a:p>
            <a:pPr>
              <a:buFontTx/>
              <a:buChar char="-"/>
            </a:pPr>
            <a:endParaRPr lang="fr-FR"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5 à 1</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fr-FR" sz="1200" dirty="0"/>
            </a:br>
            <a:endParaRPr lang="fr-FR" sz="1200" dirty="0"/>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35006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92927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Aspects génériques de montage de communauté (nom, identité, etc.)</a:t>
            </a:r>
          </a:p>
          <a:p>
            <a:pPr marL="0" indent="0">
              <a:buFont typeface="Arial" panose="020B0604020202020204" pitchFamily="34" charset="0"/>
              <a:buNone/>
            </a:pPr>
            <a:r>
              <a:rPr lang="fr-FR" sz="1200" dirty="0"/>
              <a:t>Gestion explicite de l’engagement</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35006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92927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1H-1H30 selon durée du tour</a:t>
            </a:r>
          </a:p>
          <a:p>
            <a:pPr marL="0" indent="0">
              <a:buFont typeface="Arial" panose="020B0604020202020204" pitchFamily="34" charset="0"/>
              <a:buNone/>
            </a:pPr>
            <a:r>
              <a:rPr lang="fr-FR" sz="1200" dirty="0"/>
              <a:t>Matériel : de quoi écrire, post-</a:t>
            </a:r>
            <a:r>
              <a:rPr lang="fr-FR" sz="1200" dirty="0" err="1"/>
              <a:t>its</a:t>
            </a:r>
            <a:r>
              <a:rPr lang="fr-FR" sz="1200" dirty="0"/>
              <a:t> et feuilles pour afficher sa roadmap (exemple: grand posters)</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35006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92927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1200" dirty="0"/>
          </a:p>
        </p:txBody>
      </p:sp>
      <p:sp>
        <p:nvSpPr>
          <p:cNvPr id="36" name="Espace réservé du texte 3">
            <a:extLst>
              <a:ext uri="{FF2B5EF4-FFF2-40B4-BE49-F238E27FC236}">
                <a16:creationId xmlns:a16="http://schemas.microsoft.com/office/drawing/2014/main" id="{523750AB-B9AC-4A58-A042-B69E43397BFE}"/>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37" name="Espace réservé du contenu 2">
            <a:extLst>
              <a:ext uri="{FF2B5EF4-FFF2-40B4-BE49-F238E27FC236}">
                <a16:creationId xmlns:a16="http://schemas.microsoft.com/office/drawing/2014/main" id="{75AC6F3E-8C0E-47D5-82B5-4B03229A1CE7}"/>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endParaRPr lang="fr-FR" sz="1200" dirty="0"/>
          </a:p>
        </p:txBody>
      </p:sp>
    </p:spTree>
    <p:extLst>
      <p:ext uri="{BB962C8B-B14F-4D97-AF65-F5344CB8AC3E}">
        <p14:creationId xmlns:p14="http://schemas.microsoft.com/office/powerpoint/2010/main" val="471399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1E19B461-20AD-4F39-8289-308E7B34A4E9}"/>
              </a:ext>
            </a:extLst>
          </p:cNvPr>
          <p:cNvSpPr>
            <a:spLocks noGrp="1"/>
          </p:cNvSpPr>
          <p:nvPr>
            <p:ph type="ctrTitle"/>
          </p:nvPr>
        </p:nvSpPr>
        <p:spPr/>
        <p:txBody>
          <a:bodyPr/>
          <a:lstStyle/>
          <a:p>
            <a:r>
              <a:rPr lang="fr-FR" dirty="0">
                <a:latin typeface="+mn-lt"/>
              </a:rPr>
              <a:t>Ressources méthodologiques de travail</a:t>
            </a:r>
          </a:p>
        </p:txBody>
      </p:sp>
      <p:sp>
        <p:nvSpPr>
          <p:cNvPr id="10" name="Sous-titre 9">
            <a:extLst>
              <a:ext uri="{FF2B5EF4-FFF2-40B4-BE49-F238E27FC236}">
                <a16:creationId xmlns:a16="http://schemas.microsoft.com/office/drawing/2014/main" id="{0CBEE9C2-D89D-49DE-A8F3-9AD4F57728B6}"/>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3129205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7BC268D5-3A01-4B69-B297-CD9DF7E0B6CF}"/>
              </a:ext>
            </a:extLst>
          </p:cNvPr>
          <p:cNvGrpSpPr/>
          <p:nvPr/>
        </p:nvGrpSpPr>
        <p:grpSpPr>
          <a:xfrm>
            <a:off x="76940" y="1376914"/>
            <a:ext cx="12038120" cy="5259174"/>
            <a:chOff x="76940" y="1376914"/>
            <a:chExt cx="12038120" cy="5259174"/>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76940" y="2380091"/>
              <a:ext cx="12038120" cy="425599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INSPIRATION</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Personne ne sait ce qu’est le sujet même du changement.</a:t>
                </a:r>
              </a:p>
              <a:p>
                <a:pPr marL="0" indent="0" algn="ctr">
                  <a:buFont typeface="Arial" panose="020B0604020202020204" pitchFamily="34" charset="0"/>
                  <a:buNone/>
                </a:pPr>
                <a:r>
                  <a:rPr lang="fr-FR" sz="1400" b="1" i="1" dirty="0"/>
                  <a:t>C’est difficile alors d’avoir envie d’en savoir plus. </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DONNONS CETTE ENVIE</a:t>
                </a:r>
              </a:p>
              <a:p>
                <a:pPr marL="0" indent="0" algn="ctr">
                  <a:buFont typeface="Arial" panose="020B0604020202020204" pitchFamily="34" charset="0"/>
                  <a:buNone/>
                </a:pPr>
                <a:endParaRPr lang="fr-FR" sz="1400" b="1" i="1" dirty="0">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COLLECTE</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On a une vague idée de ce que serait le changement. </a:t>
                </a:r>
              </a:p>
              <a:p>
                <a:pPr marL="0" indent="0" algn="ctr">
                  <a:buFont typeface="Arial" panose="020B0604020202020204" pitchFamily="34" charset="0"/>
                  <a:buNone/>
                </a:pPr>
                <a:r>
                  <a:rPr lang="fr-FR" sz="1400" b="1" i="1" dirty="0"/>
                  <a:t>Il y a à la fois de la crainte d’implication et crainte de ne pas être impliqués </a:t>
                </a: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IMPLIQUONS DÈS LE DÉPART</a:t>
                </a:r>
              </a:p>
              <a:p>
                <a:pPr marL="0" indent="0" algn="ctr">
                  <a:buFont typeface="Arial" panose="020B0604020202020204" pitchFamily="34" charset="0"/>
                  <a:buNone/>
                </a:pPr>
                <a:endParaRPr lang="fr-FR" sz="1400" b="1" i="1" dirty="0">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INITIATION</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On a une idée plus claire de ce que seraient les résultats du changement.</a:t>
                </a:r>
              </a:p>
              <a:p>
                <a:pPr marL="0" indent="0" algn="ctr">
                  <a:buFont typeface="Arial" panose="020B0604020202020204" pitchFamily="34" charset="0"/>
                  <a:buNone/>
                </a:pPr>
                <a:r>
                  <a:rPr lang="fr-FR" sz="1400" b="1" i="1" dirty="0"/>
                  <a:t>Il y a une différence entre les ambitions et l’état de pratique réel (qui est quasi nul) </a:t>
                </a: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FAISONS TESTER POUR DE VRAI</a:t>
                </a:r>
              </a:p>
              <a:p>
                <a:pPr marL="0" indent="0" algn="ctr">
                  <a:buFont typeface="Arial" panose="020B0604020202020204" pitchFamily="34" charset="0"/>
                  <a:buNone/>
                </a:pPr>
                <a:endParaRPr lang="fr-FR" sz="1400" b="1" i="1" dirty="0">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CHOC DE LA RÉALITÉ</a:t>
                </a:r>
              </a:p>
              <a:p>
                <a:pPr marL="0" indent="0" algn="ctr">
                  <a:buFont typeface="Arial" panose="020B0604020202020204" pitchFamily="34" charset="0"/>
                  <a:buNone/>
                </a:pPr>
                <a:endParaRPr lang="fr-FR" sz="1400" b="1" i="1" dirty="0"/>
              </a:p>
              <a:p>
                <a:pPr marL="0" indent="0" algn="ctr">
                  <a:buFont typeface="Arial" panose="020B0604020202020204" pitchFamily="34" charset="0"/>
                  <a:buNone/>
                </a:pPr>
                <a:r>
                  <a:rPr lang="fr-FR" sz="1400" b="1" i="1" dirty="0"/>
                  <a:t>On a une première idée de ce qu’est le changement en pratique, appliqué EN DEHORS de la vie de la communauté. </a:t>
                </a:r>
              </a:p>
              <a:p>
                <a:pPr marL="0" indent="0" algn="ctr">
                  <a:buFont typeface="Arial" panose="020B0604020202020204" pitchFamily="34" charset="0"/>
                  <a:buNone/>
                </a:pPr>
                <a:r>
                  <a:rPr lang="fr-FR" sz="1400" b="1" i="1" dirty="0"/>
                  <a:t>Il y a maintenant la découverte des résistances, freins et obstacles à franchir </a:t>
                </a: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TRAVERSONS LES DIFFICULTÉS ENSEMBLE</a:t>
                </a:r>
              </a:p>
              <a:p>
                <a:pPr marL="0" indent="0" algn="ctr">
                  <a:buFont typeface="Arial" panose="020B0604020202020204" pitchFamily="34" charset="0"/>
                  <a:buNone/>
                </a:pPr>
                <a:endParaRPr lang="fr-FR" sz="1400" b="1" i="1" dirty="0">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CONFIRMATION DE RÉUSSITES</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On a mieux compris comment surmonter les défis. </a:t>
                </a:r>
              </a:p>
              <a:p>
                <a:pPr marL="0" indent="0" algn="ctr">
                  <a:buFont typeface="Arial" panose="020B0604020202020204" pitchFamily="34" charset="0"/>
                  <a:buNone/>
                </a:pPr>
                <a:r>
                  <a:rPr lang="fr-FR" sz="1400" b="1" i="1" dirty="0"/>
                  <a:t>Les réussites récentes doivent maintenant surmonter le défi du temps et des aléas.</a:t>
                </a:r>
              </a:p>
              <a:p>
                <a:pPr marL="0" indent="0" algn="ctr">
                  <a:buFont typeface="Arial" panose="020B0604020202020204" pitchFamily="34" charset="0"/>
                  <a:buNone/>
                </a:pPr>
                <a:r>
                  <a:rPr lang="fr-FR" sz="1400" b="1" i="1" dirty="0">
                    <a:solidFill>
                      <a:srgbClr val="ED7D31"/>
                    </a:solidFill>
                  </a:rPr>
                  <a:t>ET BIEN CONSOLIDONS ET PÉRENNISONS CE QUI A ÉTÉ  ACCOMPLI</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EXPOSITION</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On a une idée de l’effet du changement chez soi.</a:t>
                </a:r>
              </a:p>
              <a:p>
                <a:pPr marL="0" indent="0" algn="ctr">
                  <a:buFont typeface="Arial" panose="020B0604020202020204" pitchFamily="34" charset="0"/>
                  <a:buNone/>
                </a:pPr>
                <a:r>
                  <a:rPr lang="fr-FR" sz="1400" b="1" i="1" dirty="0"/>
                  <a:t>Il y a maintenant les opportunités de d’apporter ces impacts positifs au-delà du périmètre initial.</a:t>
                </a: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PRÉPARONS NOUS À ÉTENDRE LE CHANGEMENT</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FORTIFICATION</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On a une idée de comment s’impliquer dans ce changement. </a:t>
                </a:r>
              </a:p>
              <a:p>
                <a:pPr marL="0" indent="0" algn="ctr">
                  <a:buFont typeface="Arial" panose="020B0604020202020204" pitchFamily="34" charset="0"/>
                  <a:buNone/>
                </a:pPr>
                <a:r>
                  <a:rPr lang="fr-FR" sz="1400" b="1" i="1" dirty="0"/>
                  <a:t>Il y a peut-être conflit de priorité avec les autres engagements en dehors de la vie de la communauté.</a:t>
                </a: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OFFICIALISONS NOTRE RÔLE POUR CE CHANGEMENT</a:t>
                </a:r>
              </a:p>
              <a:p>
                <a:pPr marL="0" indent="0" algn="ctr">
                  <a:buFont typeface="Arial" panose="020B0604020202020204" pitchFamily="34" charset="0"/>
                  <a:buNone/>
                </a:pPr>
                <a:endParaRPr lang="fr-FR" sz="1400" b="1" i="1" dirty="0">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376914"/>
              <a:ext cx="914400" cy="914400"/>
            </a:xfrm>
            <a:prstGeom prst="rect">
              <a:avLst/>
            </a:prstGeom>
          </p:spPr>
        </p:pic>
      </p:grpSp>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1200329"/>
          </a:xfrm>
          <a:prstGeom prst="rect">
            <a:avLst/>
          </a:prstGeom>
          <a:noFill/>
        </p:spPr>
        <p:txBody>
          <a:bodyPr wrap="square" rtlCol="0">
            <a:spAutoFit/>
          </a:bodyPr>
          <a:lstStyle/>
          <a:p>
            <a:pPr algn="ctr"/>
            <a:r>
              <a:rPr lang="fr-FR" sz="5400" b="1" i="1" dirty="0">
                <a:solidFill>
                  <a:srgbClr val="0683AA"/>
                </a:solidFill>
              </a:rPr>
              <a:t>#OSG </a:t>
            </a:r>
            <a:r>
              <a:rPr lang="fr-FR" sz="5400" b="1" i="1" dirty="0">
                <a:solidFill>
                  <a:srgbClr val="ED7D31"/>
                </a:solidFill>
              </a:rPr>
              <a:t>Change </a:t>
            </a:r>
            <a:r>
              <a:rPr lang="fr-FR" sz="5400" b="1" i="1" dirty="0">
                <a:solidFill>
                  <a:srgbClr val="0683AA"/>
                </a:solidFill>
              </a:rPr>
              <a:t>Community </a:t>
            </a:r>
            <a:r>
              <a:rPr lang="fr-FR" sz="5400" b="1" i="1" dirty="0"/>
              <a:t>Cycle</a:t>
            </a:r>
          </a:p>
          <a:p>
            <a:pPr algn="ctr"/>
            <a:r>
              <a:rPr lang="fr-FR" sz="1600" b="1" i="1" dirty="0"/>
              <a:t>Identification des phases</a:t>
            </a:r>
          </a:p>
        </p:txBody>
      </p:sp>
    </p:spTree>
    <p:extLst>
      <p:ext uri="{BB962C8B-B14F-4D97-AF65-F5344CB8AC3E}">
        <p14:creationId xmlns:p14="http://schemas.microsoft.com/office/powerpoint/2010/main" val="347359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25599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dirty="0">
                <a:solidFill>
                  <a:srgbClr val="0683AA"/>
                </a:solidFill>
              </a:rPr>
              <a:t>INSPIRATION</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t>Personne ne sait ce qu’est le sujet même du changement.</a:t>
            </a:r>
          </a:p>
          <a:p>
            <a:pPr marL="0" indent="0" algn="ctr">
              <a:buFont typeface="Arial" panose="020B0604020202020204" pitchFamily="34" charset="0"/>
              <a:buNone/>
            </a:pPr>
            <a:r>
              <a:rPr lang="fr-FR" sz="1400" b="1" i="1" dirty="0"/>
              <a:t>C’est difficile alors d’avoir envie d’en savoir plus. </a:t>
            </a: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endParaRPr lang="fr-FR" sz="1400" b="1" i="1" dirty="0">
              <a:solidFill>
                <a:srgbClr val="ED7D31"/>
              </a:solidFill>
            </a:endParaRPr>
          </a:p>
          <a:p>
            <a:pPr marL="0" indent="0" algn="ctr">
              <a:buFont typeface="Arial" panose="020B0604020202020204" pitchFamily="34" charset="0"/>
              <a:buNone/>
            </a:pPr>
            <a:r>
              <a:rPr lang="fr-FR" sz="1400" b="1" i="1" dirty="0">
                <a:solidFill>
                  <a:srgbClr val="ED7D31"/>
                </a:solidFill>
              </a:rPr>
              <a:t>ET BIEN DONNONS CETTE ENVIE</a:t>
            </a:r>
          </a:p>
          <a:p>
            <a:pPr marL="0" indent="0" algn="ctr">
              <a:buFont typeface="Arial" panose="020B0604020202020204" pitchFamily="34" charset="0"/>
              <a:buNone/>
            </a:pPr>
            <a:endParaRPr lang="fr-FR" sz="1400" b="1" i="1" dirty="0">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1200329"/>
          </a:xfrm>
          <a:prstGeom prst="rect">
            <a:avLst/>
          </a:prstGeom>
          <a:noFill/>
        </p:spPr>
        <p:txBody>
          <a:bodyPr wrap="square" rtlCol="0">
            <a:spAutoFit/>
          </a:bodyPr>
          <a:lstStyle/>
          <a:p>
            <a:pPr algn="ctr"/>
            <a:r>
              <a:rPr lang="fr-FR" sz="5400" b="1" i="1" dirty="0">
                <a:solidFill>
                  <a:srgbClr val="0683AA"/>
                </a:solidFill>
              </a:rPr>
              <a:t>#OSG </a:t>
            </a:r>
            <a:r>
              <a:rPr lang="fr-FR" sz="5400" b="1" i="1" dirty="0">
                <a:solidFill>
                  <a:srgbClr val="ED7D31"/>
                </a:solidFill>
              </a:rPr>
              <a:t>Change </a:t>
            </a:r>
            <a:r>
              <a:rPr lang="fr-FR" sz="5400" b="1" i="1" dirty="0">
                <a:solidFill>
                  <a:srgbClr val="0683AA"/>
                </a:solidFill>
              </a:rPr>
              <a:t>Community </a:t>
            </a:r>
            <a:r>
              <a:rPr lang="fr-FR" sz="5400" b="1" i="1" dirty="0"/>
              <a:t>Cycle</a:t>
            </a:r>
          </a:p>
          <a:p>
            <a:pPr algn="ctr"/>
            <a:r>
              <a:rPr lang="fr-FR" sz="1600" b="1" i="1" dirty="0"/>
              <a:t>Adaptation par phase</a:t>
            </a:r>
          </a:p>
        </p:txBody>
      </p:sp>
    </p:spTree>
    <p:extLst>
      <p:ext uri="{BB962C8B-B14F-4D97-AF65-F5344CB8AC3E}">
        <p14:creationId xmlns:p14="http://schemas.microsoft.com/office/powerpoint/2010/main" val="210733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1200329"/>
          </a:xfrm>
          <a:prstGeom prst="rect">
            <a:avLst/>
          </a:prstGeom>
          <a:noFill/>
        </p:spPr>
        <p:txBody>
          <a:bodyPr wrap="square" rtlCol="0">
            <a:spAutoFit/>
          </a:bodyPr>
          <a:lstStyle/>
          <a:p>
            <a:pPr algn="ctr"/>
            <a:r>
              <a:rPr lang="fr-FR" sz="5400" b="1" i="1" dirty="0">
                <a:solidFill>
                  <a:srgbClr val="0683AA"/>
                </a:solidFill>
              </a:rPr>
              <a:t>#OSG </a:t>
            </a:r>
            <a:r>
              <a:rPr lang="fr-FR" sz="5400" b="1" i="1" dirty="0">
                <a:solidFill>
                  <a:srgbClr val="ED7D31"/>
                </a:solidFill>
              </a:rPr>
              <a:t>Change </a:t>
            </a:r>
            <a:r>
              <a:rPr lang="fr-FR" sz="5400" b="1" i="1" dirty="0">
                <a:solidFill>
                  <a:srgbClr val="0683AA"/>
                </a:solidFill>
              </a:rPr>
              <a:t>Community </a:t>
            </a:r>
            <a:r>
              <a:rPr lang="fr-FR" sz="5400" b="1" i="1" dirty="0"/>
              <a:t>Cycle</a:t>
            </a:r>
          </a:p>
          <a:p>
            <a:pPr algn="ctr"/>
            <a:r>
              <a:rPr lang="fr-FR" sz="1600" b="1" i="1" dirty="0"/>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INSPIRATION</a:t>
                </a:r>
              </a:p>
              <a:p>
                <a:pPr marL="0" indent="0" algn="ctr">
                  <a:buFont typeface="Arial" panose="020B0604020202020204" pitchFamily="34" charset="0"/>
                  <a:buNone/>
                </a:pPr>
                <a:endParaRPr lang="fr-FR" sz="1600" b="1" i="1" dirty="0">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COLLECTE</a:t>
                </a:r>
              </a:p>
              <a:p>
                <a:pPr marL="0" indent="0" algn="ctr">
                  <a:buFont typeface="Arial" panose="020B0604020202020204" pitchFamily="34" charset="0"/>
                  <a:buNone/>
                </a:pPr>
                <a:endParaRPr lang="fr-FR" sz="1600" b="1" i="1" dirty="0">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INITIATION</a:t>
                </a:r>
              </a:p>
              <a:p>
                <a:pPr marL="0" indent="0" algn="ctr">
                  <a:buFont typeface="Arial" panose="020B0604020202020204" pitchFamily="34" charset="0"/>
                  <a:buNone/>
                </a:pPr>
                <a:endParaRPr lang="fr-FR" sz="1600" b="1" i="1" dirty="0">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CHOC DE LA RÉALITÉ</a:t>
                </a:r>
              </a:p>
              <a:p>
                <a:pPr marL="0" indent="0" algn="ctr">
                  <a:buFont typeface="Arial" panose="020B0604020202020204" pitchFamily="34" charset="0"/>
                  <a:buNone/>
                </a:pPr>
                <a:endParaRPr lang="fr-FR" sz="1600" b="1" i="1" dirty="0">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FORTIFICATION</a:t>
                </a:r>
              </a:p>
              <a:p>
                <a:pPr marL="0" indent="0" algn="ctr">
                  <a:buFont typeface="Arial" panose="020B0604020202020204" pitchFamily="34" charset="0"/>
                  <a:buNone/>
                </a:pPr>
                <a:endParaRPr lang="fr-FR" sz="1600" b="1" i="1" dirty="0">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85997" y="2995824"/>
            <a:ext cx="11963723" cy="3796431"/>
            <a:chOff x="85997" y="3049092"/>
            <a:chExt cx="11963723" cy="3796431"/>
          </a:xfrm>
        </p:grpSpPr>
        <p:grpSp>
          <p:nvGrpSpPr>
            <p:cNvPr id="57" name="Groupe 56">
              <a:extLst>
                <a:ext uri="{FF2B5EF4-FFF2-40B4-BE49-F238E27FC236}">
                  <a16:creationId xmlns:a16="http://schemas.microsoft.com/office/drawing/2014/main" id="{C00C506C-DEED-4AD2-97FB-2A2D9F9B4AA2}"/>
                </a:ext>
              </a:extLst>
            </p:cNvPr>
            <p:cNvGrpSpPr/>
            <p:nvPr/>
          </p:nvGrpSpPr>
          <p:grpSpPr>
            <a:xfrm>
              <a:off x="162520" y="3049092"/>
              <a:ext cx="11887200" cy="399056"/>
              <a:chOff x="0" y="2140394"/>
              <a:chExt cx="12854128" cy="4544491"/>
            </a:xfrm>
            <a:solidFill>
              <a:srgbClr val="ED7D31"/>
            </a:solidFill>
          </p:grpSpPr>
          <p:sp>
            <p:nvSpPr>
              <p:cNvPr id="58" name="Espace réservé du texte 15">
                <a:extLst>
                  <a:ext uri="{FF2B5EF4-FFF2-40B4-BE49-F238E27FC236}">
                    <a16:creationId xmlns:a16="http://schemas.microsoft.com/office/drawing/2014/main" id="{1DC8A90F-C70E-452D-AA13-D6084914E06B}"/>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ENVIE</a:t>
                </a:r>
              </a:p>
            </p:txBody>
          </p:sp>
          <p:sp>
            <p:nvSpPr>
              <p:cNvPr id="59" name="Espace réservé du texte 15">
                <a:extLst>
                  <a:ext uri="{FF2B5EF4-FFF2-40B4-BE49-F238E27FC236}">
                    <a16:creationId xmlns:a16="http://schemas.microsoft.com/office/drawing/2014/main" id="{E3C3F7E9-4D69-4B03-AD27-AB6A1496D388}"/>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IMPLICATION</a:t>
                </a:r>
              </a:p>
            </p:txBody>
          </p:sp>
          <p:sp>
            <p:nvSpPr>
              <p:cNvPr id="60" name="Espace réservé du texte 15">
                <a:extLst>
                  <a:ext uri="{FF2B5EF4-FFF2-40B4-BE49-F238E27FC236}">
                    <a16:creationId xmlns:a16="http://schemas.microsoft.com/office/drawing/2014/main" id="{62A3FE33-4216-438B-8AF2-8A8B7B0BC4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EXPÉRIMENTATIONS</a:t>
                </a:r>
              </a:p>
            </p:txBody>
          </p:sp>
          <p:sp>
            <p:nvSpPr>
              <p:cNvPr id="61" name="Espace réservé du texte 15">
                <a:extLst>
                  <a:ext uri="{FF2B5EF4-FFF2-40B4-BE49-F238E27FC236}">
                    <a16:creationId xmlns:a16="http://schemas.microsoft.com/office/drawing/2014/main" id="{94FF8E60-8C34-49D6-A33E-4BCE7224A51F}"/>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MOYENS DE RESILIENCE</a:t>
                </a:r>
              </a:p>
            </p:txBody>
          </p:sp>
          <p:sp>
            <p:nvSpPr>
              <p:cNvPr id="62" name="Espace réservé du texte 15">
                <a:extLst>
                  <a:ext uri="{FF2B5EF4-FFF2-40B4-BE49-F238E27FC236}">
                    <a16:creationId xmlns:a16="http://schemas.microsoft.com/office/drawing/2014/main" id="{2EC93E9B-DF0A-468D-A29C-668047BA571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OPTIMISATION</a:t>
                </a:r>
              </a:p>
            </p:txBody>
          </p:sp>
          <p:sp>
            <p:nvSpPr>
              <p:cNvPr id="63" name="Espace réservé du texte 15">
                <a:extLst>
                  <a:ext uri="{FF2B5EF4-FFF2-40B4-BE49-F238E27FC236}">
                    <a16:creationId xmlns:a16="http://schemas.microsoft.com/office/drawing/2014/main" id="{E029A557-AE3B-4952-B521-630042A7F5C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SERVICES VERS L’EXTÉRIEUR</a:t>
                </a:r>
              </a:p>
            </p:txBody>
          </p:sp>
          <p:sp>
            <p:nvSpPr>
              <p:cNvPr id="64" name="Espace réservé du texte 15">
                <a:extLst>
                  <a:ext uri="{FF2B5EF4-FFF2-40B4-BE49-F238E27FC236}">
                    <a16:creationId xmlns:a16="http://schemas.microsoft.com/office/drawing/2014/main" id="{58E61EDE-6BF6-4694-8661-F4B65F3C98B0}"/>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OFFICIALISATION</a:t>
                </a:r>
              </a:p>
            </p:txBody>
          </p:sp>
        </p:grpSp>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dirty="0"/>
                <a:t>📅Meetup externes</a:t>
              </a:r>
            </a:p>
            <a:p>
              <a:pPr algn="ctr"/>
              <a:endParaRPr lang="fr-FR" sz="1100" dirty="0"/>
            </a:p>
            <a:p>
              <a:pPr algn="ctr"/>
              <a:r>
                <a:rPr lang="fr-FR" sz="1100" dirty="0"/>
                <a:t>✨</a:t>
              </a:r>
              <a:r>
                <a:rPr lang="fr-FR" sz="1100" dirty="0" err="1"/>
                <a:t>Success</a:t>
              </a:r>
              <a:r>
                <a:rPr lang="fr-FR" sz="1100" dirty="0"/>
                <a:t> stories extrêmes et lointaines</a:t>
              </a:r>
            </a:p>
            <a:p>
              <a:pPr algn="ctr"/>
              <a:endParaRPr lang="fr-FR" sz="1100" dirty="0"/>
            </a:p>
            <a:p>
              <a:pPr algn="ctr"/>
              <a:r>
                <a:rPr lang="fr-FR" sz="1100" dirty="0"/>
                <a:t>🔮Veille et prospective</a:t>
              </a:r>
            </a:p>
            <a:p>
              <a:pPr algn="ctr"/>
              <a:endParaRPr lang="fr-FR" sz="1100" dirty="0"/>
            </a:p>
            <a:p>
              <a:pPr algn="ctr"/>
              <a:r>
                <a:rPr lang="fr-FR" sz="1100" dirty="0"/>
                <a:t>🗣️</a:t>
              </a:r>
              <a:r>
                <a:rPr lang="fr-FR" sz="1100" dirty="0" err="1"/>
                <a:t>Talks</a:t>
              </a:r>
              <a:r>
                <a:rPr lang="fr-FR" sz="1100" dirty="0"/>
                <a:t> Inspirants</a:t>
              </a:r>
            </a:p>
            <a:p>
              <a:pPr algn="ctr"/>
              <a:endParaRPr lang="fr-FR" sz="1100" dirty="0"/>
            </a:p>
            <a:p>
              <a:pPr algn="ctr"/>
              <a:r>
                <a:rPr lang="fr-FR" sz="1100" dirty="0"/>
                <a:t>🌍Vue globale</a:t>
              </a:r>
            </a:p>
            <a:p>
              <a:pPr algn="ctr"/>
              <a:endParaRPr lang="fr-FR" sz="1100" dirty="0"/>
            </a:p>
            <a:p>
              <a:pPr algn="ctr"/>
              <a:r>
                <a:rPr lang="fr-FR" sz="1100" dirty="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631490"/>
            </a:xfrm>
            <a:prstGeom prst="rect">
              <a:avLst/>
            </a:prstGeom>
            <a:noFill/>
          </p:spPr>
          <p:txBody>
            <a:bodyPr wrap="square" rtlCol="0">
              <a:spAutoFit/>
            </a:bodyPr>
            <a:lstStyle/>
            <a:p>
              <a:pPr algn="ctr"/>
              <a:r>
                <a:rPr lang="fr-FR" sz="1100" dirty="0"/>
                <a:t>❓Ateliers « </a:t>
              </a:r>
              <a:r>
                <a:rPr lang="fr-FR" sz="1100" dirty="0" err="1"/>
                <a:t>What’s</a:t>
              </a:r>
              <a:r>
                <a:rPr lang="fr-FR" sz="1100" dirty="0"/>
                <a:t> In It For Me ? »</a:t>
              </a:r>
            </a:p>
            <a:p>
              <a:pPr algn="ctr"/>
              <a:endParaRPr lang="fr-FR" sz="1100" dirty="0"/>
            </a:p>
            <a:p>
              <a:pPr algn="ctr"/>
              <a:r>
                <a:rPr lang="fr-FR" sz="1100" dirty="0"/>
                <a:t>👍</a:t>
              </a:r>
              <a:r>
                <a:rPr lang="fr-FR" sz="1100" dirty="0" err="1"/>
                <a:t>Success</a:t>
              </a:r>
              <a:r>
                <a:rPr lang="fr-FR" sz="1100" dirty="0"/>
                <a:t> stories plus proches</a:t>
              </a:r>
            </a:p>
            <a:p>
              <a:pPr algn="ctr"/>
              <a:endParaRPr lang="fr-FR" sz="1100" dirty="0"/>
            </a:p>
            <a:p>
              <a:pPr algn="ctr"/>
              <a:r>
                <a:rPr lang="fr-FR" sz="1100" dirty="0"/>
                <a:t>😱 Collecte des craintes et 🤩opportunités d’usages / SWOT</a:t>
              </a:r>
            </a:p>
            <a:p>
              <a:pPr algn="ctr"/>
              <a:endParaRPr lang="fr-FR" sz="1100" dirty="0"/>
            </a:p>
            <a:p>
              <a:pPr algn="ctr"/>
              <a:r>
                <a:rPr lang="fr-FR" sz="1100" dirty="0"/>
                <a:t>🤝Ateliers connaissance mutuelle des membres</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2800767"/>
            </a:xfrm>
            <a:prstGeom prst="rect">
              <a:avLst/>
            </a:prstGeom>
            <a:noFill/>
          </p:spPr>
          <p:txBody>
            <a:bodyPr wrap="square" rtlCol="0">
              <a:spAutoFit/>
            </a:bodyPr>
            <a:lstStyle/>
            <a:p>
              <a:pPr algn="ctr"/>
              <a:r>
                <a:rPr lang="fr-FR" sz="1100" dirty="0"/>
                <a:t>🔧Tutos / Dojos basiques</a:t>
              </a:r>
            </a:p>
            <a:p>
              <a:pPr algn="ctr"/>
              <a:endParaRPr lang="fr-FR" sz="1100" dirty="0"/>
            </a:p>
            <a:p>
              <a:pPr algn="ctr"/>
              <a:r>
                <a:rPr lang="fr-FR" sz="1100" dirty="0"/>
                <a:t>📄 Documentation basiques/FAQ</a:t>
              </a:r>
            </a:p>
            <a:p>
              <a:pPr algn="ctr"/>
              <a:endParaRPr lang="fr-FR" sz="1100" dirty="0"/>
            </a:p>
            <a:p>
              <a:pPr algn="ctr"/>
              <a:r>
                <a:rPr lang="fr-FR" sz="1100" dirty="0"/>
                <a:t>📣 Aide à la promotion et au lancement</a:t>
              </a:r>
            </a:p>
            <a:p>
              <a:pPr algn="ctr"/>
              <a:endParaRPr lang="fr-FR" sz="1100" dirty="0"/>
            </a:p>
            <a:p>
              <a:pPr algn="ctr"/>
              <a:r>
                <a:rPr lang="fr-FR" sz="1100" dirty="0"/>
                <a:t>🕵️‍♀️ Premiers </a:t>
              </a:r>
              <a:r>
                <a:rPr lang="fr-FR" sz="1100" dirty="0" err="1"/>
                <a:t>shadowings</a:t>
              </a:r>
              <a:endParaRPr lang="fr-FR" sz="1100" dirty="0"/>
            </a:p>
            <a:p>
              <a:pPr algn="ctr"/>
              <a:endParaRPr lang="fr-FR" sz="1100" dirty="0"/>
            </a:p>
            <a:p>
              <a:pPr algn="ctr"/>
              <a:r>
                <a:rPr lang="fr-FR" sz="1100" dirty="0"/>
                <a:t>▶️ Invitation à la mise en application en situation réelle</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970044"/>
            </a:xfrm>
            <a:prstGeom prst="rect">
              <a:avLst/>
            </a:prstGeom>
            <a:noFill/>
          </p:spPr>
          <p:txBody>
            <a:bodyPr wrap="square" rtlCol="0">
              <a:spAutoFit/>
            </a:bodyPr>
            <a:lstStyle/>
            <a:p>
              <a:pPr algn="ctr"/>
              <a:r>
                <a:rPr lang="fr-FR" sz="1100" dirty="0"/>
                <a:t>🛠️ Dojos et pratiques avancées</a:t>
              </a:r>
            </a:p>
            <a:p>
              <a:pPr algn="ctr"/>
              <a:endParaRPr lang="fr-FR" sz="1100" dirty="0"/>
            </a:p>
            <a:p>
              <a:pPr algn="ctr"/>
              <a:r>
                <a:rPr lang="fr-FR" sz="1100" dirty="0"/>
                <a:t>💞 Groupes d’intervision / entraide spécifique / soutien moral /</a:t>
              </a:r>
            </a:p>
            <a:p>
              <a:pPr algn="ctr"/>
              <a:r>
                <a:rPr lang="fr-FR" sz="1100" dirty="0"/>
                <a:t>sous groupes / Revues entre pairs</a:t>
              </a:r>
            </a:p>
            <a:p>
              <a:pPr algn="ctr"/>
              <a:endParaRPr lang="fr-FR" sz="1100" dirty="0"/>
            </a:p>
            <a:p>
              <a:pPr algn="ctr"/>
              <a:r>
                <a:rPr lang="fr-FR" sz="1100" dirty="0"/>
                <a:t>🍺 Moments pour relâcher la pression ensemble</a:t>
              </a:r>
            </a:p>
            <a:p>
              <a:pPr algn="ctr"/>
              <a:endParaRPr lang="fr-FR" sz="1100" dirty="0"/>
            </a:p>
            <a:p>
              <a:pPr algn="ctr"/>
              <a:r>
                <a:rPr lang="fr-FR" sz="1100" dirty="0"/>
                <a:t>➕ ➖ Tables d’avantages et inconvénients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dirty="0"/>
                <a:t>⚖️ Définition des normes et règles locales</a:t>
              </a:r>
            </a:p>
            <a:p>
              <a:pPr algn="ctr"/>
              <a:endParaRPr lang="fr-FR" sz="1100" dirty="0"/>
            </a:p>
            <a:p>
              <a:pPr algn="ctr"/>
              <a:r>
                <a:rPr lang="fr-FR" sz="1100" dirty="0"/>
                <a:t>➡️ ⬅️ Identification des synergies, des ressources et documentations à mettre en commun</a:t>
              </a:r>
            </a:p>
            <a:p>
              <a:pPr algn="ctr"/>
              <a:endParaRPr lang="fr-FR" sz="1100" dirty="0"/>
            </a:p>
            <a:p>
              <a:pPr algn="ctr"/>
              <a:r>
                <a:rPr lang="fr-FR" sz="1100" dirty="0"/>
                <a:t>✔️ Clarification des best practices, des cas d’usages typiques (attention biais du survivant)</a:t>
              </a:r>
            </a:p>
            <a:p>
              <a:pPr algn="ctr"/>
              <a:endParaRPr lang="fr-FR" sz="1100" dirty="0"/>
            </a:p>
            <a:p>
              <a:pPr algn="ctr"/>
              <a:r>
                <a:rPr lang="fr-FR" sz="1100" dirty="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dirty="0"/>
                <a:t>🎅 Construction d’une offre de service</a:t>
              </a:r>
            </a:p>
            <a:p>
              <a:pPr algn="ctr"/>
              <a:endParaRPr lang="fr-FR" sz="1100" dirty="0"/>
            </a:p>
            <a:p>
              <a:pPr algn="ctr"/>
              <a:r>
                <a:rPr lang="fr-FR" sz="1100" dirty="0"/>
                <a:t>🎓 Définition de parcours de formation</a:t>
              </a:r>
            </a:p>
            <a:p>
              <a:pPr algn="ctr"/>
              <a:endParaRPr lang="fr-FR" sz="1100" dirty="0"/>
            </a:p>
            <a:p>
              <a:pPr algn="ctr"/>
              <a:r>
                <a:rPr lang="fr-FR" sz="1100" dirty="0"/>
                <a:t>🛫 Transmission au-delà de la communauté</a:t>
              </a:r>
            </a:p>
            <a:p>
              <a:pPr algn="ctr"/>
              <a:endParaRPr lang="fr-FR" sz="1100" dirty="0"/>
            </a:p>
            <a:p>
              <a:pPr algn="ctr"/>
              <a:r>
                <a:rPr lang="fr-FR" sz="1100" dirty="0"/>
                <a:t>📜 Mise en place de certification locales</a:t>
              </a:r>
            </a:p>
            <a:p>
              <a:pPr algn="ctr"/>
              <a:endParaRPr lang="fr-FR" sz="1100" dirty="0"/>
            </a:p>
            <a:p>
              <a:pPr algn="ctr"/>
              <a:r>
                <a:rPr lang="fr-FR" sz="1100" dirty="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dirty="0"/>
                <a:t>🏠 Officialisation des équipes et des tâches</a:t>
              </a:r>
            </a:p>
            <a:p>
              <a:pPr algn="ctr"/>
              <a:endParaRPr lang="fr-FR" sz="1100" dirty="0"/>
            </a:p>
            <a:p>
              <a:pPr algn="ctr"/>
              <a:r>
                <a:rPr lang="fr-FR" sz="1100" dirty="0"/>
                <a:t>😎Mise à jour des fiches de poste</a:t>
              </a:r>
            </a:p>
            <a:p>
              <a:pPr algn="ctr"/>
              <a:endParaRPr lang="fr-FR" sz="1100" dirty="0"/>
            </a:p>
            <a:p>
              <a:pPr algn="ctr"/>
              <a:r>
                <a:rPr lang="fr-FR" sz="1100" dirty="0"/>
                <a:t>👓 Intervention dans les processus de recrutement</a:t>
              </a:r>
            </a:p>
            <a:p>
              <a:pPr algn="ctr"/>
              <a:endParaRPr lang="fr-FR" sz="1100" dirty="0"/>
            </a:p>
            <a:p>
              <a:pPr algn="ctr"/>
              <a:r>
                <a:rPr lang="fr-FR" sz="1100" dirty="0"/>
                <a:t>🌍 Expansion des normes locales à d’autres domaines</a:t>
              </a:r>
            </a:p>
          </p:txBody>
        </p:sp>
      </p:grpSp>
    </p:spTree>
    <p:extLst>
      <p:ext uri="{BB962C8B-B14F-4D97-AF65-F5344CB8AC3E}">
        <p14:creationId xmlns:p14="http://schemas.microsoft.com/office/powerpoint/2010/main" val="258809980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76940" y="1173966"/>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INSPIRATION</a:t>
              </a:r>
            </a:p>
            <a:p>
              <a:pPr marL="0" indent="0" algn="ctr">
                <a:buFont typeface="Arial" panose="020B0604020202020204" pitchFamily="34" charset="0"/>
                <a:buNone/>
              </a:pPr>
              <a:endParaRPr lang="fr-FR" sz="1600" b="1" i="1" dirty="0">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COLLECTE</a:t>
              </a:r>
            </a:p>
            <a:p>
              <a:pPr marL="0" indent="0" algn="ctr">
                <a:buFont typeface="Arial" panose="020B0604020202020204" pitchFamily="34" charset="0"/>
                <a:buNone/>
              </a:pPr>
              <a:endParaRPr lang="fr-FR" sz="1600" b="1" i="1" dirty="0">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INITIATION</a:t>
              </a:r>
            </a:p>
            <a:p>
              <a:pPr marL="0" indent="0" algn="ctr">
                <a:buFont typeface="Arial" panose="020B0604020202020204" pitchFamily="34" charset="0"/>
                <a:buNone/>
              </a:pPr>
              <a:endParaRPr lang="fr-FR" sz="1600" b="1" i="1" dirty="0">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CHOC DE LA RÉALITÉ</a:t>
              </a:r>
            </a:p>
            <a:p>
              <a:pPr marL="0" indent="0" algn="ctr">
                <a:buFont typeface="Arial" panose="020B0604020202020204" pitchFamily="34" charset="0"/>
                <a:buNone/>
              </a:pPr>
              <a:endParaRPr lang="fr-FR" sz="1600" b="1" i="1" dirty="0">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FORTIFICATION</a:t>
              </a:r>
            </a:p>
            <a:p>
              <a:pPr marL="0" indent="0" algn="ctr">
                <a:buFont typeface="Arial" panose="020B0604020202020204" pitchFamily="34" charset="0"/>
                <a:buNone/>
              </a:pPr>
              <a:endParaRPr lang="fr-FR" sz="1600" b="1" i="1" dirty="0">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70788"/>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70788"/>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70788"/>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0788"/>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70788"/>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70788"/>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70788"/>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1723500"/>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OFFICIALISATION</a:t>
              </a:r>
            </a:p>
          </p:txBody>
        </p:sp>
      </p:grpSp>
      <p:sp>
        <p:nvSpPr>
          <p:cNvPr id="3" name="ZoneTexte 2">
            <a:extLst>
              <a:ext uri="{FF2B5EF4-FFF2-40B4-BE49-F238E27FC236}">
                <a16:creationId xmlns:a16="http://schemas.microsoft.com/office/drawing/2014/main" id="{FCAF66E5-09D5-4FDA-9885-A9E47F178E3A}"/>
              </a:ext>
            </a:extLst>
          </p:cNvPr>
          <p:cNvSpPr txBox="1"/>
          <p:nvPr/>
        </p:nvSpPr>
        <p:spPr>
          <a:xfrm>
            <a:off x="151337" y="2211334"/>
            <a:ext cx="1464141" cy="2462213"/>
          </a:xfrm>
          <a:prstGeom prst="rect">
            <a:avLst/>
          </a:prstGeom>
          <a:noFill/>
        </p:spPr>
        <p:txBody>
          <a:bodyPr wrap="square" rtlCol="0">
            <a:spAutoFit/>
          </a:bodyPr>
          <a:lstStyle/>
          <a:p>
            <a:pPr algn="ctr"/>
            <a:r>
              <a:rPr lang="fr-FR" sz="1100" dirty="0"/>
              <a:t>📅Meetup externes</a:t>
            </a:r>
          </a:p>
          <a:p>
            <a:pPr algn="ctr"/>
            <a:endParaRPr lang="fr-FR" sz="1100" dirty="0"/>
          </a:p>
          <a:p>
            <a:pPr algn="ctr"/>
            <a:r>
              <a:rPr lang="fr-FR" sz="1100" dirty="0"/>
              <a:t>✨</a:t>
            </a:r>
            <a:r>
              <a:rPr lang="fr-FR" sz="1100" dirty="0" err="1"/>
              <a:t>Success</a:t>
            </a:r>
            <a:r>
              <a:rPr lang="fr-FR" sz="1100" dirty="0"/>
              <a:t> stories extrêmes et lointaines</a:t>
            </a:r>
          </a:p>
          <a:p>
            <a:pPr algn="ctr"/>
            <a:endParaRPr lang="fr-FR" sz="1100" dirty="0"/>
          </a:p>
          <a:p>
            <a:pPr algn="ctr"/>
            <a:r>
              <a:rPr lang="fr-FR" sz="1100" dirty="0"/>
              <a:t>🔮Veille et prospective</a:t>
            </a:r>
          </a:p>
          <a:p>
            <a:pPr algn="ctr"/>
            <a:endParaRPr lang="fr-FR" sz="1100" dirty="0"/>
          </a:p>
          <a:p>
            <a:pPr algn="ctr"/>
            <a:r>
              <a:rPr lang="fr-FR" sz="1100" dirty="0"/>
              <a:t>🗣️</a:t>
            </a:r>
            <a:r>
              <a:rPr lang="fr-FR" sz="1100" dirty="0" err="1"/>
              <a:t>Talks</a:t>
            </a:r>
            <a:r>
              <a:rPr lang="fr-FR" sz="1100" dirty="0"/>
              <a:t> Inspirants</a:t>
            </a:r>
          </a:p>
          <a:p>
            <a:pPr algn="ctr"/>
            <a:endParaRPr lang="fr-FR" sz="1100" dirty="0"/>
          </a:p>
          <a:p>
            <a:pPr algn="ctr"/>
            <a:r>
              <a:rPr lang="fr-FR" sz="1100" dirty="0"/>
              <a:t>🌍Vue globale</a:t>
            </a:r>
          </a:p>
          <a:p>
            <a:pPr algn="ctr"/>
            <a:endParaRPr lang="fr-FR" sz="1100" dirty="0"/>
          </a:p>
          <a:p>
            <a:pPr algn="ctr"/>
            <a:r>
              <a:rPr lang="fr-FR" sz="1100" dirty="0"/>
              <a:t>🎲Serious Games de découverte</a:t>
            </a:r>
          </a:p>
        </p:txBody>
      </p:sp>
      <p:sp>
        <p:nvSpPr>
          <p:cNvPr id="31" name="ZoneTexte 30">
            <a:extLst>
              <a:ext uri="{FF2B5EF4-FFF2-40B4-BE49-F238E27FC236}">
                <a16:creationId xmlns:a16="http://schemas.microsoft.com/office/drawing/2014/main" id="{E095B946-9B24-44B5-AAD6-A3592CFFD5A0}"/>
              </a:ext>
            </a:extLst>
          </p:cNvPr>
          <p:cNvSpPr txBox="1"/>
          <p:nvPr/>
        </p:nvSpPr>
        <p:spPr>
          <a:xfrm>
            <a:off x="1888984" y="2211334"/>
            <a:ext cx="1464141" cy="2631490"/>
          </a:xfrm>
          <a:prstGeom prst="rect">
            <a:avLst/>
          </a:prstGeom>
          <a:noFill/>
        </p:spPr>
        <p:txBody>
          <a:bodyPr wrap="square" rtlCol="0">
            <a:spAutoFit/>
          </a:bodyPr>
          <a:lstStyle/>
          <a:p>
            <a:pPr algn="ctr"/>
            <a:r>
              <a:rPr lang="fr-FR" sz="1100" dirty="0"/>
              <a:t>❓Ateliers « </a:t>
            </a:r>
            <a:r>
              <a:rPr lang="fr-FR" sz="1100" dirty="0" err="1"/>
              <a:t>What’s</a:t>
            </a:r>
            <a:r>
              <a:rPr lang="fr-FR" sz="1100" dirty="0"/>
              <a:t> In It For Me ? »</a:t>
            </a:r>
          </a:p>
          <a:p>
            <a:pPr algn="ctr"/>
            <a:endParaRPr lang="fr-FR" sz="1100" dirty="0"/>
          </a:p>
          <a:p>
            <a:pPr algn="ctr"/>
            <a:r>
              <a:rPr lang="fr-FR" sz="1100" dirty="0"/>
              <a:t>👍</a:t>
            </a:r>
            <a:r>
              <a:rPr lang="fr-FR" sz="1100" dirty="0" err="1"/>
              <a:t>Success</a:t>
            </a:r>
            <a:r>
              <a:rPr lang="fr-FR" sz="1100" dirty="0"/>
              <a:t> stories plus proches</a:t>
            </a:r>
          </a:p>
          <a:p>
            <a:pPr algn="ctr"/>
            <a:endParaRPr lang="fr-FR" sz="1100" dirty="0"/>
          </a:p>
          <a:p>
            <a:pPr algn="ctr"/>
            <a:r>
              <a:rPr lang="fr-FR" sz="1100" dirty="0"/>
              <a:t>😱 Collecte des craintes et 🤩opportunités d’usages / SWOT</a:t>
            </a:r>
          </a:p>
          <a:p>
            <a:pPr algn="ctr"/>
            <a:endParaRPr lang="fr-FR" sz="1100" dirty="0"/>
          </a:p>
          <a:p>
            <a:pPr algn="ctr"/>
            <a:r>
              <a:rPr lang="fr-FR" sz="1100" dirty="0"/>
              <a:t>🤝Ateliers connaissance mutuelle des membres</a:t>
            </a:r>
          </a:p>
        </p:txBody>
      </p:sp>
      <p:sp>
        <p:nvSpPr>
          <p:cNvPr id="32" name="ZoneTexte 31">
            <a:extLst>
              <a:ext uri="{FF2B5EF4-FFF2-40B4-BE49-F238E27FC236}">
                <a16:creationId xmlns:a16="http://schemas.microsoft.com/office/drawing/2014/main" id="{192D7260-D611-4368-A5D5-83CC9E1EDF53}"/>
              </a:ext>
            </a:extLst>
          </p:cNvPr>
          <p:cNvSpPr txBox="1"/>
          <p:nvPr/>
        </p:nvSpPr>
        <p:spPr>
          <a:xfrm>
            <a:off x="3671762" y="2211334"/>
            <a:ext cx="1464141" cy="2800767"/>
          </a:xfrm>
          <a:prstGeom prst="rect">
            <a:avLst/>
          </a:prstGeom>
          <a:noFill/>
        </p:spPr>
        <p:txBody>
          <a:bodyPr wrap="square" rtlCol="0">
            <a:spAutoFit/>
          </a:bodyPr>
          <a:lstStyle/>
          <a:p>
            <a:pPr algn="ctr"/>
            <a:r>
              <a:rPr lang="fr-FR" sz="1100" dirty="0"/>
              <a:t>🔧Tutos / Dojos basiques</a:t>
            </a:r>
          </a:p>
          <a:p>
            <a:pPr algn="ctr"/>
            <a:endParaRPr lang="fr-FR" sz="1100" dirty="0"/>
          </a:p>
          <a:p>
            <a:pPr algn="ctr"/>
            <a:r>
              <a:rPr lang="fr-FR" sz="1100" dirty="0"/>
              <a:t>📄 Documentation basiques/FAQ</a:t>
            </a:r>
          </a:p>
          <a:p>
            <a:pPr algn="ctr"/>
            <a:endParaRPr lang="fr-FR" sz="1100" dirty="0"/>
          </a:p>
          <a:p>
            <a:pPr algn="ctr"/>
            <a:r>
              <a:rPr lang="fr-FR" sz="1100" dirty="0"/>
              <a:t>📣 Aide à la promotion et au lancement</a:t>
            </a:r>
          </a:p>
          <a:p>
            <a:pPr algn="ctr"/>
            <a:endParaRPr lang="fr-FR" sz="1100" dirty="0"/>
          </a:p>
          <a:p>
            <a:pPr algn="ctr"/>
            <a:r>
              <a:rPr lang="fr-FR" sz="1100" dirty="0"/>
              <a:t>🕵️‍♀️ Premiers </a:t>
            </a:r>
            <a:r>
              <a:rPr lang="fr-FR" sz="1100" dirty="0" err="1"/>
              <a:t>shadowings</a:t>
            </a:r>
            <a:endParaRPr lang="fr-FR" sz="1100" dirty="0"/>
          </a:p>
          <a:p>
            <a:pPr algn="ctr"/>
            <a:endParaRPr lang="fr-FR" sz="1100" dirty="0"/>
          </a:p>
          <a:p>
            <a:pPr algn="ctr"/>
            <a:r>
              <a:rPr lang="fr-FR" sz="1100" dirty="0"/>
              <a:t>▶️ Invitation à la mise en application en situation réelle</a:t>
            </a:r>
          </a:p>
        </p:txBody>
      </p:sp>
      <p:sp>
        <p:nvSpPr>
          <p:cNvPr id="33" name="ZoneTexte 32">
            <a:extLst>
              <a:ext uri="{FF2B5EF4-FFF2-40B4-BE49-F238E27FC236}">
                <a16:creationId xmlns:a16="http://schemas.microsoft.com/office/drawing/2014/main" id="{3958ECD8-2419-41F7-BB92-7FD9A7F73AC4}"/>
              </a:ext>
            </a:extLst>
          </p:cNvPr>
          <p:cNvSpPr txBox="1"/>
          <p:nvPr/>
        </p:nvSpPr>
        <p:spPr>
          <a:xfrm>
            <a:off x="5389106" y="2211333"/>
            <a:ext cx="1464141" cy="2970044"/>
          </a:xfrm>
          <a:prstGeom prst="rect">
            <a:avLst/>
          </a:prstGeom>
          <a:noFill/>
        </p:spPr>
        <p:txBody>
          <a:bodyPr wrap="square" rtlCol="0">
            <a:spAutoFit/>
          </a:bodyPr>
          <a:lstStyle/>
          <a:p>
            <a:pPr algn="ctr"/>
            <a:r>
              <a:rPr lang="fr-FR" sz="1100" dirty="0"/>
              <a:t>🛠️ Dojos et pratiques avancées</a:t>
            </a:r>
          </a:p>
          <a:p>
            <a:pPr algn="ctr"/>
            <a:endParaRPr lang="fr-FR" sz="1100" dirty="0"/>
          </a:p>
          <a:p>
            <a:pPr algn="ctr"/>
            <a:r>
              <a:rPr lang="fr-FR" sz="1100" dirty="0"/>
              <a:t>💞 Groupes d’intervision / entraide spécifique / soutien moral /</a:t>
            </a:r>
          </a:p>
          <a:p>
            <a:pPr algn="ctr"/>
            <a:r>
              <a:rPr lang="fr-FR" sz="1100" dirty="0"/>
              <a:t>sous groupes / Revues entre pairs</a:t>
            </a:r>
          </a:p>
          <a:p>
            <a:pPr algn="ctr"/>
            <a:endParaRPr lang="fr-FR" sz="1100" dirty="0"/>
          </a:p>
          <a:p>
            <a:pPr algn="ctr"/>
            <a:r>
              <a:rPr lang="fr-FR" sz="1100" dirty="0"/>
              <a:t>🍺 Moments pour relâcher la pression ensemble</a:t>
            </a:r>
          </a:p>
          <a:p>
            <a:pPr algn="ctr"/>
            <a:endParaRPr lang="fr-FR" sz="1100" dirty="0"/>
          </a:p>
          <a:p>
            <a:pPr algn="ctr"/>
            <a:r>
              <a:rPr lang="fr-FR" sz="1100" dirty="0"/>
              <a:t>➕ ➖ Tables d’avantages et inconvénients</a:t>
            </a:r>
          </a:p>
        </p:txBody>
      </p:sp>
      <p:sp>
        <p:nvSpPr>
          <p:cNvPr id="34" name="ZoneTexte 33">
            <a:extLst>
              <a:ext uri="{FF2B5EF4-FFF2-40B4-BE49-F238E27FC236}">
                <a16:creationId xmlns:a16="http://schemas.microsoft.com/office/drawing/2014/main" id="{362AA3FE-CBCB-41EE-9537-3356978FE122}"/>
              </a:ext>
            </a:extLst>
          </p:cNvPr>
          <p:cNvSpPr txBox="1"/>
          <p:nvPr/>
        </p:nvSpPr>
        <p:spPr>
          <a:xfrm>
            <a:off x="7126753" y="2211333"/>
            <a:ext cx="1464141" cy="2631490"/>
          </a:xfrm>
          <a:prstGeom prst="rect">
            <a:avLst/>
          </a:prstGeom>
          <a:noFill/>
        </p:spPr>
        <p:txBody>
          <a:bodyPr wrap="square" rtlCol="0">
            <a:spAutoFit/>
          </a:bodyPr>
          <a:lstStyle/>
          <a:p>
            <a:pPr algn="ctr"/>
            <a:r>
              <a:rPr lang="fr-FR" sz="1100" dirty="0"/>
              <a:t>⚖️ Définition des normes et règles locales</a:t>
            </a:r>
          </a:p>
          <a:p>
            <a:pPr algn="ctr"/>
            <a:endParaRPr lang="fr-FR" sz="1100" dirty="0"/>
          </a:p>
          <a:p>
            <a:pPr algn="ctr"/>
            <a:r>
              <a:rPr lang="fr-FR" sz="1100" dirty="0"/>
              <a:t>➡️ ⬅️ Identification des synergies, des ressources et documentations à mettre en commun</a:t>
            </a:r>
          </a:p>
          <a:p>
            <a:pPr algn="ctr"/>
            <a:endParaRPr lang="fr-FR" sz="1100" dirty="0"/>
          </a:p>
          <a:p>
            <a:pPr algn="ctr"/>
            <a:r>
              <a:rPr lang="fr-FR" sz="1100" dirty="0"/>
              <a:t>✔️ Clarification des best practices, des cas d’usages typiques (attention biais du survivant)</a:t>
            </a:r>
          </a:p>
        </p:txBody>
      </p:sp>
      <p:sp>
        <p:nvSpPr>
          <p:cNvPr id="35" name="ZoneTexte 34">
            <a:extLst>
              <a:ext uri="{FF2B5EF4-FFF2-40B4-BE49-F238E27FC236}">
                <a16:creationId xmlns:a16="http://schemas.microsoft.com/office/drawing/2014/main" id="{6D1DA766-A20D-492E-B98F-88095E5AFC7C}"/>
              </a:ext>
            </a:extLst>
          </p:cNvPr>
          <p:cNvSpPr txBox="1"/>
          <p:nvPr/>
        </p:nvSpPr>
        <p:spPr>
          <a:xfrm>
            <a:off x="8864400" y="2211333"/>
            <a:ext cx="1464141" cy="2800767"/>
          </a:xfrm>
          <a:prstGeom prst="rect">
            <a:avLst/>
          </a:prstGeom>
          <a:noFill/>
        </p:spPr>
        <p:txBody>
          <a:bodyPr wrap="square" rtlCol="0">
            <a:spAutoFit/>
          </a:bodyPr>
          <a:lstStyle/>
          <a:p>
            <a:pPr algn="ctr"/>
            <a:r>
              <a:rPr lang="fr-FR" sz="1100" dirty="0"/>
              <a:t>🎅 Construction d’une offre de service</a:t>
            </a:r>
          </a:p>
          <a:p>
            <a:pPr algn="ctr"/>
            <a:endParaRPr lang="fr-FR" sz="1100" dirty="0"/>
          </a:p>
          <a:p>
            <a:pPr algn="ctr"/>
            <a:r>
              <a:rPr lang="fr-FR" sz="1100" dirty="0"/>
              <a:t>🎓 Définition de parcours de formation</a:t>
            </a:r>
          </a:p>
          <a:p>
            <a:pPr algn="ctr"/>
            <a:endParaRPr lang="fr-FR" sz="1100" dirty="0"/>
          </a:p>
          <a:p>
            <a:pPr algn="ctr"/>
            <a:r>
              <a:rPr lang="fr-FR" sz="1100" dirty="0"/>
              <a:t>🛫 Transmission au-delà de la communauté</a:t>
            </a:r>
          </a:p>
          <a:p>
            <a:pPr algn="ctr"/>
            <a:endParaRPr lang="fr-FR" sz="1100" dirty="0"/>
          </a:p>
          <a:p>
            <a:pPr algn="ctr"/>
            <a:r>
              <a:rPr lang="fr-FR" sz="1100" dirty="0"/>
              <a:t>📜 Mise en place de certification locales</a:t>
            </a:r>
          </a:p>
          <a:p>
            <a:pPr algn="ctr"/>
            <a:endParaRPr lang="fr-FR" sz="1100" dirty="0"/>
          </a:p>
          <a:p>
            <a:pPr algn="ctr"/>
            <a:r>
              <a:rPr lang="fr-FR" sz="1100" dirty="0"/>
              <a:t>⭐Exposition et promotion de la documentation</a:t>
            </a:r>
          </a:p>
        </p:txBody>
      </p:sp>
      <p:sp>
        <p:nvSpPr>
          <p:cNvPr id="36" name="ZoneTexte 35">
            <a:extLst>
              <a:ext uri="{FF2B5EF4-FFF2-40B4-BE49-F238E27FC236}">
                <a16:creationId xmlns:a16="http://schemas.microsoft.com/office/drawing/2014/main" id="{3116CA5B-EC93-4FBD-9B01-C3E598E6EE7D}"/>
              </a:ext>
            </a:extLst>
          </p:cNvPr>
          <p:cNvSpPr txBox="1"/>
          <p:nvPr/>
        </p:nvSpPr>
        <p:spPr>
          <a:xfrm>
            <a:off x="10527264" y="2211333"/>
            <a:ext cx="1464141" cy="2292935"/>
          </a:xfrm>
          <a:prstGeom prst="rect">
            <a:avLst/>
          </a:prstGeom>
          <a:noFill/>
        </p:spPr>
        <p:txBody>
          <a:bodyPr wrap="square" rtlCol="0">
            <a:spAutoFit/>
          </a:bodyPr>
          <a:lstStyle/>
          <a:p>
            <a:pPr algn="ctr"/>
            <a:r>
              <a:rPr lang="fr-FR" sz="1100" dirty="0"/>
              <a:t>🏠 Officialisation des équipes et des tâches</a:t>
            </a:r>
          </a:p>
          <a:p>
            <a:pPr algn="ctr"/>
            <a:endParaRPr lang="fr-FR" sz="1100" dirty="0"/>
          </a:p>
          <a:p>
            <a:pPr algn="ctr"/>
            <a:r>
              <a:rPr lang="fr-FR" sz="1100" dirty="0"/>
              <a:t>😎Mise à jour des fiches de poste</a:t>
            </a:r>
          </a:p>
          <a:p>
            <a:pPr algn="ctr"/>
            <a:endParaRPr lang="fr-FR" sz="1100" dirty="0"/>
          </a:p>
          <a:p>
            <a:pPr algn="ctr"/>
            <a:r>
              <a:rPr lang="fr-FR" sz="1100" dirty="0"/>
              <a:t>👓 Intervention dans les processus de recrutement</a:t>
            </a:r>
          </a:p>
          <a:p>
            <a:pPr algn="ctr"/>
            <a:endParaRPr lang="fr-FR" sz="1100" dirty="0"/>
          </a:p>
          <a:p>
            <a:pPr algn="ctr"/>
            <a:r>
              <a:rPr lang="fr-FR" sz="1100" dirty="0"/>
              <a:t>🌍 Expansion des normes locales à d’autres domaines</a:t>
            </a:r>
          </a:p>
        </p:txBody>
      </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26208" y="5199225"/>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02134" y="5226834"/>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63976" y="5199225"/>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98543" y="5199225"/>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46329" y="5199225"/>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33110" y="5199225"/>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213802" y="6070092"/>
            <a:ext cx="1232673" cy="600164"/>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VISIONNAIRES </a:t>
            </a:r>
          </a:p>
          <a:p>
            <a:pPr marL="0" indent="0" algn="ctr">
              <a:buFont typeface="Arial" panose="020B0604020202020204" pitchFamily="34" charset="0"/>
              <a:buNone/>
            </a:pPr>
            <a:r>
              <a:rPr lang="fr-FR" sz="1100" b="1" i="1" dirty="0"/>
              <a:t>&amp; « PRÊCHEURS»</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41268" y="6074643"/>
            <a:ext cx="1232673" cy="430887"/>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DÉTECTIVES</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34145" y="6110535"/>
            <a:ext cx="1232673" cy="430887"/>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PROFESSEURS</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79663" y="6110535"/>
            <a:ext cx="1232673" cy="430887"/>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SUPPORT</a:t>
            </a:r>
          </a:p>
        </p:txBody>
      </p:sp>
      <p:sp>
        <p:nvSpPr>
          <p:cNvPr id="53" name="ZoneTexte 52">
            <a:extLst>
              <a:ext uri="{FF2B5EF4-FFF2-40B4-BE49-F238E27FC236}">
                <a16:creationId xmlns:a16="http://schemas.microsoft.com/office/drawing/2014/main" id="{51DFBDD7-4316-4C5F-B574-2355030A2914}"/>
              </a:ext>
            </a:extLst>
          </p:cNvPr>
          <p:cNvSpPr txBox="1"/>
          <p:nvPr/>
        </p:nvSpPr>
        <p:spPr>
          <a:xfrm>
            <a:off x="8916562" y="6074643"/>
            <a:ext cx="1373933" cy="430887"/>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 COMMERCIAUX »</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42146" y="6081668"/>
            <a:ext cx="1373933" cy="430887"/>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a:t>
            </a:r>
          </a:p>
          <a:p>
            <a:pPr marL="0" indent="0" algn="ctr">
              <a:buFont typeface="Arial" panose="020B0604020202020204" pitchFamily="34" charset="0"/>
              <a:buNone/>
            </a:pPr>
            <a:r>
              <a:rPr lang="fr-FR" sz="1100" b="1" i="1" dirty="0"/>
              <a:t>AUDITEURS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401623" y="5181377"/>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618666" y="6082132"/>
            <a:ext cx="1373933" cy="430887"/>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DIPLOMATES</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25176" y="-707457"/>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#OSG </a:t>
            </a:r>
            <a:r>
              <a:rPr lang="fr-FR" sz="4400" b="1" i="1" dirty="0">
                <a:solidFill>
                  <a:srgbClr val="ED7D31"/>
                </a:solidFill>
              </a:rPr>
              <a:t>Change</a:t>
            </a:r>
            <a:r>
              <a:rPr lang="fr-FR" sz="4400" b="1" i="1" dirty="0"/>
              <a:t> </a:t>
            </a:r>
            <a:r>
              <a:rPr lang="fr-FR" sz="4400" b="1" i="1" dirty="0">
                <a:solidFill>
                  <a:srgbClr val="0683AA"/>
                </a:solidFill>
              </a:rPr>
              <a:t>Community</a:t>
            </a:r>
            <a:r>
              <a:rPr lang="fr-FR" sz="4400" b="1" i="1" dirty="0"/>
              <a:t> Cycle </a:t>
            </a:r>
            <a:r>
              <a:rPr lang="fr-FR" sz="4400" b="1" i="1" dirty="0">
                <a:solidFill>
                  <a:srgbClr val="0683AA"/>
                </a:solidFill>
              </a:rPr>
              <a:t>Model</a:t>
            </a:r>
          </a:p>
        </p:txBody>
      </p:sp>
    </p:spTree>
    <p:extLst>
      <p:ext uri="{BB962C8B-B14F-4D97-AF65-F5344CB8AC3E}">
        <p14:creationId xmlns:p14="http://schemas.microsoft.com/office/powerpoint/2010/main" val="194090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INSPIRATION</a:t>
              </a:r>
            </a:p>
            <a:p>
              <a:pPr marL="0" indent="0" algn="ctr">
                <a:buFont typeface="Arial" panose="020B0604020202020204" pitchFamily="34" charset="0"/>
                <a:buNone/>
              </a:pPr>
              <a:endParaRPr lang="fr-FR" sz="1600" b="1" i="1" dirty="0">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COLLECTE</a:t>
              </a:r>
            </a:p>
            <a:p>
              <a:pPr marL="0" indent="0" algn="ctr">
                <a:buFont typeface="Arial" panose="020B0604020202020204" pitchFamily="34" charset="0"/>
                <a:buNone/>
              </a:pPr>
              <a:endParaRPr lang="fr-FR" sz="1600" b="1" i="1" dirty="0">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INITIATION</a:t>
              </a:r>
            </a:p>
            <a:p>
              <a:pPr marL="0" indent="0" algn="ctr">
                <a:buFont typeface="Arial" panose="020B0604020202020204" pitchFamily="34" charset="0"/>
                <a:buNone/>
              </a:pPr>
              <a:endParaRPr lang="fr-FR" sz="1600" b="1" i="1" dirty="0">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CHOC DE LA RÉALITÉ</a:t>
              </a:r>
            </a:p>
            <a:p>
              <a:pPr marL="0" indent="0" algn="ctr">
                <a:buFont typeface="Arial" panose="020B0604020202020204" pitchFamily="34" charset="0"/>
                <a:buNone/>
              </a:pPr>
              <a:endParaRPr lang="fr-FR" sz="1600" b="1" i="1" dirty="0">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FORTIFICATION</a:t>
              </a:r>
            </a:p>
            <a:p>
              <a:pPr marL="0" indent="0" algn="ctr">
                <a:buFont typeface="Arial" panose="020B0604020202020204" pitchFamily="34" charset="0"/>
                <a:buNone/>
              </a:pPr>
              <a:endParaRPr lang="fr-FR" sz="1600" b="1" i="1" dirty="0">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038120" cy="110073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Lien avec les rôles de la </a:t>
            </a:r>
            <a:r>
              <a:rPr lang="fr-FR" sz="4400" b="1" i="1" dirty="0">
                <a:solidFill>
                  <a:srgbClr val="0683AA"/>
                </a:solidFill>
              </a:rPr>
              <a:t>méthode</a:t>
            </a:r>
            <a:r>
              <a:rPr lang="fr-FR" sz="4400" b="1" i="1" dirty="0"/>
              <a:t> #</a:t>
            </a:r>
            <a:r>
              <a:rPr lang="fr-FR" sz="4400" b="1" i="1" dirty="0">
                <a:solidFill>
                  <a:srgbClr val="ED7D31"/>
                </a:solidFill>
              </a:rPr>
              <a:t>OSG</a:t>
            </a:r>
          </a:p>
          <a:p>
            <a:pPr marL="0" indent="0" algn="ctr">
              <a:buFont typeface="Arial" panose="020B0604020202020204" pitchFamily="34" charset="0"/>
              <a:buNone/>
            </a:pPr>
            <a:r>
              <a:rPr lang="fr-FR" sz="4400" b="1" i="1" dirty="0"/>
              <a:t>Evolution des membres novices en capacité de transmission</a:t>
            </a:r>
          </a:p>
        </p:txBody>
      </p:sp>
      <p:sp>
        <p:nvSpPr>
          <p:cNvPr id="12" name="Forme en L 11">
            <a:extLst>
              <a:ext uri="{FF2B5EF4-FFF2-40B4-BE49-F238E27FC236}">
                <a16:creationId xmlns:a16="http://schemas.microsoft.com/office/drawing/2014/main" id="{EB5D01DE-3CF9-4CDD-8D1A-0E85658C2280}"/>
              </a:ext>
            </a:extLst>
          </p:cNvPr>
          <p:cNvSpPr/>
          <p:nvPr/>
        </p:nvSpPr>
        <p:spPr>
          <a:xfrm rot="5400000">
            <a:off x="1315661" y="5706087"/>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4" name="Forme libre : forme 13">
            <a:extLst>
              <a:ext uri="{FF2B5EF4-FFF2-40B4-BE49-F238E27FC236}">
                <a16:creationId xmlns:a16="http://schemas.microsoft.com/office/drawing/2014/main" id="{FE098B23-D315-41DD-94C6-8382CE114BC6}"/>
              </a:ext>
            </a:extLst>
          </p:cNvPr>
          <p:cNvSpPr/>
          <p:nvPr/>
        </p:nvSpPr>
        <p:spPr>
          <a:xfrm>
            <a:off x="1182099" y="6103888"/>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1 CURIEUX(-SE) :</a:t>
            </a:r>
            <a:r>
              <a:rPr lang="fr-FR" sz="1100" kern="1200" dirty="0"/>
              <a:t> Je m’intéresse, j’ai envie de tester</a:t>
            </a:r>
          </a:p>
        </p:txBody>
      </p:sp>
      <p:sp>
        <p:nvSpPr>
          <p:cNvPr id="16" name="Triangle isocèle 15">
            <a:extLst>
              <a:ext uri="{FF2B5EF4-FFF2-40B4-BE49-F238E27FC236}">
                <a16:creationId xmlns:a16="http://schemas.microsoft.com/office/drawing/2014/main" id="{557E5951-FA8F-41FA-9582-79B2BD3584FF}"/>
              </a:ext>
            </a:extLst>
          </p:cNvPr>
          <p:cNvSpPr/>
          <p:nvPr/>
        </p:nvSpPr>
        <p:spPr>
          <a:xfrm>
            <a:off x="2157300" y="5608069"/>
            <a:ext cx="226790" cy="226790"/>
          </a:xfrm>
          <a:prstGeom prst="triangle">
            <a:avLst>
              <a:gd name="adj" fmla="val 10000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8" name="Forme en L 37">
            <a:extLst>
              <a:ext uri="{FF2B5EF4-FFF2-40B4-BE49-F238E27FC236}">
                <a16:creationId xmlns:a16="http://schemas.microsoft.com/office/drawing/2014/main" id="{354CC6D4-4503-4953-B79A-053628C1A1C8}"/>
              </a:ext>
            </a:extLst>
          </p:cNvPr>
          <p:cNvSpPr/>
          <p:nvPr/>
        </p:nvSpPr>
        <p:spPr>
          <a:xfrm rot="5400000">
            <a:off x="3747181" y="5358602"/>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0" name="Forme libre : forme 39">
            <a:extLst>
              <a:ext uri="{FF2B5EF4-FFF2-40B4-BE49-F238E27FC236}">
                <a16:creationId xmlns:a16="http://schemas.microsoft.com/office/drawing/2014/main" id="{30CBD964-B5A5-42E2-BE5A-82A9949190B9}"/>
              </a:ext>
            </a:extLst>
          </p:cNvPr>
          <p:cNvSpPr/>
          <p:nvPr/>
        </p:nvSpPr>
        <p:spPr>
          <a:xfrm>
            <a:off x="3613620" y="5756403"/>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2 JOUEUR(-SE) :</a:t>
            </a:r>
            <a:r>
              <a:rPr lang="fr-FR" sz="1100" kern="1200" dirty="0"/>
              <a:t> J’expérimente, je pratique</a:t>
            </a:r>
          </a:p>
        </p:txBody>
      </p:sp>
      <p:sp>
        <p:nvSpPr>
          <p:cNvPr id="42" name="Triangle isocèle 41">
            <a:extLst>
              <a:ext uri="{FF2B5EF4-FFF2-40B4-BE49-F238E27FC236}">
                <a16:creationId xmlns:a16="http://schemas.microsoft.com/office/drawing/2014/main" id="{0E5742CD-6191-41F2-9E78-F545328A25BB}"/>
              </a:ext>
            </a:extLst>
          </p:cNvPr>
          <p:cNvSpPr/>
          <p:nvPr/>
        </p:nvSpPr>
        <p:spPr>
          <a:xfrm>
            <a:off x="4588820" y="526058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4" name="Forme en L 43">
            <a:extLst>
              <a:ext uri="{FF2B5EF4-FFF2-40B4-BE49-F238E27FC236}">
                <a16:creationId xmlns:a16="http://schemas.microsoft.com/office/drawing/2014/main" id="{0446A202-4A6C-44DE-A767-D939E37F43E6}"/>
              </a:ext>
            </a:extLst>
          </p:cNvPr>
          <p:cNvSpPr/>
          <p:nvPr/>
        </p:nvSpPr>
        <p:spPr>
          <a:xfrm rot="5400000">
            <a:off x="6511164" y="4984044"/>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6377603" y="5381844"/>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3 ECLAIREUR(-SE) :</a:t>
            </a:r>
            <a:r>
              <a:rPr lang="fr-FR" sz="1100" kern="1200" dirty="0"/>
              <a:t> J’identifie l’opportunité de rejouer, je promeus, j’organise </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7333207" y="491495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7906910" y="4821677"/>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7773349" y="521947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4 CO-ANIMATEUR(-TRICE) :</a:t>
            </a:r>
            <a:r>
              <a:rPr lang="fr-FR" sz="1100" kern="1200" dirty="0"/>
              <a:t> Je co-anime, je fais expérimenter</a:t>
            </a:r>
          </a:p>
        </p:txBody>
      </p:sp>
      <p:sp>
        <p:nvSpPr>
          <p:cNvPr id="129" name="Triangle isocèle 128">
            <a:extLst>
              <a:ext uri="{FF2B5EF4-FFF2-40B4-BE49-F238E27FC236}">
                <a16:creationId xmlns:a16="http://schemas.microsoft.com/office/drawing/2014/main" id="{66B2C47D-7612-4F63-B71D-CD7B156817D8}"/>
              </a:ext>
            </a:extLst>
          </p:cNvPr>
          <p:cNvSpPr/>
          <p:nvPr/>
        </p:nvSpPr>
        <p:spPr>
          <a:xfrm>
            <a:off x="8757932" y="4784444"/>
            <a:ext cx="226790" cy="226790"/>
          </a:xfrm>
          <a:prstGeom prst="triangle">
            <a:avLst>
              <a:gd name="adj" fmla="val 10000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0" name="Forme en L 129">
            <a:extLst>
              <a:ext uri="{FF2B5EF4-FFF2-40B4-BE49-F238E27FC236}">
                <a16:creationId xmlns:a16="http://schemas.microsoft.com/office/drawing/2014/main" id="{01A55F55-E534-4FCE-B502-08A6CD05E29F}"/>
              </a:ext>
            </a:extLst>
          </p:cNvPr>
          <p:cNvSpPr/>
          <p:nvPr/>
        </p:nvSpPr>
        <p:spPr>
          <a:xfrm rot="5400000">
            <a:off x="9341414" y="4588350"/>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9207852" y="498615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5 ANIMATEUR(-TRICE) </a:t>
            </a:r>
            <a:r>
              <a:rPr lang="fr-FR" sz="1100" kern="1200" dirty="0"/>
              <a:t>: Je mène l’animation, j’invite et je forme à animer</a:t>
            </a:r>
          </a:p>
        </p:txBody>
      </p:sp>
      <p:sp>
        <p:nvSpPr>
          <p:cNvPr id="132" name="Triangle isocèle 131">
            <a:extLst>
              <a:ext uri="{FF2B5EF4-FFF2-40B4-BE49-F238E27FC236}">
                <a16:creationId xmlns:a16="http://schemas.microsoft.com/office/drawing/2014/main" id="{BA6BF652-E1E2-406D-80A4-2E49153F1852}"/>
              </a:ext>
            </a:extLst>
          </p:cNvPr>
          <p:cNvSpPr/>
          <p:nvPr/>
        </p:nvSpPr>
        <p:spPr>
          <a:xfrm>
            <a:off x="10148735" y="4552906"/>
            <a:ext cx="226790" cy="226790"/>
          </a:xfrm>
          <a:prstGeom prst="triangle">
            <a:avLst>
              <a:gd name="adj" fmla="val 10000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4" name="Forme libre : forme 133">
            <a:extLst>
              <a:ext uri="{FF2B5EF4-FFF2-40B4-BE49-F238E27FC236}">
                <a16:creationId xmlns:a16="http://schemas.microsoft.com/office/drawing/2014/main" id="{8727C1F5-25DD-43A7-99FA-83F7672D8360}"/>
              </a:ext>
            </a:extLst>
          </p:cNvPr>
          <p:cNvSpPr/>
          <p:nvPr/>
        </p:nvSpPr>
        <p:spPr>
          <a:xfrm>
            <a:off x="9204659" y="595463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6 CRÉATEUR(-SE) :</a:t>
            </a:r>
            <a:r>
              <a:rPr lang="fr-FR" sz="1100" kern="1200" dirty="0"/>
              <a:t> Je créé des variantes, des adaptations ou de nouveaux contenus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60546" y="4500484"/>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29507" y="4911590"/>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7 CONTENT COMMUNITY BOOSTER </a:t>
            </a:r>
            <a:r>
              <a:rPr lang="fr-FR" sz="1100" kern="1200" dirty="0"/>
              <a:t>: Je connecte les personnes, j’aide à monter en niveau</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31728" y="3594214"/>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80" name="Groupe 79">
            <a:extLst>
              <a:ext uri="{FF2B5EF4-FFF2-40B4-BE49-F238E27FC236}">
                <a16:creationId xmlns:a16="http://schemas.microsoft.com/office/drawing/2014/main" id="{5204E23E-6CC1-4B0F-AADD-28F6B0DA63B5}"/>
              </a:ext>
            </a:extLst>
          </p:cNvPr>
          <p:cNvGrpSpPr/>
          <p:nvPr/>
        </p:nvGrpSpPr>
        <p:grpSpPr>
          <a:xfrm>
            <a:off x="3606703" y="4801970"/>
            <a:ext cx="944022" cy="834837"/>
            <a:chOff x="3239584" y="4265153"/>
            <a:chExt cx="944022" cy="834837"/>
          </a:xfrm>
        </p:grpSpPr>
        <p:grpSp>
          <p:nvGrpSpPr>
            <p:cNvPr id="81" name="Groupe 80">
              <a:extLst>
                <a:ext uri="{FF2B5EF4-FFF2-40B4-BE49-F238E27FC236}">
                  <a16:creationId xmlns:a16="http://schemas.microsoft.com/office/drawing/2014/main" id="{A8C1BAC6-6BE5-4F35-9489-3E81701B4D2E}"/>
                </a:ext>
              </a:extLst>
            </p:cNvPr>
            <p:cNvGrpSpPr/>
            <p:nvPr/>
          </p:nvGrpSpPr>
          <p:grpSpPr>
            <a:xfrm>
              <a:off x="3239584" y="4265153"/>
              <a:ext cx="944022" cy="834837"/>
              <a:chOff x="3239584" y="4265153"/>
              <a:chExt cx="944022" cy="834837"/>
            </a:xfrm>
          </p:grpSpPr>
          <p:pic>
            <p:nvPicPr>
              <p:cNvPr id="83" name="Graphique 82" descr="Personne confuse avec un remplissage uni">
                <a:extLst>
                  <a:ext uri="{FF2B5EF4-FFF2-40B4-BE49-F238E27FC236}">
                    <a16:creationId xmlns:a16="http://schemas.microsoft.com/office/drawing/2014/main" id="{AC28AB1D-AAB5-47D1-AC87-47375773334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84" name="Graphique 83" descr="Calendrier journalier avec un remplissage uni">
                <a:extLst>
                  <a:ext uri="{FF2B5EF4-FFF2-40B4-BE49-F238E27FC236}">
                    <a16:creationId xmlns:a16="http://schemas.microsoft.com/office/drawing/2014/main" id="{289C866C-A01A-4F68-B68C-371F4F48CED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82" name="Image 81">
              <a:extLst>
                <a:ext uri="{FF2B5EF4-FFF2-40B4-BE49-F238E27FC236}">
                  <a16:creationId xmlns:a16="http://schemas.microsoft.com/office/drawing/2014/main" id="{6DF4D559-4197-426E-9CBD-6910757485F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85" name="Groupe 84">
            <a:extLst>
              <a:ext uri="{FF2B5EF4-FFF2-40B4-BE49-F238E27FC236}">
                <a16:creationId xmlns:a16="http://schemas.microsoft.com/office/drawing/2014/main" id="{114ABE05-E40C-46DE-A578-A78C656AD7F9}"/>
              </a:ext>
            </a:extLst>
          </p:cNvPr>
          <p:cNvGrpSpPr/>
          <p:nvPr/>
        </p:nvGrpSpPr>
        <p:grpSpPr>
          <a:xfrm>
            <a:off x="1231639" y="4867439"/>
            <a:ext cx="779343" cy="1094864"/>
            <a:chOff x="519806" y="4346910"/>
            <a:chExt cx="779343" cy="1094864"/>
          </a:xfrm>
        </p:grpSpPr>
        <p:pic>
          <p:nvPicPr>
            <p:cNvPr id="86" name="Graphique 85" descr="Homme avec un remplissage uni">
              <a:extLst>
                <a:ext uri="{FF2B5EF4-FFF2-40B4-BE49-F238E27FC236}">
                  <a16:creationId xmlns:a16="http://schemas.microsoft.com/office/drawing/2014/main" id="{5E70C518-842B-4A73-9930-486AA879BA28}"/>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87" name="Graphique 86" descr="Questions avec un remplissage uni">
              <a:extLst>
                <a:ext uri="{FF2B5EF4-FFF2-40B4-BE49-F238E27FC236}">
                  <a16:creationId xmlns:a16="http://schemas.microsoft.com/office/drawing/2014/main" id="{13EE19B9-D3E4-48B3-8C47-9D6BBEE051AA}"/>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88" name="Rectangle : coins arrondis 87">
              <a:extLst>
                <a:ext uri="{FF2B5EF4-FFF2-40B4-BE49-F238E27FC236}">
                  <a16:creationId xmlns:a16="http://schemas.microsoft.com/office/drawing/2014/main" id="{9E3A4325-B189-4362-ABBB-058622793DD6}"/>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89" name="Image 88">
              <a:extLst>
                <a:ext uri="{FF2B5EF4-FFF2-40B4-BE49-F238E27FC236}">
                  <a16:creationId xmlns:a16="http://schemas.microsoft.com/office/drawing/2014/main" id="{00E866B0-D1AA-4FB7-B395-597D90FFBE6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7764922" y="4192106"/>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9228213" y="3664505"/>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6423190" y="4289114"/>
            <a:ext cx="978178" cy="925014"/>
            <a:chOff x="4763560" y="3762738"/>
            <a:chExt cx="978178"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4"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8815470" y="3739052"/>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55"/>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2830150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Flèche : double flèche horizontale 139">
            <a:extLst>
              <a:ext uri="{FF2B5EF4-FFF2-40B4-BE49-F238E27FC236}">
                <a16:creationId xmlns:a16="http://schemas.microsoft.com/office/drawing/2014/main" id="{934E4C22-0A88-48C8-AB4A-ABF61E77CECE}"/>
              </a:ext>
            </a:extLst>
          </p:cNvPr>
          <p:cNvSpPr/>
          <p:nvPr/>
        </p:nvSpPr>
        <p:spPr>
          <a:xfrm>
            <a:off x="368468" y="3659199"/>
            <a:ext cx="11332131"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Community Booster</a:t>
            </a:r>
          </a:p>
        </p:txBody>
      </p:sp>
      <p:sp>
        <p:nvSpPr>
          <p:cNvPr id="139" name="Flèche : double flèche horizontale 138">
            <a:extLst>
              <a:ext uri="{FF2B5EF4-FFF2-40B4-BE49-F238E27FC236}">
                <a16:creationId xmlns:a16="http://schemas.microsoft.com/office/drawing/2014/main" id="{8B43C15B-0A4C-42FE-8656-F6F292B5ED08}"/>
              </a:ext>
            </a:extLst>
          </p:cNvPr>
          <p:cNvSpPr/>
          <p:nvPr/>
        </p:nvSpPr>
        <p:spPr>
          <a:xfrm>
            <a:off x="3536437" y="4091376"/>
            <a:ext cx="5020792"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Créateur</a:t>
            </a:r>
          </a:p>
        </p:txBody>
      </p:sp>
      <p:sp>
        <p:nvSpPr>
          <p:cNvPr id="138" name="Flèche : double flèche horizontale 137">
            <a:extLst>
              <a:ext uri="{FF2B5EF4-FFF2-40B4-BE49-F238E27FC236}">
                <a16:creationId xmlns:a16="http://schemas.microsoft.com/office/drawing/2014/main" id="{8C012456-2259-4281-8A89-0DB40BA4C451}"/>
              </a:ext>
            </a:extLst>
          </p:cNvPr>
          <p:cNvSpPr/>
          <p:nvPr/>
        </p:nvSpPr>
        <p:spPr>
          <a:xfrm>
            <a:off x="368468" y="4517823"/>
            <a:ext cx="6451114" cy="34901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Animateur</a:t>
            </a:r>
          </a:p>
        </p:txBody>
      </p:sp>
      <p:sp>
        <p:nvSpPr>
          <p:cNvPr id="135" name="Flèche : double flèche horizontale 134">
            <a:extLst>
              <a:ext uri="{FF2B5EF4-FFF2-40B4-BE49-F238E27FC236}">
                <a16:creationId xmlns:a16="http://schemas.microsoft.com/office/drawing/2014/main" id="{D06CE95D-93E1-4751-9C81-C2947B9A2E74}"/>
              </a:ext>
            </a:extLst>
          </p:cNvPr>
          <p:cNvSpPr/>
          <p:nvPr/>
        </p:nvSpPr>
        <p:spPr>
          <a:xfrm>
            <a:off x="1814587" y="4850298"/>
            <a:ext cx="3320165" cy="35159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Co-animateur</a:t>
            </a:r>
          </a:p>
        </p:txBody>
      </p:sp>
      <p:sp>
        <p:nvSpPr>
          <p:cNvPr id="3" name="Flèche : double flèche horizontale 2">
            <a:extLst>
              <a:ext uri="{FF2B5EF4-FFF2-40B4-BE49-F238E27FC236}">
                <a16:creationId xmlns:a16="http://schemas.microsoft.com/office/drawing/2014/main" id="{6BDD9246-4D44-4CF6-897A-0C30BE54CCB8}"/>
              </a:ext>
            </a:extLst>
          </p:cNvPr>
          <p:cNvSpPr/>
          <p:nvPr/>
        </p:nvSpPr>
        <p:spPr>
          <a:xfrm>
            <a:off x="368468" y="5483779"/>
            <a:ext cx="2928553" cy="277854"/>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Eclaireur</a:t>
            </a:r>
          </a:p>
        </p:txBody>
      </p:sp>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INSPIRATION</a:t>
              </a:r>
            </a:p>
            <a:p>
              <a:pPr marL="0" indent="0" algn="ctr">
                <a:buFont typeface="Arial" panose="020B0604020202020204" pitchFamily="34" charset="0"/>
                <a:buNone/>
              </a:pPr>
              <a:endParaRPr lang="fr-FR" sz="1600" b="1" i="1" dirty="0">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COLLECTE</a:t>
              </a:r>
            </a:p>
            <a:p>
              <a:pPr marL="0" indent="0" algn="ctr">
                <a:buFont typeface="Arial" panose="020B0604020202020204" pitchFamily="34" charset="0"/>
                <a:buNone/>
              </a:pPr>
              <a:endParaRPr lang="fr-FR" sz="1600" b="1" i="1" dirty="0">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INITIATION</a:t>
              </a:r>
            </a:p>
            <a:p>
              <a:pPr marL="0" indent="0" algn="ctr">
                <a:buFont typeface="Arial" panose="020B0604020202020204" pitchFamily="34" charset="0"/>
                <a:buNone/>
              </a:pPr>
              <a:endParaRPr lang="fr-FR" sz="1600" b="1" i="1" dirty="0">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CHOC DE LA RÉALITÉ</a:t>
              </a:r>
            </a:p>
            <a:p>
              <a:pPr marL="0" indent="0" algn="ctr">
                <a:buFont typeface="Arial" panose="020B0604020202020204" pitchFamily="34" charset="0"/>
                <a:buNone/>
              </a:pPr>
              <a:endParaRPr lang="fr-FR" sz="1600" b="1" i="1" dirty="0">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dirty="0">
                  <a:solidFill>
                    <a:srgbClr val="0683AA"/>
                  </a:solidFill>
                </a:rPr>
                <a:t>FORTIFICATION</a:t>
              </a:r>
            </a:p>
            <a:p>
              <a:pPr marL="0" indent="0" algn="ctr">
                <a:buFont typeface="Arial" panose="020B0604020202020204" pitchFamily="34" charset="0"/>
                <a:buNone/>
              </a:pPr>
              <a:endParaRPr lang="fr-FR" sz="1600" b="1" i="1" dirty="0">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dirty="0"/>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192000" cy="110073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4400" b="1" i="1" dirty="0"/>
              <a:t>Lien avec les rôles de la </a:t>
            </a:r>
            <a:r>
              <a:rPr lang="fr-FR" sz="4400" b="1" i="1" dirty="0">
                <a:solidFill>
                  <a:srgbClr val="0683AA"/>
                </a:solidFill>
              </a:rPr>
              <a:t>méthode</a:t>
            </a:r>
            <a:r>
              <a:rPr lang="fr-FR" sz="4400" b="1" i="1" dirty="0"/>
              <a:t> #</a:t>
            </a:r>
            <a:r>
              <a:rPr lang="fr-FR" sz="4400" b="1" i="1" dirty="0">
                <a:solidFill>
                  <a:srgbClr val="ED7D31"/>
                </a:solidFill>
              </a:rPr>
              <a:t>OSG</a:t>
            </a:r>
          </a:p>
          <a:p>
            <a:pPr marL="0" indent="0" algn="ctr">
              <a:buFont typeface="Arial" panose="020B0604020202020204" pitchFamily="34" charset="0"/>
              <a:buNone/>
            </a:pPr>
            <a:r>
              <a:rPr lang="fr-FR" sz="4400" b="1" i="1" dirty="0">
                <a:solidFill>
                  <a:srgbClr val="ED7D31"/>
                </a:solidFill>
              </a:rPr>
              <a:t>Champ d’intervention </a:t>
            </a:r>
            <a:r>
              <a:rPr lang="fr-FR" sz="4400" b="1" i="1" dirty="0"/>
              <a:t>des membres par rôle</a:t>
            </a:r>
          </a:p>
        </p:txBody>
      </p:sp>
      <p:sp>
        <p:nvSpPr>
          <p:cNvPr id="44" name="Forme en L 43">
            <a:extLst>
              <a:ext uri="{FF2B5EF4-FFF2-40B4-BE49-F238E27FC236}">
                <a16:creationId xmlns:a16="http://schemas.microsoft.com/office/drawing/2014/main" id="{0446A202-4A6C-44DE-A767-D939E37F43E6}"/>
              </a:ext>
            </a:extLst>
          </p:cNvPr>
          <p:cNvSpPr/>
          <p:nvPr/>
        </p:nvSpPr>
        <p:spPr>
          <a:xfrm rot="5400000">
            <a:off x="2373625" y="5763443"/>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2268877" y="620305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3 ECLAIREUR(-SE) :</a:t>
            </a:r>
            <a:r>
              <a:rPr lang="fr-FR" sz="1100" kern="1200" dirty="0"/>
              <a:t> Je promeus,</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3198692" y="5771047"/>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4152522" y="5372521"/>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4018961" y="577032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4 CO-ANIMATEUR(-TRICE) :</a:t>
            </a:r>
            <a:r>
              <a:rPr lang="fr-FR" sz="1100" kern="1200" dirty="0"/>
              <a:t> Je fais expérimenter</a:t>
            </a:r>
          </a:p>
        </p:txBody>
      </p:sp>
      <p:sp>
        <p:nvSpPr>
          <p:cNvPr id="130" name="Forme en L 129">
            <a:extLst>
              <a:ext uri="{FF2B5EF4-FFF2-40B4-BE49-F238E27FC236}">
                <a16:creationId xmlns:a16="http://schemas.microsoft.com/office/drawing/2014/main" id="{01A55F55-E534-4FCE-B502-08A6CD05E29F}"/>
              </a:ext>
            </a:extLst>
          </p:cNvPr>
          <p:cNvSpPr/>
          <p:nvPr/>
        </p:nvSpPr>
        <p:spPr>
          <a:xfrm rot="5400000">
            <a:off x="5676707" y="4900549"/>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5543145" y="5298349"/>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5 ANIMATEUR(-TRICE) </a:t>
            </a:r>
            <a:r>
              <a:rPr lang="fr-FR" sz="1100" kern="1200" dirty="0"/>
              <a:t>: Je mène les groupes à travers les difficultés</a:t>
            </a:r>
          </a:p>
        </p:txBody>
      </p:sp>
      <p:sp>
        <p:nvSpPr>
          <p:cNvPr id="134" name="Forme libre : forme 133">
            <a:extLst>
              <a:ext uri="{FF2B5EF4-FFF2-40B4-BE49-F238E27FC236}">
                <a16:creationId xmlns:a16="http://schemas.microsoft.com/office/drawing/2014/main" id="{8727C1F5-25DD-43A7-99FA-83F7672D8360}"/>
              </a:ext>
            </a:extLst>
          </p:cNvPr>
          <p:cNvSpPr/>
          <p:nvPr/>
        </p:nvSpPr>
        <p:spPr>
          <a:xfrm>
            <a:off x="7324709" y="5030452"/>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6 CRÉATEUR(-SE) :</a:t>
            </a:r>
            <a:r>
              <a:rPr lang="fr-FR" sz="1100" kern="1200" dirty="0"/>
              <a:t> Je créé des contenus, j’ajuste les pratiques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31931" y="4352271"/>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34809" y="4778233"/>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dirty="0"/>
              <a:t>NIV 7 CONTENT COMMUNITY BOOSTER </a:t>
            </a:r>
            <a:r>
              <a:rPr lang="fr-FR" sz="1100" kern="1200" dirty="0"/>
              <a:t>: J’établis de quoi pousser la communauté plus loin</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03113" y="3446001"/>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4010534" y="4742950"/>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7093642" y="3638200"/>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2299265" y="5150142"/>
            <a:ext cx="978178" cy="925014"/>
            <a:chOff x="4763560" y="3762738"/>
            <a:chExt cx="978178"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4"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5542594" y="4051264"/>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47"/>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rot="20207580">
              <a:off x="7560150" y="3329802"/>
              <a:ext cx="314429" cy="314429"/>
            </a:xfrm>
            <a:prstGeom prst="rect">
              <a:avLst/>
            </a:prstGeom>
          </p:spPr>
        </p:pic>
      </p:grpSp>
      <p:sp>
        <p:nvSpPr>
          <p:cNvPr id="133" name="Forme en L 132">
            <a:extLst>
              <a:ext uri="{FF2B5EF4-FFF2-40B4-BE49-F238E27FC236}">
                <a16:creationId xmlns:a16="http://schemas.microsoft.com/office/drawing/2014/main" id="{D5E6CA3A-4636-4AE4-BE8F-6726058F4211}"/>
              </a:ext>
            </a:extLst>
          </p:cNvPr>
          <p:cNvSpPr/>
          <p:nvPr/>
        </p:nvSpPr>
        <p:spPr>
          <a:xfrm rot="5400000">
            <a:off x="7432459" y="4590956"/>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768414798"/>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3531</TotalTime>
  <Words>2394</Words>
  <Application>Microsoft Office PowerPoint</Application>
  <PresentationFormat>Grand écran</PresentationFormat>
  <Paragraphs>506</Paragraphs>
  <Slides>16</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Arial</vt:lpstr>
      <vt:lpstr>Calibri</vt:lpstr>
      <vt:lpstr>Calibri Light</vt:lpstr>
      <vt:lpstr>Thème Office</vt:lpstr>
      <vt:lpstr>Présentation PowerPoint</vt:lpstr>
      <vt:lpstr>Atelier CCC-Decision en bref</vt:lpstr>
      <vt:lpstr>Présentation PowerPoint</vt:lpstr>
      <vt:lpstr>Présentation PowerPoint</vt:lpstr>
      <vt:lpstr>Présentation PowerPoint</vt:lpstr>
      <vt:lpstr>Présentation PowerPoint</vt:lpstr>
      <vt:lpstr>Présentation PowerPoint</vt:lpstr>
      <vt:lpstr>Présentation PowerPoint</vt:lpstr>
      <vt:lpstr>Niveau 3 :  Organisation de Change Community Cycle</vt:lpstr>
      <vt:lpstr>Ressources méthodologiques de travail</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226</cp:revision>
  <dcterms:created xsi:type="dcterms:W3CDTF">2021-02-02T23:16:24Z</dcterms:created>
  <dcterms:modified xsi:type="dcterms:W3CDTF">2022-03-14T16:37:27Z</dcterms:modified>
</cp:coreProperties>
</file>