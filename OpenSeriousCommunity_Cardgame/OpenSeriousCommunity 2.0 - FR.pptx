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9" r:id="rId1"/>
  </p:sldMasterIdLst>
  <p:notesMasterIdLst>
    <p:notesMasterId r:id="rId60"/>
  </p:notesMasterIdLst>
  <p:sldIdLst>
    <p:sldId id="257" r:id="rId2"/>
    <p:sldId id="356" r:id="rId3"/>
    <p:sldId id="312" r:id="rId4"/>
    <p:sldId id="289" r:id="rId5"/>
    <p:sldId id="346" r:id="rId6"/>
    <p:sldId id="297" r:id="rId7"/>
    <p:sldId id="314" r:id="rId8"/>
    <p:sldId id="298" r:id="rId9"/>
    <p:sldId id="320" r:id="rId10"/>
    <p:sldId id="294" r:id="rId11"/>
    <p:sldId id="302" r:id="rId12"/>
    <p:sldId id="316" r:id="rId13"/>
    <p:sldId id="326" r:id="rId14"/>
    <p:sldId id="330" r:id="rId15"/>
    <p:sldId id="309" r:id="rId16"/>
    <p:sldId id="328" r:id="rId17"/>
    <p:sldId id="321" r:id="rId18"/>
    <p:sldId id="304" r:id="rId19"/>
    <p:sldId id="370" r:id="rId20"/>
    <p:sldId id="340" r:id="rId21"/>
    <p:sldId id="341" r:id="rId22"/>
    <p:sldId id="318" r:id="rId23"/>
    <p:sldId id="323" r:id="rId24"/>
    <p:sldId id="325" r:id="rId25"/>
    <p:sldId id="367" r:id="rId26"/>
    <p:sldId id="366" r:id="rId27"/>
    <p:sldId id="292" r:id="rId28"/>
    <p:sldId id="276" r:id="rId29"/>
    <p:sldId id="354" r:id="rId30"/>
    <p:sldId id="263" r:id="rId31"/>
    <p:sldId id="358" r:id="rId32"/>
    <p:sldId id="277" r:id="rId33"/>
    <p:sldId id="308" r:id="rId34"/>
    <p:sldId id="317" r:id="rId35"/>
    <p:sldId id="357" r:id="rId36"/>
    <p:sldId id="329" r:id="rId37"/>
    <p:sldId id="345" r:id="rId38"/>
    <p:sldId id="305" r:id="rId39"/>
    <p:sldId id="368" r:id="rId40"/>
    <p:sldId id="371" r:id="rId41"/>
    <p:sldId id="372" r:id="rId42"/>
    <p:sldId id="374" r:id="rId43"/>
    <p:sldId id="373" r:id="rId44"/>
    <p:sldId id="375" r:id="rId45"/>
    <p:sldId id="376" r:id="rId46"/>
    <p:sldId id="377" r:id="rId47"/>
    <p:sldId id="378" r:id="rId48"/>
    <p:sldId id="339" r:id="rId49"/>
    <p:sldId id="344" r:id="rId50"/>
    <p:sldId id="351" r:id="rId51"/>
    <p:sldId id="352" r:id="rId52"/>
    <p:sldId id="353" r:id="rId53"/>
    <p:sldId id="360" r:id="rId54"/>
    <p:sldId id="347" r:id="rId55"/>
    <p:sldId id="349" r:id="rId56"/>
    <p:sldId id="362" r:id="rId57"/>
    <p:sldId id="350" r:id="rId58"/>
    <p:sldId id="365" r:id="rId59"/>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exandre Quach" initials="AQ" lastIdx="1" clrIdx="0">
    <p:extLst>
      <p:ext uri="{19B8F6BF-5375-455C-9EA6-DF929625EA0E}">
        <p15:presenceInfo xmlns:p15="http://schemas.microsoft.com/office/powerpoint/2012/main" userId="7bb690c8a6e028e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683AA"/>
    <a:srgbClr val="ED7D31"/>
    <a:srgbClr val="3494BA"/>
    <a:srgbClr val="00B050"/>
    <a:srgbClr val="BCE2E6"/>
    <a:srgbClr val="7FC1DB"/>
    <a:srgbClr val="9498D5"/>
    <a:srgbClr val="FFFF66"/>
    <a:srgbClr val="F78321"/>
    <a:srgbClr val="FFCC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637FAE7-8F54-4D10-ABA7-A5DE3A2F9A51}" v="169" dt="2022-01-07T08:56:54.323"/>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Style moye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771" autoAdjust="0"/>
    <p:restoredTop sz="92597" autoAdjust="0"/>
  </p:normalViewPr>
  <p:slideViewPr>
    <p:cSldViewPr snapToGrid="0">
      <p:cViewPr>
        <p:scale>
          <a:sx n="100" d="100"/>
          <a:sy n="100" d="100"/>
        </p:scale>
        <p:origin x="888" y="2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commentAuthors" Target="commentAuthor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andre Quach" userId="7bb690c8a6e028e4" providerId="LiveId" clId="{A637FAE7-8F54-4D10-ABA7-A5DE3A2F9A51}"/>
    <pc:docChg chg="undo custSel addSld modSld">
      <pc:chgData name="Alexandre Quach" userId="7bb690c8a6e028e4" providerId="LiveId" clId="{A637FAE7-8F54-4D10-ABA7-A5DE3A2F9A51}" dt="2022-01-07T08:57:25.927" v="1192" actId="1076"/>
      <pc:docMkLst>
        <pc:docMk/>
      </pc:docMkLst>
      <pc:sldChg chg="modSp mod">
        <pc:chgData name="Alexandre Quach" userId="7bb690c8a6e028e4" providerId="LiveId" clId="{A637FAE7-8F54-4D10-ABA7-A5DE3A2F9A51}" dt="2022-01-05T23:00:56.125" v="113" actId="313"/>
        <pc:sldMkLst>
          <pc:docMk/>
          <pc:sldMk cId="3382630473" sldId="277"/>
        </pc:sldMkLst>
        <pc:spChg chg="mod">
          <ac:chgData name="Alexandre Quach" userId="7bb690c8a6e028e4" providerId="LiveId" clId="{A637FAE7-8F54-4D10-ABA7-A5DE3A2F9A51}" dt="2022-01-05T23:00:56.125" v="113" actId="313"/>
          <ac:spMkLst>
            <pc:docMk/>
            <pc:sldMk cId="3382630473" sldId="277"/>
            <ac:spMk id="3" creationId="{042643E4-3BDF-4FE8-ACA0-1704BB696404}"/>
          </ac:spMkLst>
        </pc:spChg>
      </pc:sldChg>
      <pc:sldChg chg="addSp delSp mod">
        <pc:chgData name="Alexandre Quach" userId="7bb690c8a6e028e4" providerId="LiveId" clId="{A637FAE7-8F54-4D10-ABA7-A5DE3A2F9A51}" dt="2022-01-06T09:39:27.020" v="193" actId="21"/>
        <pc:sldMkLst>
          <pc:docMk/>
          <pc:sldMk cId="2242714979" sldId="305"/>
        </pc:sldMkLst>
        <pc:grpChg chg="add del">
          <ac:chgData name="Alexandre Quach" userId="7bb690c8a6e028e4" providerId="LiveId" clId="{A637FAE7-8F54-4D10-ABA7-A5DE3A2F9A51}" dt="2022-01-06T09:39:27.020" v="193" actId="21"/>
          <ac:grpSpMkLst>
            <pc:docMk/>
            <pc:sldMk cId="2242714979" sldId="305"/>
            <ac:grpSpMk id="449" creationId="{9F5AC917-103B-4322-A9BC-BF6B619A79A3}"/>
          </ac:grpSpMkLst>
        </pc:grpChg>
      </pc:sldChg>
      <pc:sldChg chg="modSp mod">
        <pc:chgData name="Alexandre Quach" userId="7bb690c8a6e028e4" providerId="LiveId" clId="{A637FAE7-8F54-4D10-ABA7-A5DE3A2F9A51}" dt="2022-01-05T23:01:27.076" v="124" actId="313"/>
        <pc:sldMkLst>
          <pc:docMk/>
          <pc:sldMk cId="2114076671" sldId="308"/>
        </pc:sldMkLst>
        <pc:spChg chg="mod">
          <ac:chgData name="Alexandre Quach" userId="7bb690c8a6e028e4" providerId="LiveId" clId="{A637FAE7-8F54-4D10-ABA7-A5DE3A2F9A51}" dt="2022-01-05T23:01:04.157" v="116" actId="313"/>
          <ac:spMkLst>
            <pc:docMk/>
            <pc:sldMk cId="2114076671" sldId="308"/>
            <ac:spMk id="5" creationId="{DB1CBB7F-B6DC-467B-922B-75EE090F7194}"/>
          </ac:spMkLst>
        </pc:spChg>
        <pc:graphicFrameChg chg="modGraphic">
          <ac:chgData name="Alexandre Quach" userId="7bb690c8a6e028e4" providerId="LiveId" clId="{A637FAE7-8F54-4D10-ABA7-A5DE3A2F9A51}" dt="2022-01-05T23:01:27.076" v="124" actId="313"/>
          <ac:graphicFrameMkLst>
            <pc:docMk/>
            <pc:sldMk cId="2114076671" sldId="308"/>
            <ac:graphicFrameMk id="3" creationId="{EF3C88A3-D3DA-4ACE-8697-DE1AD1743DE4}"/>
          </ac:graphicFrameMkLst>
        </pc:graphicFrameChg>
      </pc:sldChg>
      <pc:sldChg chg="delSp modSp mod">
        <pc:chgData name="Alexandre Quach" userId="7bb690c8a6e028e4" providerId="LiveId" clId="{A637FAE7-8F54-4D10-ABA7-A5DE3A2F9A51}" dt="2022-01-05T23:00:38.165" v="107" actId="478"/>
        <pc:sldMkLst>
          <pc:docMk/>
          <pc:sldMk cId="1629783312" sldId="314"/>
        </pc:sldMkLst>
        <pc:spChg chg="del mod">
          <ac:chgData name="Alexandre Quach" userId="7bb690c8a6e028e4" providerId="LiveId" clId="{A637FAE7-8F54-4D10-ABA7-A5DE3A2F9A51}" dt="2022-01-05T23:00:38.165" v="107" actId="478"/>
          <ac:spMkLst>
            <pc:docMk/>
            <pc:sldMk cId="1629783312" sldId="314"/>
            <ac:spMk id="51" creationId="{4F71B88B-DBE9-486F-8401-F631DB116FEA}"/>
          </ac:spMkLst>
        </pc:spChg>
        <pc:graphicFrameChg chg="modGraphic">
          <ac:chgData name="Alexandre Quach" userId="7bb690c8a6e028e4" providerId="LiveId" clId="{A637FAE7-8F54-4D10-ABA7-A5DE3A2F9A51}" dt="2022-01-05T23:00:18.107" v="103" actId="6549"/>
          <ac:graphicFrameMkLst>
            <pc:docMk/>
            <pc:sldMk cId="1629783312" sldId="314"/>
            <ac:graphicFrameMk id="76" creationId="{89CB6D9A-E131-4AD2-99A2-72D16514BE34}"/>
          </ac:graphicFrameMkLst>
        </pc:graphicFrameChg>
      </pc:sldChg>
      <pc:sldChg chg="modSp mod">
        <pc:chgData name="Alexandre Quach" userId="7bb690c8a6e028e4" providerId="LiveId" clId="{A637FAE7-8F54-4D10-ABA7-A5DE3A2F9A51}" dt="2022-01-05T23:14:57.486" v="191" actId="113"/>
        <pc:sldMkLst>
          <pc:docMk/>
          <pc:sldMk cId="3644745907" sldId="318"/>
        </pc:sldMkLst>
        <pc:spChg chg="mod">
          <ac:chgData name="Alexandre Quach" userId="7bb690c8a6e028e4" providerId="LiveId" clId="{A637FAE7-8F54-4D10-ABA7-A5DE3A2F9A51}" dt="2022-01-05T23:14:57.486" v="191" actId="113"/>
          <ac:spMkLst>
            <pc:docMk/>
            <pc:sldMk cId="3644745907" sldId="318"/>
            <ac:spMk id="5" creationId="{9DE35906-0723-4092-AD69-E6814D9BF701}"/>
          </ac:spMkLst>
        </pc:spChg>
      </pc:sldChg>
      <pc:sldChg chg="modSp mod">
        <pc:chgData name="Alexandre Quach" userId="7bb690c8a6e028e4" providerId="LiveId" clId="{A637FAE7-8F54-4D10-ABA7-A5DE3A2F9A51}" dt="2022-01-05T23:00:44.030" v="108" actId="313"/>
        <pc:sldMkLst>
          <pc:docMk/>
          <pc:sldMk cId="3755536142" sldId="321"/>
        </pc:sldMkLst>
        <pc:spChg chg="mod">
          <ac:chgData name="Alexandre Quach" userId="7bb690c8a6e028e4" providerId="LiveId" clId="{A637FAE7-8F54-4D10-ABA7-A5DE3A2F9A51}" dt="2022-01-05T23:00:44.030" v="108" actId="313"/>
          <ac:spMkLst>
            <pc:docMk/>
            <pc:sldMk cId="3755536142" sldId="321"/>
            <ac:spMk id="3" creationId="{79E8C09E-8D68-4D11-8E9A-42233610FC0E}"/>
          </ac:spMkLst>
        </pc:spChg>
      </pc:sldChg>
      <pc:sldChg chg="modSp mod">
        <pc:chgData name="Alexandre Quach" userId="7bb690c8a6e028e4" providerId="LiveId" clId="{A637FAE7-8F54-4D10-ABA7-A5DE3A2F9A51}" dt="2022-01-05T23:00:51.855" v="111" actId="313"/>
        <pc:sldMkLst>
          <pc:docMk/>
          <pc:sldMk cId="1897046769" sldId="341"/>
        </pc:sldMkLst>
        <pc:spChg chg="mod">
          <ac:chgData name="Alexandre Quach" userId="7bb690c8a6e028e4" providerId="LiveId" clId="{A637FAE7-8F54-4D10-ABA7-A5DE3A2F9A51}" dt="2022-01-05T23:00:51.855" v="111" actId="313"/>
          <ac:spMkLst>
            <pc:docMk/>
            <pc:sldMk cId="1897046769" sldId="341"/>
            <ac:spMk id="5" creationId="{9DE35906-0723-4092-AD69-E6814D9BF701}"/>
          </ac:spMkLst>
        </pc:spChg>
      </pc:sldChg>
      <pc:sldChg chg="modSp mod">
        <pc:chgData name="Alexandre Quach" userId="7bb690c8a6e028e4" providerId="LiveId" clId="{A637FAE7-8F54-4D10-ABA7-A5DE3A2F9A51}" dt="2022-01-06T23:17:05.339" v="1112" actId="20577"/>
        <pc:sldMkLst>
          <pc:docMk/>
          <pc:sldMk cId="106190438" sldId="366"/>
        </pc:sldMkLst>
        <pc:spChg chg="mod">
          <ac:chgData name="Alexandre Quach" userId="7bb690c8a6e028e4" providerId="LiveId" clId="{A637FAE7-8F54-4D10-ABA7-A5DE3A2F9A51}" dt="2022-01-06T23:17:05.339" v="1112" actId="20577"/>
          <ac:spMkLst>
            <pc:docMk/>
            <pc:sldMk cId="106190438" sldId="366"/>
            <ac:spMk id="90" creationId="{6E1AD9E3-B81D-4157-85FD-DC29FF8862F6}"/>
          </ac:spMkLst>
        </pc:spChg>
      </pc:sldChg>
      <pc:sldChg chg="addSp delSp modSp mod">
        <pc:chgData name="Alexandre Quach" userId="7bb690c8a6e028e4" providerId="LiveId" clId="{A637FAE7-8F54-4D10-ABA7-A5DE3A2F9A51}" dt="2022-01-06T15:22:03.286" v="466" actId="207"/>
        <pc:sldMkLst>
          <pc:docMk/>
          <pc:sldMk cId="43455009" sldId="368"/>
        </pc:sldMkLst>
        <pc:spChg chg="mod">
          <ac:chgData name="Alexandre Quach" userId="7bb690c8a6e028e4" providerId="LiveId" clId="{A637FAE7-8F54-4D10-ABA7-A5DE3A2F9A51}" dt="2022-01-06T15:21:19.893" v="447"/>
          <ac:spMkLst>
            <pc:docMk/>
            <pc:sldMk cId="43455009" sldId="368"/>
            <ac:spMk id="64" creationId="{53B307A8-C7B0-4251-AF59-AFDB4D0C28B4}"/>
          </ac:spMkLst>
        </pc:spChg>
        <pc:spChg chg="del mod">
          <ac:chgData name="Alexandre Quach" userId="7bb690c8a6e028e4" providerId="LiveId" clId="{A637FAE7-8F54-4D10-ABA7-A5DE3A2F9A51}" dt="2022-01-06T15:21:45.056" v="457" actId="21"/>
          <ac:spMkLst>
            <pc:docMk/>
            <pc:sldMk cId="43455009" sldId="368"/>
            <ac:spMk id="70" creationId="{448D616A-8166-42AA-A24C-E1C3A2542BA4}"/>
          </ac:spMkLst>
        </pc:spChg>
        <pc:spChg chg="add mod">
          <ac:chgData name="Alexandre Quach" userId="7bb690c8a6e028e4" providerId="LiveId" clId="{A637FAE7-8F54-4D10-ABA7-A5DE3A2F9A51}" dt="2022-01-06T15:21:53.939" v="465" actId="113"/>
          <ac:spMkLst>
            <pc:docMk/>
            <pc:sldMk cId="43455009" sldId="368"/>
            <ac:spMk id="73" creationId="{63861425-CD6C-4229-814F-B4FC0294C595}"/>
          </ac:spMkLst>
        </pc:spChg>
        <pc:grpChg chg="add mod">
          <ac:chgData name="Alexandre Quach" userId="7bb690c8a6e028e4" providerId="LiveId" clId="{A637FAE7-8F54-4D10-ABA7-A5DE3A2F9A51}" dt="2022-01-06T15:21:24.754" v="449" actId="14100"/>
          <ac:grpSpMkLst>
            <pc:docMk/>
            <pc:sldMk cId="43455009" sldId="368"/>
            <ac:grpSpMk id="48" creationId="{25751151-85F4-4A0B-AC1F-13930CCDB926}"/>
          </ac:grpSpMkLst>
        </pc:grpChg>
        <pc:picChg chg="del mod">
          <ac:chgData name="Alexandre Quach" userId="7bb690c8a6e028e4" providerId="LiveId" clId="{A637FAE7-8F54-4D10-ABA7-A5DE3A2F9A51}" dt="2022-01-06T15:21:26.856" v="450" actId="478"/>
          <ac:picMkLst>
            <pc:docMk/>
            <pc:sldMk cId="43455009" sldId="368"/>
            <ac:picMk id="65" creationId="{8291712E-F3C3-4CFB-8ABD-04D571E88AC5}"/>
          </ac:picMkLst>
        </pc:picChg>
        <pc:picChg chg="mod">
          <ac:chgData name="Alexandre Quach" userId="7bb690c8a6e028e4" providerId="LiveId" clId="{A637FAE7-8F54-4D10-ABA7-A5DE3A2F9A51}" dt="2022-01-06T15:22:03.286" v="466" actId="207"/>
          <ac:picMkLst>
            <pc:docMk/>
            <pc:sldMk cId="43455009" sldId="368"/>
            <ac:picMk id="66" creationId="{3AA1B65D-D8DA-4FD6-A45F-61D4B00D611E}"/>
          </ac:picMkLst>
        </pc:picChg>
        <pc:picChg chg="mod">
          <ac:chgData name="Alexandre Quach" userId="7bb690c8a6e028e4" providerId="LiveId" clId="{A637FAE7-8F54-4D10-ABA7-A5DE3A2F9A51}" dt="2022-01-06T15:22:03.286" v="466" actId="207"/>
          <ac:picMkLst>
            <pc:docMk/>
            <pc:sldMk cId="43455009" sldId="368"/>
            <ac:picMk id="67" creationId="{C37390A2-08D8-4E36-BB6C-3CF8355CE7B7}"/>
          </ac:picMkLst>
        </pc:picChg>
        <pc:picChg chg="mod">
          <ac:chgData name="Alexandre Quach" userId="7bb690c8a6e028e4" providerId="LiveId" clId="{A637FAE7-8F54-4D10-ABA7-A5DE3A2F9A51}" dt="2022-01-06T15:22:03.286" v="466" actId="207"/>
          <ac:picMkLst>
            <pc:docMk/>
            <pc:sldMk cId="43455009" sldId="368"/>
            <ac:picMk id="68" creationId="{929497B9-67F9-45D0-B89E-DDD8BC9249A2}"/>
          </ac:picMkLst>
        </pc:picChg>
        <pc:picChg chg="mod">
          <ac:chgData name="Alexandre Quach" userId="7bb690c8a6e028e4" providerId="LiveId" clId="{A637FAE7-8F54-4D10-ABA7-A5DE3A2F9A51}" dt="2022-01-06T15:22:03.286" v="466" actId="207"/>
          <ac:picMkLst>
            <pc:docMk/>
            <pc:sldMk cId="43455009" sldId="368"/>
            <ac:picMk id="69" creationId="{5E454ABA-C1CB-4E87-944E-C443883ACBA3}"/>
          </ac:picMkLst>
        </pc:picChg>
        <pc:picChg chg="add mod">
          <ac:chgData name="Alexandre Quach" userId="7bb690c8a6e028e4" providerId="LiveId" clId="{A637FAE7-8F54-4D10-ABA7-A5DE3A2F9A51}" dt="2022-01-06T15:21:49.440" v="460" actId="1076"/>
          <ac:picMkLst>
            <pc:docMk/>
            <pc:sldMk cId="43455009" sldId="368"/>
            <ac:picMk id="71" creationId="{0C7E6DE7-CEE4-4B20-A74B-AC9E1143D675}"/>
          </ac:picMkLst>
        </pc:picChg>
        <pc:picChg chg="add del mod">
          <ac:chgData name="Alexandre Quach" userId="7bb690c8a6e028e4" providerId="LiveId" clId="{A637FAE7-8F54-4D10-ABA7-A5DE3A2F9A51}" dt="2022-01-06T15:21:38.405" v="453"/>
          <ac:picMkLst>
            <pc:docMk/>
            <pc:sldMk cId="43455009" sldId="368"/>
            <ac:picMk id="72" creationId="{CDAD9D13-D8A3-4C7D-9C8F-0409FF5D4D83}"/>
          </ac:picMkLst>
        </pc:picChg>
      </pc:sldChg>
      <pc:sldChg chg="modSp mod">
        <pc:chgData name="Alexandre Quach" userId="7bb690c8a6e028e4" providerId="LiveId" clId="{A637FAE7-8F54-4D10-ABA7-A5DE3A2F9A51}" dt="2022-01-05T23:00:48.925" v="109" actId="313"/>
        <pc:sldMkLst>
          <pc:docMk/>
          <pc:sldMk cId="371714627" sldId="370"/>
        </pc:sldMkLst>
        <pc:spChg chg="mod">
          <ac:chgData name="Alexandre Quach" userId="7bb690c8a6e028e4" providerId="LiveId" clId="{A637FAE7-8F54-4D10-ABA7-A5DE3A2F9A51}" dt="2022-01-05T23:00:48.925" v="109" actId="313"/>
          <ac:spMkLst>
            <pc:docMk/>
            <pc:sldMk cId="371714627" sldId="370"/>
            <ac:spMk id="3" creationId="{F38C36B0-357E-4D85-817D-4A93B16F3BAF}"/>
          </ac:spMkLst>
        </pc:spChg>
      </pc:sldChg>
      <pc:sldChg chg="addSp delSp modSp add mod">
        <pc:chgData name="Alexandre Quach" userId="7bb690c8a6e028e4" providerId="LiveId" clId="{A637FAE7-8F54-4D10-ABA7-A5DE3A2F9A51}" dt="2022-01-07T08:57:25.927" v="1192" actId="1076"/>
        <pc:sldMkLst>
          <pc:docMk/>
          <pc:sldMk cId="3941444529" sldId="371"/>
        </pc:sldMkLst>
        <pc:spChg chg="add del mod">
          <ac:chgData name="Alexandre Quach" userId="7bb690c8a6e028e4" providerId="LiveId" clId="{A637FAE7-8F54-4D10-ABA7-A5DE3A2F9A51}" dt="2022-01-06T14:23:21.011" v="263" actId="478"/>
          <ac:spMkLst>
            <pc:docMk/>
            <pc:sldMk cId="3941444529" sldId="371"/>
            <ac:spMk id="6" creationId="{C094074F-B47A-4EF3-A99C-C78F84C01841}"/>
          </ac:spMkLst>
        </pc:spChg>
        <pc:spChg chg="add mod">
          <ac:chgData name="Alexandre Quach" userId="7bb690c8a6e028e4" providerId="LiveId" clId="{A637FAE7-8F54-4D10-ABA7-A5DE3A2F9A51}" dt="2022-01-06T14:23:44.163" v="271" actId="1076"/>
          <ac:spMkLst>
            <pc:docMk/>
            <pc:sldMk cId="3941444529" sldId="371"/>
            <ac:spMk id="7" creationId="{F177067A-B266-449B-99FA-898E3170482E}"/>
          </ac:spMkLst>
        </pc:spChg>
        <pc:spChg chg="mod">
          <ac:chgData name="Alexandre Quach" userId="7bb690c8a6e028e4" providerId="LiveId" clId="{A637FAE7-8F54-4D10-ABA7-A5DE3A2F9A51}" dt="2022-01-06T14:15:37.687" v="247" actId="1076"/>
          <ac:spMkLst>
            <pc:docMk/>
            <pc:sldMk cId="3941444529" sldId="371"/>
            <ac:spMk id="15" creationId="{7315050A-5722-43A8-BBE6-E139AA74B725}"/>
          </ac:spMkLst>
        </pc:spChg>
        <pc:spChg chg="add mod">
          <ac:chgData name="Alexandre Quach" userId="7bb690c8a6e028e4" providerId="LiveId" clId="{A637FAE7-8F54-4D10-ABA7-A5DE3A2F9A51}" dt="2022-01-06T14:15:37.687" v="247" actId="1076"/>
          <ac:spMkLst>
            <pc:docMk/>
            <pc:sldMk cId="3941444529" sldId="371"/>
            <ac:spMk id="23" creationId="{548C0B08-C75F-4FB9-808A-29B24E543A53}"/>
          </ac:spMkLst>
        </pc:spChg>
        <pc:spChg chg="add mod">
          <ac:chgData name="Alexandre Quach" userId="7bb690c8a6e028e4" providerId="LiveId" clId="{A637FAE7-8F54-4D10-ABA7-A5DE3A2F9A51}" dt="2022-01-06T14:15:37.687" v="247" actId="1076"/>
          <ac:spMkLst>
            <pc:docMk/>
            <pc:sldMk cId="3941444529" sldId="371"/>
            <ac:spMk id="24" creationId="{2A4ACC4C-917A-4A22-99CF-7D84102F06E5}"/>
          </ac:spMkLst>
        </pc:spChg>
        <pc:spChg chg="add mod">
          <ac:chgData name="Alexandre Quach" userId="7bb690c8a6e028e4" providerId="LiveId" clId="{A637FAE7-8F54-4D10-ABA7-A5DE3A2F9A51}" dt="2022-01-07T08:57:07.042" v="1186" actId="1076"/>
          <ac:spMkLst>
            <pc:docMk/>
            <pc:sldMk cId="3941444529" sldId="371"/>
            <ac:spMk id="27" creationId="{9EF4863D-5658-4E86-8AC4-11B834FACC48}"/>
          </ac:spMkLst>
        </pc:spChg>
        <pc:spChg chg="add mod">
          <ac:chgData name="Alexandre Quach" userId="7bb690c8a6e028e4" providerId="LiveId" clId="{A637FAE7-8F54-4D10-ABA7-A5DE3A2F9A51}" dt="2022-01-06T14:15:49.309" v="248" actId="1076"/>
          <ac:spMkLst>
            <pc:docMk/>
            <pc:sldMk cId="3941444529" sldId="371"/>
            <ac:spMk id="34" creationId="{FC2FE581-F3D6-4ED0-9978-C194F7AE2FF6}"/>
          </ac:spMkLst>
        </pc:spChg>
        <pc:spChg chg="add mod">
          <ac:chgData name="Alexandre Quach" userId="7bb690c8a6e028e4" providerId="LiveId" clId="{A637FAE7-8F54-4D10-ABA7-A5DE3A2F9A51}" dt="2022-01-06T14:23:49.189" v="274" actId="1076"/>
          <ac:spMkLst>
            <pc:docMk/>
            <pc:sldMk cId="3941444529" sldId="371"/>
            <ac:spMk id="39" creationId="{2D471102-0EFA-4F81-9C5D-D7B063E533B3}"/>
          </ac:spMkLst>
        </pc:spChg>
        <pc:spChg chg="add mod">
          <ac:chgData name="Alexandre Quach" userId="7bb690c8a6e028e4" providerId="LiveId" clId="{A637FAE7-8F54-4D10-ABA7-A5DE3A2F9A51}" dt="2022-01-06T14:24:04.259" v="277" actId="1076"/>
          <ac:spMkLst>
            <pc:docMk/>
            <pc:sldMk cId="3941444529" sldId="371"/>
            <ac:spMk id="40" creationId="{1FD2A394-4CDC-4FBB-A757-117B619BDA18}"/>
          </ac:spMkLst>
        </pc:spChg>
        <pc:spChg chg="add mod">
          <ac:chgData name="Alexandre Quach" userId="7bb690c8a6e028e4" providerId="LiveId" clId="{A637FAE7-8F54-4D10-ABA7-A5DE3A2F9A51}" dt="2022-01-06T14:15:37.687" v="247" actId="1076"/>
          <ac:spMkLst>
            <pc:docMk/>
            <pc:sldMk cId="3941444529" sldId="371"/>
            <ac:spMk id="75" creationId="{F1992A90-DD8A-4F24-8E1E-5AB36EFBC414}"/>
          </ac:spMkLst>
        </pc:spChg>
        <pc:spChg chg="add mod">
          <ac:chgData name="Alexandre Quach" userId="7bb690c8a6e028e4" providerId="LiveId" clId="{A637FAE7-8F54-4D10-ABA7-A5DE3A2F9A51}" dt="2022-01-06T14:15:37.687" v="247" actId="1076"/>
          <ac:spMkLst>
            <pc:docMk/>
            <pc:sldMk cId="3941444529" sldId="371"/>
            <ac:spMk id="76" creationId="{20439D16-EA8F-47E5-B620-91FFC618FEB7}"/>
          </ac:spMkLst>
        </pc:spChg>
        <pc:spChg chg="add mod">
          <ac:chgData name="Alexandre Quach" userId="7bb690c8a6e028e4" providerId="LiveId" clId="{A637FAE7-8F54-4D10-ABA7-A5DE3A2F9A51}" dt="2022-01-06T14:15:37.687" v="247" actId="1076"/>
          <ac:spMkLst>
            <pc:docMk/>
            <pc:sldMk cId="3941444529" sldId="371"/>
            <ac:spMk id="77" creationId="{A6C34AE8-DD28-48B9-B0A3-97E63F6BD803}"/>
          </ac:spMkLst>
        </pc:spChg>
        <pc:grpChg chg="add mod">
          <ac:chgData name="Alexandre Quach" userId="7bb690c8a6e028e4" providerId="LiveId" clId="{A637FAE7-8F54-4D10-ABA7-A5DE3A2F9A51}" dt="2022-01-07T08:57:25.927" v="1192" actId="1076"/>
          <ac:grpSpMkLst>
            <pc:docMk/>
            <pc:sldMk cId="3941444529" sldId="371"/>
            <ac:grpSpMk id="2" creationId="{4BC107C5-4148-4458-9BBE-092BC93D8B13}"/>
          </ac:grpSpMkLst>
        </pc:grpChg>
        <pc:grpChg chg="del">
          <ac:chgData name="Alexandre Quach" userId="7bb690c8a6e028e4" providerId="LiveId" clId="{A637FAE7-8F54-4D10-ABA7-A5DE3A2F9A51}" dt="2022-01-05T20:58:29.913" v="2" actId="478"/>
          <ac:grpSpMkLst>
            <pc:docMk/>
            <pc:sldMk cId="3941444529" sldId="371"/>
            <ac:grpSpMk id="2" creationId="{DB6D2977-6672-474F-AD19-98321B114C26}"/>
          </ac:grpSpMkLst>
        </pc:grpChg>
        <pc:grpChg chg="add del mod">
          <ac:chgData name="Alexandre Quach" userId="7bb690c8a6e028e4" providerId="LiveId" clId="{A637FAE7-8F54-4D10-ABA7-A5DE3A2F9A51}" dt="2022-01-07T08:57:10.218" v="1188" actId="478"/>
          <ac:grpSpMkLst>
            <pc:docMk/>
            <pc:sldMk cId="3941444529" sldId="371"/>
            <ac:grpSpMk id="28" creationId="{C6EC3896-9198-4A4E-A37B-37B8858DF0C1}"/>
          </ac:grpSpMkLst>
        </pc:grpChg>
        <pc:grpChg chg="del">
          <ac:chgData name="Alexandre Quach" userId="7bb690c8a6e028e4" providerId="LiveId" clId="{A637FAE7-8F54-4D10-ABA7-A5DE3A2F9A51}" dt="2022-01-05T20:58:32.659" v="3" actId="478"/>
          <ac:grpSpMkLst>
            <pc:docMk/>
            <pc:sldMk cId="3941444529" sldId="371"/>
            <ac:grpSpMk id="42" creationId="{E96BCF19-EB39-4C7B-B368-75E7C8524D17}"/>
          </ac:grpSpMkLst>
        </pc:grpChg>
        <pc:grpChg chg="del">
          <ac:chgData name="Alexandre Quach" userId="7bb690c8a6e028e4" providerId="LiveId" clId="{A637FAE7-8F54-4D10-ABA7-A5DE3A2F9A51}" dt="2022-01-05T20:58:32.659" v="3" actId="478"/>
          <ac:grpSpMkLst>
            <pc:docMk/>
            <pc:sldMk cId="3941444529" sldId="371"/>
            <ac:grpSpMk id="43" creationId="{F06E03A2-0636-4505-A6F1-3D1F34735FB5}"/>
          </ac:grpSpMkLst>
        </pc:grpChg>
        <pc:grpChg chg="del">
          <ac:chgData name="Alexandre Quach" userId="7bb690c8a6e028e4" providerId="LiveId" clId="{A637FAE7-8F54-4D10-ABA7-A5DE3A2F9A51}" dt="2022-01-05T20:58:32.659" v="3" actId="478"/>
          <ac:grpSpMkLst>
            <pc:docMk/>
            <pc:sldMk cId="3941444529" sldId="371"/>
            <ac:grpSpMk id="49" creationId="{6EF4D19E-D298-4A70-9E55-6670EBFE1150}"/>
          </ac:grpSpMkLst>
        </pc:grpChg>
        <pc:grpChg chg="del">
          <ac:chgData name="Alexandre Quach" userId="7bb690c8a6e028e4" providerId="LiveId" clId="{A637FAE7-8F54-4D10-ABA7-A5DE3A2F9A51}" dt="2022-01-05T20:58:32.659" v="3" actId="478"/>
          <ac:grpSpMkLst>
            <pc:docMk/>
            <pc:sldMk cId="3941444529" sldId="371"/>
            <ac:grpSpMk id="54" creationId="{42DFA1B5-74F2-4446-B3FD-08046C248B04}"/>
          </ac:grpSpMkLst>
        </pc:grpChg>
        <pc:grpChg chg="del">
          <ac:chgData name="Alexandre Quach" userId="7bb690c8a6e028e4" providerId="LiveId" clId="{A637FAE7-8F54-4D10-ABA7-A5DE3A2F9A51}" dt="2022-01-05T20:58:32.659" v="3" actId="478"/>
          <ac:grpSpMkLst>
            <pc:docMk/>
            <pc:sldMk cId="3941444529" sldId="371"/>
            <ac:grpSpMk id="59" creationId="{58612D8F-4F3C-4000-83CB-5A491E86E52B}"/>
          </ac:grpSpMkLst>
        </pc:grpChg>
        <pc:picChg chg="add mod modCrop">
          <ac:chgData name="Alexandre Quach" userId="7bb690c8a6e028e4" providerId="LiveId" clId="{A637FAE7-8F54-4D10-ABA7-A5DE3A2F9A51}" dt="2022-01-07T08:56:44.603" v="1178" actId="164"/>
          <ac:picMkLst>
            <pc:docMk/>
            <pc:sldMk cId="3941444529" sldId="371"/>
            <ac:picMk id="3" creationId="{65154527-E1BC-4363-849B-DF53DEA43EDC}"/>
          </ac:picMkLst>
        </pc:picChg>
        <pc:picChg chg="add mod modCrop">
          <ac:chgData name="Alexandre Quach" userId="7bb690c8a6e028e4" providerId="LiveId" clId="{A637FAE7-8F54-4D10-ABA7-A5DE3A2F9A51}" dt="2022-01-06T14:22:19.827" v="258" actId="1076"/>
          <ac:picMkLst>
            <pc:docMk/>
            <pc:sldMk cId="3941444529" sldId="371"/>
            <ac:picMk id="5" creationId="{C1E71236-78AC-4525-BC99-8F6692281272}"/>
          </ac:picMkLst>
        </pc:picChg>
        <pc:picChg chg="del">
          <ac:chgData name="Alexandre Quach" userId="7bb690c8a6e028e4" providerId="LiveId" clId="{A637FAE7-8F54-4D10-ABA7-A5DE3A2F9A51}" dt="2022-01-05T20:58:26.146" v="1" actId="478"/>
          <ac:picMkLst>
            <pc:docMk/>
            <pc:sldMk cId="3941444529" sldId="371"/>
            <ac:picMk id="8" creationId="{AFAE2342-6188-4102-8DC4-E7CDE6085F0F}"/>
          </ac:picMkLst>
        </pc:picChg>
        <pc:picChg chg="add mod">
          <ac:chgData name="Alexandre Quach" userId="7bb690c8a6e028e4" providerId="LiveId" clId="{A637FAE7-8F54-4D10-ABA7-A5DE3A2F9A51}" dt="2022-01-06T14:24:51.035" v="285" actId="1076"/>
          <ac:picMkLst>
            <pc:docMk/>
            <pc:sldMk cId="3941444529" sldId="371"/>
            <ac:picMk id="9" creationId="{F4C3482F-F64E-4738-985C-5B7CCE8D5B24}"/>
          </ac:picMkLst>
        </pc:picChg>
        <pc:picChg chg="add mod">
          <ac:chgData name="Alexandre Quach" userId="7bb690c8a6e028e4" providerId="LiveId" clId="{A637FAE7-8F54-4D10-ABA7-A5DE3A2F9A51}" dt="2022-01-06T14:15:37.687" v="247" actId="1076"/>
          <ac:picMkLst>
            <pc:docMk/>
            <pc:sldMk cId="3941444529" sldId="371"/>
            <ac:picMk id="16" creationId="{F62BB0B4-7662-4332-8497-8F13DE8C2497}"/>
          </ac:picMkLst>
        </pc:picChg>
        <pc:picChg chg="add mod">
          <ac:chgData name="Alexandre Quach" userId="7bb690c8a6e028e4" providerId="LiveId" clId="{A637FAE7-8F54-4D10-ABA7-A5DE3A2F9A51}" dt="2022-01-06T14:15:37.687" v="247" actId="1076"/>
          <ac:picMkLst>
            <pc:docMk/>
            <pc:sldMk cId="3941444529" sldId="371"/>
            <ac:picMk id="18" creationId="{93E2564C-DE23-4397-AA94-600C498CAEE8}"/>
          </ac:picMkLst>
        </pc:picChg>
        <pc:picChg chg="add mod modCrop">
          <ac:chgData name="Alexandre Quach" userId="7bb690c8a6e028e4" providerId="LiveId" clId="{A637FAE7-8F54-4D10-ABA7-A5DE3A2F9A51}" dt="2022-01-06T14:15:37.687" v="247" actId="1076"/>
          <ac:picMkLst>
            <pc:docMk/>
            <pc:sldMk cId="3941444529" sldId="371"/>
            <ac:picMk id="20" creationId="{B54BC645-7DFA-445E-AC2E-61B745DC46BF}"/>
          </ac:picMkLst>
        </pc:picChg>
        <pc:picChg chg="add mod modCrop">
          <ac:chgData name="Alexandre Quach" userId="7bb690c8a6e028e4" providerId="LiveId" clId="{A637FAE7-8F54-4D10-ABA7-A5DE3A2F9A51}" dt="2022-01-06T14:15:37.687" v="247" actId="1076"/>
          <ac:picMkLst>
            <pc:docMk/>
            <pc:sldMk cId="3941444529" sldId="371"/>
            <ac:picMk id="22" creationId="{A689B190-F432-4F5A-AB27-1CC97E52F54D}"/>
          </ac:picMkLst>
        </pc:picChg>
        <pc:picChg chg="add mod">
          <ac:chgData name="Alexandre Quach" userId="7bb690c8a6e028e4" providerId="LiveId" clId="{A637FAE7-8F54-4D10-ABA7-A5DE3A2F9A51}" dt="2022-01-06T14:15:37.687" v="247" actId="1076"/>
          <ac:picMkLst>
            <pc:docMk/>
            <pc:sldMk cId="3941444529" sldId="371"/>
            <ac:picMk id="26" creationId="{71ABECFE-1B53-48B3-BEAC-F02D9E70E337}"/>
          </ac:picMkLst>
        </pc:picChg>
        <pc:picChg chg="del">
          <ac:chgData name="Alexandre Quach" userId="7bb690c8a6e028e4" providerId="LiveId" clId="{A637FAE7-8F54-4D10-ABA7-A5DE3A2F9A51}" dt="2022-01-05T20:58:32.659" v="3" actId="478"/>
          <ac:picMkLst>
            <pc:docMk/>
            <pc:sldMk cId="3941444529" sldId="371"/>
            <ac:picMk id="27" creationId="{EB8115A2-E131-4B59-ADCC-9B552F0BF57F}"/>
          </ac:picMkLst>
        </pc:picChg>
        <pc:picChg chg="del">
          <ac:chgData name="Alexandre Quach" userId="7bb690c8a6e028e4" providerId="LiveId" clId="{A637FAE7-8F54-4D10-ABA7-A5DE3A2F9A51}" dt="2022-01-05T20:58:32.659" v="3" actId="478"/>
          <ac:picMkLst>
            <pc:docMk/>
            <pc:sldMk cId="3941444529" sldId="371"/>
            <ac:picMk id="28" creationId="{BB228F0B-6FA7-48A1-85C4-46A64E09521B}"/>
          </ac:picMkLst>
        </pc:picChg>
        <pc:picChg chg="del">
          <ac:chgData name="Alexandre Quach" userId="7bb690c8a6e028e4" providerId="LiveId" clId="{A637FAE7-8F54-4D10-ABA7-A5DE3A2F9A51}" dt="2022-01-05T20:58:32.659" v="3" actId="478"/>
          <ac:picMkLst>
            <pc:docMk/>
            <pc:sldMk cId="3941444529" sldId="371"/>
            <ac:picMk id="29" creationId="{2CBB13F6-C7EB-4777-9AF9-D6325A432D53}"/>
          </ac:picMkLst>
        </pc:picChg>
        <pc:picChg chg="add del mod">
          <ac:chgData name="Alexandre Quach" userId="7bb690c8a6e028e4" providerId="LiveId" clId="{A637FAE7-8F54-4D10-ABA7-A5DE3A2F9A51}" dt="2022-01-07T08:57:10.218" v="1188" actId="478"/>
          <ac:picMkLst>
            <pc:docMk/>
            <pc:sldMk cId="3941444529" sldId="371"/>
            <ac:picMk id="29" creationId="{B875E820-372A-4B11-B78A-17F3C251812E}"/>
          </ac:picMkLst>
        </pc:picChg>
        <pc:picChg chg="del">
          <ac:chgData name="Alexandre Quach" userId="7bb690c8a6e028e4" providerId="LiveId" clId="{A637FAE7-8F54-4D10-ABA7-A5DE3A2F9A51}" dt="2022-01-05T20:58:32.659" v="3" actId="478"/>
          <ac:picMkLst>
            <pc:docMk/>
            <pc:sldMk cId="3941444529" sldId="371"/>
            <ac:picMk id="30" creationId="{2C241FC6-281A-4686-8AAA-80135EE4511E}"/>
          </ac:picMkLst>
        </pc:picChg>
        <pc:picChg chg="add del mod">
          <ac:chgData name="Alexandre Quach" userId="7bb690c8a6e028e4" providerId="LiveId" clId="{A637FAE7-8F54-4D10-ABA7-A5DE3A2F9A51}" dt="2022-01-07T08:57:10.218" v="1188" actId="478"/>
          <ac:picMkLst>
            <pc:docMk/>
            <pc:sldMk cId="3941444529" sldId="371"/>
            <ac:picMk id="30" creationId="{E8795A7B-75C9-4253-A914-15ACEF4E9110}"/>
          </ac:picMkLst>
        </pc:picChg>
        <pc:picChg chg="add del mod">
          <ac:chgData name="Alexandre Quach" userId="7bb690c8a6e028e4" providerId="LiveId" clId="{A637FAE7-8F54-4D10-ABA7-A5DE3A2F9A51}" dt="2022-01-06T09:41:25.880" v="210"/>
          <ac:picMkLst>
            <pc:docMk/>
            <pc:sldMk cId="3941444529" sldId="371"/>
            <ac:picMk id="32" creationId="{D09A13F4-CB6F-4A4A-AD36-77A7CFFC7FA1}"/>
          </ac:picMkLst>
        </pc:picChg>
        <pc:picChg chg="del">
          <ac:chgData name="Alexandre Quach" userId="7bb690c8a6e028e4" providerId="LiveId" clId="{A637FAE7-8F54-4D10-ABA7-A5DE3A2F9A51}" dt="2022-01-05T20:58:33.400" v="4" actId="478"/>
          <ac:picMkLst>
            <pc:docMk/>
            <pc:sldMk cId="3941444529" sldId="371"/>
            <ac:picMk id="32" creationId="{FDCB884C-4A01-4DBA-A4F4-8D49D01E2CF3}"/>
          </ac:picMkLst>
        </pc:picChg>
        <pc:picChg chg="add mod">
          <ac:chgData name="Alexandre Quach" userId="7bb690c8a6e028e4" providerId="LiveId" clId="{A637FAE7-8F54-4D10-ABA7-A5DE3A2F9A51}" dt="2022-01-07T08:56:44.603" v="1178" actId="164"/>
          <ac:picMkLst>
            <pc:docMk/>
            <pc:sldMk cId="3941444529" sldId="371"/>
            <ac:picMk id="33" creationId="{46489B01-045F-4DEE-8CB2-0381B73FDCC2}"/>
          </ac:picMkLst>
        </pc:picChg>
        <pc:picChg chg="add mod">
          <ac:chgData name="Alexandre Quach" userId="7bb690c8a6e028e4" providerId="LiveId" clId="{A637FAE7-8F54-4D10-ABA7-A5DE3A2F9A51}" dt="2022-01-07T08:56:54.323" v="1181"/>
          <ac:picMkLst>
            <pc:docMk/>
            <pc:sldMk cId="3941444529" sldId="371"/>
            <ac:picMk id="41" creationId="{C4BF2B95-430D-4C7F-BB22-93443EADCC30}"/>
          </ac:picMkLst>
        </pc:picChg>
        <pc:picChg chg="add mod">
          <ac:chgData name="Alexandre Quach" userId="7bb690c8a6e028e4" providerId="LiveId" clId="{A637FAE7-8F54-4D10-ABA7-A5DE3A2F9A51}" dt="2022-01-06T14:15:37.687" v="247" actId="1076"/>
          <ac:picMkLst>
            <pc:docMk/>
            <pc:sldMk cId="3941444529" sldId="371"/>
            <ac:picMk id="64" creationId="{2FC3FFEF-8DC5-41B1-B325-D41B9D4F2969}"/>
          </ac:picMkLst>
        </pc:picChg>
        <pc:picChg chg="add mod">
          <ac:chgData name="Alexandre Quach" userId="7bb690c8a6e028e4" providerId="LiveId" clId="{A637FAE7-8F54-4D10-ABA7-A5DE3A2F9A51}" dt="2022-01-06T14:15:37.687" v="247" actId="1076"/>
          <ac:picMkLst>
            <pc:docMk/>
            <pc:sldMk cId="3941444529" sldId="371"/>
            <ac:picMk id="65" creationId="{D6C87164-0420-4650-A029-AAB60F9EF624}"/>
          </ac:picMkLst>
        </pc:picChg>
        <pc:picChg chg="add mod">
          <ac:chgData name="Alexandre Quach" userId="7bb690c8a6e028e4" providerId="LiveId" clId="{A637FAE7-8F54-4D10-ABA7-A5DE3A2F9A51}" dt="2022-01-06T14:15:37.687" v="247" actId="1076"/>
          <ac:picMkLst>
            <pc:docMk/>
            <pc:sldMk cId="3941444529" sldId="371"/>
            <ac:picMk id="66" creationId="{5BEAF99F-997F-4F9E-B48F-6C2EE5AD9A4C}"/>
          </ac:picMkLst>
        </pc:picChg>
        <pc:picChg chg="add mod">
          <ac:chgData name="Alexandre Quach" userId="7bb690c8a6e028e4" providerId="LiveId" clId="{A637FAE7-8F54-4D10-ABA7-A5DE3A2F9A51}" dt="2022-01-06T14:15:37.687" v="247" actId="1076"/>
          <ac:picMkLst>
            <pc:docMk/>
            <pc:sldMk cId="3941444529" sldId="371"/>
            <ac:picMk id="67" creationId="{17B7E4D1-6678-4B21-BC4B-DEA4F92432A0}"/>
          </ac:picMkLst>
        </pc:picChg>
        <pc:picChg chg="add mod">
          <ac:chgData name="Alexandre Quach" userId="7bb690c8a6e028e4" providerId="LiveId" clId="{A637FAE7-8F54-4D10-ABA7-A5DE3A2F9A51}" dt="2022-01-06T14:15:37.687" v="247" actId="1076"/>
          <ac:picMkLst>
            <pc:docMk/>
            <pc:sldMk cId="3941444529" sldId="371"/>
            <ac:picMk id="68" creationId="{D6429DFC-3F03-42A9-8928-508C3F975640}"/>
          </ac:picMkLst>
        </pc:picChg>
        <pc:picChg chg="add mod">
          <ac:chgData name="Alexandre Quach" userId="7bb690c8a6e028e4" providerId="LiveId" clId="{A637FAE7-8F54-4D10-ABA7-A5DE3A2F9A51}" dt="2022-01-06T14:15:37.687" v="247" actId="1076"/>
          <ac:picMkLst>
            <pc:docMk/>
            <pc:sldMk cId="3941444529" sldId="371"/>
            <ac:picMk id="69" creationId="{D895255A-11DF-4679-941F-DF4AB88A808B}"/>
          </ac:picMkLst>
        </pc:picChg>
        <pc:picChg chg="add mod">
          <ac:chgData name="Alexandre Quach" userId="7bb690c8a6e028e4" providerId="LiveId" clId="{A637FAE7-8F54-4D10-ABA7-A5DE3A2F9A51}" dt="2022-01-06T14:15:37.687" v="247" actId="1076"/>
          <ac:picMkLst>
            <pc:docMk/>
            <pc:sldMk cId="3941444529" sldId="371"/>
            <ac:picMk id="70" creationId="{D5215F8F-74C2-4747-B320-B73C657C6C6D}"/>
          </ac:picMkLst>
        </pc:picChg>
        <pc:picChg chg="add mod">
          <ac:chgData name="Alexandre Quach" userId="7bb690c8a6e028e4" providerId="LiveId" clId="{A637FAE7-8F54-4D10-ABA7-A5DE3A2F9A51}" dt="2022-01-06T14:15:37.687" v="247" actId="1076"/>
          <ac:picMkLst>
            <pc:docMk/>
            <pc:sldMk cId="3941444529" sldId="371"/>
            <ac:picMk id="71" creationId="{81E46990-93C0-4565-8C5D-18EE7CFB6D2A}"/>
          </ac:picMkLst>
        </pc:picChg>
        <pc:picChg chg="add mod">
          <ac:chgData name="Alexandre Quach" userId="7bb690c8a6e028e4" providerId="LiveId" clId="{A637FAE7-8F54-4D10-ABA7-A5DE3A2F9A51}" dt="2022-01-06T14:15:37.687" v="247" actId="1076"/>
          <ac:picMkLst>
            <pc:docMk/>
            <pc:sldMk cId="3941444529" sldId="371"/>
            <ac:picMk id="72" creationId="{15031153-9B8D-4E22-A9C8-F461BB9F55D2}"/>
          </ac:picMkLst>
        </pc:picChg>
        <pc:picChg chg="add mod">
          <ac:chgData name="Alexandre Quach" userId="7bb690c8a6e028e4" providerId="LiveId" clId="{A637FAE7-8F54-4D10-ABA7-A5DE3A2F9A51}" dt="2022-01-06T14:15:37.687" v="247" actId="1076"/>
          <ac:picMkLst>
            <pc:docMk/>
            <pc:sldMk cId="3941444529" sldId="371"/>
            <ac:picMk id="73" creationId="{022396E2-1CAB-44B2-8CC8-1F3A4CCFADFD}"/>
          </ac:picMkLst>
        </pc:picChg>
        <pc:picChg chg="add mod">
          <ac:chgData name="Alexandre Quach" userId="7bb690c8a6e028e4" providerId="LiveId" clId="{A637FAE7-8F54-4D10-ABA7-A5DE3A2F9A51}" dt="2022-01-06T14:15:37.687" v="247" actId="1076"/>
          <ac:picMkLst>
            <pc:docMk/>
            <pc:sldMk cId="3941444529" sldId="371"/>
            <ac:picMk id="74" creationId="{31BB02A7-0FD1-47DC-A16A-2542D867E6B3}"/>
          </ac:picMkLst>
        </pc:picChg>
        <pc:picChg chg="add mod modCrop">
          <ac:chgData name="Alexandre Quach" userId="7bb690c8a6e028e4" providerId="LiveId" clId="{A637FAE7-8F54-4D10-ABA7-A5DE3A2F9A51}" dt="2022-01-06T14:15:37.687" v="247" actId="1076"/>
          <ac:picMkLst>
            <pc:docMk/>
            <pc:sldMk cId="3941444529" sldId="371"/>
            <ac:picMk id="78" creationId="{D3542D16-65B2-413B-8FEB-2A0B41FA7AA1}"/>
          </ac:picMkLst>
        </pc:picChg>
        <pc:picChg chg="add mod">
          <ac:chgData name="Alexandre Quach" userId="7bb690c8a6e028e4" providerId="LiveId" clId="{A637FAE7-8F54-4D10-ABA7-A5DE3A2F9A51}" dt="2022-01-06T14:15:37.687" v="247" actId="1076"/>
          <ac:picMkLst>
            <pc:docMk/>
            <pc:sldMk cId="3941444529" sldId="371"/>
            <ac:picMk id="79" creationId="{AE2CEEFF-B85B-44E1-9076-812A4CDC3C59}"/>
          </ac:picMkLst>
        </pc:picChg>
      </pc:sldChg>
      <pc:sldChg chg="addSp delSp modSp add mod">
        <pc:chgData name="Alexandre Quach" userId="7bb690c8a6e028e4" providerId="LiveId" clId="{A637FAE7-8F54-4D10-ABA7-A5DE3A2F9A51}" dt="2022-01-06T16:29:31.253" v="593" actId="207"/>
        <pc:sldMkLst>
          <pc:docMk/>
          <pc:sldMk cId="391031257" sldId="372"/>
        </pc:sldMkLst>
        <pc:spChg chg="del">
          <ac:chgData name="Alexandre Quach" userId="7bb690c8a6e028e4" providerId="LiveId" clId="{A637FAE7-8F54-4D10-ABA7-A5DE3A2F9A51}" dt="2022-01-06T14:25:23.668" v="287" actId="478"/>
          <ac:spMkLst>
            <pc:docMk/>
            <pc:sldMk cId="391031257" sldId="372"/>
            <ac:spMk id="7" creationId="{F177067A-B266-449B-99FA-898E3170482E}"/>
          </ac:spMkLst>
        </pc:spChg>
        <pc:spChg chg="del">
          <ac:chgData name="Alexandre Quach" userId="7bb690c8a6e028e4" providerId="LiveId" clId="{A637FAE7-8F54-4D10-ABA7-A5DE3A2F9A51}" dt="2022-01-06T14:25:25.580" v="288" actId="478"/>
          <ac:spMkLst>
            <pc:docMk/>
            <pc:sldMk cId="391031257" sldId="372"/>
            <ac:spMk id="23" creationId="{548C0B08-C75F-4FB9-808A-29B24E543A53}"/>
          </ac:spMkLst>
        </pc:spChg>
        <pc:spChg chg="del">
          <ac:chgData name="Alexandre Quach" userId="7bb690c8a6e028e4" providerId="LiveId" clId="{A637FAE7-8F54-4D10-ABA7-A5DE3A2F9A51}" dt="2022-01-06T14:25:23.668" v="287" actId="478"/>
          <ac:spMkLst>
            <pc:docMk/>
            <pc:sldMk cId="391031257" sldId="372"/>
            <ac:spMk id="24" creationId="{2A4ACC4C-917A-4A22-99CF-7D84102F06E5}"/>
          </ac:spMkLst>
        </pc:spChg>
        <pc:spChg chg="del">
          <ac:chgData name="Alexandre Quach" userId="7bb690c8a6e028e4" providerId="LiveId" clId="{A637FAE7-8F54-4D10-ABA7-A5DE3A2F9A51}" dt="2022-01-06T14:25:23.668" v="287" actId="478"/>
          <ac:spMkLst>
            <pc:docMk/>
            <pc:sldMk cId="391031257" sldId="372"/>
            <ac:spMk id="39" creationId="{2D471102-0EFA-4F81-9C5D-D7B063E533B3}"/>
          </ac:spMkLst>
        </pc:spChg>
        <pc:spChg chg="del">
          <ac:chgData name="Alexandre Quach" userId="7bb690c8a6e028e4" providerId="LiveId" clId="{A637FAE7-8F54-4D10-ABA7-A5DE3A2F9A51}" dt="2022-01-06T14:25:23.668" v="287" actId="478"/>
          <ac:spMkLst>
            <pc:docMk/>
            <pc:sldMk cId="391031257" sldId="372"/>
            <ac:spMk id="40" creationId="{1FD2A394-4CDC-4FBB-A757-117B619BDA18}"/>
          </ac:spMkLst>
        </pc:spChg>
        <pc:spChg chg="del">
          <ac:chgData name="Alexandre Quach" userId="7bb690c8a6e028e4" providerId="LiveId" clId="{A637FAE7-8F54-4D10-ABA7-A5DE3A2F9A51}" dt="2022-01-06T14:25:23.668" v="287" actId="478"/>
          <ac:spMkLst>
            <pc:docMk/>
            <pc:sldMk cId="391031257" sldId="372"/>
            <ac:spMk id="76" creationId="{20439D16-EA8F-47E5-B620-91FFC618FEB7}"/>
          </ac:spMkLst>
        </pc:spChg>
        <pc:spChg chg="del">
          <ac:chgData name="Alexandre Quach" userId="7bb690c8a6e028e4" providerId="LiveId" clId="{A637FAE7-8F54-4D10-ABA7-A5DE3A2F9A51}" dt="2022-01-06T14:25:23.668" v="287" actId="478"/>
          <ac:spMkLst>
            <pc:docMk/>
            <pc:sldMk cId="391031257" sldId="372"/>
            <ac:spMk id="77" creationId="{A6C34AE8-DD28-48B9-B0A3-97E63F6BD803}"/>
          </ac:spMkLst>
        </pc:spChg>
        <pc:spChg chg="add">
          <ac:chgData name="Alexandre Quach" userId="7bb690c8a6e028e4" providerId="LiveId" clId="{A637FAE7-8F54-4D10-ABA7-A5DE3A2F9A51}" dt="2022-01-06T16:29:06.151" v="586" actId="11529"/>
          <ac:spMkLst>
            <pc:docMk/>
            <pc:sldMk cId="391031257" sldId="372"/>
            <ac:spMk id="114" creationId="{3A254DA1-9E99-4072-89CA-0E4C54ED0951}"/>
          </ac:spMkLst>
        </pc:spChg>
        <pc:grpChg chg="add mod">
          <ac:chgData name="Alexandre Quach" userId="7bb690c8a6e028e4" providerId="LiveId" clId="{A637FAE7-8F54-4D10-ABA7-A5DE3A2F9A51}" dt="2022-01-06T14:31:16.547" v="310" actId="1076"/>
          <ac:grpSpMkLst>
            <pc:docMk/>
            <pc:sldMk cId="391031257" sldId="372"/>
            <ac:grpSpMk id="14" creationId="{B4448C11-BA24-4966-A118-5BB225F60340}"/>
          </ac:grpSpMkLst>
        </pc:grpChg>
        <pc:grpChg chg="del">
          <ac:chgData name="Alexandre Quach" userId="7bb690c8a6e028e4" providerId="LiveId" clId="{A637FAE7-8F54-4D10-ABA7-A5DE3A2F9A51}" dt="2022-01-06T14:25:27.427" v="289" actId="478"/>
          <ac:grpSpMkLst>
            <pc:docMk/>
            <pc:sldMk cId="391031257" sldId="372"/>
            <ac:grpSpMk id="28" creationId="{C6EC3896-9198-4A4E-A37B-37B8858DF0C1}"/>
          </ac:grpSpMkLst>
        </pc:grpChg>
        <pc:picChg chg="del">
          <ac:chgData name="Alexandre Quach" userId="7bb690c8a6e028e4" providerId="LiveId" clId="{A637FAE7-8F54-4D10-ABA7-A5DE3A2F9A51}" dt="2022-01-06T14:25:27.427" v="289" actId="478"/>
          <ac:picMkLst>
            <pc:docMk/>
            <pc:sldMk cId="391031257" sldId="372"/>
            <ac:picMk id="3" creationId="{65154527-E1BC-4363-849B-DF53DEA43EDC}"/>
          </ac:picMkLst>
        </pc:picChg>
        <pc:picChg chg="add mod modCrop">
          <ac:chgData name="Alexandre Quach" userId="7bb690c8a6e028e4" providerId="LiveId" clId="{A637FAE7-8F54-4D10-ABA7-A5DE3A2F9A51}" dt="2022-01-06T14:31:05.225" v="307" actId="1076"/>
          <ac:picMkLst>
            <pc:docMk/>
            <pc:sldMk cId="391031257" sldId="372"/>
            <ac:picMk id="4" creationId="{5A080FE7-8F84-472C-85E0-8FF4C9ADD016}"/>
          </ac:picMkLst>
        </pc:picChg>
        <pc:picChg chg="del">
          <ac:chgData name="Alexandre Quach" userId="7bb690c8a6e028e4" providerId="LiveId" clId="{A637FAE7-8F54-4D10-ABA7-A5DE3A2F9A51}" dt="2022-01-06T14:25:23.668" v="287" actId="478"/>
          <ac:picMkLst>
            <pc:docMk/>
            <pc:sldMk cId="391031257" sldId="372"/>
            <ac:picMk id="5" creationId="{C1E71236-78AC-4525-BC99-8F6692281272}"/>
          </ac:picMkLst>
        </pc:picChg>
        <pc:picChg chg="add del mod">
          <ac:chgData name="Alexandre Quach" userId="7bb690c8a6e028e4" providerId="LiveId" clId="{A637FAE7-8F54-4D10-ABA7-A5DE3A2F9A51}" dt="2022-01-06T14:30:09.803" v="300" actId="478"/>
          <ac:picMkLst>
            <pc:docMk/>
            <pc:sldMk cId="391031257" sldId="372"/>
            <ac:picMk id="8" creationId="{98455004-F33F-4BAA-BE12-4AE0B807CA0B}"/>
          </ac:picMkLst>
        </pc:picChg>
        <pc:picChg chg="del">
          <ac:chgData name="Alexandre Quach" userId="7bb690c8a6e028e4" providerId="LiveId" clId="{A637FAE7-8F54-4D10-ABA7-A5DE3A2F9A51}" dt="2022-01-06T14:25:25.580" v="288" actId="478"/>
          <ac:picMkLst>
            <pc:docMk/>
            <pc:sldMk cId="391031257" sldId="372"/>
            <ac:picMk id="9" creationId="{F4C3482F-F64E-4738-985C-5B7CCE8D5B24}"/>
          </ac:picMkLst>
        </pc:picChg>
        <pc:picChg chg="add mod">
          <ac:chgData name="Alexandre Quach" userId="7bb690c8a6e028e4" providerId="LiveId" clId="{A637FAE7-8F54-4D10-ABA7-A5DE3A2F9A51}" dt="2022-01-06T14:31:10.390" v="308" actId="164"/>
          <ac:picMkLst>
            <pc:docMk/>
            <pc:sldMk cId="391031257" sldId="372"/>
            <ac:picMk id="11" creationId="{758A4773-A81C-4033-BBCB-6667421529E7}"/>
          </ac:picMkLst>
        </pc:picChg>
        <pc:picChg chg="add mod">
          <ac:chgData name="Alexandre Quach" userId="7bb690c8a6e028e4" providerId="LiveId" clId="{A637FAE7-8F54-4D10-ABA7-A5DE3A2F9A51}" dt="2022-01-06T14:31:10.390" v="308" actId="164"/>
          <ac:picMkLst>
            <pc:docMk/>
            <pc:sldMk cId="391031257" sldId="372"/>
            <ac:picMk id="13" creationId="{CD8A7946-9088-4209-A387-0E14C6415A97}"/>
          </ac:picMkLst>
        </pc:picChg>
        <pc:picChg chg="del">
          <ac:chgData name="Alexandre Quach" userId="7bb690c8a6e028e4" providerId="LiveId" clId="{A637FAE7-8F54-4D10-ABA7-A5DE3A2F9A51}" dt="2022-01-06T14:25:29.004" v="290" actId="478"/>
          <ac:picMkLst>
            <pc:docMk/>
            <pc:sldMk cId="391031257" sldId="372"/>
            <ac:picMk id="16" creationId="{F62BB0B4-7662-4332-8497-8F13DE8C2497}"/>
          </ac:picMkLst>
        </pc:picChg>
        <pc:picChg chg="del">
          <ac:chgData name="Alexandre Quach" userId="7bb690c8a6e028e4" providerId="LiveId" clId="{A637FAE7-8F54-4D10-ABA7-A5DE3A2F9A51}" dt="2022-01-06T14:25:27.427" v="289" actId="478"/>
          <ac:picMkLst>
            <pc:docMk/>
            <pc:sldMk cId="391031257" sldId="372"/>
            <ac:picMk id="18" creationId="{93E2564C-DE23-4397-AA94-600C498CAEE8}"/>
          </ac:picMkLst>
        </pc:picChg>
        <pc:picChg chg="add mod">
          <ac:chgData name="Alexandre Quach" userId="7bb690c8a6e028e4" providerId="LiveId" clId="{A637FAE7-8F54-4D10-ABA7-A5DE3A2F9A51}" dt="2022-01-06T14:47:48.802" v="371" actId="207"/>
          <ac:picMkLst>
            <pc:docMk/>
            <pc:sldMk cId="391031257" sldId="372"/>
            <ac:picMk id="19" creationId="{950DFC20-1D82-461A-AABA-9E0C14E94450}"/>
          </ac:picMkLst>
        </pc:picChg>
        <pc:picChg chg="del">
          <ac:chgData name="Alexandre Quach" userId="7bb690c8a6e028e4" providerId="LiveId" clId="{A637FAE7-8F54-4D10-ABA7-A5DE3A2F9A51}" dt="2022-01-06T14:25:25.580" v="288" actId="478"/>
          <ac:picMkLst>
            <pc:docMk/>
            <pc:sldMk cId="391031257" sldId="372"/>
            <ac:picMk id="20" creationId="{B54BC645-7DFA-445E-AC2E-61B745DC46BF}"/>
          </ac:picMkLst>
        </pc:picChg>
        <pc:picChg chg="del">
          <ac:chgData name="Alexandre Quach" userId="7bb690c8a6e028e4" providerId="LiveId" clId="{A637FAE7-8F54-4D10-ABA7-A5DE3A2F9A51}" dt="2022-01-06T14:25:25.580" v="288" actId="478"/>
          <ac:picMkLst>
            <pc:docMk/>
            <pc:sldMk cId="391031257" sldId="372"/>
            <ac:picMk id="22" creationId="{A689B190-F432-4F5A-AB27-1CC97E52F54D}"/>
          </ac:picMkLst>
        </pc:picChg>
        <pc:picChg chg="add mod">
          <ac:chgData name="Alexandre Quach" userId="7bb690c8a6e028e4" providerId="LiveId" clId="{A637FAE7-8F54-4D10-ABA7-A5DE3A2F9A51}" dt="2022-01-06T14:47:09.059" v="363" actId="1076"/>
          <ac:picMkLst>
            <pc:docMk/>
            <pc:sldMk cId="391031257" sldId="372"/>
            <ac:picMk id="25" creationId="{7959DD90-39F7-4B8F-ABEA-DDFF4BF66472}"/>
          </ac:picMkLst>
        </pc:picChg>
        <pc:picChg chg="del">
          <ac:chgData name="Alexandre Quach" userId="7bb690c8a6e028e4" providerId="LiveId" clId="{A637FAE7-8F54-4D10-ABA7-A5DE3A2F9A51}" dt="2022-01-06T14:25:23.668" v="287" actId="478"/>
          <ac:picMkLst>
            <pc:docMk/>
            <pc:sldMk cId="391031257" sldId="372"/>
            <ac:picMk id="26" creationId="{71ABECFE-1B53-48B3-BEAC-F02D9E70E337}"/>
          </ac:picMkLst>
        </pc:picChg>
        <pc:picChg chg="add mod">
          <ac:chgData name="Alexandre Quach" userId="7bb690c8a6e028e4" providerId="LiveId" clId="{A637FAE7-8F54-4D10-ABA7-A5DE3A2F9A51}" dt="2022-01-06T14:47:09.059" v="363" actId="1076"/>
          <ac:picMkLst>
            <pc:docMk/>
            <pc:sldMk cId="391031257" sldId="372"/>
            <ac:picMk id="32" creationId="{435A6D51-F642-4282-B165-E9F4D518A72E}"/>
          </ac:picMkLst>
        </pc:picChg>
        <pc:picChg chg="del">
          <ac:chgData name="Alexandre Quach" userId="7bb690c8a6e028e4" providerId="LiveId" clId="{A637FAE7-8F54-4D10-ABA7-A5DE3A2F9A51}" dt="2022-01-06T14:25:27.427" v="289" actId="478"/>
          <ac:picMkLst>
            <pc:docMk/>
            <pc:sldMk cId="391031257" sldId="372"/>
            <ac:picMk id="33" creationId="{46489B01-045F-4DEE-8CB2-0381B73FDCC2}"/>
          </ac:picMkLst>
        </pc:picChg>
        <pc:picChg chg="add mod">
          <ac:chgData name="Alexandre Quach" userId="7bb690c8a6e028e4" providerId="LiveId" clId="{A637FAE7-8F54-4D10-ABA7-A5DE3A2F9A51}" dt="2022-01-06T14:47:46.572" v="370" actId="207"/>
          <ac:picMkLst>
            <pc:docMk/>
            <pc:sldMk cId="391031257" sldId="372"/>
            <ac:picMk id="36" creationId="{8F3866EF-8D36-493D-9F7D-8BA2789D58CC}"/>
          </ac:picMkLst>
        </pc:picChg>
        <pc:picChg chg="add mod">
          <ac:chgData name="Alexandre Quach" userId="7bb690c8a6e028e4" providerId="LiveId" clId="{A637FAE7-8F54-4D10-ABA7-A5DE3A2F9A51}" dt="2022-01-06T14:47:43.879" v="369" actId="207"/>
          <ac:picMkLst>
            <pc:docMk/>
            <pc:sldMk cId="391031257" sldId="372"/>
            <ac:picMk id="38" creationId="{713BE9AC-3409-445F-800A-BDD069BE72B6}"/>
          </ac:picMkLst>
        </pc:picChg>
        <pc:picChg chg="add mod">
          <ac:chgData name="Alexandre Quach" userId="7bb690c8a6e028e4" providerId="LiveId" clId="{A637FAE7-8F54-4D10-ABA7-A5DE3A2F9A51}" dt="2022-01-06T14:47:40.779" v="368" actId="207"/>
          <ac:picMkLst>
            <pc:docMk/>
            <pc:sldMk cId="391031257" sldId="372"/>
            <ac:picMk id="42" creationId="{415906D7-3B38-4AF8-81A9-E55B254EF96C}"/>
          </ac:picMkLst>
        </pc:picChg>
        <pc:picChg chg="add del mod">
          <ac:chgData name="Alexandre Quach" userId="7bb690c8a6e028e4" providerId="LiveId" clId="{A637FAE7-8F54-4D10-ABA7-A5DE3A2F9A51}" dt="2022-01-06T14:46:56.722" v="358" actId="478"/>
          <ac:picMkLst>
            <pc:docMk/>
            <pc:sldMk cId="391031257" sldId="372"/>
            <ac:picMk id="44" creationId="{D974D4FC-5745-4B44-938F-569AE23AFDCF}"/>
          </ac:picMkLst>
        </pc:picChg>
        <pc:picChg chg="add mod">
          <ac:chgData name="Alexandre Quach" userId="7bb690c8a6e028e4" providerId="LiveId" clId="{A637FAE7-8F54-4D10-ABA7-A5DE3A2F9A51}" dt="2022-01-06T15:09:28.572" v="441" actId="207"/>
          <ac:picMkLst>
            <pc:docMk/>
            <pc:sldMk cId="391031257" sldId="372"/>
            <ac:picMk id="46" creationId="{09EF2399-0058-41CE-B412-1F6A07379BBA}"/>
          </ac:picMkLst>
        </pc:picChg>
        <pc:picChg chg="add mod">
          <ac:chgData name="Alexandre Quach" userId="7bb690c8a6e028e4" providerId="LiveId" clId="{A637FAE7-8F54-4D10-ABA7-A5DE3A2F9A51}" dt="2022-01-06T15:09:28.572" v="441" actId="207"/>
          <ac:picMkLst>
            <pc:docMk/>
            <pc:sldMk cId="391031257" sldId="372"/>
            <ac:picMk id="48" creationId="{7BF9590A-F10E-4709-8CF0-65854FE831CB}"/>
          </ac:picMkLst>
        </pc:picChg>
        <pc:picChg chg="add mod">
          <ac:chgData name="Alexandre Quach" userId="7bb690c8a6e028e4" providerId="LiveId" clId="{A637FAE7-8F54-4D10-ABA7-A5DE3A2F9A51}" dt="2022-01-06T15:09:23.134" v="440" actId="207"/>
          <ac:picMkLst>
            <pc:docMk/>
            <pc:sldMk cId="391031257" sldId="372"/>
            <ac:picMk id="50" creationId="{F4B9442C-F8DB-469B-AFC4-BD670169D82F}"/>
          </ac:picMkLst>
        </pc:picChg>
        <pc:picChg chg="add mod">
          <ac:chgData name="Alexandre Quach" userId="7bb690c8a6e028e4" providerId="LiveId" clId="{A637FAE7-8F54-4D10-ABA7-A5DE3A2F9A51}" dt="2022-01-06T15:09:32.926" v="442" actId="207"/>
          <ac:picMkLst>
            <pc:docMk/>
            <pc:sldMk cId="391031257" sldId="372"/>
            <ac:picMk id="52" creationId="{F7A008A6-8B89-4AAC-8BB8-66F932D5ECEA}"/>
          </ac:picMkLst>
        </pc:picChg>
        <pc:picChg chg="add mod">
          <ac:chgData name="Alexandre Quach" userId="7bb690c8a6e028e4" providerId="LiveId" clId="{A637FAE7-8F54-4D10-ABA7-A5DE3A2F9A51}" dt="2022-01-06T15:09:32.926" v="442" actId="207"/>
          <ac:picMkLst>
            <pc:docMk/>
            <pc:sldMk cId="391031257" sldId="372"/>
            <ac:picMk id="54" creationId="{5E1E1F33-DEF0-43FD-9BD8-63E58E442E60}"/>
          </ac:picMkLst>
        </pc:picChg>
        <pc:picChg chg="add mod">
          <ac:chgData name="Alexandre Quach" userId="7bb690c8a6e028e4" providerId="LiveId" clId="{A637FAE7-8F54-4D10-ABA7-A5DE3A2F9A51}" dt="2022-01-06T15:09:28.572" v="441" actId="207"/>
          <ac:picMkLst>
            <pc:docMk/>
            <pc:sldMk cId="391031257" sldId="372"/>
            <ac:picMk id="56" creationId="{A6A2243A-AAFC-4174-8B12-F8BACDEB3983}"/>
          </ac:picMkLst>
        </pc:picChg>
        <pc:picChg chg="del">
          <ac:chgData name="Alexandre Quach" userId="7bb690c8a6e028e4" providerId="LiveId" clId="{A637FAE7-8F54-4D10-ABA7-A5DE3A2F9A51}" dt="2022-01-06T14:25:27.427" v="289" actId="478"/>
          <ac:picMkLst>
            <pc:docMk/>
            <pc:sldMk cId="391031257" sldId="372"/>
            <ac:picMk id="64" creationId="{2FC3FFEF-8DC5-41B1-B325-D41B9D4F2969}"/>
          </ac:picMkLst>
        </pc:picChg>
        <pc:picChg chg="del">
          <ac:chgData name="Alexandre Quach" userId="7bb690c8a6e028e4" providerId="LiveId" clId="{A637FAE7-8F54-4D10-ABA7-A5DE3A2F9A51}" dt="2022-01-06T14:25:27.427" v="289" actId="478"/>
          <ac:picMkLst>
            <pc:docMk/>
            <pc:sldMk cId="391031257" sldId="372"/>
            <ac:picMk id="65" creationId="{D6C87164-0420-4650-A029-AAB60F9EF624}"/>
          </ac:picMkLst>
        </pc:picChg>
        <pc:picChg chg="del">
          <ac:chgData name="Alexandre Quach" userId="7bb690c8a6e028e4" providerId="LiveId" clId="{A637FAE7-8F54-4D10-ABA7-A5DE3A2F9A51}" dt="2022-01-06T14:25:27.427" v="289" actId="478"/>
          <ac:picMkLst>
            <pc:docMk/>
            <pc:sldMk cId="391031257" sldId="372"/>
            <ac:picMk id="66" creationId="{5BEAF99F-997F-4F9E-B48F-6C2EE5AD9A4C}"/>
          </ac:picMkLst>
        </pc:picChg>
        <pc:picChg chg="del">
          <ac:chgData name="Alexandre Quach" userId="7bb690c8a6e028e4" providerId="LiveId" clId="{A637FAE7-8F54-4D10-ABA7-A5DE3A2F9A51}" dt="2022-01-06T14:25:27.427" v="289" actId="478"/>
          <ac:picMkLst>
            <pc:docMk/>
            <pc:sldMk cId="391031257" sldId="372"/>
            <ac:picMk id="67" creationId="{17B7E4D1-6678-4B21-BC4B-DEA4F92432A0}"/>
          </ac:picMkLst>
        </pc:picChg>
        <pc:picChg chg="del">
          <ac:chgData name="Alexandre Quach" userId="7bb690c8a6e028e4" providerId="LiveId" clId="{A637FAE7-8F54-4D10-ABA7-A5DE3A2F9A51}" dt="2022-01-06T14:25:27.427" v="289" actId="478"/>
          <ac:picMkLst>
            <pc:docMk/>
            <pc:sldMk cId="391031257" sldId="372"/>
            <ac:picMk id="68" creationId="{D6429DFC-3F03-42A9-8928-508C3F975640}"/>
          </ac:picMkLst>
        </pc:picChg>
        <pc:picChg chg="del">
          <ac:chgData name="Alexandre Quach" userId="7bb690c8a6e028e4" providerId="LiveId" clId="{A637FAE7-8F54-4D10-ABA7-A5DE3A2F9A51}" dt="2022-01-06T14:25:27.427" v="289" actId="478"/>
          <ac:picMkLst>
            <pc:docMk/>
            <pc:sldMk cId="391031257" sldId="372"/>
            <ac:picMk id="69" creationId="{D895255A-11DF-4679-941F-DF4AB88A808B}"/>
          </ac:picMkLst>
        </pc:picChg>
        <pc:picChg chg="del">
          <ac:chgData name="Alexandre Quach" userId="7bb690c8a6e028e4" providerId="LiveId" clId="{A637FAE7-8F54-4D10-ABA7-A5DE3A2F9A51}" dt="2022-01-06T14:25:27.427" v="289" actId="478"/>
          <ac:picMkLst>
            <pc:docMk/>
            <pc:sldMk cId="391031257" sldId="372"/>
            <ac:picMk id="70" creationId="{D5215F8F-74C2-4747-B320-B73C657C6C6D}"/>
          </ac:picMkLst>
        </pc:picChg>
        <pc:picChg chg="del">
          <ac:chgData name="Alexandre Quach" userId="7bb690c8a6e028e4" providerId="LiveId" clId="{A637FAE7-8F54-4D10-ABA7-A5DE3A2F9A51}" dt="2022-01-06T14:25:27.427" v="289" actId="478"/>
          <ac:picMkLst>
            <pc:docMk/>
            <pc:sldMk cId="391031257" sldId="372"/>
            <ac:picMk id="71" creationId="{81E46990-93C0-4565-8C5D-18EE7CFB6D2A}"/>
          </ac:picMkLst>
        </pc:picChg>
        <pc:picChg chg="del">
          <ac:chgData name="Alexandre Quach" userId="7bb690c8a6e028e4" providerId="LiveId" clId="{A637FAE7-8F54-4D10-ABA7-A5DE3A2F9A51}" dt="2022-01-06T14:25:27.427" v="289" actId="478"/>
          <ac:picMkLst>
            <pc:docMk/>
            <pc:sldMk cId="391031257" sldId="372"/>
            <ac:picMk id="72" creationId="{15031153-9B8D-4E22-A9C8-F461BB9F55D2}"/>
          </ac:picMkLst>
        </pc:picChg>
        <pc:picChg chg="del">
          <ac:chgData name="Alexandre Quach" userId="7bb690c8a6e028e4" providerId="LiveId" clId="{A637FAE7-8F54-4D10-ABA7-A5DE3A2F9A51}" dt="2022-01-06T14:25:27.427" v="289" actId="478"/>
          <ac:picMkLst>
            <pc:docMk/>
            <pc:sldMk cId="391031257" sldId="372"/>
            <ac:picMk id="73" creationId="{022396E2-1CAB-44B2-8CC8-1F3A4CCFADFD}"/>
          </ac:picMkLst>
        </pc:picChg>
        <pc:picChg chg="del">
          <ac:chgData name="Alexandre Quach" userId="7bb690c8a6e028e4" providerId="LiveId" clId="{A637FAE7-8F54-4D10-ABA7-A5DE3A2F9A51}" dt="2022-01-06T14:25:27.427" v="289" actId="478"/>
          <ac:picMkLst>
            <pc:docMk/>
            <pc:sldMk cId="391031257" sldId="372"/>
            <ac:picMk id="74" creationId="{31BB02A7-0FD1-47DC-A16A-2542D867E6B3}"/>
          </ac:picMkLst>
        </pc:picChg>
        <pc:picChg chg="del">
          <ac:chgData name="Alexandre Quach" userId="7bb690c8a6e028e4" providerId="LiveId" clId="{A637FAE7-8F54-4D10-ABA7-A5DE3A2F9A51}" dt="2022-01-06T14:25:23.668" v="287" actId="478"/>
          <ac:picMkLst>
            <pc:docMk/>
            <pc:sldMk cId="391031257" sldId="372"/>
            <ac:picMk id="78" creationId="{D3542D16-65B2-413B-8FEB-2A0B41FA7AA1}"/>
          </ac:picMkLst>
        </pc:picChg>
        <pc:picChg chg="del">
          <ac:chgData name="Alexandre Quach" userId="7bb690c8a6e028e4" providerId="LiveId" clId="{A637FAE7-8F54-4D10-ABA7-A5DE3A2F9A51}" dt="2022-01-06T14:25:23.668" v="287" actId="478"/>
          <ac:picMkLst>
            <pc:docMk/>
            <pc:sldMk cId="391031257" sldId="372"/>
            <ac:picMk id="79" creationId="{AE2CEEFF-B85B-44E1-9076-812A4CDC3C59}"/>
          </ac:picMkLst>
        </pc:picChg>
        <pc:picChg chg="add mod">
          <ac:chgData name="Alexandre Quach" userId="7bb690c8a6e028e4" providerId="LiveId" clId="{A637FAE7-8F54-4D10-ABA7-A5DE3A2F9A51}" dt="2022-01-06T15:09:32.926" v="442" actId="207"/>
          <ac:picMkLst>
            <pc:docMk/>
            <pc:sldMk cId="391031257" sldId="372"/>
            <ac:picMk id="104" creationId="{AD114E62-4FC4-4D40-B5E2-639D313FA140}"/>
          </ac:picMkLst>
        </pc:picChg>
        <pc:picChg chg="add mod modCrop">
          <ac:chgData name="Alexandre Quach" userId="7bb690c8a6e028e4" providerId="LiveId" clId="{A637FAE7-8F54-4D10-ABA7-A5DE3A2F9A51}" dt="2022-01-06T16:29:27.545" v="592" actId="207"/>
          <ac:picMkLst>
            <pc:docMk/>
            <pc:sldMk cId="391031257" sldId="372"/>
            <ac:picMk id="107" creationId="{23A3FFDA-5CA5-48E7-8546-70C028F6CA02}"/>
          </ac:picMkLst>
        </pc:picChg>
        <pc:picChg chg="add mod modCrop">
          <ac:chgData name="Alexandre Quach" userId="7bb690c8a6e028e4" providerId="LiveId" clId="{A637FAE7-8F54-4D10-ABA7-A5DE3A2F9A51}" dt="2022-01-06T16:29:15.736" v="590" actId="207"/>
          <ac:picMkLst>
            <pc:docMk/>
            <pc:sldMk cId="391031257" sldId="372"/>
            <ac:picMk id="109" creationId="{9AAF96CD-16DA-45D7-9C47-16C62F94328D}"/>
          </ac:picMkLst>
        </pc:picChg>
        <pc:picChg chg="add mod">
          <ac:chgData name="Alexandre Quach" userId="7bb690c8a6e028e4" providerId="LiveId" clId="{A637FAE7-8F54-4D10-ABA7-A5DE3A2F9A51}" dt="2022-01-06T16:29:18.758" v="591" actId="1076"/>
          <ac:picMkLst>
            <pc:docMk/>
            <pc:sldMk cId="391031257" sldId="372"/>
            <ac:picMk id="111" creationId="{EC09DBEA-3D5B-4CEE-81B1-92F216473948}"/>
          </ac:picMkLst>
        </pc:picChg>
        <pc:picChg chg="add mod modCrop">
          <ac:chgData name="Alexandre Quach" userId="7bb690c8a6e028e4" providerId="LiveId" clId="{A637FAE7-8F54-4D10-ABA7-A5DE3A2F9A51}" dt="2022-01-06T16:29:31.253" v="593" actId="207"/>
          <ac:picMkLst>
            <pc:docMk/>
            <pc:sldMk cId="391031257" sldId="372"/>
            <ac:picMk id="112" creationId="{3206C50A-CC6A-4B30-A351-EF12AE4C836C}"/>
          </ac:picMkLst>
        </pc:picChg>
        <pc:picChg chg="add del mod">
          <ac:chgData name="Alexandre Quach" userId="7bb690c8a6e028e4" providerId="LiveId" clId="{A637FAE7-8F54-4D10-ABA7-A5DE3A2F9A51}" dt="2022-01-06T16:28:51.888" v="584" actId="478"/>
          <ac:picMkLst>
            <pc:docMk/>
            <pc:sldMk cId="391031257" sldId="372"/>
            <ac:picMk id="113" creationId="{479E137F-04B9-441B-B33B-8449D235C922}"/>
          </ac:picMkLst>
        </pc:picChg>
        <pc:cxnChg chg="add mod">
          <ac:chgData name="Alexandre Quach" userId="7bb690c8a6e028e4" providerId="LiveId" clId="{A637FAE7-8F54-4D10-ABA7-A5DE3A2F9A51}" dt="2022-01-06T15:09:04.802" v="437" actId="1076"/>
          <ac:cxnSpMkLst>
            <pc:docMk/>
            <pc:sldMk cId="391031257" sldId="372"/>
            <ac:cxnSpMk id="58" creationId="{02BAA65B-F019-42EF-9861-24B8C104648E}"/>
          </ac:cxnSpMkLst>
        </pc:cxnChg>
        <pc:cxnChg chg="add mod">
          <ac:chgData name="Alexandre Quach" userId="7bb690c8a6e028e4" providerId="LiveId" clId="{A637FAE7-8F54-4D10-ABA7-A5DE3A2F9A51}" dt="2022-01-06T15:09:04.802" v="437" actId="1076"/>
          <ac:cxnSpMkLst>
            <pc:docMk/>
            <pc:sldMk cId="391031257" sldId="372"/>
            <ac:cxnSpMk id="80" creationId="{02B93757-3B6B-4058-B4FD-969C259100BE}"/>
          </ac:cxnSpMkLst>
        </pc:cxnChg>
        <pc:cxnChg chg="add del mod">
          <ac:chgData name="Alexandre Quach" userId="7bb690c8a6e028e4" providerId="LiveId" clId="{A637FAE7-8F54-4D10-ABA7-A5DE3A2F9A51}" dt="2022-01-06T15:06:50.857" v="403" actId="478"/>
          <ac:cxnSpMkLst>
            <pc:docMk/>
            <pc:sldMk cId="391031257" sldId="372"/>
            <ac:cxnSpMk id="81" creationId="{6F6DA112-FB5B-4214-9C6F-0EA0F52E1606}"/>
          </ac:cxnSpMkLst>
        </pc:cxnChg>
        <pc:cxnChg chg="add del mod">
          <ac:chgData name="Alexandre Quach" userId="7bb690c8a6e028e4" providerId="LiveId" clId="{A637FAE7-8F54-4D10-ABA7-A5DE3A2F9A51}" dt="2022-01-06T15:06:50.218" v="402" actId="478"/>
          <ac:cxnSpMkLst>
            <pc:docMk/>
            <pc:sldMk cId="391031257" sldId="372"/>
            <ac:cxnSpMk id="82" creationId="{E98D8F7C-6E70-4844-AA10-606FF4EA2C5B}"/>
          </ac:cxnSpMkLst>
        </pc:cxnChg>
        <pc:cxnChg chg="add del mod">
          <ac:chgData name="Alexandre Quach" userId="7bb690c8a6e028e4" providerId="LiveId" clId="{A637FAE7-8F54-4D10-ABA7-A5DE3A2F9A51}" dt="2022-01-06T15:07:47.664" v="417" actId="478"/>
          <ac:cxnSpMkLst>
            <pc:docMk/>
            <pc:sldMk cId="391031257" sldId="372"/>
            <ac:cxnSpMk id="87" creationId="{8B1D040F-66FB-4B2D-A753-6BCB80883B04}"/>
          </ac:cxnSpMkLst>
        </pc:cxnChg>
        <pc:cxnChg chg="add del mod">
          <ac:chgData name="Alexandre Quach" userId="7bb690c8a6e028e4" providerId="LiveId" clId="{A637FAE7-8F54-4D10-ABA7-A5DE3A2F9A51}" dt="2022-01-06T15:07:48.152" v="418" actId="478"/>
          <ac:cxnSpMkLst>
            <pc:docMk/>
            <pc:sldMk cId="391031257" sldId="372"/>
            <ac:cxnSpMk id="89" creationId="{2E3D90B4-918C-439B-9E05-B1D16E0CC3EA}"/>
          </ac:cxnSpMkLst>
        </pc:cxnChg>
        <pc:cxnChg chg="add mod">
          <ac:chgData name="Alexandre Quach" userId="7bb690c8a6e028e4" providerId="LiveId" clId="{A637FAE7-8F54-4D10-ABA7-A5DE3A2F9A51}" dt="2022-01-06T15:09:04.802" v="437" actId="1076"/>
          <ac:cxnSpMkLst>
            <pc:docMk/>
            <pc:sldMk cId="391031257" sldId="372"/>
            <ac:cxnSpMk id="98" creationId="{1F0FC406-DCD2-4648-BE83-D281B644DF11}"/>
          </ac:cxnSpMkLst>
        </pc:cxnChg>
        <pc:cxnChg chg="add mod">
          <ac:chgData name="Alexandre Quach" userId="7bb690c8a6e028e4" providerId="LiveId" clId="{A637FAE7-8F54-4D10-ABA7-A5DE3A2F9A51}" dt="2022-01-06T15:09:04.802" v="437" actId="1076"/>
          <ac:cxnSpMkLst>
            <pc:docMk/>
            <pc:sldMk cId="391031257" sldId="372"/>
            <ac:cxnSpMk id="99" creationId="{B3E3F999-BF7F-471E-B1B6-C8898D674A04}"/>
          </ac:cxnSpMkLst>
        </pc:cxnChg>
        <pc:cxnChg chg="add mod">
          <ac:chgData name="Alexandre Quach" userId="7bb690c8a6e028e4" providerId="LiveId" clId="{A637FAE7-8F54-4D10-ABA7-A5DE3A2F9A51}" dt="2022-01-06T15:09:04.802" v="437" actId="1076"/>
          <ac:cxnSpMkLst>
            <pc:docMk/>
            <pc:sldMk cId="391031257" sldId="372"/>
            <ac:cxnSpMk id="101" creationId="{CAF8DA13-B62A-4FF5-AAEF-66A63A92D044}"/>
          </ac:cxnSpMkLst>
        </pc:cxnChg>
        <pc:cxnChg chg="add mod">
          <ac:chgData name="Alexandre Quach" userId="7bb690c8a6e028e4" providerId="LiveId" clId="{A637FAE7-8F54-4D10-ABA7-A5DE3A2F9A51}" dt="2022-01-06T15:09:04.802" v="437" actId="1076"/>
          <ac:cxnSpMkLst>
            <pc:docMk/>
            <pc:sldMk cId="391031257" sldId="372"/>
            <ac:cxnSpMk id="102" creationId="{B67AFA17-DA13-4CC2-811B-707D6BD1A9F3}"/>
          </ac:cxnSpMkLst>
        </pc:cxnChg>
        <pc:cxnChg chg="add mod">
          <ac:chgData name="Alexandre Quach" userId="7bb690c8a6e028e4" providerId="LiveId" clId="{A637FAE7-8F54-4D10-ABA7-A5DE3A2F9A51}" dt="2022-01-06T15:09:04.802" v="437" actId="1076"/>
          <ac:cxnSpMkLst>
            <pc:docMk/>
            <pc:sldMk cId="391031257" sldId="372"/>
            <ac:cxnSpMk id="105" creationId="{1CF9CB87-C063-4AA1-B511-F3591E3B5CC7}"/>
          </ac:cxnSpMkLst>
        </pc:cxnChg>
      </pc:sldChg>
      <pc:sldChg chg="addSp delSp modSp add mod">
        <pc:chgData name="Alexandre Quach" userId="7bb690c8a6e028e4" providerId="LiveId" clId="{A637FAE7-8F54-4D10-ABA7-A5DE3A2F9A51}" dt="2022-01-06T15:38:25.176" v="567" actId="1076"/>
        <pc:sldMkLst>
          <pc:docMk/>
          <pc:sldMk cId="1370050720" sldId="373"/>
        </pc:sldMkLst>
        <pc:grpChg chg="del">
          <ac:chgData name="Alexandre Quach" userId="7bb690c8a6e028e4" providerId="LiveId" clId="{A637FAE7-8F54-4D10-ABA7-A5DE3A2F9A51}" dt="2022-01-06T15:11:24.614" v="444" actId="478"/>
          <ac:grpSpMkLst>
            <pc:docMk/>
            <pc:sldMk cId="1370050720" sldId="373"/>
            <ac:grpSpMk id="14" creationId="{B4448C11-BA24-4966-A118-5BB225F60340}"/>
          </ac:grpSpMkLst>
        </pc:grpChg>
        <pc:grpChg chg="add mod">
          <ac:chgData name="Alexandre Quach" userId="7bb690c8a6e028e4" providerId="LiveId" clId="{A637FAE7-8F54-4D10-ABA7-A5DE3A2F9A51}" dt="2022-01-06T15:31:02.232" v="530" actId="1076"/>
          <ac:grpSpMkLst>
            <pc:docMk/>
            <pc:sldMk cId="1370050720" sldId="373"/>
            <ac:grpSpMk id="20" creationId="{E8E2EC6A-6581-4420-83AD-00DD5D6AD768}"/>
          </ac:grpSpMkLst>
        </pc:grpChg>
        <pc:grpChg chg="add mod">
          <ac:chgData name="Alexandre Quach" userId="7bb690c8a6e028e4" providerId="LiveId" clId="{A637FAE7-8F54-4D10-ABA7-A5DE3A2F9A51}" dt="2022-01-06T15:36:25.043" v="550" actId="1076"/>
          <ac:grpSpMkLst>
            <pc:docMk/>
            <pc:sldMk cId="1370050720" sldId="373"/>
            <ac:grpSpMk id="55" creationId="{22445479-5883-4BCD-A912-4F2A77BAC88D}"/>
          </ac:grpSpMkLst>
        </pc:grpChg>
        <pc:picChg chg="add mod">
          <ac:chgData name="Alexandre Quach" userId="7bb690c8a6e028e4" providerId="LiveId" clId="{A637FAE7-8F54-4D10-ABA7-A5DE3A2F9A51}" dt="2022-01-06T15:26:33.379" v="486" actId="207"/>
          <ac:picMkLst>
            <pc:docMk/>
            <pc:sldMk cId="1370050720" sldId="373"/>
            <ac:picMk id="3" creationId="{1FF3FEC5-11C0-46AF-93ED-400C00A77326}"/>
          </ac:picMkLst>
        </pc:picChg>
        <pc:picChg chg="del">
          <ac:chgData name="Alexandre Quach" userId="7bb690c8a6e028e4" providerId="LiveId" clId="{A637FAE7-8F54-4D10-ABA7-A5DE3A2F9A51}" dt="2022-01-06T15:11:24.614" v="444" actId="478"/>
          <ac:picMkLst>
            <pc:docMk/>
            <pc:sldMk cId="1370050720" sldId="373"/>
            <ac:picMk id="4" creationId="{5A080FE7-8F84-472C-85E0-8FF4C9ADD016}"/>
          </ac:picMkLst>
        </pc:picChg>
        <pc:picChg chg="add del mod">
          <ac:chgData name="Alexandre Quach" userId="7bb690c8a6e028e4" providerId="LiveId" clId="{A637FAE7-8F54-4D10-ABA7-A5DE3A2F9A51}" dt="2022-01-06T15:26:08.379" v="474" actId="21"/>
          <ac:picMkLst>
            <pc:docMk/>
            <pc:sldMk cId="1370050720" sldId="373"/>
            <ac:picMk id="6" creationId="{DA70FB00-609D-4A44-A72D-902E96D8E0A4}"/>
          </ac:picMkLst>
        </pc:picChg>
        <pc:picChg chg="add mod">
          <ac:chgData name="Alexandre Quach" userId="7bb690c8a6e028e4" providerId="LiveId" clId="{A637FAE7-8F54-4D10-ABA7-A5DE3A2F9A51}" dt="2022-01-06T15:26:26.637" v="484" actId="207"/>
          <ac:picMkLst>
            <pc:docMk/>
            <pc:sldMk cId="1370050720" sldId="373"/>
            <ac:picMk id="8" creationId="{CC3E5D73-61C7-4DAD-929D-62DD7717981B}"/>
          </ac:picMkLst>
        </pc:picChg>
        <pc:picChg chg="add del mod">
          <ac:chgData name="Alexandre Quach" userId="7bb690c8a6e028e4" providerId="LiveId" clId="{A637FAE7-8F54-4D10-ABA7-A5DE3A2F9A51}" dt="2022-01-06T15:29:02.760" v="494" actId="478"/>
          <ac:picMkLst>
            <pc:docMk/>
            <pc:sldMk cId="1370050720" sldId="373"/>
            <ac:picMk id="10" creationId="{86154B07-E0CC-4436-B0BC-41BACB1FD71B}"/>
          </ac:picMkLst>
        </pc:picChg>
        <pc:picChg chg="add del mod">
          <ac:chgData name="Alexandre Quach" userId="7bb690c8a6e028e4" providerId="LiveId" clId="{A637FAE7-8F54-4D10-ABA7-A5DE3A2F9A51}" dt="2022-01-06T15:29:54.915" v="510" actId="21"/>
          <ac:picMkLst>
            <pc:docMk/>
            <pc:sldMk cId="1370050720" sldId="373"/>
            <ac:picMk id="16" creationId="{EDE5D761-8ED1-444F-8499-28A9CC4CF246}"/>
          </ac:picMkLst>
        </pc:picChg>
        <pc:picChg chg="add mod ord">
          <ac:chgData name="Alexandre Quach" userId="7bb690c8a6e028e4" providerId="LiveId" clId="{A637FAE7-8F54-4D10-ABA7-A5DE3A2F9A51}" dt="2022-01-06T15:30:46.863" v="525" actId="164"/>
          <ac:picMkLst>
            <pc:docMk/>
            <pc:sldMk cId="1370050720" sldId="373"/>
            <ac:picMk id="18" creationId="{44BF0044-ECDC-4DEE-89F1-9AEADFEE662C}"/>
          </ac:picMkLst>
        </pc:picChg>
        <pc:picChg chg="del">
          <ac:chgData name="Alexandre Quach" userId="7bb690c8a6e028e4" providerId="LiveId" clId="{A637FAE7-8F54-4D10-ABA7-A5DE3A2F9A51}" dt="2022-01-06T15:11:24.614" v="444" actId="478"/>
          <ac:picMkLst>
            <pc:docMk/>
            <pc:sldMk cId="1370050720" sldId="373"/>
            <ac:picMk id="19" creationId="{950DFC20-1D82-461A-AABA-9E0C14E94450}"/>
          </ac:picMkLst>
        </pc:picChg>
        <pc:picChg chg="add del mod">
          <ac:chgData name="Alexandre Quach" userId="7bb690c8a6e028e4" providerId="LiveId" clId="{A637FAE7-8F54-4D10-ABA7-A5DE3A2F9A51}" dt="2022-01-06T15:35:26.297" v="536" actId="478"/>
          <ac:picMkLst>
            <pc:docMk/>
            <pc:sldMk cId="1370050720" sldId="373"/>
            <ac:picMk id="22" creationId="{033917A8-471B-4C4B-9EC4-50CC1972371D}"/>
          </ac:picMkLst>
        </pc:picChg>
        <pc:picChg chg="add del mod">
          <ac:chgData name="Alexandre Quach" userId="7bb690c8a6e028e4" providerId="LiveId" clId="{A637FAE7-8F54-4D10-ABA7-A5DE3A2F9A51}" dt="2022-01-06T15:36:25.043" v="550" actId="1076"/>
          <ac:picMkLst>
            <pc:docMk/>
            <pc:sldMk cId="1370050720" sldId="373"/>
            <ac:picMk id="24" creationId="{D22FEE34-3DAA-4B48-BB56-DEF044678111}"/>
          </ac:picMkLst>
        </pc:picChg>
        <pc:picChg chg="del">
          <ac:chgData name="Alexandre Quach" userId="7bb690c8a6e028e4" providerId="LiveId" clId="{A637FAE7-8F54-4D10-ABA7-A5DE3A2F9A51}" dt="2022-01-06T15:11:24.614" v="444" actId="478"/>
          <ac:picMkLst>
            <pc:docMk/>
            <pc:sldMk cId="1370050720" sldId="373"/>
            <ac:picMk id="25" creationId="{7959DD90-39F7-4B8F-ABEA-DDFF4BF66472}"/>
          </ac:picMkLst>
        </pc:picChg>
        <pc:picChg chg="add mod">
          <ac:chgData name="Alexandre Quach" userId="7bb690c8a6e028e4" providerId="LiveId" clId="{A637FAE7-8F54-4D10-ABA7-A5DE3A2F9A51}" dt="2022-01-06T15:36:25.043" v="550" actId="1076"/>
          <ac:picMkLst>
            <pc:docMk/>
            <pc:sldMk cId="1370050720" sldId="373"/>
            <ac:picMk id="28" creationId="{025DEB85-269D-42EE-87AB-70E440F1C9B2}"/>
          </ac:picMkLst>
        </pc:picChg>
        <pc:picChg chg="add del mod">
          <ac:chgData name="Alexandre Quach" userId="7bb690c8a6e028e4" providerId="LiveId" clId="{A637FAE7-8F54-4D10-ABA7-A5DE3A2F9A51}" dt="2022-01-06T15:38:01.881" v="559" actId="478"/>
          <ac:picMkLst>
            <pc:docMk/>
            <pc:sldMk cId="1370050720" sldId="373"/>
            <ac:picMk id="30" creationId="{B27D91C4-2E9A-4614-A978-F4556BF30B59}"/>
          </ac:picMkLst>
        </pc:picChg>
        <pc:picChg chg="del">
          <ac:chgData name="Alexandre Quach" userId="7bb690c8a6e028e4" providerId="LiveId" clId="{A637FAE7-8F54-4D10-ABA7-A5DE3A2F9A51}" dt="2022-01-06T15:11:24.614" v="444" actId="478"/>
          <ac:picMkLst>
            <pc:docMk/>
            <pc:sldMk cId="1370050720" sldId="373"/>
            <ac:picMk id="32" creationId="{435A6D51-F642-4282-B165-E9F4D518A72E}"/>
          </ac:picMkLst>
        </pc:picChg>
        <pc:picChg chg="add mod">
          <ac:chgData name="Alexandre Quach" userId="7bb690c8a6e028e4" providerId="LiveId" clId="{A637FAE7-8F54-4D10-ABA7-A5DE3A2F9A51}" dt="2022-01-06T15:38:25.176" v="567" actId="1076"/>
          <ac:picMkLst>
            <pc:docMk/>
            <pc:sldMk cId="1370050720" sldId="373"/>
            <ac:picMk id="33" creationId="{25CA374B-8A65-46FF-9619-A30E5E456CEF}"/>
          </ac:picMkLst>
        </pc:picChg>
        <pc:picChg chg="del">
          <ac:chgData name="Alexandre Quach" userId="7bb690c8a6e028e4" providerId="LiveId" clId="{A637FAE7-8F54-4D10-ABA7-A5DE3A2F9A51}" dt="2022-01-06T15:11:24.614" v="444" actId="478"/>
          <ac:picMkLst>
            <pc:docMk/>
            <pc:sldMk cId="1370050720" sldId="373"/>
            <ac:picMk id="36" creationId="{8F3866EF-8D36-493D-9F7D-8BA2789D58CC}"/>
          </ac:picMkLst>
        </pc:picChg>
        <pc:picChg chg="add mod">
          <ac:chgData name="Alexandre Quach" userId="7bb690c8a6e028e4" providerId="LiveId" clId="{A637FAE7-8F54-4D10-ABA7-A5DE3A2F9A51}" dt="2022-01-06T15:26:30.152" v="485" actId="1076"/>
          <ac:picMkLst>
            <pc:docMk/>
            <pc:sldMk cId="1370050720" sldId="373"/>
            <ac:picMk id="37" creationId="{0E796DB0-D166-4106-BC46-61E8E9D14937}"/>
          </ac:picMkLst>
        </pc:picChg>
        <pc:picChg chg="del">
          <ac:chgData name="Alexandre Quach" userId="7bb690c8a6e028e4" providerId="LiveId" clId="{A637FAE7-8F54-4D10-ABA7-A5DE3A2F9A51}" dt="2022-01-06T15:11:24.614" v="444" actId="478"/>
          <ac:picMkLst>
            <pc:docMk/>
            <pc:sldMk cId="1370050720" sldId="373"/>
            <ac:picMk id="38" creationId="{713BE9AC-3409-445F-800A-BDD069BE72B6}"/>
          </ac:picMkLst>
        </pc:picChg>
        <pc:picChg chg="add mod">
          <ac:chgData name="Alexandre Quach" userId="7bb690c8a6e028e4" providerId="LiveId" clId="{A637FAE7-8F54-4D10-ABA7-A5DE3A2F9A51}" dt="2022-01-06T15:30:54.063" v="528" actId="1076"/>
          <ac:picMkLst>
            <pc:docMk/>
            <pc:sldMk cId="1370050720" sldId="373"/>
            <ac:picMk id="39" creationId="{D0880CC9-232B-4718-BBFA-D5A5D44D3E70}"/>
          </ac:picMkLst>
        </pc:picChg>
        <pc:picChg chg="add mod">
          <ac:chgData name="Alexandre Quach" userId="7bb690c8a6e028e4" providerId="LiveId" clId="{A637FAE7-8F54-4D10-ABA7-A5DE3A2F9A51}" dt="2022-01-06T15:30:58.320" v="529" actId="1076"/>
          <ac:picMkLst>
            <pc:docMk/>
            <pc:sldMk cId="1370050720" sldId="373"/>
            <ac:picMk id="40" creationId="{5692CC81-7BC3-4369-9034-D0E2319FFEA3}"/>
          </ac:picMkLst>
        </pc:picChg>
        <pc:picChg chg="add mod">
          <ac:chgData name="Alexandre Quach" userId="7bb690c8a6e028e4" providerId="LiveId" clId="{A637FAE7-8F54-4D10-ABA7-A5DE3A2F9A51}" dt="2022-01-06T15:30:58.320" v="529" actId="1076"/>
          <ac:picMkLst>
            <pc:docMk/>
            <pc:sldMk cId="1370050720" sldId="373"/>
            <ac:picMk id="41" creationId="{7024BE72-F8E7-4C95-9CE6-3F38FBBC566A}"/>
          </ac:picMkLst>
        </pc:picChg>
        <pc:picChg chg="del">
          <ac:chgData name="Alexandre Quach" userId="7bb690c8a6e028e4" providerId="LiveId" clId="{A637FAE7-8F54-4D10-ABA7-A5DE3A2F9A51}" dt="2022-01-06T15:11:24.614" v="444" actId="478"/>
          <ac:picMkLst>
            <pc:docMk/>
            <pc:sldMk cId="1370050720" sldId="373"/>
            <ac:picMk id="42" creationId="{415906D7-3B38-4AF8-81A9-E55B254EF96C}"/>
          </ac:picMkLst>
        </pc:picChg>
        <pc:picChg chg="del">
          <ac:chgData name="Alexandre Quach" userId="7bb690c8a6e028e4" providerId="LiveId" clId="{A637FAE7-8F54-4D10-ABA7-A5DE3A2F9A51}" dt="2022-01-06T15:11:26.843" v="445" actId="478"/>
          <ac:picMkLst>
            <pc:docMk/>
            <pc:sldMk cId="1370050720" sldId="373"/>
            <ac:picMk id="46" creationId="{09EF2399-0058-41CE-B412-1F6A07379BBA}"/>
          </ac:picMkLst>
        </pc:picChg>
        <pc:picChg chg="add mod modCrop">
          <ac:chgData name="Alexandre Quach" userId="7bb690c8a6e028e4" providerId="LiveId" clId="{A637FAE7-8F54-4D10-ABA7-A5DE3A2F9A51}" dt="2022-01-06T15:30:46.863" v="525" actId="164"/>
          <ac:picMkLst>
            <pc:docMk/>
            <pc:sldMk cId="1370050720" sldId="373"/>
            <ac:picMk id="47" creationId="{AB113BCD-4307-4F8F-B135-FFC864BACF00}"/>
          </ac:picMkLst>
        </pc:picChg>
        <pc:picChg chg="del">
          <ac:chgData name="Alexandre Quach" userId="7bb690c8a6e028e4" providerId="LiveId" clId="{A637FAE7-8F54-4D10-ABA7-A5DE3A2F9A51}" dt="2022-01-06T15:11:26.843" v="445" actId="478"/>
          <ac:picMkLst>
            <pc:docMk/>
            <pc:sldMk cId="1370050720" sldId="373"/>
            <ac:picMk id="48" creationId="{7BF9590A-F10E-4709-8CF0-65854FE831CB}"/>
          </ac:picMkLst>
        </pc:picChg>
        <pc:picChg chg="add mod">
          <ac:chgData name="Alexandre Quach" userId="7bb690c8a6e028e4" providerId="LiveId" clId="{A637FAE7-8F54-4D10-ABA7-A5DE3A2F9A51}" dt="2022-01-06T15:30:46.863" v="525" actId="164"/>
          <ac:picMkLst>
            <pc:docMk/>
            <pc:sldMk cId="1370050720" sldId="373"/>
            <ac:picMk id="49" creationId="{CB2918A8-BB9E-47DE-BB9B-449368AFEEBF}"/>
          </ac:picMkLst>
        </pc:picChg>
        <pc:picChg chg="del">
          <ac:chgData name="Alexandre Quach" userId="7bb690c8a6e028e4" providerId="LiveId" clId="{A637FAE7-8F54-4D10-ABA7-A5DE3A2F9A51}" dt="2022-01-06T15:11:27.585" v="446" actId="478"/>
          <ac:picMkLst>
            <pc:docMk/>
            <pc:sldMk cId="1370050720" sldId="373"/>
            <ac:picMk id="50" creationId="{F4B9442C-F8DB-469B-AFC4-BD670169D82F}"/>
          </ac:picMkLst>
        </pc:picChg>
        <pc:picChg chg="del">
          <ac:chgData name="Alexandre Quach" userId="7bb690c8a6e028e4" providerId="LiveId" clId="{A637FAE7-8F54-4D10-ABA7-A5DE3A2F9A51}" dt="2022-01-06T15:11:26.843" v="445" actId="478"/>
          <ac:picMkLst>
            <pc:docMk/>
            <pc:sldMk cId="1370050720" sldId="373"/>
            <ac:picMk id="52" creationId="{F7A008A6-8B89-4AAC-8BB8-66F932D5ECEA}"/>
          </ac:picMkLst>
        </pc:picChg>
        <pc:picChg chg="del">
          <ac:chgData name="Alexandre Quach" userId="7bb690c8a6e028e4" providerId="LiveId" clId="{A637FAE7-8F54-4D10-ABA7-A5DE3A2F9A51}" dt="2022-01-06T15:11:26.843" v="445" actId="478"/>
          <ac:picMkLst>
            <pc:docMk/>
            <pc:sldMk cId="1370050720" sldId="373"/>
            <ac:picMk id="54" creationId="{5E1E1F33-DEF0-43FD-9BD8-63E58E442E60}"/>
          </ac:picMkLst>
        </pc:picChg>
        <pc:picChg chg="del">
          <ac:chgData name="Alexandre Quach" userId="7bb690c8a6e028e4" providerId="LiveId" clId="{A637FAE7-8F54-4D10-ABA7-A5DE3A2F9A51}" dt="2022-01-06T15:11:26.843" v="445" actId="478"/>
          <ac:picMkLst>
            <pc:docMk/>
            <pc:sldMk cId="1370050720" sldId="373"/>
            <ac:picMk id="56" creationId="{A6A2243A-AAFC-4174-8B12-F8BACDEB3983}"/>
          </ac:picMkLst>
        </pc:picChg>
        <pc:picChg chg="mod">
          <ac:chgData name="Alexandre Quach" userId="7bb690c8a6e028e4" providerId="LiveId" clId="{A637FAE7-8F54-4D10-ABA7-A5DE3A2F9A51}" dt="2022-01-06T15:35:35.436" v="541"/>
          <ac:picMkLst>
            <pc:docMk/>
            <pc:sldMk cId="1370050720" sldId="373"/>
            <ac:picMk id="57" creationId="{2BAF6838-B33E-41D9-BB71-31CD9859A7A5}"/>
          </ac:picMkLst>
        </pc:picChg>
        <pc:picChg chg="mod">
          <ac:chgData name="Alexandre Quach" userId="7bb690c8a6e028e4" providerId="LiveId" clId="{A637FAE7-8F54-4D10-ABA7-A5DE3A2F9A51}" dt="2022-01-06T15:35:35.436" v="541"/>
          <ac:picMkLst>
            <pc:docMk/>
            <pc:sldMk cId="1370050720" sldId="373"/>
            <ac:picMk id="59" creationId="{D003AD71-BDFD-42DF-A3C5-1CB7DB714150}"/>
          </ac:picMkLst>
        </pc:picChg>
        <pc:picChg chg="del mod">
          <ac:chgData name="Alexandre Quach" userId="7bb690c8a6e028e4" providerId="LiveId" clId="{A637FAE7-8F54-4D10-ABA7-A5DE3A2F9A51}" dt="2022-01-06T15:35:39.720" v="543" actId="478"/>
          <ac:picMkLst>
            <pc:docMk/>
            <pc:sldMk cId="1370050720" sldId="373"/>
            <ac:picMk id="60" creationId="{B9A60F67-FC56-47A3-909C-10E4728DB85A}"/>
          </ac:picMkLst>
        </pc:picChg>
        <pc:picChg chg="add mod">
          <ac:chgData name="Alexandre Quach" userId="7bb690c8a6e028e4" providerId="LiveId" clId="{A637FAE7-8F54-4D10-ABA7-A5DE3A2F9A51}" dt="2022-01-06T15:37:35.921" v="552" actId="1076"/>
          <ac:picMkLst>
            <pc:docMk/>
            <pc:sldMk cId="1370050720" sldId="373"/>
            <ac:picMk id="61" creationId="{BD141DAF-D843-45F9-BC14-7E9D0892833E}"/>
          </ac:picMkLst>
        </pc:picChg>
        <pc:picChg chg="add mod">
          <ac:chgData name="Alexandre Quach" userId="7bb690c8a6e028e4" providerId="LiveId" clId="{A637FAE7-8F54-4D10-ABA7-A5DE3A2F9A51}" dt="2022-01-06T15:38:21.273" v="565" actId="1076"/>
          <ac:picMkLst>
            <pc:docMk/>
            <pc:sldMk cId="1370050720" sldId="373"/>
            <ac:picMk id="62" creationId="{9D057B80-7D07-43DA-8EFF-DCA65275B423}"/>
          </ac:picMkLst>
        </pc:picChg>
        <pc:picChg chg="del">
          <ac:chgData name="Alexandre Quach" userId="7bb690c8a6e028e4" providerId="LiveId" clId="{A637FAE7-8F54-4D10-ABA7-A5DE3A2F9A51}" dt="2022-01-06T15:11:26.843" v="445" actId="478"/>
          <ac:picMkLst>
            <pc:docMk/>
            <pc:sldMk cId="1370050720" sldId="373"/>
            <ac:picMk id="104" creationId="{AD114E62-4FC4-4D40-B5E2-639D313FA140}"/>
          </ac:picMkLst>
        </pc:picChg>
        <pc:cxnChg chg="del mod">
          <ac:chgData name="Alexandre Quach" userId="7bb690c8a6e028e4" providerId="LiveId" clId="{A637FAE7-8F54-4D10-ABA7-A5DE3A2F9A51}" dt="2022-01-06T15:11:26.843" v="445" actId="478"/>
          <ac:cxnSpMkLst>
            <pc:docMk/>
            <pc:sldMk cId="1370050720" sldId="373"/>
            <ac:cxnSpMk id="58" creationId="{02BAA65B-F019-42EF-9861-24B8C104648E}"/>
          </ac:cxnSpMkLst>
        </pc:cxnChg>
        <pc:cxnChg chg="del mod">
          <ac:chgData name="Alexandre Quach" userId="7bb690c8a6e028e4" providerId="LiveId" clId="{A637FAE7-8F54-4D10-ABA7-A5DE3A2F9A51}" dt="2022-01-06T15:11:26.843" v="445" actId="478"/>
          <ac:cxnSpMkLst>
            <pc:docMk/>
            <pc:sldMk cId="1370050720" sldId="373"/>
            <ac:cxnSpMk id="80" creationId="{02B93757-3B6B-4058-B4FD-969C259100BE}"/>
          </ac:cxnSpMkLst>
        </pc:cxnChg>
        <pc:cxnChg chg="del">
          <ac:chgData name="Alexandre Quach" userId="7bb690c8a6e028e4" providerId="LiveId" clId="{A637FAE7-8F54-4D10-ABA7-A5DE3A2F9A51}" dt="2022-01-06T15:11:26.843" v="445" actId="478"/>
          <ac:cxnSpMkLst>
            <pc:docMk/>
            <pc:sldMk cId="1370050720" sldId="373"/>
            <ac:cxnSpMk id="98" creationId="{1F0FC406-DCD2-4648-BE83-D281B644DF11}"/>
          </ac:cxnSpMkLst>
        </pc:cxnChg>
        <pc:cxnChg chg="del">
          <ac:chgData name="Alexandre Quach" userId="7bb690c8a6e028e4" providerId="LiveId" clId="{A637FAE7-8F54-4D10-ABA7-A5DE3A2F9A51}" dt="2022-01-06T15:11:26.843" v="445" actId="478"/>
          <ac:cxnSpMkLst>
            <pc:docMk/>
            <pc:sldMk cId="1370050720" sldId="373"/>
            <ac:cxnSpMk id="99" creationId="{B3E3F999-BF7F-471E-B1B6-C8898D674A04}"/>
          </ac:cxnSpMkLst>
        </pc:cxnChg>
        <pc:cxnChg chg="del">
          <ac:chgData name="Alexandre Quach" userId="7bb690c8a6e028e4" providerId="LiveId" clId="{A637FAE7-8F54-4D10-ABA7-A5DE3A2F9A51}" dt="2022-01-06T15:11:26.843" v="445" actId="478"/>
          <ac:cxnSpMkLst>
            <pc:docMk/>
            <pc:sldMk cId="1370050720" sldId="373"/>
            <ac:cxnSpMk id="101" creationId="{CAF8DA13-B62A-4FF5-AAEF-66A63A92D044}"/>
          </ac:cxnSpMkLst>
        </pc:cxnChg>
        <pc:cxnChg chg="del">
          <ac:chgData name="Alexandre Quach" userId="7bb690c8a6e028e4" providerId="LiveId" clId="{A637FAE7-8F54-4D10-ABA7-A5DE3A2F9A51}" dt="2022-01-06T15:11:26.843" v="445" actId="478"/>
          <ac:cxnSpMkLst>
            <pc:docMk/>
            <pc:sldMk cId="1370050720" sldId="373"/>
            <ac:cxnSpMk id="102" creationId="{B67AFA17-DA13-4CC2-811B-707D6BD1A9F3}"/>
          </ac:cxnSpMkLst>
        </pc:cxnChg>
        <pc:cxnChg chg="del">
          <ac:chgData name="Alexandre Quach" userId="7bb690c8a6e028e4" providerId="LiveId" clId="{A637FAE7-8F54-4D10-ABA7-A5DE3A2F9A51}" dt="2022-01-06T15:11:26.843" v="445" actId="478"/>
          <ac:cxnSpMkLst>
            <pc:docMk/>
            <pc:sldMk cId="1370050720" sldId="373"/>
            <ac:cxnSpMk id="105" creationId="{1CF9CB87-C063-4AA1-B511-F3591E3B5CC7}"/>
          </ac:cxnSpMkLst>
        </pc:cxnChg>
      </pc:sldChg>
      <pc:sldChg chg="addSp delSp modSp add mod">
        <pc:chgData name="Alexandre Quach" userId="7bb690c8a6e028e4" providerId="LiveId" clId="{A637FAE7-8F54-4D10-ABA7-A5DE3A2F9A51}" dt="2022-01-06T17:00:55.911" v="913" actId="1076"/>
        <pc:sldMkLst>
          <pc:docMk/>
          <pc:sldMk cId="3173428064" sldId="374"/>
        </pc:sldMkLst>
        <pc:spChg chg="add mod">
          <ac:chgData name="Alexandre Quach" userId="7bb690c8a6e028e4" providerId="LiveId" clId="{A637FAE7-8F54-4D10-ABA7-A5DE3A2F9A51}" dt="2022-01-06T17:00:54.324" v="912" actId="1076"/>
          <ac:spMkLst>
            <pc:docMk/>
            <pc:sldMk cId="3173428064" sldId="374"/>
            <ac:spMk id="26" creationId="{EB00E9DC-D144-40B6-B07B-FD34BF0B448E}"/>
          </ac:spMkLst>
        </pc:spChg>
        <pc:spChg chg="mod">
          <ac:chgData name="Alexandre Quach" userId="7bb690c8a6e028e4" providerId="LiveId" clId="{A637FAE7-8F54-4D10-ABA7-A5DE3A2F9A51}" dt="2022-01-06T16:59:49.735" v="886" actId="1076"/>
          <ac:spMkLst>
            <pc:docMk/>
            <pc:sldMk cId="3173428064" sldId="374"/>
            <ac:spMk id="27" creationId="{9EF4863D-5658-4E86-8AC4-11B834FACC48}"/>
          </ac:spMkLst>
        </pc:spChg>
        <pc:spChg chg="mod">
          <ac:chgData name="Alexandre Quach" userId="7bb690c8a6e028e4" providerId="LiveId" clId="{A637FAE7-8F54-4D10-ABA7-A5DE3A2F9A51}" dt="2022-01-06T16:34:03.519" v="640" actId="1076"/>
          <ac:spMkLst>
            <pc:docMk/>
            <pc:sldMk cId="3173428064" sldId="374"/>
            <ac:spMk id="34" creationId="{FC2FE581-F3D6-4ED0-9978-C194F7AE2FF6}"/>
          </ac:spMkLst>
        </pc:spChg>
        <pc:spChg chg="add mod">
          <ac:chgData name="Alexandre Quach" userId="7bb690c8a6e028e4" providerId="LiveId" clId="{A637FAE7-8F54-4D10-ABA7-A5DE3A2F9A51}" dt="2022-01-06T16:39:04.952" v="712" actId="1076"/>
          <ac:spMkLst>
            <pc:docMk/>
            <pc:sldMk cId="3173428064" sldId="374"/>
            <ac:spMk id="82" creationId="{4CED6E17-6806-4167-9605-AC4E7DEC1481}"/>
          </ac:spMkLst>
        </pc:spChg>
        <pc:spChg chg="del">
          <ac:chgData name="Alexandre Quach" userId="7bb690c8a6e028e4" providerId="LiveId" clId="{A637FAE7-8F54-4D10-ABA7-A5DE3A2F9A51}" dt="2022-01-06T16:30:24.584" v="596" actId="478"/>
          <ac:spMkLst>
            <pc:docMk/>
            <pc:sldMk cId="3173428064" sldId="374"/>
            <ac:spMk id="114" creationId="{3A254DA1-9E99-4072-89CA-0E4C54ED0951}"/>
          </ac:spMkLst>
        </pc:spChg>
        <pc:grpChg chg="del">
          <ac:chgData name="Alexandre Quach" userId="7bb690c8a6e028e4" providerId="LiveId" clId="{A637FAE7-8F54-4D10-ABA7-A5DE3A2F9A51}" dt="2022-01-06T16:30:21.661" v="595" actId="478"/>
          <ac:grpSpMkLst>
            <pc:docMk/>
            <pc:sldMk cId="3173428064" sldId="374"/>
            <ac:grpSpMk id="14" creationId="{B4448C11-BA24-4966-A118-5BB225F60340}"/>
          </ac:grpSpMkLst>
        </pc:grpChg>
        <pc:grpChg chg="add mod">
          <ac:chgData name="Alexandre Quach" userId="7bb690c8a6e028e4" providerId="LiveId" clId="{A637FAE7-8F54-4D10-ABA7-A5DE3A2F9A51}" dt="2022-01-06T16:58:55.486" v="873" actId="1076"/>
          <ac:grpSpMkLst>
            <pc:docMk/>
            <pc:sldMk cId="3173428064" sldId="374"/>
            <ac:grpSpMk id="24" creationId="{46750E41-3E48-4501-B467-392619649A0E}"/>
          </ac:grpSpMkLst>
        </pc:grpChg>
        <pc:picChg chg="add mod">
          <ac:chgData name="Alexandre Quach" userId="7bb690c8a6e028e4" providerId="LiveId" clId="{A637FAE7-8F54-4D10-ABA7-A5DE3A2F9A51}" dt="2022-01-06T16:31:41.487" v="627" actId="207"/>
          <ac:picMkLst>
            <pc:docMk/>
            <pc:sldMk cId="3173428064" sldId="374"/>
            <ac:picMk id="3" creationId="{2FF3809E-C974-4919-B575-23008AE19E40}"/>
          </ac:picMkLst>
        </pc:picChg>
        <pc:picChg chg="del">
          <ac:chgData name="Alexandre Quach" userId="7bb690c8a6e028e4" providerId="LiveId" clId="{A637FAE7-8F54-4D10-ABA7-A5DE3A2F9A51}" dt="2022-01-06T16:30:21.661" v="595" actId="478"/>
          <ac:picMkLst>
            <pc:docMk/>
            <pc:sldMk cId="3173428064" sldId="374"/>
            <ac:picMk id="4" creationId="{5A080FE7-8F84-472C-85E0-8FF4C9ADD016}"/>
          </ac:picMkLst>
        </pc:picChg>
        <pc:picChg chg="add mod">
          <ac:chgData name="Alexandre Quach" userId="7bb690c8a6e028e4" providerId="LiveId" clId="{A637FAE7-8F54-4D10-ABA7-A5DE3A2F9A51}" dt="2022-01-06T16:31:41.487" v="627" actId="207"/>
          <ac:picMkLst>
            <pc:docMk/>
            <pc:sldMk cId="3173428064" sldId="374"/>
            <ac:picMk id="6" creationId="{A4C77274-28AB-4C06-B9DA-CFA0DAABB008}"/>
          </ac:picMkLst>
        </pc:picChg>
        <pc:picChg chg="add del mod">
          <ac:chgData name="Alexandre Quach" userId="7bb690c8a6e028e4" providerId="LiveId" clId="{A637FAE7-8F54-4D10-ABA7-A5DE3A2F9A51}" dt="2022-01-06T16:31:37.383" v="625" actId="478"/>
          <ac:picMkLst>
            <pc:docMk/>
            <pc:sldMk cId="3173428064" sldId="374"/>
            <ac:picMk id="8" creationId="{895BC9C0-D41D-44B8-A910-483E7F21FC2B}"/>
          </ac:picMkLst>
        </pc:picChg>
        <pc:picChg chg="add del mod">
          <ac:chgData name="Alexandre Quach" userId="7bb690c8a6e028e4" providerId="LiveId" clId="{A637FAE7-8F54-4D10-ABA7-A5DE3A2F9A51}" dt="2022-01-06T16:34:23.799" v="649" actId="478"/>
          <ac:picMkLst>
            <pc:docMk/>
            <pc:sldMk cId="3173428064" sldId="374"/>
            <ac:picMk id="10" creationId="{590ACAF9-CCEA-46C2-AF5E-DF71A79B4F80}"/>
          </ac:picMkLst>
        </pc:picChg>
        <pc:picChg chg="add mod">
          <ac:chgData name="Alexandre Quach" userId="7bb690c8a6e028e4" providerId="LiveId" clId="{A637FAE7-8F54-4D10-ABA7-A5DE3A2F9A51}" dt="2022-01-06T16:37:18.857" v="706" actId="207"/>
          <ac:picMkLst>
            <pc:docMk/>
            <pc:sldMk cId="3173428064" sldId="374"/>
            <ac:picMk id="16" creationId="{228FEDF3-B1B1-462F-9588-9E15FC40531F}"/>
          </ac:picMkLst>
        </pc:picChg>
        <pc:picChg chg="add del mod">
          <ac:chgData name="Alexandre Quach" userId="7bb690c8a6e028e4" providerId="LiveId" clId="{A637FAE7-8F54-4D10-ABA7-A5DE3A2F9A51}" dt="2022-01-06T16:36:01.400" v="673" actId="478"/>
          <ac:picMkLst>
            <pc:docMk/>
            <pc:sldMk cId="3173428064" sldId="374"/>
            <ac:picMk id="18" creationId="{7830FC44-2119-4366-9585-280376162290}"/>
          </ac:picMkLst>
        </pc:picChg>
        <pc:picChg chg="del">
          <ac:chgData name="Alexandre Quach" userId="7bb690c8a6e028e4" providerId="LiveId" clId="{A637FAE7-8F54-4D10-ABA7-A5DE3A2F9A51}" dt="2022-01-06T16:30:21.661" v="595" actId="478"/>
          <ac:picMkLst>
            <pc:docMk/>
            <pc:sldMk cId="3173428064" sldId="374"/>
            <ac:picMk id="19" creationId="{950DFC20-1D82-461A-AABA-9E0C14E94450}"/>
          </ac:picMkLst>
        </pc:picChg>
        <pc:picChg chg="add del mod">
          <ac:chgData name="Alexandre Quach" userId="7bb690c8a6e028e4" providerId="LiveId" clId="{A637FAE7-8F54-4D10-ABA7-A5DE3A2F9A51}" dt="2022-01-06T16:34:00.615" v="638" actId="478"/>
          <ac:picMkLst>
            <pc:docMk/>
            <pc:sldMk cId="3173428064" sldId="374"/>
            <ac:picMk id="21" creationId="{15E95A41-6A45-47C4-A292-9ADC8DD20170}"/>
          </ac:picMkLst>
        </pc:picChg>
        <pc:picChg chg="add mod">
          <ac:chgData name="Alexandre Quach" userId="7bb690c8a6e028e4" providerId="LiveId" clId="{A637FAE7-8F54-4D10-ABA7-A5DE3A2F9A51}" dt="2022-01-06T16:37:30.814" v="709" actId="1076"/>
          <ac:picMkLst>
            <pc:docMk/>
            <pc:sldMk cId="3173428064" sldId="374"/>
            <ac:picMk id="23" creationId="{8FBFD955-94BD-4960-90DB-DE46412D9951}"/>
          </ac:picMkLst>
        </pc:picChg>
        <pc:picChg chg="del">
          <ac:chgData name="Alexandre Quach" userId="7bb690c8a6e028e4" providerId="LiveId" clId="{A637FAE7-8F54-4D10-ABA7-A5DE3A2F9A51}" dt="2022-01-06T16:30:21.661" v="595" actId="478"/>
          <ac:picMkLst>
            <pc:docMk/>
            <pc:sldMk cId="3173428064" sldId="374"/>
            <ac:picMk id="25" creationId="{7959DD90-39F7-4B8F-ABEA-DDFF4BF66472}"/>
          </ac:picMkLst>
        </pc:picChg>
        <pc:picChg chg="add mod">
          <ac:chgData name="Alexandre Quach" userId="7bb690c8a6e028e4" providerId="LiveId" clId="{A637FAE7-8F54-4D10-ABA7-A5DE3A2F9A51}" dt="2022-01-06T17:00:55.911" v="913" actId="1076"/>
          <ac:picMkLst>
            <pc:docMk/>
            <pc:sldMk cId="3173428064" sldId="374"/>
            <ac:picMk id="29" creationId="{141425B5-6E5E-41A2-A2CC-4829D3EA6F63}"/>
          </ac:picMkLst>
        </pc:picChg>
        <pc:picChg chg="del">
          <ac:chgData name="Alexandre Quach" userId="7bb690c8a6e028e4" providerId="LiveId" clId="{A637FAE7-8F54-4D10-ABA7-A5DE3A2F9A51}" dt="2022-01-06T16:30:21.661" v="595" actId="478"/>
          <ac:picMkLst>
            <pc:docMk/>
            <pc:sldMk cId="3173428064" sldId="374"/>
            <ac:picMk id="32" creationId="{435A6D51-F642-4282-B165-E9F4D518A72E}"/>
          </ac:picMkLst>
        </pc:picChg>
        <pc:picChg chg="add mod">
          <ac:chgData name="Alexandre Quach" userId="7bb690c8a6e028e4" providerId="LiveId" clId="{A637FAE7-8F54-4D10-ABA7-A5DE3A2F9A51}" dt="2022-01-06T16:31:49.783" v="628" actId="1076"/>
          <ac:picMkLst>
            <pc:docMk/>
            <pc:sldMk cId="3173428064" sldId="374"/>
            <ac:picMk id="35" creationId="{450EFC05-60A2-42EC-8DD7-87272CBEAE78}"/>
          </ac:picMkLst>
        </pc:picChg>
        <pc:picChg chg="del">
          <ac:chgData name="Alexandre Quach" userId="7bb690c8a6e028e4" providerId="LiveId" clId="{A637FAE7-8F54-4D10-ABA7-A5DE3A2F9A51}" dt="2022-01-06T16:30:21.661" v="595" actId="478"/>
          <ac:picMkLst>
            <pc:docMk/>
            <pc:sldMk cId="3173428064" sldId="374"/>
            <ac:picMk id="36" creationId="{8F3866EF-8D36-493D-9F7D-8BA2789D58CC}"/>
          </ac:picMkLst>
        </pc:picChg>
        <pc:picChg chg="add mod">
          <ac:chgData name="Alexandre Quach" userId="7bb690c8a6e028e4" providerId="LiveId" clId="{A637FAE7-8F54-4D10-ABA7-A5DE3A2F9A51}" dt="2022-01-06T16:30:55.734" v="607" actId="1076"/>
          <ac:picMkLst>
            <pc:docMk/>
            <pc:sldMk cId="3173428064" sldId="374"/>
            <ac:picMk id="37" creationId="{8AB9253D-D277-4685-9F35-4ED7E39CAC55}"/>
          </ac:picMkLst>
        </pc:picChg>
        <pc:picChg chg="del">
          <ac:chgData name="Alexandre Quach" userId="7bb690c8a6e028e4" providerId="LiveId" clId="{A637FAE7-8F54-4D10-ABA7-A5DE3A2F9A51}" dt="2022-01-06T16:30:21.661" v="595" actId="478"/>
          <ac:picMkLst>
            <pc:docMk/>
            <pc:sldMk cId="3173428064" sldId="374"/>
            <ac:picMk id="38" creationId="{713BE9AC-3409-445F-800A-BDD069BE72B6}"/>
          </ac:picMkLst>
        </pc:picChg>
        <pc:picChg chg="add mod">
          <ac:chgData name="Alexandre Quach" userId="7bb690c8a6e028e4" providerId="LiveId" clId="{A637FAE7-8F54-4D10-ABA7-A5DE3A2F9A51}" dt="2022-01-06T16:31:49.783" v="628" actId="1076"/>
          <ac:picMkLst>
            <pc:docMk/>
            <pc:sldMk cId="3173428064" sldId="374"/>
            <ac:picMk id="39" creationId="{81D2A2C2-3080-4F27-8C5B-ADB85997D377}"/>
          </ac:picMkLst>
        </pc:picChg>
        <pc:picChg chg="add mod">
          <ac:chgData name="Alexandre Quach" userId="7bb690c8a6e028e4" providerId="LiveId" clId="{A637FAE7-8F54-4D10-ABA7-A5DE3A2F9A51}" dt="2022-01-06T16:31:49.783" v="628" actId="1076"/>
          <ac:picMkLst>
            <pc:docMk/>
            <pc:sldMk cId="3173428064" sldId="374"/>
            <ac:picMk id="40" creationId="{811B2EEB-A4E5-4929-83F1-B0400493D9FA}"/>
          </ac:picMkLst>
        </pc:picChg>
        <pc:picChg chg="add mod">
          <ac:chgData name="Alexandre Quach" userId="7bb690c8a6e028e4" providerId="LiveId" clId="{A637FAE7-8F54-4D10-ABA7-A5DE3A2F9A51}" dt="2022-01-06T16:31:49.783" v="628" actId="1076"/>
          <ac:picMkLst>
            <pc:docMk/>
            <pc:sldMk cId="3173428064" sldId="374"/>
            <ac:picMk id="41" creationId="{9C9F7FD6-392C-435E-9C7C-C50BD80CEF47}"/>
          </ac:picMkLst>
        </pc:picChg>
        <pc:picChg chg="del">
          <ac:chgData name="Alexandre Quach" userId="7bb690c8a6e028e4" providerId="LiveId" clId="{A637FAE7-8F54-4D10-ABA7-A5DE3A2F9A51}" dt="2022-01-06T16:30:21.661" v="595" actId="478"/>
          <ac:picMkLst>
            <pc:docMk/>
            <pc:sldMk cId="3173428064" sldId="374"/>
            <ac:picMk id="42" creationId="{415906D7-3B38-4AF8-81A9-E55B254EF96C}"/>
          </ac:picMkLst>
        </pc:picChg>
        <pc:picChg chg="add mod">
          <ac:chgData name="Alexandre Quach" userId="7bb690c8a6e028e4" providerId="LiveId" clId="{A637FAE7-8F54-4D10-ABA7-A5DE3A2F9A51}" dt="2022-01-06T16:31:49.783" v="628" actId="1076"/>
          <ac:picMkLst>
            <pc:docMk/>
            <pc:sldMk cId="3173428064" sldId="374"/>
            <ac:picMk id="43" creationId="{1B0AD594-8A88-4CA6-842E-9198D93B01B3}"/>
          </ac:picMkLst>
        </pc:picChg>
        <pc:picChg chg="add mod">
          <ac:chgData name="Alexandre Quach" userId="7bb690c8a6e028e4" providerId="LiveId" clId="{A637FAE7-8F54-4D10-ABA7-A5DE3A2F9A51}" dt="2022-01-06T16:31:49.783" v="628" actId="1076"/>
          <ac:picMkLst>
            <pc:docMk/>
            <pc:sldMk cId="3173428064" sldId="374"/>
            <ac:picMk id="44" creationId="{816C693C-618D-47BB-92AF-454834E3297B}"/>
          </ac:picMkLst>
        </pc:picChg>
        <pc:picChg chg="del">
          <ac:chgData name="Alexandre Quach" userId="7bb690c8a6e028e4" providerId="LiveId" clId="{A637FAE7-8F54-4D10-ABA7-A5DE3A2F9A51}" dt="2022-01-06T16:30:24.584" v="596" actId="478"/>
          <ac:picMkLst>
            <pc:docMk/>
            <pc:sldMk cId="3173428064" sldId="374"/>
            <ac:picMk id="46" creationId="{09EF2399-0058-41CE-B412-1F6A07379BBA}"/>
          </ac:picMkLst>
        </pc:picChg>
        <pc:picChg chg="del">
          <ac:chgData name="Alexandre Quach" userId="7bb690c8a6e028e4" providerId="LiveId" clId="{A637FAE7-8F54-4D10-ABA7-A5DE3A2F9A51}" dt="2022-01-06T16:30:24.584" v="596" actId="478"/>
          <ac:picMkLst>
            <pc:docMk/>
            <pc:sldMk cId="3173428064" sldId="374"/>
            <ac:picMk id="48" creationId="{7BF9590A-F10E-4709-8CF0-65854FE831CB}"/>
          </ac:picMkLst>
        </pc:picChg>
        <pc:picChg chg="del">
          <ac:chgData name="Alexandre Quach" userId="7bb690c8a6e028e4" providerId="LiveId" clId="{A637FAE7-8F54-4D10-ABA7-A5DE3A2F9A51}" dt="2022-01-06T16:30:27.229" v="597" actId="478"/>
          <ac:picMkLst>
            <pc:docMk/>
            <pc:sldMk cId="3173428064" sldId="374"/>
            <ac:picMk id="50" creationId="{F4B9442C-F8DB-469B-AFC4-BD670169D82F}"/>
          </ac:picMkLst>
        </pc:picChg>
        <pc:picChg chg="del">
          <ac:chgData name="Alexandre Quach" userId="7bb690c8a6e028e4" providerId="LiveId" clId="{A637FAE7-8F54-4D10-ABA7-A5DE3A2F9A51}" dt="2022-01-06T16:30:24.584" v="596" actId="478"/>
          <ac:picMkLst>
            <pc:docMk/>
            <pc:sldMk cId="3173428064" sldId="374"/>
            <ac:picMk id="52" creationId="{F7A008A6-8B89-4AAC-8BB8-66F932D5ECEA}"/>
          </ac:picMkLst>
        </pc:picChg>
        <pc:picChg chg="del">
          <ac:chgData name="Alexandre Quach" userId="7bb690c8a6e028e4" providerId="LiveId" clId="{A637FAE7-8F54-4D10-ABA7-A5DE3A2F9A51}" dt="2022-01-06T16:30:24.584" v="596" actId="478"/>
          <ac:picMkLst>
            <pc:docMk/>
            <pc:sldMk cId="3173428064" sldId="374"/>
            <ac:picMk id="54" creationId="{5E1E1F33-DEF0-43FD-9BD8-63E58E442E60}"/>
          </ac:picMkLst>
        </pc:picChg>
        <pc:picChg chg="del">
          <ac:chgData name="Alexandre Quach" userId="7bb690c8a6e028e4" providerId="LiveId" clId="{A637FAE7-8F54-4D10-ABA7-A5DE3A2F9A51}" dt="2022-01-06T16:30:24.584" v="596" actId="478"/>
          <ac:picMkLst>
            <pc:docMk/>
            <pc:sldMk cId="3173428064" sldId="374"/>
            <ac:picMk id="56" creationId="{A6A2243A-AAFC-4174-8B12-F8BACDEB3983}"/>
          </ac:picMkLst>
        </pc:picChg>
        <pc:picChg chg="add del mod">
          <ac:chgData name="Alexandre Quach" userId="7bb690c8a6e028e4" providerId="LiveId" clId="{A637FAE7-8F54-4D10-ABA7-A5DE3A2F9A51}" dt="2022-01-06T16:34:21.817" v="647"/>
          <ac:picMkLst>
            <pc:docMk/>
            <pc:sldMk cId="3173428064" sldId="374"/>
            <ac:picMk id="57" creationId="{03A18B46-7F86-480B-97D1-5DD57E1004B6}"/>
          </ac:picMkLst>
        </pc:picChg>
        <pc:picChg chg="add del mod">
          <ac:chgData name="Alexandre Quach" userId="7bb690c8a6e028e4" providerId="LiveId" clId="{A637FAE7-8F54-4D10-ABA7-A5DE3A2F9A51}" dt="2022-01-06T16:36:01.400" v="673" actId="478"/>
          <ac:picMkLst>
            <pc:docMk/>
            <pc:sldMk cId="3173428064" sldId="374"/>
            <ac:picMk id="59" creationId="{385DEDE2-67FF-47AF-B6CB-782D3DE96DCF}"/>
          </ac:picMkLst>
        </pc:picChg>
        <pc:picChg chg="add del mod">
          <ac:chgData name="Alexandre Quach" userId="7bb690c8a6e028e4" providerId="LiveId" clId="{A637FAE7-8F54-4D10-ABA7-A5DE3A2F9A51}" dt="2022-01-06T16:36:01.400" v="673" actId="478"/>
          <ac:picMkLst>
            <pc:docMk/>
            <pc:sldMk cId="3173428064" sldId="374"/>
            <ac:picMk id="60" creationId="{BD2E6DB3-D049-4892-8F57-24C9304A947D}"/>
          </ac:picMkLst>
        </pc:picChg>
        <pc:picChg chg="add del mod">
          <ac:chgData name="Alexandre Quach" userId="7bb690c8a6e028e4" providerId="LiveId" clId="{A637FAE7-8F54-4D10-ABA7-A5DE3A2F9A51}" dt="2022-01-06T16:36:01.400" v="673" actId="478"/>
          <ac:picMkLst>
            <pc:docMk/>
            <pc:sldMk cId="3173428064" sldId="374"/>
            <ac:picMk id="61" creationId="{60FA2DB5-65F7-4247-8A45-D2D3A6473103}"/>
          </ac:picMkLst>
        </pc:picChg>
        <pc:picChg chg="add del mod">
          <ac:chgData name="Alexandre Quach" userId="7bb690c8a6e028e4" providerId="LiveId" clId="{A637FAE7-8F54-4D10-ABA7-A5DE3A2F9A51}" dt="2022-01-06T16:36:01.400" v="673" actId="478"/>
          <ac:picMkLst>
            <pc:docMk/>
            <pc:sldMk cId="3173428064" sldId="374"/>
            <ac:picMk id="62" creationId="{C748CB59-E004-463D-A0C4-D3B9BB975D11}"/>
          </ac:picMkLst>
        </pc:picChg>
        <pc:picChg chg="add del mod">
          <ac:chgData name="Alexandre Quach" userId="7bb690c8a6e028e4" providerId="LiveId" clId="{A637FAE7-8F54-4D10-ABA7-A5DE3A2F9A51}" dt="2022-01-06T16:36:01.400" v="673" actId="478"/>
          <ac:picMkLst>
            <pc:docMk/>
            <pc:sldMk cId="3173428064" sldId="374"/>
            <ac:picMk id="63" creationId="{085FDDF7-03DB-418F-8DBB-0BD4BD298B29}"/>
          </ac:picMkLst>
        </pc:picChg>
        <pc:picChg chg="add del mod">
          <ac:chgData name="Alexandre Quach" userId="7bb690c8a6e028e4" providerId="LiveId" clId="{A637FAE7-8F54-4D10-ABA7-A5DE3A2F9A51}" dt="2022-01-06T16:36:01.400" v="673" actId="478"/>
          <ac:picMkLst>
            <pc:docMk/>
            <pc:sldMk cId="3173428064" sldId="374"/>
            <ac:picMk id="64" creationId="{F58FD1C3-52E4-4A90-8D51-71F3186F811E}"/>
          </ac:picMkLst>
        </pc:picChg>
        <pc:picChg chg="add del mod">
          <ac:chgData name="Alexandre Quach" userId="7bb690c8a6e028e4" providerId="LiveId" clId="{A637FAE7-8F54-4D10-ABA7-A5DE3A2F9A51}" dt="2022-01-06T16:36:01.400" v="673" actId="478"/>
          <ac:picMkLst>
            <pc:docMk/>
            <pc:sldMk cId="3173428064" sldId="374"/>
            <ac:picMk id="65" creationId="{3C4AF7E8-CCDA-4ABF-8C25-6A20DC204259}"/>
          </ac:picMkLst>
        </pc:picChg>
        <pc:picChg chg="add del mod">
          <ac:chgData name="Alexandre Quach" userId="7bb690c8a6e028e4" providerId="LiveId" clId="{A637FAE7-8F54-4D10-ABA7-A5DE3A2F9A51}" dt="2022-01-06T16:36:01.400" v="673" actId="478"/>
          <ac:picMkLst>
            <pc:docMk/>
            <pc:sldMk cId="3173428064" sldId="374"/>
            <ac:picMk id="66" creationId="{70209E18-0537-400F-BF71-C49DB8CDDE68}"/>
          </ac:picMkLst>
        </pc:picChg>
        <pc:picChg chg="add mod">
          <ac:chgData name="Alexandre Quach" userId="7bb690c8a6e028e4" providerId="LiveId" clId="{A637FAE7-8F54-4D10-ABA7-A5DE3A2F9A51}" dt="2022-01-06T16:37:29.381" v="708" actId="1076"/>
          <ac:picMkLst>
            <pc:docMk/>
            <pc:sldMk cId="3173428064" sldId="374"/>
            <ac:picMk id="67" creationId="{458B19E1-38AE-4A7F-97B3-87E74115EE85}"/>
          </ac:picMkLst>
        </pc:picChg>
        <pc:picChg chg="add mod">
          <ac:chgData name="Alexandre Quach" userId="7bb690c8a6e028e4" providerId="LiveId" clId="{A637FAE7-8F54-4D10-ABA7-A5DE3A2F9A51}" dt="2022-01-06T16:36:39.039" v="694" actId="1076"/>
          <ac:picMkLst>
            <pc:docMk/>
            <pc:sldMk cId="3173428064" sldId="374"/>
            <ac:picMk id="68" creationId="{9C7288E7-CC70-4414-9642-E67945634B39}"/>
          </ac:picMkLst>
        </pc:picChg>
        <pc:picChg chg="add mod">
          <ac:chgData name="Alexandre Quach" userId="7bb690c8a6e028e4" providerId="LiveId" clId="{A637FAE7-8F54-4D10-ABA7-A5DE3A2F9A51}" dt="2022-01-06T16:36:55.758" v="699" actId="1076"/>
          <ac:picMkLst>
            <pc:docMk/>
            <pc:sldMk cId="3173428064" sldId="374"/>
            <ac:picMk id="69" creationId="{1CC198D7-DC42-440A-B40D-E54EEE04EFCC}"/>
          </ac:picMkLst>
        </pc:picChg>
        <pc:picChg chg="add mod">
          <ac:chgData name="Alexandre Quach" userId="7bb690c8a6e028e4" providerId="LiveId" clId="{A637FAE7-8F54-4D10-ABA7-A5DE3A2F9A51}" dt="2022-01-06T16:36:33.655" v="691" actId="207"/>
          <ac:picMkLst>
            <pc:docMk/>
            <pc:sldMk cId="3173428064" sldId="374"/>
            <ac:picMk id="70" creationId="{86906168-EAE3-49CA-8E84-99F6507ABCC4}"/>
          </ac:picMkLst>
        </pc:picChg>
        <pc:picChg chg="add mod">
          <ac:chgData name="Alexandre Quach" userId="7bb690c8a6e028e4" providerId="LiveId" clId="{A637FAE7-8F54-4D10-ABA7-A5DE3A2F9A51}" dt="2022-01-06T16:36:28.780" v="690" actId="207"/>
          <ac:picMkLst>
            <pc:docMk/>
            <pc:sldMk cId="3173428064" sldId="374"/>
            <ac:picMk id="71" creationId="{284C562D-2A02-42D9-847D-EA49E7170FCC}"/>
          </ac:picMkLst>
        </pc:picChg>
        <pc:picChg chg="add mod">
          <ac:chgData name="Alexandre Quach" userId="7bb690c8a6e028e4" providerId="LiveId" clId="{A637FAE7-8F54-4D10-ABA7-A5DE3A2F9A51}" dt="2022-01-06T16:36:17.637" v="684" actId="1076"/>
          <ac:picMkLst>
            <pc:docMk/>
            <pc:sldMk cId="3173428064" sldId="374"/>
            <ac:picMk id="72" creationId="{6551E0F6-A4FA-4FA4-AF59-F97602097D52}"/>
          </ac:picMkLst>
        </pc:picChg>
        <pc:picChg chg="add mod">
          <ac:chgData name="Alexandre Quach" userId="7bb690c8a6e028e4" providerId="LiveId" clId="{A637FAE7-8F54-4D10-ABA7-A5DE3A2F9A51}" dt="2022-01-06T16:36:55.758" v="699" actId="1076"/>
          <ac:picMkLst>
            <pc:docMk/>
            <pc:sldMk cId="3173428064" sldId="374"/>
            <ac:picMk id="73" creationId="{F9E02427-5B25-4119-B7A8-AD52CFA7EE5F}"/>
          </ac:picMkLst>
        </pc:picChg>
        <pc:picChg chg="add mod">
          <ac:chgData name="Alexandre Quach" userId="7bb690c8a6e028e4" providerId="LiveId" clId="{A637FAE7-8F54-4D10-ABA7-A5DE3A2F9A51}" dt="2022-01-06T16:36:55.758" v="699" actId="1076"/>
          <ac:picMkLst>
            <pc:docMk/>
            <pc:sldMk cId="3173428064" sldId="374"/>
            <ac:picMk id="74" creationId="{1A05AE04-E205-4AAA-A495-016C2970E0DD}"/>
          </ac:picMkLst>
        </pc:picChg>
        <pc:picChg chg="add mod">
          <ac:chgData name="Alexandre Quach" userId="7bb690c8a6e028e4" providerId="LiveId" clId="{A637FAE7-8F54-4D10-ABA7-A5DE3A2F9A51}" dt="2022-01-06T16:37:27.471" v="707" actId="1076"/>
          <ac:picMkLst>
            <pc:docMk/>
            <pc:sldMk cId="3173428064" sldId="374"/>
            <ac:picMk id="76" creationId="{A35B48C3-596D-4116-BF4F-2AC38C833597}"/>
          </ac:picMkLst>
        </pc:picChg>
        <pc:picChg chg="add mod">
          <ac:chgData name="Alexandre Quach" userId="7bb690c8a6e028e4" providerId="LiveId" clId="{A637FAE7-8F54-4D10-ABA7-A5DE3A2F9A51}" dt="2022-01-06T16:37:00.233" v="700" actId="207"/>
          <ac:picMkLst>
            <pc:docMk/>
            <pc:sldMk cId="3173428064" sldId="374"/>
            <ac:picMk id="77" creationId="{A5B92638-5593-435D-A0BD-6AED1E222E32}"/>
          </ac:picMkLst>
        </pc:picChg>
        <pc:picChg chg="add mod">
          <ac:chgData name="Alexandre Quach" userId="7bb690c8a6e028e4" providerId="LiveId" clId="{A637FAE7-8F54-4D10-ABA7-A5DE3A2F9A51}" dt="2022-01-06T16:37:06.006" v="701" actId="207"/>
          <ac:picMkLst>
            <pc:docMk/>
            <pc:sldMk cId="3173428064" sldId="374"/>
            <ac:picMk id="78" creationId="{02982E3A-4F47-421F-8431-82B62DDBE1D4}"/>
          </ac:picMkLst>
        </pc:picChg>
        <pc:picChg chg="add mod">
          <ac:chgData name="Alexandre Quach" userId="7bb690c8a6e028e4" providerId="LiveId" clId="{A637FAE7-8F54-4D10-ABA7-A5DE3A2F9A51}" dt="2022-01-06T16:37:06.006" v="701" actId="207"/>
          <ac:picMkLst>
            <pc:docMk/>
            <pc:sldMk cId="3173428064" sldId="374"/>
            <ac:picMk id="79" creationId="{980417D1-539B-4D07-B0D5-FC011B97AC7C}"/>
          </ac:picMkLst>
        </pc:picChg>
        <pc:picChg chg="add mod">
          <ac:chgData name="Alexandre Quach" userId="7bb690c8a6e028e4" providerId="LiveId" clId="{A637FAE7-8F54-4D10-ABA7-A5DE3A2F9A51}" dt="2022-01-06T16:36:45.330" v="697" actId="207"/>
          <ac:picMkLst>
            <pc:docMk/>
            <pc:sldMk cId="3173428064" sldId="374"/>
            <ac:picMk id="81" creationId="{694927EB-1F4C-4123-89E8-31521B72BD40}"/>
          </ac:picMkLst>
        </pc:picChg>
        <pc:picChg chg="add mod">
          <ac:chgData name="Alexandre Quach" userId="7bb690c8a6e028e4" providerId="LiveId" clId="{A637FAE7-8F54-4D10-ABA7-A5DE3A2F9A51}" dt="2022-01-06T16:39:04.952" v="712" actId="1076"/>
          <ac:picMkLst>
            <pc:docMk/>
            <pc:sldMk cId="3173428064" sldId="374"/>
            <ac:picMk id="83" creationId="{9B380E48-8948-4290-8676-8ACA3592D402}"/>
          </ac:picMkLst>
        </pc:picChg>
        <pc:picChg chg="add mod">
          <ac:chgData name="Alexandre Quach" userId="7bb690c8a6e028e4" providerId="LiveId" clId="{A637FAE7-8F54-4D10-ABA7-A5DE3A2F9A51}" dt="2022-01-06T16:39:04.952" v="712" actId="1076"/>
          <ac:picMkLst>
            <pc:docMk/>
            <pc:sldMk cId="3173428064" sldId="374"/>
            <ac:picMk id="84" creationId="{766A930E-9FC4-4177-B1D4-2ACEFFAB6909}"/>
          </ac:picMkLst>
        </pc:picChg>
        <pc:picChg chg="add mod">
          <ac:chgData name="Alexandre Quach" userId="7bb690c8a6e028e4" providerId="LiveId" clId="{A637FAE7-8F54-4D10-ABA7-A5DE3A2F9A51}" dt="2022-01-06T16:39:04.952" v="712" actId="1076"/>
          <ac:picMkLst>
            <pc:docMk/>
            <pc:sldMk cId="3173428064" sldId="374"/>
            <ac:picMk id="85" creationId="{8B4070B2-8EA1-4C58-B78A-2C0D278B4F37}"/>
          </ac:picMkLst>
        </pc:picChg>
        <pc:picChg chg="add mod">
          <ac:chgData name="Alexandre Quach" userId="7bb690c8a6e028e4" providerId="LiveId" clId="{A637FAE7-8F54-4D10-ABA7-A5DE3A2F9A51}" dt="2022-01-06T16:54:38.546" v="855" actId="207"/>
          <ac:picMkLst>
            <pc:docMk/>
            <pc:sldMk cId="3173428064" sldId="374"/>
            <ac:picMk id="86" creationId="{569CD54F-30C2-4E1D-A1E3-65A7F1EA1488}"/>
          </ac:picMkLst>
        </pc:picChg>
        <pc:picChg chg="add mod">
          <ac:chgData name="Alexandre Quach" userId="7bb690c8a6e028e4" providerId="LiveId" clId="{A637FAE7-8F54-4D10-ABA7-A5DE3A2F9A51}" dt="2022-01-06T16:54:38.546" v="855" actId="207"/>
          <ac:picMkLst>
            <pc:docMk/>
            <pc:sldMk cId="3173428064" sldId="374"/>
            <ac:picMk id="87" creationId="{A992953E-DFF9-4A13-ACE3-2F7CD5F10890}"/>
          </ac:picMkLst>
        </pc:picChg>
        <pc:picChg chg="add mod">
          <ac:chgData name="Alexandre Quach" userId="7bb690c8a6e028e4" providerId="LiveId" clId="{A637FAE7-8F54-4D10-ABA7-A5DE3A2F9A51}" dt="2022-01-06T16:54:38.546" v="855" actId="207"/>
          <ac:picMkLst>
            <pc:docMk/>
            <pc:sldMk cId="3173428064" sldId="374"/>
            <ac:picMk id="88" creationId="{078842F1-F959-4278-8D22-BE7965F33554}"/>
          </ac:picMkLst>
        </pc:picChg>
        <pc:picChg chg="add mod">
          <ac:chgData name="Alexandre Quach" userId="7bb690c8a6e028e4" providerId="LiveId" clId="{A637FAE7-8F54-4D10-ABA7-A5DE3A2F9A51}" dt="2022-01-06T16:54:38.546" v="855" actId="207"/>
          <ac:picMkLst>
            <pc:docMk/>
            <pc:sldMk cId="3173428064" sldId="374"/>
            <ac:picMk id="89" creationId="{E2C91D7C-D714-47B8-8559-9FF72BF170EB}"/>
          </ac:picMkLst>
        </pc:picChg>
        <pc:picChg chg="add mod">
          <ac:chgData name="Alexandre Quach" userId="7bb690c8a6e028e4" providerId="LiveId" clId="{A637FAE7-8F54-4D10-ABA7-A5DE3A2F9A51}" dt="2022-01-06T16:54:38.546" v="855" actId="207"/>
          <ac:picMkLst>
            <pc:docMk/>
            <pc:sldMk cId="3173428064" sldId="374"/>
            <ac:picMk id="90" creationId="{94526A08-66C7-417B-A2E0-1F3760BF6C05}"/>
          </ac:picMkLst>
        </pc:picChg>
        <pc:picChg chg="add mod">
          <ac:chgData name="Alexandre Quach" userId="7bb690c8a6e028e4" providerId="LiveId" clId="{A637FAE7-8F54-4D10-ABA7-A5DE3A2F9A51}" dt="2022-01-06T16:54:51.342" v="859" actId="1076"/>
          <ac:picMkLst>
            <pc:docMk/>
            <pc:sldMk cId="3173428064" sldId="374"/>
            <ac:picMk id="91" creationId="{C9B0B4A8-B40F-43CB-A5C5-A3701FA1C448}"/>
          </ac:picMkLst>
        </pc:picChg>
        <pc:picChg chg="add mod">
          <ac:chgData name="Alexandre Quach" userId="7bb690c8a6e028e4" providerId="LiveId" clId="{A637FAE7-8F54-4D10-ABA7-A5DE3A2F9A51}" dt="2022-01-06T16:59:32.206" v="882" actId="207"/>
          <ac:picMkLst>
            <pc:docMk/>
            <pc:sldMk cId="3173428064" sldId="374"/>
            <ac:picMk id="92" creationId="{8E0EE744-370B-4BAB-8805-BE2E8F3F90D7}"/>
          </ac:picMkLst>
        </pc:picChg>
        <pc:picChg chg="add del mod">
          <ac:chgData name="Alexandre Quach" userId="7bb690c8a6e028e4" providerId="LiveId" clId="{A637FAE7-8F54-4D10-ABA7-A5DE3A2F9A51}" dt="2022-01-06T16:58:40.914" v="864" actId="21"/>
          <ac:picMkLst>
            <pc:docMk/>
            <pc:sldMk cId="3173428064" sldId="374"/>
            <ac:picMk id="93" creationId="{46A0D31F-E8F5-4A1C-90BE-7201D218B350}"/>
          </ac:picMkLst>
        </pc:picChg>
        <pc:picChg chg="add mod">
          <ac:chgData name="Alexandre Quach" userId="7bb690c8a6e028e4" providerId="LiveId" clId="{A637FAE7-8F54-4D10-ABA7-A5DE3A2F9A51}" dt="2022-01-06T16:58:35.785" v="862" actId="571"/>
          <ac:picMkLst>
            <pc:docMk/>
            <pc:sldMk cId="3173428064" sldId="374"/>
            <ac:picMk id="94" creationId="{51F71DE9-D2F2-4A96-BDC6-13AE61A48E14}"/>
          </ac:picMkLst>
        </pc:picChg>
        <pc:picChg chg="add mod">
          <ac:chgData name="Alexandre Quach" userId="7bb690c8a6e028e4" providerId="LiveId" clId="{A637FAE7-8F54-4D10-ABA7-A5DE3A2F9A51}" dt="2022-01-06T16:58:39.192" v="863" actId="571"/>
          <ac:picMkLst>
            <pc:docMk/>
            <pc:sldMk cId="3173428064" sldId="374"/>
            <ac:picMk id="95" creationId="{411FD206-C266-4A45-9C74-D6EAF2EF1D02}"/>
          </ac:picMkLst>
        </pc:picChg>
        <pc:picChg chg="add mod">
          <ac:chgData name="Alexandre Quach" userId="7bb690c8a6e028e4" providerId="LiveId" clId="{A637FAE7-8F54-4D10-ABA7-A5DE3A2F9A51}" dt="2022-01-06T16:59:32.206" v="882" actId="207"/>
          <ac:picMkLst>
            <pc:docMk/>
            <pc:sldMk cId="3173428064" sldId="374"/>
            <ac:picMk id="96" creationId="{81544360-0C2E-4854-90C0-3AFB3F9CC2D7}"/>
          </ac:picMkLst>
        </pc:picChg>
        <pc:picChg chg="add mod">
          <ac:chgData name="Alexandre Quach" userId="7bb690c8a6e028e4" providerId="LiveId" clId="{A637FAE7-8F54-4D10-ABA7-A5DE3A2F9A51}" dt="2022-01-06T16:59:04.813" v="875" actId="14100"/>
          <ac:picMkLst>
            <pc:docMk/>
            <pc:sldMk cId="3173428064" sldId="374"/>
            <ac:picMk id="97" creationId="{1C32CF89-E8EE-4927-B68E-7511492C123B}"/>
          </ac:picMkLst>
        </pc:picChg>
        <pc:picChg chg="add mod">
          <ac:chgData name="Alexandre Quach" userId="7bb690c8a6e028e4" providerId="LiveId" clId="{A637FAE7-8F54-4D10-ABA7-A5DE3A2F9A51}" dt="2022-01-06T16:59:07.548" v="877" actId="1076"/>
          <ac:picMkLst>
            <pc:docMk/>
            <pc:sldMk cId="3173428064" sldId="374"/>
            <ac:picMk id="100" creationId="{FCD5B10B-3DEC-4E6F-87C5-7EAB8AC0EBF3}"/>
          </ac:picMkLst>
        </pc:picChg>
        <pc:picChg chg="add mod modCrop">
          <ac:chgData name="Alexandre Quach" userId="7bb690c8a6e028e4" providerId="LiveId" clId="{A637FAE7-8F54-4D10-ABA7-A5DE3A2F9A51}" dt="2022-01-06T17:00:17.725" v="896" actId="732"/>
          <ac:picMkLst>
            <pc:docMk/>
            <pc:sldMk cId="3173428064" sldId="374"/>
            <ac:picMk id="103" creationId="{9D0B48AA-3159-4AC5-92D4-1749B7D53D14}"/>
          </ac:picMkLst>
        </pc:picChg>
        <pc:picChg chg="del">
          <ac:chgData name="Alexandre Quach" userId="7bb690c8a6e028e4" providerId="LiveId" clId="{A637FAE7-8F54-4D10-ABA7-A5DE3A2F9A51}" dt="2022-01-06T16:30:24.584" v="596" actId="478"/>
          <ac:picMkLst>
            <pc:docMk/>
            <pc:sldMk cId="3173428064" sldId="374"/>
            <ac:picMk id="104" creationId="{AD114E62-4FC4-4D40-B5E2-639D313FA140}"/>
          </ac:picMkLst>
        </pc:picChg>
        <pc:picChg chg="del">
          <ac:chgData name="Alexandre Quach" userId="7bb690c8a6e028e4" providerId="LiveId" clId="{A637FAE7-8F54-4D10-ABA7-A5DE3A2F9A51}" dt="2022-01-06T16:30:24.584" v="596" actId="478"/>
          <ac:picMkLst>
            <pc:docMk/>
            <pc:sldMk cId="3173428064" sldId="374"/>
            <ac:picMk id="107" creationId="{23A3FFDA-5CA5-48E7-8546-70C028F6CA02}"/>
          </ac:picMkLst>
        </pc:picChg>
        <pc:picChg chg="del">
          <ac:chgData name="Alexandre Quach" userId="7bb690c8a6e028e4" providerId="LiveId" clId="{A637FAE7-8F54-4D10-ABA7-A5DE3A2F9A51}" dt="2022-01-06T16:30:24.584" v="596" actId="478"/>
          <ac:picMkLst>
            <pc:docMk/>
            <pc:sldMk cId="3173428064" sldId="374"/>
            <ac:picMk id="109" creationId="{9AAF96CD-16DA-45D7-9C47-16C62F94328D}"/>
          </ac:picMkLst>
        </pc:picChg>
        <pc:picChg chg="del">
          <ac:chgData name="Alexandre Quach" userId="7bb690c8a6e028e4" providerId="LiveId" clId="{A637FAE7-8F54-4D10-ABA7-A5DE3A2F9A51}" dt="2022-01-06T16:30:24.584" v="596" actId="478"/>
          <ac:picMkLst>
            <pc:docMk/>
            <pc:sldMk cId="3173428064" sldId="374"/>
            <ac:picMk id="111" creationId="{EC09DBEA-3D5B-4CEE-81B1-92F216473948}"/>
          </ac:picMkLst>
        </pc:picChg>
        <pc:picChg chg="del">
          <ac:chgData name="Alexandre Quach" userId="7bb690c8a6e028e4" providerId="LiveId" clId="{A637FAE7-8F54-4D10-ABA7-A5DE3A2F9A51}" dt="2022-01-06T16:30:24.584" v="596" actId="478"/>
          <ac:picMkLst>
            <pc:docMk/>
            <pc:sldMk cId="3173428064" sldId="374"/>
            <ac:picMk id="112" creationId="{3206C50A-CC6A-4B30-A351-EF12AE4C836C}"/>
          </ac:picMkLst>
        </pc:picChg>
        <pc:cxnChg chg="del mod">
          <ac:chgData name="Alexandre Quach" userId="7bb690c8a6e028e4" providerId="LiveId" clId="{A637FAE7-8F54-4D10-ABA7-A5DE3A2F9A51}" dt="2022-01-06T16:30:24.584" v="596" actId="478"/>
          <ac:cxnSpMkLst>
            <pc:docMk/>
            <pc:sldMk cId="3173428064" sldId="374"/>
            <ac:cxnSpMk id="58" creationId="{02BAA65B-F019-42EF-9861-24B8C104648E}"/>
          </ac:cxnSpMkLst>
        </pc:cxnChg>
        <pc:cxnChg chg="del mod">
          <ac:chgData name="Alexandre Quach" userId="7bb690c8a6e028e4" providerId="LiveId" clId="{A637FAE7-8F54-4D10-ABA7-A5DE3A2F9A51}" dt="2022-01-06T16:30:24.584" v="596" actId="478"/>
          <ac:cxnSpMkLst>
            <pc:docMk/>
            <pc:sldMk cId="3173428064" sldId="374"/>
            <ac:cxnSpMk id="80" creationId="{02B93757-3B6B-4058-B4FD-969C259100BE}"/>
          </ac:cxnSpMkLst>
        </pc:cxnChg>
        <pc:cxnChg chg="del">
          <ac:chgData name="Alexandre Quach" userId="7bb690c8a6e028e4" providerId="LiveId" clId="{A637FAE7-8F54-4D10-ABA7-A5DE3A2F9A51}" dt="2022-01-06T16:30:24.584" v="596" actId="478"/>
          <ac:cxnSpMkLst>
            <pc:docMk/>
            <pc:sldMk cId="3173428064" sldId="374"/>
            <ac:cxnSpMk id="98" creationId="{1F0FC406-DCD2-4648-BE83-D281B644DF11}"/>
          </ac:cxnSpMkLst>
        </pc:cxnChg>
        <pc:cxnChg chg="del">
          <ac:chgData name="Alexandre Quach" userId="7bb690c8a6e028e4" providerId="LiveId" clId="{A637FAE7-8F54-4D10-ABA7-A5DE3A2F9A51}" dt="2022-01-06T16:30:24.584" v="596" actId="478"/>
          <ac:cxnSpMkLst>
            <pc:docMk/>
            <pc:sldMk cId="3173428064" sldId="374"/>
            <ac:cxnSpMk id="99" creationId="{B3E3F999-BF7F-471E-B1B6-C8898D674A04}"/>
          </ac:cxnSpMkLst>
        </pc:cxnChg>
        <pc:cxnChg chg="del">
          <ac:chgData name="Alexandre Quach" userId="7bb690c8a6e028e4" providerId="LiveId" clId="{A637FAE7-8F54-4D10-ABA7-A5DE3A2F9A51}" dt="2022-01-06T16:30:24.584" v="596" actId="478"/>
          <ac:cxnSpMkLst>
            <pc:docMk/>
            <pc:sldMk cId="3173428064" sldId="374"/>
            <ac:cxnSpMk id="101" creationId="{CAF8DA13-B62A-4FF5-AAEF-66A63A92D044}"/>
          </ac:cxnSpMkLst>
        </pc:cxnChg>
        <pc:cxnChg chg="del">
          <ac:chgData name="Alexandre Quach" userId="7bb690c8a6e028e4" providerId="LiveId" clId="{A637FAE7-8F54-4D10-ABA7-A5DE3A2F9A51}" dt="2022-01-06T16:30:24.584" v="596" actId="478"/>
          <ac:cxnSpMkLst>
            <pc:docMk/>
            <pc:sldMk cId="3173428064" sldId="374"/>
            <ac:cxnSpMk id="102" creationId="{B67AFA17-DA13-4CC2-811B-707D6BD1A9F3}"/>
          </ac:cxnSpMkLst>
        </pc:cxnChg>
        <pc:cxnChg chg="del">
          <ac:chgData name="Alexandre Quach" userId="7bb690c8a6e028e4" providerId="LiveId" clId="{A637FAE7-8F54-4D10-ABA7-A5DE3A2F9A51}" dt="2022-01-06T16:30:24.584" v="596" actId="478"/>
          <ac:cxnSpMkLst>
            <pc:docMk/>
            <pc:sldMk cId="3173428064" sldId="374"/>
            <ac:cxnSpMk id="105" creationId="{1CF9CB87-C063-4AA1-B511-F3591E3B5CC7}"/>
          </ac:cxnSpMkLst>
        </pc:cxnChg>
      </pc:sldChg>
      <pc:sldChg chg="addSp delSp modSp add mod">
        <pc:chgData name="Alexandre Quach" userId="7bb690c8a6e028e4" providerId="LiveId" clId="{A637FAE7-8F54-4D10-ABA7-A5DE3A2F9A51}" dt="2022-01-06T16:53:08.706" v="846" actId="1076"/>
        <pc:sldMkLst>
          <pc:docMk/>
          <pc:sldMk cId="1970958523" sldId="375"/>
        </pc:sldMkLst>
        <pc:grpChg chg="add mod">
          <ac:chgData name="Alexandre Quach" userId="7bb690c8a6e028e4" providerId="LiveId" clId="{A637FAE7-8F54-4D10-ABA7-A5DE3A2F9A51}" dt="2022-01-06T16:53:02.053" v="845" actId="1076"/>
          <ac:grpSpMkLst>
            <pc:docMk/>
            <pc:sldMk cId="1970958523" sldId="375"/>
            <ac:grpSpMk id="5" creationId="{F10DA028-0042-48DF-A108-3A8AD29B9C2B}"/>
          </ac:grpSpMkLst>
        </pc:grpChg>
        <pc:grpChg chg="add mod">
          <ac:chgData name="Alexandre Quach" userId="7bb690c8a6e028e4" providerId="LiveId" clId="{A637FAE7-8F54-4D10-ABA7-A5DE3A2F9A51}" dt="2022-01-06T16:53:08.706" v="846" actId="1076"/>
          <ac:grpSpMkLst>
            <pc:docMk/>
            <pc:sldMk cId="1970958523" sldId="375"/>
            <ac:grpSpMk id="6" creationId="{B18605F3-0042-4C53-B141-39A25178207E}"/>
          </ac:grpSpMkLst>
        </pc:grpChg>
        <pc:grpChg chg="del">
          <ac:chgData name="Alexandre Quach" userId="7bb690c8a6e028e4" providerId="LiveId" clId="{A637FAE7-8F54-4D10-ABA7-A5DE3A2F9A51}" dt="2022-01-06T16:40:23.648" v="729" actId="478"/>
          <ac:grpSpMkLst>
            <pc:docMk/>
            <pc:sldMk cId="1970958523" sldId="375"/>
            <ac:grpSpMk id="20" creationId="{E8E2EC6A-6581-4420-83AD-00DD5D6AD768}"/>
          </ac:grpSpMkLst>
        </pc:grpChg>
        <pc:grpChg chg="del">
          <ac:chgData name="Alexandre Quach" userId="7bb690c8a6e028e4" providerId="LiveId" clId="{A637FAE7-8F54-4D10-ABA7-A5DE3A2F9A51}" dt="2022-01-06T16:40:27.566" v="731" actId="478"/>
          <ac:grpSpMkLst>
            <pc:docMk/>
            <pc:sldMk cId="1970958523" sldId="375"/>
            <ac:grpSpMk id="55" creationId="{22445479-5883-4BCD-A912-4F2A77BAC88D}"/>
          </ac:grpSpMkLst>
        </pc:grpChg>
        <pc:grpChg chg="add mod">
          <ac:chgData name="Alexandre Quach" userId="7bb690c8a6e028e4" providerId="LiveId" clId="{A637FAE7-8F54-4D10-ABA7-A5DE3A2F9A51}" dt="2022-01-06T16:52:51.029" v="842" actId="164"/>
          <ac:grpSpMkLst>
            <pc:docMk/>
            <pc:sldMk cId="1970958523" sldId="375"/>
            <ac:grpSpMk id="76" creationId="{12C1AC4E-EC37-4FE2-8745-568C2B1B68DC}"/>
          </ac:grpSpMkLst>
        </pc:grpChg>
        <pc:grpChg chg="add mod">
          <ac:chgData name="Alexandre Quach" userId="7bb690c8a6e028e4" providerId="LiveId" clId="{A637FAE7-8F54-4D10-ABA7-A5DE3A2F9A51}" dt="2022-01-06T16:52:51.029" v="842" actId="164"/>
          <ac:grpSpMkLst>
            <pc:docMk/>
            <pc:sldMk cId="1970958523" sldId="375"/>
            <ac:grpSpMk id="82" creationId="{964983BB-6845-4325-98E6-75BB7E6CA8D1}"/>
          </ac:grpSpMkLst>
        </pc:grpChg>
        <pc:grpChg chg="add mod">
          <ac:chgData name="Alexandre Quach" userId="7bb690c8a6e028e4" providerId="LiveId" clId="{A637FAE7-8F54-4D10-ABA7-A5DE3A2F9A51}" dt="2022-01-06T16:52:51.029" v="842" actId="164"/>
          <ac:grpSpMkLst>
            <pc:docMk/>
            <pc:sldMk cId="1970958523" sldId="375"/>
            <ac:grpSpMk id="86" creationId="{DE2E4980-464A-41A7-97B2-5D47C03F0656}"/>
          </ac:grpSpMkLst>
        </pc:grpChg>
        <pc:grpChg chg="add mod">
          <ac:chgData name="Alexandre Quach" userId="7bb690c8a6e028e4" providerId="LiveId" clId="{A637FAE7-8F54-4D10-ABA7-A5DE3A2F9A51}" dt="2022-01-06T16:52:51.029" v="842" actId="164"/>
          <ac:grpSpMkLst>
            <pc:docMk/>
            <pc:sldMk cId="1970958523" sldId="375"/>
            <ac:grpSpMk id="90" creationId="{7C44BFAC-BD7F-4E4B-AA11-20437B5BCBF0}"/>
          </ac:grpSpMkLst>
        </pc:grpChg>
        <pc:picChg chg="mod">
          <ac:chgData name="Alexandre Quach" userId="7bb690c8a6e028e4" providerId="LiveId" clId="{A637FAE7-8F54-4D10-ABA7-A5DE3A2F9A51}" dt="2022-01-06T16:39:11.855" v="715" actId="1076"/>
          <ac:picMkLst>
            <pc:docMk/>
            <pc:sldMk cId="1970958523" sldId="375"/>
            <ac:picMk id="3" creationId="{1FF3FEC5-11C0-46AF-93ED-400C00A77326}"/>
          </ac:picMkLst>
        </pc:picChg>
        <pc:picChg chg="add mod ord">
          <ac:chgData name="Alexandre Quach" userId="7bb690c8a6e028e4" providerId="LiveId" clId="{A637FAE7-8F54-4D10-ABA7-A5DE3A2F9A51}" dt="2022-01-06T16:42:27.880" v="750" actId="167"/>
          <ac:picMkLst>
            <pc:docMk/>
            <pc:sldMk cId="1970958523" sldId="375"/>
            <ac:picMk id="4" creationId="{1D1A45D7-FE3F-4207-B554-539CF039231C}"/>
          </ac:picMkLst>
        </pc:picChg>
        <pc:picChg chg="del">
          <ac:chgData name="Alexandre Quach" userId="7bb690c8a6e028e4" providerId="LiveId" clId="{A637FAE7-8F54-4D10-ABA7-A5DE3A2F9A51}" dt="2022-01-06T16:40:27.566" v="731" actId="478"/>
          <ac:picMkLst>
            <pc:docMk/>
            <pc:sldMk cId="1970958523" sldId="375"/>
            <ac:picMk id="24" creationId="{D22FEE34-3DAA-4B48-BB56-DEF044678111}"/>
          </ac:picMkLst>
        </pc:picChg>
        <pc:picChg chg="add mod">
          <ac:chgData name="Alexandre Quach" userId="7bb690c8a6e028e4" providerId="LiveId" clId="{A637FAE7-8F54-4D10-ABA7-A5DE3A2F9A51}" dt="2022-01-06T16:39:13.679" v="717" actId="1076"/>
          <ac:picMkLst>
            <pc:docMk/>
            <pc:sldMk cId="1970958523" sldId="375"/>
            <ac:picMk id="25" creationId="{487A2900-9B0B-48C9-BF36-5DFE29B2FCA6}"/>
          </ac:picMkLst>
        </pc:picChg>
        <pc:picChg chg="add mod">
          <ac:chgData name="Alexandre Quach" userId="7bb690c8a6e028e4" providerId="LiveId" clId="{A637FAE7-8F54-4D10-ABA7-A5DE3A2F9A51}" dt="2022-01-06T16:39:15.647" v="719" actId="1076"/>
          <ac:picMkLst>
            <pc:docMk/>
            <pc:sldMk cId="1970958523" sldId="375"/>
            <ac:picMk id="26" creationId="{702C63D4-60AA-4D4E-8CF0-D3E2D233A6E6}"/>
          </ac:picMkLst>
        </pc:picChg>
        <pc:picChg chg="del">
          <ac:chgData name="Alexandre Quach" userId="7bb690c8a6e028e4" providerId="LiveId" clId="{A637FAE7-8F54-4D10-ABA7-A5DE3A2F9A51}" dt="2022-01-06T16:40:27.566" v="731" actId="478"/>
          <ac:picMkLst>
            <pc:docMk/>
            <pc:sldMk cId="1970958523" sldId="375"/>
            <ac:picMk id="28" creationId="{025DEB85-269D-42EE-87AB-70E440F1C9B2}"/>
          </ac:picMkLst>
        </pc:picChg>
        <pc:picChg chg="add mod">
          <ac:chgData name="Alexandre Quach" userId="7bb690c8a6e028e4" providerId="LiveId" clId="{A637FAE7-8F54-4D10-ABA7-A5DE3A2F9A51}" dt="2022-01-06T16:39:16.930" v="720" actId="571"/>
          <ac:picMkLst>
            <pc:docMk/>
            <pc:sldMk cId="1970958523" sldId="375"/>
            <ac:picMk id="29" creationId="{80ABC2A9-55EB-49F1-9DF3-9356B5D641BE}"/>
          </ac:picMkLst>
        </pc:picChg>
        <pc:picChg chg="add mod">
          <ac:chgData name="Alexandre Quach" userId="7bb690c8a6e028e4" providerId="LiveId" clId="{A637FAE7-8F54-4D10-ABA7-A5DE3A2F9A51}" dt="2022-01-06T16:39:30.189" v="726" actId="1076"/>
          <ac:picMkLst>
            <pc:docMk/>
            <pc:sldMk cId="1970958523" sldId="375"/>
            <ac:picMk id="30" creationId="{8892FB0E-9114-4928-BB9E-753DAEB3392E}"/>
          </ac:picMkLst>
        </pc:picChg>
        <pc:picChg chg="add mod">
          <ac:chgData name="Alexandre Quach" userId="7bb690c8a6e028e4" providerId="LiveId" clId="{A637FAE7-8F54-4D10-ABA7-A5DE3A2F9A51}" dt="2022-01-06T16:39:33.029" v="728" actId="1076"/>
          <ac:picMkLst>
            <pc:docMk/>
            <pc:sldMk cId="1970958523" sldId="375"/>
            <ac:picMk id="31" creationId="{C1932FD4-2D0A-4734-8019-F577C869BC31}"/>
          </ac:picMkLst>
        </pc:picChg>
        <pc:picChg chg="add mod">
          <ac:chgData name="Alexandre Quach" userId="7bb690c8a6e028e4" providerId="LiveId" clId="{A637FAE7-8F54-4D10-ABA7-A5DE3A2F9A51}" dt="2022-01-06T16:40:40.606" v="733" actId="1076"/>
          <ac:picMkLst>
            <pc:docMk/>
            <pc:sldMk cId="1970958523" sldId="375"/>
            <ac:picMk id="32" creationId="{D56301B4-999A-4115-864B-751E536B33A0}"/>
          </ac:picMkLst>
        </pc:picChg>
        <pc:picChg chg="del">
          <ac:chgData name="Alexandre Quach" userId="7bb690c8a6e028e4" providerId="LiveId" clId="{A637FAE7-8F54-4D10-ABA7-A5DE3A2F9A51}" dt="2022-01-06T16:40:25.199" v="730" actId="478"/>
          <ac:picMkLst>
            <pc:docMk/>
            <pc:sldMk cId="1970958523" sldId="375"/>
            <ac:picMk id="33" creationId="{25CA374B-8A65-46FF-9619-A30E5E456CEF}"/>
          </ac:picMkLst>
        </pc:picChg>
        <pc:picChg chg="add mod">
          <ac:chgData name="Alexandre Quach" userId="7bb690c8a6e028e4" providerId="LiveId" clId="{A637FAE7-8F54-4D10-ABA7-A5DE3A2F9A51}" dt="2022-01-06T16:40:37.912" v="732"/>
          <ac:picMkLst>
            <pc:docMk/>
            <pc:sldMk cId="1970958523" sldId="375"/>
            <ac:picMk id="35" creationId="{75E8F5EC-AC67-4C10-B87B-468A8BFA4CBC}"/>
          </ac:picMkLst>
        </pc:picChg>
        <pc:picChg chg="add mod">
          <ac:chgData name="Alexandre Quach" userId="7bb690c8a6e028e4" providerId="LiveId" clId="{A637FAE7-8F54-4D10-ABA7-A5DE3A2F9A51}" dt="2022-01-06T16:40:37.912" v="732"/>
          <ac:picMkLst>
            <pc:docMk/>
            <pc:sldMk cId="1970958523" sldId="375"/>
            <ac:picMk id="36" creationId="{8523DCDD-FCAC-4947-A385-B0FB2A3BA0B6}"/>
          </ac:picMkLst>
        </pc:picChg>
        <pc:picChg chg="mod">
          <ac:chgData name="Alexandre Quach" userId="7bb690c8a6e028e4" providerId="LiveId" clId="{A637FAE7-8F54-4D10-ABA7-A5DE3A2F9A51}" dt="2022-01-06T16:39:29.149" v="725" actId="1076"/>
          <ac:picMkLst>
            <pc:docMk/>
            <pc:sldMk cId="1970958523" sldId="375"/>
            <ac:picMk id="37" creationId="{0E796DB0-D166-4106-BC46-61E8E9D14937}"/>
          </ac:picMkLst>
        </pc:picChg>
        <pc:picChg chg="add mod">
          <ac:chgData name="Alexandre Quach" userId="7bb690c8a6e028e4" providerId="LiveId" clId="{A637FAE7-8F54-4D10-ABA7-A5DE3A2F9A51}" dt="2022-01-06T16:40:37.912" v="732"/>
          <ac:picMkLst>
            <pc:docMk/>
            <pc:sldMk cId="1970958523" sldId="375"/>
            <ac:picMk id="38" creationId="{1A7D2D5D-CD75-40BC-BCC2-0F007986AE4D}"/>
          </ac:picMkLst>
        </pc:picChg>
        <pc:picChg chg="del">
          <ac:chgData name="Alexandre Quach" userId="7bb690c8a6e028e4" providerId="LiveId" clId="{A637FAE7-8F54-4D10-ABA7-A5DE3A2F9A51}" dt="2022-01-06T16:40:23.648" v="729" actId="478"/>
          <ac:picMkLst>
            <pc:docMk/>
            <pc:sldMk cId="1970958523" sldId="375"/>
            <ac:picMk id="39" creationId="{D0880CC9-232B-4718-BBFA-D5A5D44D3E70}"/>
          </ac:picMkLst>
        </pc:picChg>
        <pc:picChg chg="del">
          <ac:chgData name="Alexandre Quach" userId="7bb690c8a6e028e4" providerId="LiveId" clId="{A637FAE7-8F54-4D10-ABA7-A5DE3A2F9A51}" dt="2022-01-06T16:40:23.648" v="729" actId="478"/>
          <ac:picMkLst>
            <pc:docMk/>
            <pc:sldMk cId="1970958523" sldId="375"/>
            <ac:picMk id="40" creationId="{5692CC81-7BC3-4369-9034-D0E2319FFEA3}"/>
          </ac:picMkLst>
        </pc:picChg>
        <pc:picChg chg="del">
          <ac:chgData name="Alexandre Quach" userId="7bb690c8a6e028e4" providerId="LiveId" clId="{A637FAE7-8F54-4D10-ABA7-A5DE3A2F9A51}" dt="2022-01-06T16:40:23.648" v="729" actId="478"/>
          <ac:picMkLst>
            <pc:docMk/>
            <pc:sldMk cId="1970958523" sldId="375"/>
            <ac:picMk id="41" creationId="{7024BE72-F8E7-4C95-9CE6-3F38FBBC566A}"/>
          </ac:picMkLst>
        </pc:picChg>
        <pc:picChg chg="add mod">
          <ac:chgData name="Alexandre Quach" userId="7bb690c8a6e028e4" providerId="LiveId" clId="{A637FAE7-8F54-4D10-ABA7-A5DE3A2F9A51}" dt="2022-01-06T16:40:37.912" v="732"/>
          <ac:picMkLst>
            <pc:docMk/>
            <pc:sldMk cId="1970958523" sldId="375"/>
            <ac:picMk id="42" creationId="{78F49655-6503-4002-B471-6455629AFE9C}"/>
          </ac:picMkLst>
        </pc:picChg>
        <pc:picChg chg="add mod">
          <ac:chgData name="Alexandre Quach" userId="7bb690c8a6e028e4" providerId="LiveId" clId="{A637FAE7-8F54-4D10-ABA7-A5DE3A2F9A51}" dt="2022-01-06T16:40:37.912" v="732"/>
          <ac:picMkLst>
            <pc:docMk/>
            <pc:sldMk cId="1970958523" sldId="375"/>
            <ac:picMk id="43" creationId="{768AB927-D860-4957-8D60-1713FF09C54A}"/>
          </ac:picMkLst>
        </pc:picChg>
        <pc:picChg chg="add mod">
          <ac:chgData name="Alexandre Quach" userId="7bb690c8a6e028e4" providerId="LiveId" clId="{A637FAE7-8F54-4D10-ABA7-A5DE3A2F9A51}" dt="2022-01-06T16:40:37.912" v="732"/>
          <ac:picMkLst>
            <pc:docMk/>
            <pc:sldMk cId="1970958523" sldId="375"/>
            <ac:picMk id="44" creationId="{6866FD59-7224-4DA6-876B-A016E8529C39}"/>
          </ac:picMkLst>
        </pc:picChg>
        <pc:picChg chg="add mod">
          <ac:chgData name="Alexandre Quach" userId="7bb690c8a6e028e4" providerId="LiveId" clId="{A637FAE7-8F54-4D10-ABA7-A5DE3A2F9A51}" dt="2022-01-06T16:40:37.912" v="732"/>
          <ac:picMkLst>
            <pc:docMk/>
            <pc:sldMk cId="1970958523" sldId="375"/>
            <ac:picMk id="45" creationId="{7B79F500-D2B8-4EEE-9F74-8B40483F324B}"/>
          </ac:picMkLst>
        </pc:picChg>
        <pc:picChg chg="add mod">
          <ac:chgData name="Alexandre Quach" userId="7bb690c8a6e028e4" providerId="LiveId" clId="{A637FAE7-8F54-4D10-ABA7-A5DE3A2F9A51}" dt="2022-01-06T16:40:37.912" v="732"/>
          <ac:picMkLst>
            <pc:docMk/>
            <pc:sldMk cId="1970958523" sldId="375"/>
            <ac:picMk id="46" creationId="{9D8F1439-3E3D-4F0C-A68A-A3B99100F0DA}"/>
          </ac:picMkLst>
        </pc:picChg>
        <pc:picChg chg="add mod">
          <ac:chgData name="Alexandre Quach" userId="7bb690c8a6e028e4" providerId="LiveId" clId="{A637FAE7-8F54-4D10-ABA7-A5DE3A2F9A51}" dt="2022-01-06T16:40:37.912" v="732"/>
          <ac:picMkLst>
            <pc:docMk/>
            <pc:sldMk cId="1970958523" sldId="375"/>
            <ac:picMk id="48" creationId="{FD9D53BA-D9DE-49A7-BA04-4C6B721D86C2}"/>
          </ac:picMkLst>
        </pc:picChg>
        <pc:picChg chg="add mod">
          <ac:chgData name="Alexandre Quach" userId="7bb690c8a6e028e4" providerId="LiveId" clId="{A637FAE7-8F54-4D10-ABA7-A5DE3A2F9A51}" dt="2022-01-06T16:40:37.912" v="732"/>
          <ac:picMkLst>
            <pc:docMk/>
            <pc:sldMk cId="1970958523" sldId="375"/>
            <ac:picMk id="50" creationId="{2E68E6CA-ADCD-45D4-B395-DDF4B25172C1}"/>
          </ac:picMkLst>
        </pc:picChg>
        <pc:picChg chg="add mod">
          <ac:chgData name="Alexandre Quach" userId="7bb690c8a6e028e4" providerId="LiveId" clId="{A637FAE7-8F54-4D10-ABA7-A5DE3A2F9A51}" dt="2022-01-06T16:40:37.912" v="732"/>
          <ac:picMkLst>
            <pc:docMk/>
            <pc:sldMk cId="1970958523" sldId="375"/>
            <ac:picMk id="51" creationId="{0C7DA467-4B92-4144-8A33-87F034199C48}"/>
          </ac:picMkLst>
        </pc:picChg>
        <pc:picChg chg="add mod">
          <ac:chgData name="Alexandre Quach" userId="7bb690c8a6e028e4" providerId="LiveId" clId="{A637FAE7-8F54-4D10-ABA7-A5DE3A2F9A51}" dt="2022-01-06T16:40:37.912" v="732"/>
          <ac:picMkLst>
            <pc:docMk/>
            <pc:sldMk cId="1970958523" sldId="375"/>
            <ac:picMk id="52" creationId="{89BE4781-4541-4353-9FCD-CB598BBFD318}"/>
          </ac:picMkLst>
        </pc:picChg>
        <pc:picChg chg="add mod">
          <ac:chgData name="Alexandre Quach" userId="7bb690c8a6e028e4" providerId="LiveId" clId="{A637FAE7-8F54-4D10-ABA7-A5DE3A2F9A51}" dt="2022-01-06T16:40:37.912" v="732"/>
          <ac:picMkLst>
            <pc:docMk/>
            <pc:sldMk cId="1970958523" sldId="375"/>
            <ac:picMk id="53" creationId="{7BA4E410-D1E0-49DA-B876-BC90BEA6BF4B}"/>
          </ac:picMkLst>
        </pc:picChg>
        <pc:picChg chg="add mod">
          <ac:chgData name="Alexandre Quach" userId="7bb690c8a6e028e4" providerId="LiveId" clId="{A637FAE7-8F54-4D10-ABA7-A5DE3A2F9A51}" dt="2022-01-06T16:40:46.637" v="737" actId="1076"/>
          <ac:picMkLst>
            <pc:docMk/>
            <pc:sldMk cId="1970958523" sldId="375"/>
            <ac:picMk id="54" creationId="{BD474F69-C957-4D1B-9309-C1FFF0EE6D74}"/>
          </ac:picMkLst>
        </pc:picChg>
        <pc:picChg chg="add mod">
          <ac:chgData name="Alexandre Quach" userId="7bb690c8a6e028e4" providerId="LiveId" clId="{A637FAE7-8F54-4D10-ABA7-A5DE3A2F9A51}" dt="2022-01-06T16:40:48.423" v="739" actId="1076"/>
          <ac:picMkLst>
            <pc:docMk/>
            <pc:sldMk cId="1970958523" sldId="375"/>
            <ac:picMk id="56" creationId="{99064CDF-8978-40C1-8449-2C438B64CA8E}"/>
          </ac:picMkLst>
        </pc:picChg>
        <pc:picChg chg="add mod">
          <ac:chgData name="Alexandre Quach" userId="7bb690c8a6e028e4" providerId="LiveId" clId="{A637FAE7-8F54-4D10-ABA7-A5DE3A2F9A51}" dt="2022-01-06T16:40:51.181" v="741" actId="1076"/>
          <ac:picMkLst>
            <pc:docMk/>
            <pc:sldMk cId="1970958523" sldId="375"/>
            <ac:picMk id="58" creationId="{420B09A9-0DE9-4C51-9711-9EF828FA46D7}"/>
          </ac:picMkLst>
        </pc:picChg>
        <pc:picChg chg="add mod">
          <ac:chgData name="Alexandre Quach" userId="7bb690c8a6e028e4" providerId="LiveId" clId="{A637FAE7-8F54-4D10-ABA7-A5DE3A2F9A51}" dt="2022-01-06T16:41:47.218" v="742"/>
          <ac:picMkLst>
            <pc:docMk/>
            <pc:sldMk cId="1970958523" sldId="375"/>
            <ac:picMk id="60" creationId="{E856B4C4-0EF8-4359-ACEF-87A7DAD0D3E5}"/>
          </ac:picMkLst>
        </pc:picChg>
        <pc:picChg chg="del">
          <ac:chgData name="Alexandre Quach" userId="7bb690c8a6e028e4" providerId="LiveId" clId="{A637FAE7-8F54-4D10-ABA7-A5DE3A2F9A51}" dt="2022-01-06T16:40:25.199" v="730" actId="478"/>
          <ac:picMkLst>
            <pc:docMk/>
            <pc:sldMk cId="1970958523" sldId="375"/>
            <ac:picMk id="61" creationId="{BD141DAF-D843-45F9-BC14-7E9D0892833E}"/>
          </ac:picMkLst>
        </pc:picChg>
        <pc:picChg chg="del">
          <ac:chgData name="Alexandre Quach" userId="7bb690c8a6e028e4" providerId="LiveId" clId="{A637FAE7-8F54-4D10-ABA7-A5DE3A2F9A51}" dt="2022-01-06T16:40:25.199" v="730" actId="478"/>
          <ac:picMkLst>
            <pc:docMk/>
            <pc:sldMk cId="1970958523" sldId="375"/>
            <ac:picMk id="62" creationId="{9D057B80-7D07-43DA-8EFF-DCA65275B423}"/>
          </ac:picMkLst>
        </pc:picChg>
        <pc:picChg chg="add mod">
          <ac:chgData name="Alexandre Quach" userId="7bb690c8a6e028e4" providerId="LiveId" clId="{A637FAE7-8F54-4D10-ABA7-A5DE3A2F9A51}" dt="2022-01-06T16:43:18.277" v="774" actId="1076"/>
          <ac:picMkLst>
            <pc:docMk/>
            <pc:sldMk cId="1970958523" sldId="375"/>
            <ac:picMk id="63" creationId="{0590CF02-FC1A-4530-A047-B34A5A333F06}"/>
          </ac:picMkLst>
        </pc:picChg>
        <pc:picChg chg="add del mod">
          <ac:chgData name="Alexandre Quach" userId="7bb690c8a6e028e4" providerId="LiveId" clId="{A637FAE7-8F54-4D10-ABA7-A5DE3A2F9A51}" dt="2022-01-06T16:42:29.105" v="751" actId="21"/>
          <ac:picMkLst>
            <pc:docMk/>
            <pc:sldMk cId="1970958523" sldId="375"/>
            <ac:picMk id="64" creationId="{1A56E924-78D1-441C-90DD-2C1BA0B3BAFF}"/>
          </ac:picMkLst>
        </pc:picChg>
        <pc:picChg chg="add mod">
          <ac:chgData name="Alexandre Quach" userId="7bb690c8a6e028e4" providerId="LiveId" clId="{A637FAE7-8F54-4D10-ABA7-A5DE3A2F9A51}" dt="2022-01-06T16:42:37.639" v="756" actId="207"/>
          <ac:picMkLst>
            <pc:docMk/>
            <pc:sldMk cId="1970958523" sldId="375"/>
            <ac:picMk id="65" creationId="{14346CC8-5E36-4F02-A4B2-ABFFDB8812F7}"/>
          </ac:picMkLst>
        </pc:picChg>
        <pc:picChg chg="add mod">
          <ac:chgData name="Alexandre Quach" userId="7bb690c8a6e028e4" providerId="LiveId" clId="{A637FAE7-8F54-4D10-ABA7-A5DE3A2F9A51}" dt="2022-01-06T16:42:33.062" v="754" actId="1076"/>
          <ac:picMkLst>
            <pc:docMk/>
            <pc:sldMk cId="1970958523" sldId="375"/>
            <ac:picMk id="66" creationId="{0AB7820E-25DF-452E-9AEA-347A665476A0}"/>
          </ac:picMkLst>
        </pc:picChg>
        <pc:picChg chg="add mod">
          <ac:chgData name="Alexandre Quach" userId="7bb690c8a6e028e4" providerId="LiveId" clId="{A637FAE7-8F54-4D10-ABA7-A5DE3A2F9A51}" dt="2022-01-06T16:43:21.590" v="775" actId="1076"/>
          <ac:picMkLst>
            <pc:docMk/>
            <pc:sldMk cId="1970958523" sldId="375"/>
            <ac:picMk id="67" creationId="{95FAE6CA-028B-440C-84DD-3E9BE19C0C11}"/>
          </ac:picMkLst>
        </pc:picChg>
        <pc:picChg chg="add mod">
          <ac:chgData name="Alexandre Quach" userId="7bb690c8a6e028e4" providerId="LiveId" clId="{A637FAE7-8F54-4D10-ABA7-A5DE3A2F9A51}" dt="2022-01-06T16:43:13.989" v="772" actId="1076"/>
          <ac:picMkLst>
            <pc:docMk/>
            <pc:sldMk cId="1970958523" sldId="375"/>
            <ac:picMk id="68" creationId="{29B5B57C-6D3C-4761-8DE6-CB9C02289406}"/>
          </ac:picMkLst>
        </pc:picChg>
        <pc:picChg chg="add del mod">
          <ac:chgData name="Alexandre Quach" userId="7bb690c8a6e028e4" providerId="LiveId" clId="{A637FAE7-8F54-4D10-ABA7-A5DE3A2F9A51}" dt="2022-01-06T16:43:06.852" v="769" actId="21"/>
          <ac:picMkLst>
            <pc:docMk/>
            <pc:sldMk cId="1970958523" sldId="375"/>
            <ac:picMk id="69" creationId="{EA1EB73E-093E-49A3-97CE-A4C8643F4036}"/>
          </ac:picMkLst>
        </pc:picChg>
        <pc:picChg chg="add mod">
          <ac:chgData name="Alexandre Quach" userId="7bb690c8a6e028e4" providerId="LiveId" clId="{A637FAE7-8F54-4D10-ABA7-A5DE3A2F9A51}" dt="2022-01-06T16:42:57.767" v="766" actId="571"/>
          <ac:picMkLst>
            <pc:docMk/>
            <pc:sldMk cId="1970958523" sldId="375"/>
            <ac:picMk id="70" creationId="{0BDF5764-8296-4893-8830-6BE9241C0F94}"/>
          </ac:picMkLst>
        </pc:picChg>
        <pc:picChg chg="add mod">
          <ac:chgData name="Alexandre Quach" userId="7bb690c8a6e028e4" providerId="LiveId" clId="{A637FAE7-8F54-4D10-ABA7-A5DE3A2F9A51}" dt="2022-01-06T16:43:07.235" v="770"/>
          <ac:picMkLst>
            <pc:docMk/>
            <pc:sldMk cId="1970958523" sldId="375"/>
            <ac:picMk id="71" creationId="{7B9FEE06-F5BE-442C-AE9B-CD7DD0163D6E}"/>
          </ac:picMkLst>
        </pc:picChg>
        <pc:picChg chg="add del mod">
          <ac:chgData name="Alexandre Quach" userId="7bb690c8a6e028e4" providerId="LiveId" clId="{A637FAE7-8F54-4D10-ABA7-A5DE3A2F9A51}" dt="2022-01-06T16:51:05.473" v="808" actId="478"/>
          <ac:picMkLst>
            <pc:docMk/>
            <pc:sldMk cId="1970958523" sldId="375"/>
            <ac:picMk id="72" creationId="{454BCC0D-886D-4F1F-A2C4-9D000B4A820A}"/>
          </ac:picMkLst>
        </pc:picChg>
        <pc:picChg chg="add del mod">
          <ac:chgData name="Alexandre Quach" userId="7bb690c8a6e028e4" providerId="LiveId" clId="{A637FAE7-8F54-4D10-ABA7-A5DE3A2F9A51}" dt="2022-01-06T16:51:26.459" v="821" actId="21"/>
          <ac:picMkLst>
            <pc:docMk/>
            <pc:sldMk cId="1970958523" sldId="375"/>
            <ac:picMk id="73" creationId="{9DBEAF82-F79A-448F-BB31-C68382B41C2E}"/>
          </ac:picMkLst>
        </pc:picChg>
        <pc:picChg chg="add mod">
          <ac:chgData name="Alexandre Quach" userId="7bb690c8a6e028e4" providerId="LiveId" clId="{A637FAE7-8F54-4D10-ABA7-A5DE3A2F9A51}" dt="2022-01-06T16:52:40.982" v="840" actId="1076"/>
          <ac:picMkLst>
            <pc:docMk/>
            <pc:sldMk cId="1970958523" sldId="375"/>
            <ac:picMk id="74" creationId="{46AF2EEF-F5FE-487E-956C-8DB10372B78A}"/>
          </ac:picMkLst>
        </pc:picChg>
        <pc:picChg chg="mod">
          <ac:chgData name="Alexandre Quach" userId="7bb690c8a6e028e4" providerId="LiveId" clId="{A637FAE7-8F54-4D10-ABA7-A5DE3A2F9A51}" dt="2022-01-06T16:50:07.628" v="776"/>
          <ac:picMkLst>
            <pc:docMk/>
            <pc:sldMk cId="1970958523" sldId="375"/>
            <ac:picMk id="77" creationId="{7879A01A-A0F4-4E75-BD5D-2A845F24E1E8}"/>
          </ac:picMkLst>
        </pc:picChg>
        <pc:picChg chg="mod">
          <ac:chgData name="Alexandre Quach" userId="7bb690c8a6e028e4" providerId="LiveId" clId="{A637FAE7-8F54-4D10-ABA7-A5DE3A2F9A51}" dt="2022-01-06T16:50:07.628" v="776"/>
          <ac:picMkLst>
            <pc:docMk/>
            <pc:sldMk cId="1970958523" sldId="375"/>
            <ac:picMk id="78" creationId="{27174A61-51C8-4AA9-A0B3-E83376DC30B0}"/>
          </ac:picMkLst>
        </pc:picChg>
        <pc:picChg chg="mod">
          <ac:chgData name="Alexandre Quach" userId="7bb690c8a6e028e4" providerId="LiveId" clId="{A637FAE7-8F54-4D10-ABA7-A5DE3A2F9A51}" dt="2022-01-06T16:50:07.628" v="776"/>
          <ac:picMkLst>
            <pc:docMk/>
            <pc:sldMk cId="1970958523" sldId="375"/>
            <ac:picMk id="79" creationId="{77AD2C31-FE73-4322-9B0D-01CDA0D7F6D2}"/>
          </ac:picMkLst>
        </pc:picChg>
        <pc:picChg chg="add del mod">
          <ac:chgData name="Alexandre Quach" userId="7bb690c8a6e028e4" providerId="LiveId" clId="{A637FAE7-8F54-4D10-ABA7-A5DE3A2F9A51}" dt="2022-01-06T16:51:26.459" v="821" actId="21"/>
          <ac:picMkLst>
            <pc:docMk/>
            <pc:sldMk cId="1970958523" sldId="375"/>
            <ac:picMk id="80" creationId="{2E22D08E-9418-4574-A25A-ADC020B4F64D}"/>
          </ac:picMkLst>
        </pc:picChg>
        <pc:picChg chg="add del mod">
          <ac:chgData name="Alexandre Quach" userId="7bb690c8a6e028e4" providerId="LiveId" clId="{A637FAE7-8F54-4D10-ABA7-A5DE3A2F9A51}" dt="2022-01-06T16:51:26.459" v="821" actId="21"/>
          <ac:picMkLst>
            <pc:docMk/>
            <pc:sldMk cId="1970958523" sldId="375"/>
            <ac:picMk id="81" creationId="{9A7392CA-B663-4907-BE20-9CE4B4A4CDEF}"/>
          </ac:picMkLst>
        </pc:picChg>
        <pc:picChg chg="mod">
          <ac:chgData name="Alexandre Quach" userId="7bb690c8a6e028e4" providerId="LiveId" clId="{A637FAE7-8F54-4D10-ABA7-A5DE3A2F9A51}" dt="2022-01-06T16:50:49.416" v="798" actId="571"/>
          <ac:picMkLst>
            <pc:docMk/>
            <pc:sldMk cId="1970958523" sldId="375"/>
            <ac:picMk id="83" creationId="{1D426126-C895-4767-A573-5CEC29E61A03}"/>
          </ac:picMkLst>
        </pc:picChg>
        <pc:picChg chg="mod">
          <ac:chgData name="Alexandre Quach" userId="7bb690c8a6e028e4" providerId="LiveId" clId="{A637FAE7-8F54-4D10-ABA7-A5DE3A2F9A51}" dt="2022-01-06T16:50:49.416" v="798" actId="571"/>
          <ac:picMkLst>
            <pc:docMk/>
            <pc:sldMk cId="1970958523" sldId="375"/>
            <ac:picMk id="84" creationId="{9D16B05C-185B-4DBA-A551-E33979670A22}"/>
          </ac:picMkLst>
        </pc:picChg>
        <pc:picChg chg="mod">
          <ac:chgData name="Alexandre Quach" userId="7bb690c8a6e028e4" providerId="LiveId" clId="{A637FAE7-8F54-4D10-ABA7-A5DE3A2F9A51}" dt="2022-01-06T16:50:49.416" v="798" actId="571"/>
          <ac:picMkLst>
            <pc:docMk/>
            <pc:sldMk cId="1970958523" sldId="375"/>
            <ac:picMk id="85" creationId="{9065A5E5-83E4-4117-A828-C696A22302F3}"/>
          </ac:picMkLst>
        </pc:picChg>
        <pc:picChg chg="mod modCrop">
          <ac:chgData name="Alexandre Quach" userId="7bb690c8a6e028e4" providerId="LiveId" clId="{A637FAE7-8F54-4D10-ABA7-A5DE3A2F9A51}" dt="2022-01-06T16:51:51.830" v="828" actId="732"/>
          <ac:picMkLst>
            <pc:docMk/>
            <pc:sldMk cId="1970958523" sldId="375"/>
            <ac:picMk id="87" creationId="{3B5EA106-FFB3-4445-BD6E-B9FFE4FCA68B}"/>
          </ac:picMkLst>
        </pc:picChg>
        <pc:picChg chg="mod">
          <ac:chgData name="Alexandre Quach" userId="7bb690c8a6e028e4" providerId="LiveId" clId="{A637FAE7-8F54-4D10-ABA7-A5DE3A2F9A51}" dt="2022-01-06T16:50:51.015" v="799" actId="571"/>
          <ac:picMkLst>
            <pc:docMk/>
            <pc:sldMk cId="1970958523" sldId="375"/>
            <ac:picMk id="88" creationId="{1C3EE94E-5DBC-43C4-BE5F-72500B83D02F}"/>
          </ac:picMkLst>
        </pc:picChg>
        <pc:picChg chg="mod">
          <ac:chgData name="Alexandre Quach" userId="7bb690c8a6e028e4" providerId="LiveId" clId="{A637FAE7-8F54-4D10-ABA7-A5DE3A2F9A51}" dt="2022-01-06T16:50:51.015" v="799" actId="571"/>
          <ac:picMkLst>
            <pc:docMk/>
            <pc:sldMk cId="1970958523" sldId="375"/>
            <ac:picMk id="89" creationId="{D9130B2C-60DF-4E10-A8EF-14FF765097E3}"/>
          </ac:picMkLst>
        </pc:picChg>
        <pc:picChg chg="mod">
          <ac:chgData name="Alexandre Quach" userId="7bb690c8a6e028e4" providerId="LiveId" clId="{A637FAE7-8F54-4D10-ABA7-A5DE3A2F9A51}" dt="2022-01-06T16:50:52.849" v="800" actId="571"/>
          <ac:picMkLst>
            <pc:docMk/>
            <pc:sldMk cId="1970958523" sldId="375"/>
            <ac:picMk id="91" creationId="{0D56E102-8124-42A2-8B43-E7C84BEA5DF4}"/>
          </ac:picMkLst>
        </pc:picChg>
        <pc:picChg chg="mod">
          <ac:chgData name="Alexandre Quach" userId="7bb690c8a6e028e4" providerId="LiveId" clId="{A637FAE7-8F54-4D10-ABA7-A5DE3A2F9A51}" dt="2022-01-06T16:50:52.849" v="800" actId="571"/>
          <ac:picMkLst>
            <pc:docMk/>
            <pc:sldMk cId="1970958523" sldId="375"/>
            <ac:picMk id="92" creationId="{17D3DE05-931F-475F-9085-3EDC20429AEC}"/>
          </ac:picMkLst>
        </pc:picChg>
        <pc:picChg chg="mod">
          <ac:chgData name="Alexandre Quach" userId="7bb690c8a6e028e4" providerId="LiveId" clId="{A637FAE7-8F54-4D10-ABA7-A5DE3A2F9A51}" dt="2022-01-06T16:50:52.849" v="800" actId="571"/>
          <ac:picMkLst>
            <pc:docMk/>
            <pc:sldMk cId="1970958523" sldId="375"/>
            <ac:picMk id="93" creationId="{B4E82DFC-8598-4C35-98D4-7F780E797AF5}"/>
          </ac:picMkLst>
        </pc:picChg>
        <pc:picChg chg="add mod">
          <ac:chgData name="Alexandre Quach" userId="7bb690c8a6e028e4" providerId="LiveId" clId="{A637FAE7-8F54-4D10-ABA7-A5DE3A2F9A51}" dt="2022-01-06T16:52:45.053" v="841" actId="1076"/>
          <ac:picMkLst>
            <pc:docMk/>
            <pc:sldMk cId="1970958523" sldId="375"/>
            <ac:picMk id="94" creationId="{B04C42FA-73BF-428C-80B9-656C1A53DC8A}"/>
          </ac:picMkLst>
        </pc:picChg>
        <pc:picChg chg="add mod">
          <ac:chgData name="Alexandre Quach" userId="7bb690c8a6e028e4" providerId="LiveId" clId="{A637FAE7-8F54-4D10-ABA7-A5DE3A2F9A51}" dt="2022-01-06T16:52:45.053" v="841" actId="1076"/>
          <ac:picMkLst>
            <pc:docMk/>
            <pc:sldMk cId="1970958523" sldId="375"/>
            <ac:picMk id="95" creationId="{50B60252-AF2D-4B7F-A1DC-485C9C3AA63E}"/>
          </ac:picMkLst>
        </pc:picChg>
        <pc:picChg chg="add mod">
          <ac:chgData name="Alexandre Quach" userId="7bb690c8a6e028e4" providerId="LiveId" clId="{A637FAE7-8F54-4D10-ABA7-A5DE3A2F9A51}" dt="2022-01-06T16:52:45.053" v="841" actId="1076"/>
          <ac:picMkLst>
            <pc:docMk/>
            <pc:sldMk cId="1970958523" sldId="375"/>
            <ac:picMk id="96" creationId="{E60490A9-530E-4842-BF2D-DFD64B424B8E}"/>
          </ac:picMkLst>
        </pc:picChg>
        <pc:picChg chg="add mod">
          <ac:chgData name="Alexandre Quach" userId="7bb690c8a6e028e4" providerId="LiveId" clId="{A637FAE7-8F54-4D10-ABA7-A5DE3A2F9A51}" dt="2022-01-06T16:52:45.053" v="841" actId="1076"/>
          <ac:picMkLst>
            <pc:docMk/>
            <pc:sldMk cId="1970958523" sldId="375"/>
            <ac:picMk id="97" creationId="{0708065B-E62D-495A-BEFD-613E49E56458}"/>
          </ac:picMkLst>
        </pc:picChg>
        <pc:picChg chg="add mod">
          <ac:chgData name="Alexandre Quach" userId="7bb690c8a6e028e4" providerId="LiveId" clId="{A637FAE7-8F54-4D10-ABA7-A5DE3A2F9A51}" dt="2022-01-06T16:52:35.922" v="837" actId="208"/>
          <ac:picMkLst>
            <pc:docMk/>
            <pc:sldMk cId="1970958523" sldId="375"/>
            <ac:picMk id="98" creationId="{8E4A7AD5-B7BF-4659-8C23-1535C60C4574}"/>
          </ac:picMkLst>
        </pc:picChg>
        <pc:picChg chg="add mod">
          <ac:chgData name="Alexandre Quach" userId="7bb690c8a6e028e4" providerId="LiveId" clId="{A637FAE7-8F54-4D10-ABA7-A5DE3A2F9A51}" dt="2022-01-06T16:52:35.922" v="837" actId="208"/>
          <ac:picMkLst>
            <pc:docMk/>
            <pc:sldMk cId="1970958523" sldId="375"/>
            <ac:picMk id="99" creationId="{B9670EE4-6806-464A-93C0-D16DD1976DAD}"/>
          </ac:picMkLst>
        </pc:picChg>
        <pc:picChg chg="add mod">
          <ac:chgData name="Alexandre Quach" userId="7bb690c8a6e028e4" providerId="LiveId" clId="{A637FAE7-8F54-4D10-ABA7-A5DE3A2F9A51}" dt="2022-01-06T16:52:35.922" v="837" actId="208"/>
          <ac:picMkLst>
            <pc:docMk/>
            <pc:sldMk cId="1970958523" sldId="375"/>
            <ac:picMk id="100" creationId="{F25F2A01-573C-4114-B2FC-8E25A5694262}"/>
          </ac:picMkLst>
        </pc:picChg>
        <pc:picChg chg="add mod">
          <ac:chgData name="Alexandre Quach" userId="7bb690c8a6e028e4" providerId="LiveId" clId="{A637FAE7-8F54-4D10-ABA7-A5DE3A2F9A51}" dt="2022-01-06T16:52:35.922" v="837" actId="208"/>
          <ac:picMkLst>
            <pc:docMk/>
            <pc:sldMk cId="1970958523" sldId="375"/>
            <ac:picMk id="101" creationId="{D2EC41DE-C154-4A02-A645-87CD77BC3D64}"/>
          </ac:picMkLst>
        </pc:picChg>
      </pc:sldChg>
      <pc:sldChg chg="addSp delSp modSp add mod">
        <pc:chgData name="Alexandre Quach" userId="7bb690c8a6e028e4" providerId="LiveId" clId="{A637FAE7-8F54-4D10-ABA7-A5DE3A2F9A51}" dt="2022-01-06T22:29:00.011" v="1061" actId="207"/>
        <pc:sldMkLst>
          <pc:docMk/>
          <pc:sldMk cId="1438058868" sldId="376"/>
        </pc:sldMkLst>
        <pc:spChg chg="add del mod">
          <ac:chgData name="Alexandre Quach" userId="7bb690c8a6e028e4" providerId="LiveId" clId="{A637FAE7-8F54-4D10-ABA7-A5DE3A2F9A51}" dt="2022-01-06T21:59:45.644" v="1038" actId="478"/>
          <ac:spMkLst>
            <pc:docMk/>
            <pc:sldMk cId="1438058868" sldId="376"/>
            <ac:spMk id="6" creationId="{078F00A6-F796-4A35-B366-DDE8F463BA13}"/>
          </ac:spMkLst>
        </pc:spChg>
        <pc:spChg chg="add mod">
          <ac:chgData name="Alexandre Quach" userId="7bb690c8a6e028e4" providerId="LiveId" clId="{A637FAE7-8F54-4D10-ABA7-A5DE3A2F9A51}" dt="2022-01-06T17:03:21.452" v="943" actId="1076"/>
          <ac:spMkLst>
            <pc:docMk/>
            <pc:sldMk cId="1438058868" sldId="376"/>
            <ac:spMk id="9" creationId="{7C8B43CD-F96F-470F-8892-4E5D4B589D26}"/>
          </ac:spMkLst>
        </pc:spChg>
        <pc:spChg chg="add mod">
          <ac:chgData name="Alexandre Quach" userId="7bb690c8a6e028e4" providerId="LiveId" clId="{A637FAE7-8F54-4D10-ABA7-A5DE3A2F9A51}" dt="2022-01-06T17:03:21.452" v="943" actId="1076"/>
          <ac:spMkLst>
            <pc:docMk/>
            <pc:sldMk cId="1438058868" sldId="376"/>
            <ac:spMk id="10" creationId="{4916177C-83B1-4835-883C-A2A4C1B4FA03}"/>
          </ac:spMkLst>
        </pc:spChg>
        <pc:spChg chg="add mod">
          <ac:chgData name="Alexandre Quach" userId="7bb690c8a6e028e4" providerId="LiveId" clId="{A637FAE7-8F54-4D10-ABA7-A5DE3A2F9A51}" dt="2022-01-06T17:04:05.661" v="960" actId="14100"/>
          <ac:spMkLst>
            <pc:docMk/>
            <pc:sldMk cId="1438058868" sldId="376"/>
            <ac:spMk id="11" creationId="{960FF935-FE3C-4AC6-8BF3-428246B14FF4}"/>
          </ac:spMkLst>
        </pc:spChg>
        <pc:spChg chg="add mod">
          <ac:chgData name="Alexandre Quach" userId="7bb690c8a6e028e4" providerId="LiveId" clId="{A637FAE7-8F54-4D10-ABA7-A5DE3A2F9A51}" dt="2022-01-06T22:21:15.178" v="1053" actId="14100"/>
          <ac:spMkLst>
            <pc:docMk/>
            <pc:sldMk cId="1438058868" sldId="376"/>
            <ac:spMk id="16" creationId="{7E0A2DDC-8B52-45B5-A2CF-278987FE3350}"/>
          </ac:spMkLst>
        </pc:spChg>
        <pc:spChg chg="add mod">
          <ac:chgData name="Alexandre Quach" userId="7bb690c8a6e028e4" providerId="LiveId" clId="{A637FAE7-8F54-4D10-ABA7-A5DE3A2F9A51}" dt="2022-01-06T17:03:21.452" v="943" actId="1076"/>
          <ac:spMkLst>
            <pc:docMk/>
            <pc:sldMk cId="1438058868" sldId="376"/>
            <ac:spMk id="72" creationId="{7D0C2E6E-5CC8-4CB5-8AAF-0D78E50BA15D}"/>
          </ac:spMkLst>
        </pc:spChg>
        <pc:spChg chg="add del mod">
          <ac:chgData name="Alexandre Quach" userId="7bb690c8a6e028e4" providerId="LiveId" clId="{A637FAE7-8F54-4D10-ABA7-A5DE3A2F9A51}" dt="2022-01-06T17:06:30.670" v="989" actId="478"/>
          <ac:spMkLst>
            <pc:docMk/>
            <pc:sldMk cId="1438058868" sldId="376"/>
            <ac:spMk id="104" creationId="{1E4F9F84-8E18-49C5-BAAE-B1CB949FA318}"/>
          </ac:spMkLst>
        </pc:spChg>
        <pc:spChg chg="add del mod">
          <ac:chgData name="Alexandre Quach" userId="7bb690c8a6e028e4" providerId="LiveId" clId="{A637FAE7-8F54-4D10-ABA7-A5DE3A2F9A51}" dt="2022-01-06T17:06:30.214" v="988" actId="478"/>
          <ac:spMkLst>
            <pc:docMk/>
            <pc:sldMk cId="1438058868" sldId="376"/>
            <ac:spMk id="105" creationId="{458EF788-C68A-4F9D-8D2F-2BCB386013FA}"/>
          </ac:spMkLst>
        </pc:spChg>
        <pc:spChg chg="add del mod">
          <ac:chgData name="Alexandre Quach" userId="7bb690c8a6e028e4" providerId="LiveId" clId="{A637FAE7-8F54-4D10-ABA7-A5DE3A2F9A51}" dt="2022-01-06T17:06:31.262" v="990" actId="478"/>
          <ac:spMkLst>
            <pc:docMk/>
            <pc:sldMk cId="1438058868" sldId="376"/>
            <ac:spMk id="106" creationId="{AEE9FE3A-B2C8-4C78-A6D5-E6AFEFD00314}"/>
          </ac:spMkLst>
        </pc:spChg>
        <pc:spChg chg="add mod">
          <ac:chgData name="Alexandre Quach" userId="7bb690c8a6e028e4" providerId="LiveId" clId="{A637FAE7-8F54-4D10-ABA7-A5DE3A2F9A51}" dt="2022-01-06T17:06:03.282" v="982" actId="571"/>
          <ac:spMkLst>
            <pc:docMk/>
            <pc:sldMk cId="1438058868" sldId="376"/>
            <ac:spMk id="110" creationId="{714A4E9A-0239-4962-8211-CE6516A1417E}"/>
          </ac:spMkLst>
        </pc:spChg>
        <pc:spChg chg="add mod">
          <ac:chgData name="Alexandre Quach" userId="7bb690c8a6e028e4" providerId="LiveId" clId="{A637FAE7-8F54-4D10-ABA7-A5DE3A2F9A51}" dt="2022-01-06T17:06:03.282" v="982" actId="571"/>
          <ac:spMkLst>
            <pc:docMk/>
            <pc:sldMk cId="1438058868" sldId="376"/>
            <ac:spMk id="111" creationId="{62D55412-DC05-4774-B10F-CBF9E6132D76}"/>
          </ac:spMkLst>
        </pc:spChg>
        <pc:spChg chg="add mod">
          <ac:chgData name="Alexandre Quach" userId="7bb690c8a6e028e4" providerId="LiveId" clId="{A637FAE7-8F54-4D10-ABA7-A5DE3A2F9A51}" dt="2022-01-06T17:06:11.148" v="984" actId="14100"/>
          <ac:spMkLst>
            <pc:docMk/>
            <pc:sldMk cId="1438058868" sldId="376"/>
            <ac:spMk id="112" creationId="{0BEEF217-DF4A-4C3D-B391-DBA11F19E98E}"/>
          </ac:spMkLst>
        </pc:spChg>
        <pc:grpChg chg="del">
          <ac:chgData name="Alexandre Quach" userId="7bb690c8a6e028e4" providerId="LiveId" clId="{A637FAE7-8F54-4D10-ABA7-A5DE3A2F9A51}" dt="2022-01-06T17:02:08.439" v="920" actId="478"/>
          <ac:grpSpMkLst>
            <pc:docMk/>
            <pc:sldMk cId="1438058868" sldId="376"/>
            <ac:grpSpMk id="5" creationId="{F10DA028-0042-48DF-A108-3A8AD29B9C2B}"/>
          </ac:grpSpMkLst>
        </pc:grpChg>
        <pc:grpChg chg="del">
          <ac:chgData name="Alexandre Quach" userId="7bb690c8a6e028e4" providerId="LiveId" clId="{A637FAE7-8F54-4D10-ABA7-A5DE3A2F9A51}" dt="2022-01-06T17:02:05.936" v="919" actId="478"/>
          <ac:grpSpMkLst>
            <pc:docMk/>
            <pc:sldMk cId="1438058868" sldId="376"/>
            <ac:grpSpMk id="6" creationId="{B18605F3-0042-4C53-B141-39A25178207E}"/>
          </ac:grpSpMkLst>
        </pc:grpChg>
        <pc:grpChg chg="add mod">
          <ac:chgData name="Alexandre Quach" userId="7bb690c8a6e028e4" providerId="LiveId" clId="{A637FAE7-8F54-4D10-ABA7-A5DE3A2F9A51}" dt="2022-01-06T17:07:08.995" v="996" actId="1076"/>
          <ac:grpSpMkLst>
            <pc:docMk/>
            <pc:sldMk cId="1438058868" sldId="376"/>
            <ac:grpSpMk id="118" creationId="{07471AD5-8D45-4505-8E87-006323D6DDF0}"/>
          </ac:grpSpMkLst>
        </pc:grpChg>
        <pc:picChg chg="del">
          <ac:chgData name="Alexandre Quach" userId="7bb690c8a6e028e4" providerId="LiveId" clId="{A637FAE7-8F54-4D10-ABA7-A5DE3A2F9A51}" dt="2022-01-06T17:01:56.423" v="915" actId="478"/>
          <ac:picMkLst>
            <pc:docMk/>
            <pc:sldMk cId="1438058868" sldId="376"/>
            <ac:picMk id="3" creationId="{1FF3FEC5-11C0-46AF-93ED-400C00A77326}"/>
          </ac:picMkLst>
        </pc:picChg>
        <pc:picChg chg="add del mod">
          <ac:chgData name="Alexandre Quach" userId="7bb690c8a6e028e4" providerId="LiveId" clId="{A637FAE7-8F54-4D10-ABA7-A5DE3A2F9A51}" dt="2022-01-06T21:58:29.334" v="1029" actId="478"/>
          <ac:picMkLst>
            <pc:docMk/>
            <pc:sldMk cId="1438058868" sldId="376"/>
            <ac:picMk id="3" creationId="{909909A5-D8D2-4984-969A-22305612F10D}"/>
          </ac:picMkLst>
        </pc:picChg>
        <pc:picChg chg="del">
          <ac:chgData name="Alexandre Quach" userId="7bb690c8a6e028e4" providerId="LiveId" clId="{A637FAE7-8F54-4D10-ABA7-A5DE3A2F9A51}" dt="2022-01-06T17:02:05.936" v="919" actId="478"/>
          <ac:picMkLst>
            <pc:docMk/>
            <pc:sldMk cId="1438058868" sldId="376"/>
            <ac:picMk id="4" creationId="{1D1A45D7-FE3F-4207-B554-539CF039231C}"/>
          </ac:picMkLst>
        </pc:picChg>
        <pc:picChg chg="add del mod">
          <ac:chgData name="Alexandre Quach" userId="7bb690c8a6e028e4" providerId="LiveId" clId="{A637FAE7-8F54-4D10-ABA7-A5DE3A2F9A51}" dt="2022-01-06T21:58:21.877" v="1024" actId="21"/>
          <ac:picMkLst>
            <pc:docMk/>
            <pc:sldMk cId="1438058868" sldId="376"/>
            <ac:picMk id="5" creationId="{504BB2CE-44FF-471F-935C-213B519A6A31}"/>
          </ac:picMkLst>
        </pc:picChg>
        <pc:picChg chg="del">
          <ac:chgData name="Alexandre Quach" userId="7bb690c8a6e028e4" providerId="LiveId" clId="{A637FAE7-8F54-4D10-ABA7-A5DE3A2F9A51}" dt="2022-01-06T17:01:56.423" v="915" actId="478"/>
          <ac:picMkLst>
            <pc:docMk/>
            <pc:sldMk cId="1438058868" sldId="376"/>
            <ac:picMk id="8" creationId="{CC3E5D73-61C7-4DAD-929D-62DD7717981B}"/>
          </ac:picMkLst>
        </pc:picChg>
        <pc:picChg chg="add mod">
          <ac:chgData name="Alexandre Quach" userId="7bb690c8a6e028e4" providerId="LiveId" clId="{A637FAE7-8F54-4D10-ABA7-A5DE3A2F9A51}" dt="2022-01-06T22:28:54.604" v="1059" actId="207"/>
          <ac:picMkLst>
            <pc:docMk/>
            <pc:sldMk cId="1438058868" sldId="376"/>
            <ac:picMk id="8" creationId="{E606E912-68D0-42E1-B00C-1F963EF3AAD1}"/>
          </ac:picMkLst>
        </pc:picChg>
        <pc:picChg chg="add mod">
          <ac:chgData name="Alexandre Quach" userId="7bb690c8a6e028e4" providerId="LiveId" clId="{A637FAE7-8F54-4D10-ABA7-A5DE3A2F9A51}" dt="2022-01-06T17:04:57.764" v="972" actId="1076"/>
          <ac:picMkLst>
            <pc:docMk/>
            <pc:sldMk cId="1438058868" sldId="376"/>
            <ac:picMk id="13" creationId="{31DC56F5-91ED-4856-AFAC-196851055774}"/>
          </ac:picMkLst>
        </pc:picChg>
        <pc:picChg chg="add mod">
          <ac:chgData name="Alexandre Quach" userId="7bb690c8a6e028e4" providerId="LiveId" clId="{A637FAE7-8F54-4D10-ABA7-A5DE3A2F9A51}" dt="2022-01-06T22:29:00.011" v="1061" actId="207"/>
          <ac:picMkLst>
            <pc:docMk/>
            <pc:sldMk cId="1438058868" sldId="376"/>
            <ac:picMk id="14" creationId="{C87118B2-4A7C-44A4-9F34-6DB96DF1727B}"/>
          </ac:picMkLst>
        </pc:picChg>
        <pc:picChg chg="add mod">
          <ac:chgData name="Alexandre Quach" userId="7bb690c8a6e028e4" providerId="LiveId" clId="{A637FAE7-8F54-4D10-ABA7-A5DE3A2F9A51}" dt="2022-01-06T22:28:57.944" v="1060" actId="207"/>
          <ac:picMkLst>
            <pc:docMk/>
            <pc:sldMk cId="1438058868" sldId="376"/>
            <ac:picMk id="18" creationId="{7FC73B24-6679-4D82-A125-33364DBB1A8C}"/>
          </ac:picMkLst>
        </pc:picChg>
        <pc:picChg chg="del">
          <ac:chgData name="Alexandre Quach" userId="7bb690c8a6e028e4" providerId="LiveId" clId="{A637FAE7-8F54-4D10-ABA7-A5DE3A2F9A51}" dt="2022-01-06T17:01:56.423" v="915" actId="478"/>
          <ac:picMkLst>
            <pc:docMk/>
            <pc:sldMk cId="1438058868" sldId="376"/>
            <ac:picMk id="25" creationId="{487A2900-9B0B-48C9-BF36-5DFE29B2FCA6}"/>
          </ac:picMkLst>
        </pc:picChg>
        <pc:picChg chg="del">
          <ac:chgData name="Alexandre Quach" userId="7bb690c8a6e028e4" providerId="LiveId" clId="{A637FAE7-8F54-4D10-ABA7-A5DE3A2F9A51}" dt="2022-01-06T17:01:56.423" v="915" actId="478"/>
          <ac:picMkLst>
            <pc:docMk/>
            <pc:sldMk cId="1438058868" sldId="376"/>
            <ac:picMk id="26" creationId="{702C63D4-60AA-4D4E-8CF0-D3E2D233A6E6}"/>
          </ac:picMkLst>
        </pc:picChg>
        <pc:picChg chg="del">
          <ac:chgData name="Alexandre Quach" userId="7bb690c8a6e028e4" providerId="LiveId" clId="{A637FAE7-8F54-4D10-ABA7-A5DE3A2F9A51}" dt="2022-01-06T17:02:00.007" v="916" actId="478"/>
          <ac:picMkLst>
            <pc:docMk/>
            <pc:sldMk cId="1438058868" sldId="376"/>
            <ac:picMk id="29" creationId="{80ABC2A9-55EB-49F1-9DF3-9356B5D641BE}"/>
          </ac:picMkLst>
        </pc:picChg>
        <pc:picChg chg="add mod modCrop">
          <ac:chgData name="Alexandre Quach" userId="7bb690c8a6e028e4" providerId="LiveId" clId="{A637FAE7-8F54-4D10-ABA7-A5DE3A2F9A51}" dt="2022-01-06T21:56:28.357" v="1010" actId="207"/>
          <ac:picMkLst>
            <pc:docMk/>
            <pc:sldMk cId="1438058868" sldId="376"/>
            <ac:picMk id="29" creationId="{D7A97285-DD32-4977-8DAF-5FBE5FAE0FCD}"/>
          </ac:picMkLst>
        </pc:picChg>
        <pc:picChg chg="del">
          <ac:chgData name="Alexandre Quach" userId="7bb690c8a6e028e4" providerId="LiveId" clId="{A637FAE7-8F54-4D10-ABA7-A5DE3A2F9A51}" dt="2022-01-06T17:02:02.814" v="917" actId="478"/>
          <ac:picMkLst>
            <pc:docMk/>
            <pc:sldMk cId="1438058868" sldId="376"/>
            <ac:picMk id="30" creationId="{8892FB0E-9114-4928-BB9E-753DAEB3392E}"/>
          </ac:picMkLst>
        </pc:picChg>
        <pc:picChg chg="del">
          <ac:chgData name="Alexandre Quach" userId="7bb690c8a6e028e4" providerId="LiveId" clId="{A637FAE7-8F54-4D10-ABA7-A5DE3A2F9A51}" dt="2022-01-06T17:02:00.007" v="916" actId="478"/>
          <ac:picMkLst>
            <pc:docMk/>
            <pc:sldMk cId="1438058868" sldId="376"/>
            <ac:picMk id="31" creationId="{C1932FD4-2D0A-4734-8019-F577C869BC31}"/>
          </ac:picMkLst>
        </pc:picChg>
        <pc:picChg chg="del">
          <ac:chgData name="Alexandre Quach" userId="7bb690c8a6e028e4" providerId="LiveId" clId="{A637FAE7-8F54-4D10-ABA7-A5DE3A2F9A51}" dt="2022-01-06T17:02:00.007" v="916" actId="478"/>
          <ac:picMkLst>
            <pc:docMk/>
            <pc:sldMk cId="1438058868" sldId="376"/>
            <ac:picMk id="32" creationId="{D56301B4-999A-4115-864B-751E536B33A0}"/>
          </ac:picMkLst>
        </pc:picChg>
        <pc:picChg chg="del">
          <ac:chgData name="Alexandre Quach" userId="7bb690c8a6e028e4" providerId="LiveId" clId="{A637FAE7-8F54-4D10-ABA7-A5DE3A2F9A51}" dt="2022-01-06T17:01:56.423" v="915" actId="478"/>
          <ac:picMkLst>
            <pc:docMk/>
            <pc:sldMk cId="1438058868" sldId="376"/>
            <ac:picMk id="35" creationId="{75E8F5EC-AC67-4C10-B87B-468A8BFA4CBC}"/>
          </ac:picMkLst>
        </pc:picChg>
        <pc:picChg chg="add del mod">
          <ac:chgData name="Alexandre Quach" userId="7bb690c8a6e028e4" providerId="LiveId" clId="{A637FAE7-8F54-4D10-ABA7-A5DE3A2F9A51}" dt="2022-01-06T21:58:28.799" v="1028" actId="478"/>
          <ac:picMkLst>
            <pc:docMk/>
            <pc:sldMk cId="1438058868" sldId="376"/>
            <ac:picMk id="35" creationId="{8C3FA81F-E243-43C4-8886-D81E35ED9922}"/>
          </ac:picMkLst>
        </pc:picChg>
        <pc:picChg chg="add mod">
          <ac:chgData name="Alexandre Quach" userId="7bb690c8a6e028e4" providerId="LiveId" clId="{A637FAE7-8F54-4D10-ABA7-A5DE3A2F9A51}" dt="2022-01-06T21:58:41.321" v="1033" actId="207"/>
          <ac:picMkLst>
            <pc:docMk/>
            <pc:sldMk cId="1438058868" sldId="376"/>
            <ac:picMk id="36" creationId="{4D08010E-DE28-4480-937B-EE79FFD6B505}"/>
          </ac:picMkLst>
        </pc:picChg>
        <pc:picChg chg="del">
          <ac:chgData name="Alexandre Quach" userId="7bb690c8a6e028e4" providerId="LiveId" clId="{A637FAE7-8F54-4D10-ABA7-A5DE3A2F9A51}" dt="2022-01-06T17:02:03.453" v="918" actId="478"/>
          <ac:picMkLst>
            <pc:docMk/>
            <pc:sldMk cId="1438058868" sldId="376"/>
            <ac:picMk id="36" creationId="{8523DCDD-FCAC-4947-A385-B0FB2A3BA0B6}"/>
          </ac:picMkLst>
        </pc:picChg>
        <pc:picChg chg="del">
          <ac:chgData name="Alexandre Quach" userId="7bb690c8a6e028e4" providerId="LiveId" clId="{A637FAE7-8F54-4D10-ABA7-A5DE3A2F9A51}" dt="2022-01-06T17:01:56.423" v="915" actId="478"/>
          <ac:picMkLst>
            <pc:docMk/>
            <pc:sldMk cId="1438058868" sldId="376"/>
            <ac:picMk id="37" creationId="{0E796DB0-D166-4106-BC46-61E8E9D14937}"/>
          </ac:picMkLst>
        </pc:picChg>
        <pc:picChg chg="add mod">
          <ac:chgData name="Alexandre Quach" userId="7bb690c8a6e028e4" providerId="LiveId" clId="{A637FAE7-8F54-4D10-ABA7-A5DE3A2F9A51}" dt="2022-01-06T22:21:11.178" v="1052" actId="1076"/>
          <ac:picMkLst>
            <pc:docMk/>
            <pc:sldMk cId="1438058868" sldId="376"/>
            <ac:picMk id="37" creationId="{63195897-92E7-4C1D-98A6-5E5C3635A894}"/>
          </ac:picMkLst>
        </pc:picChg>
        <pc:picChg chg="del">
          <ac:chgData name="Alexandre Quach" userId="7bb690c8a6e028e4" providerId="LiveId" clId="{A637FAE7-8F54-4D10-ABA7-A5DE3A2F9A51}" dt="2022-01-06T17:01:56.423" v="915" actId="478"/>
          <ac:picMkLst>
            <pc:docMk/>
            <pc:sldMk cId="1438058868" sldId="376"/>
            <ac:picMk id="38" creationId="{1A7D2D5D-CD75-40BC-BCC2-0F007986AE4D}"/>
          </ac:picMkLst>
        </pc:picChg>
        <pc:picChg chg="del">
          <ac:chgData name="Alexandre Quach" userId="7bb690c8a6e028e4" providerId="LiveId" clId="{A637FAE7-8F54-4D10-ABA7-A5DE3A2F9A51}" dt="2022-01-06T17:01:56.423" v="915" actId="478"/>
          <ac:picMkLst>
            <pc:docMk/>
            <pc:sldMk cId="1438058868" sldId="376"/>
            <ac:picMk id="42" creationId="{78F49655-6503-4002-B471-6455629AFE9C}"/>
          </ac:picMkLst>
        </pc:picChg>
        <pc:picChg chg="del">
          <ac:chgData name="Alexandre Quach" userId="7bb690c8a6e028e4" providerId="LiveId" clId="{A637FAE7-8F54-4D10-ABA7-A5DE3A2F9A51}" dt="2022-01-06T17:02:00.007" v="916" actId="478"/>
          <ac:picMkLst>
            <pc:docMk/>
            <pc:sldMk cId="1438058868" sldId="376"/>
            <ac:picMk id="43" creationId="{768AB927-D860-4957-8D60-1713FF09C54A}"/>
          </ac:picMkLst>
        </pc:picChg>
        <pc:picChg chg="del">
          <ac:chgData name="Alexandre Quach" userId="7bb690c8a6e028e4" providerId="LiveId" clId="{A637FAE7-8F54-4D10-ABA7-A5DE3A2F9A51}" dt="2022-01-06T17:01:56.423" v="915" actId="478"/>
          <ac:picMkLst>
            <pc:docMk/>
            <pc:sldMk cId="1438058868" sldId="376"/>
            <ac:picMk id="44" creationId="{6866FD59-7224-4DA6-876B-A016E8529C39}"/>
          </ac:picMkLst>
        </pc:picChg>
        <pc:picChg chg="del">
          <ac:chgData name="Alexandre Quach" userId="7bb690c8a6e028e4" providerId="LiveId" clId="{A637FAE7-8F54-4D10-ABA7-A5DE3A2F9A51}" dt="2022-01-06T17:01:56.423" v="915" actId="478"/>
          <ac:picMkLst>
            <pc:docMk/>
            <pc:sldMk cId="1438058868" sldId="376"/>
            <ac:picMk id="45" creationId="{7B79F500-D2B8-4EEE-9F74-8B40483F324B}"/>
          </ac:picMkLst>
        </pc:picChg>
        <pc:picChg chg="del">
          <ac:chgData name="Alexandre Quach" userId="7bb690c8a6e028e4" providerId="LiveId" clId="{A637FAE7-8F54-4D10-ABA7-A5DE3A2F9A51}" dt="2022-01-06T17:01:56.423" v="915" actId="478"/>
          <ac:picMkLst>
            <pc:docMk/>
            <pc:sldMk cId="1438058868" sldId="376"/>
            <ac:picMk id="46" creationId="{9D8F1439-3E3D-4F0C-A68A-A3B99100F0DA}"/>
          </ac:picMkLst>
        </pc:picChg>
        <pc:picChg chg="del">
          <ac:chgData name="Alexandre Quach" userId="7bb690c8a6e028e4" providerId="LiveId" clId="{A637FAE7-8F54-4D10-ABA7-A5DE3A2F9A51}" dt="2022-01-06T17:01:56.423" v="915" actId="478"/>
          <ac:picMkLst>
            <pc:docMk/>
            <pc:sldMk cId="1438058868" sldId="376"/>
            <ac:picMk id="48" creationId="{FD9D53BA-D9DE-49A7-BA04-4C6B721D86C2}"/>
          </ac:picMkLst>
        </pc:picChg>
        <pc:picChg chg="del">
          <ac:chgData name="Alexandre Quach" userId="7bb690c8a6e028e4" providerId="LiveId" clId="{A637FAE7-8F54-4D10-ABA7-A5DE3A2F9A51}" dt="2022-01-06T17:01:56.423" v="915" actId="478"/>
          <ac:picMkLst>
            <pc:docMk/>
            <pc:sldMk cId="1438058868" sldId="376"/>
            <ac:picMk id="50" creationId="{2E68E6CA-ADCD-45D4-B395-DDF4B25172C1}"/>
          </ac:picMkLst>
        </pc:picChg>
        <pc:picChg chg="del">
          <ac:chgData name="Alexandre Quach" userId="7bb690c8a6e028e4" providerId="LiveId" clId="{A637FAE7-8F54-4D10-ABA7-A5DE3A2F9A51}" dt="2022-01-06T17:02:00.007" v="916" actId="478"/>
          <ac:picMkLst>
            <pc:docMk/>
            <pc:sldMk cId="1438058868" sldId="376"/>
            <ac:picMk id="51" creationId="{0C7DA467-4B92-4144-8A33-87F034199C48}"/>
          </ac:picMkLst>
        </pc:picChg>
        <pc:picChg chg="del">
          <ac:chgData name="Alexandre Quach" userId="7bb690c8a6e028e4" providerId="LiveId" clId="{A637FAE7-8F54-4D10-ABA7-A5DE3A2F9A51}" dt="2022-01-06T17:01:56.423" v="915" actId="478"/>
          <ac:picMkLst>
            <pc:docMk/>
            <pc:sldMk cId="1438058868" sldId="376"/>
            <ac:picMk id="52" creationId="{89BE4781-4541-4353-9FCD-CB598BBFD318}"/>
          </ac:picMkLst>
        </pc:picChg>
        <pc:picChg chg="del">
          <ac:chgData name="Alexandre Quach" userId="7bb690c8a6e028e4" providerId="LiveId" clId="{A637FAE7-8F54-4D10-ABA7-A5DE3A2F9A51}" dt="2022-01-06T17:02:00.007" v="916" actId="478"/>
          <ac:picMkLst>
            <pc:docMk/>
            <pc:sldMk cId="1438058868" sldId="376"/>
            <ac:picMk id="53" creationId="{7BA4E410-D1E0-49DA-B876-BC90BEA6BF4B}"/>
          </ac:picMkLst>
        </pc:picChg>
        <pc:picChg chg="del">
          <ac:chgData name="Alexandre Quach" userId="7bb690c8a6e028e4" providerId="LiveId" clId="{A637FAE7-8F54-4D10-ABA7-A5DE3A2F9A51}" dt="2022-01-06T17:01:56.423" v="915" actId="478"/>
          <ac:picMkLst>
            <pc:docMk/>
            <pc:sldMk cId="1438058868" sldId="376"/>
            <ac:picMk id="54" creationId="{BD474F69-C957-4D1B-9309-C1FFF0EE6D74}"/>
          </ac:picMkLst>
        </pc:picChg>
        <pc:picChg chg="del">
          <ac:chgData name="Alexandre Quach" userId="7bb690c8a6e028e4" providerId="LiveId" clId="{A637FAE7-8F54-4D10-ABA7-A5DE3A2F9A51}" dt="2022-01-06T17:01:56.423" v="915" actId="478"/>
          <ac:picMkLst>
            <pc:docMk/>
            <pc:sldMk cId="1438058868" sldId="376"/>
            <ac:picMk id="56" creationId="{99064CDF-8978-40C1-8449-2C438B64CA8E}"/>
          </ac:picMkLst>
        </pc:picChg>
        <pc:picChg chg="del">
          <ac:chgData name="Alexandre Quach" userId="7bb690c8a6e028e4" providerId="LiveId" clId="{A637FAE7-8F54-4D10-ABA7-A5DE3A2F9A51}" dt="2022-01-06T17:02:00.007" v="916" actId="478"/>
          <ac:picMkLst>
            <pc:docMk/>
            <pc:sldMk cId="1438058868" sldId="376"/>
            <ac:picMk id="58" creationId="{420B09A9-0DE9-4C51-9711-9EF828FA46D7}"/>
          </ac:picMkLst>
        </pc:picChg>
        <pc:picChg chg="del">
          <ac:chgData name="Alexandre Quach" userId="7bb690c8a6e028e4" providerId="LiveId" clId="{A637FAE7-8F54-4D10-ABA7-A5DE3A2F9A51}" dt="2022-01-06T17:02:05.936" v="919" actId="478"/>
          <ac:picMkLst>
            <pc:docMk/>
            <pc:sldMk cId="1438058868" sldId="376"/>
            <ac:picMk id="60" creationId="{E856B4C4-0EF8-4359-ACEF-87A7DAD0D3E5}"/>
          </ac:picMkLst>
        </pc:picChg>
        <pc:picChg chg="del">
          <ac:chgData name="Alexandre Quach" userId="7bb690c8a6e028e4" providerId="LiveId" clId="{A637FAE7-8F54-4D10-ABA7-A5DE3A2F9A51}" dt="2022-01-06T17:02:05.936" v="919" actId="478"/>
          <ac:picMkLst>
            <pc:docMk/>
            <pc:sldMk cId="1438058868" sldId="376"/>
            <ac:picMk id="63" creationId="{0590CF02-FC1A-4530-A047-B34A5A333F06}"/>
          </ac:picMkLst>
        </pc:picChg>
        <pc:picChg chg="del">
          <ac:chgData name="Alexandre Quach" userId="7bb690c8a6e028e4" providerId="LiveId" clId="{A637FAE7-8F54-4D10-ABA7-A5DE3A2F9A51}" dt="2022-01-06T17:02:05.936" v="919" actId="478"/>
          <ac:picMkLst>
            <pc:docMk/>
            <pc:sldMk cId="1438058868" sldId="376"/>
            <ac:picMk id="65" creationId="{14346CC8-5E36-4F02-A4B2-ABFFDB8812F7}"/>
          </ac:picMkLst>
        </pc:picChg>
        <pc:picChg chg="del">
          <ac:chgData name="Alexandre Quach" userId="7bb690c8a6e028e4" providerId="LiveId" clId="{A637FAE7-8F54-4D10-ABA7-A5DE3A2F9A51}" dt="2022-01-06T17:02:05.936" v="919" actId="478"/>
          <ac:picMkLst>
            <pc:docMk/>
            <pc:sldMk cId="1438058868" sldId="376"/>
            <ac:picMk id="66" creationId="{0AB7820E-25DF-452E-9AEA-347A665476A0}"/>
          </ac:picMkLst>
        </pc:picChg>
        <pc:picChg chg="del">
          <ac:chgData name="Alexandre Quach" userId="7bb690c8a6e028e4" providerId="LiveId" clId="{A637FAE7-8F54-4D10-ABA7-A5DE3A2F9A51}" dt="2022-01-06T17:02:05.936" v="919" actId="478"/>
          <ac:picMkLst>
            <pc:docMk/>
            <pc:sldMk cId="1438058868" sldId="376"/>
            <ac:picMk id="67" creationId="{95FAE6CA-028B-440C-84DD-3E9BE19C0C11}"/>
          </ac:picMkLst>
        </pc:picChg>
        <pc:picChg chg="del">
          <ac:chgData name="Alexandre Quach" userId="7bb690c8a6e028e4" providerId="LiveId" clId="{A637FAE7-8F54-4D10-ABA7-A5DE3A2F9A51}" dt="2022-01-06T17:02:10.814" v="921" actId="478"/>
          <ac:picMkLst>
            <pc:docMk/>
            <pc:sldMk cId="1438058868" sldId="376"/>
            <ac:picMk id="68" creationId="{29B5B57C-6D3C-4761-8DE6-CB9C02289406}"/>
          </ac:picMkLst>
        </pc:picChg>
        <pc:picChg chg="del">
          <ac:chgData name="Alexandre Quach" userId="7bb690c8a6e028e4" providerId="LiveId" clId="{A637FAE7-8F54-4D10-ABA7-A5DE3A2F9A51}" dt="2022-01-06T17:02:05.936" v="919" actId="478"/>
          <ac:picMkLst>
            <pc:docMk/>
            <pc:sldMk cId="1438058868" sldId="376"/>
            <ac:picMk id="70" creationId="{0BDF5764-8296-4893-8830-6BE9241C0F94}"/>
          </ac:picMkLst>
        </pc:picChg>
        <pc:picChg chg="del">
          <ac:chgData name="Alexandre Quach" userId="7bb690c8a6e028e4" providerId="LiveId" clId="{A637FAE7-8F54-4D10-ABA7-A5DE3A2F9A51}" dt="2022-01-06T17:02:10.814" v="921" actId="478"/>
          <ac:picMkLst>
            <pc:docMk/>
            <pc:sldMk cId="1438058868" sldId="376"/>
            <ac:picMk id="71" creationId="{7B9FEE06-F5BE-442C-AE9B-CD7DD0163D6E}"/>
          </ac:picMkLst>
        </pc:picChg>
        <pc:picChg chg="add mod">
          <ac:chgData name="Alexandre Quach" userId="7bb690c8a6e028e4" providerId="LiveId" clId="{A637FAE7-8F54-4D10-ABA7-A5DE3A2F9A51}" dt="2022-01-06T17:03:22.719" v="944" actId="1076"/>
          <ac:picMkLst>
            <pc:docMk/>
            <pc:sldMk cId="1438058868" sldId="376"/>
            <ac:picMk id="73" creationId="{8C557F33-D0B1-4CFD-A921-A44170A95899}"/>
          </ac:picMkLst>
        </pc:picChg>
        <pc:picChg chg="del">
          <ac:chgData name="Alexandre Quach" userId="7bb690c8a6e028e4" providerId="LiveId" clId="{A637FAE7-8F54-4D10-ABA7-A5DE3A2F9A51}" dt="2022-01-06T17:02:05.936" v="919" actId="478"/>
          <ac:picMkLst>
            <pc:docMk/>
            <pc:sldMk cId="1438058868" sldId="376"/>
            <ac:picMk id="74" creationId="{46AF2EEF-F5FE-487E-956C-8DB10372B78A}"/>
          </ac:picMkLst>
        </pc:picChg>
        <pc:picChg chg="add mod">
          <ac:chgData name="Alexandre Quach" userId="7bb690c8a6e028e4" providerId="LiveId" clId="{A637FAE7-8F54-4D10-ABA7-A5DE3A2F9A51}" dt="2022-01-06T17:03:35.743" v="952" actId="1076"/>
          <ac:picMkLst>
            <pc:docMk/>
            <pc:sldMk cId="1438058868" sldId="376"/>
            <ac:picMk id="80" creationId="{79F23AC1-D85E-4AE8-A93E-EB001DB1D850}"/>
          </ac:picMkLst>
        </pc:picChg>
        <pc:picChg chg="add mod">
          <ac:chgData name="Alexandre Quach" userId="7bb690c8a6e028e4" providerId="LiveId" clId="{A637FAE7-8F54-4D10-ABA7-A5DE3A2F9A51}" dt="2022-01-06T17:03:34.204" v="951" actId="1076"/>
          <ac:picMkLst>
            <pc:docMk/>
            <pc:sldMk cId="1438058868" sldId="376"/>
            <ac:picMk id="81" creationId="{17792031-863C-4E5A-9288-9782E2E54E6D}"/>
          </ac:picMkLst>
        </pc:picChg>
        <pc:picChg chg="del">
          <ac:chgData name="Alexandre Quach" userId="7bb690c8a6e028e4" providerId="LiveId" clId="{A637FAE7-8F54-4D10-ABA7-A5DE3A2F9A51}" dt="2022-01-06T17:02:05.936" v="919" actId="478"/>
          <ac:picMkLst>
            <pc:docMk/>
            <pc:sldMk cId="1438058868" sldId="376"/>
            <ac:picMk id="94" creationId="{B04C42FA-73BF-428C-80B9-656C1A53DC8A}"/>
          </ac:picMkLst>
        </pc:picChg>
        <pc:picChg chg="del">
          <ac:chgData name="Alexandre Quach" userId="7bb690c8a6e028e4" providerId="LiveId" clId="{A637FAE7-8F54-4D10-ABA7-A5DE3A2F9A51}" dt="2022-01-06T17:02:05.936" v="919" actId="478"/>
          <ac:picMkLst>
            <pc:docMk/>
            <pc:sldMk cId="1438058868" sldId="376"/>
            <ac:picMk id="95" creationId="{50B60252-AF2D-4B7F-A1DC-485C9C3AA63E}"/>
          </ac:picMkLst>
        </pc:picChg>
        <pc:picChg chg="del">
          <ac:chgData name="Alexandre Quach" userId="7bb690c8a6e028e4" providerId="LiveId" clId="{A637FAE7-8F54-4D10-ABA7-A5DE3A2F9A51}" dt="2022-01-06T17:02:05.936" v="919" actId="478"/>
          <ac:picMkLst>
            <pc:docMk/>
            <pc:sldMk cId="1438058868" sldId="376"/>
            <ac:picMk id="96" creationId="{E60490A9-530E-4842-BF2D-DFD64B424B8E}"/>
          </ac:picMkLst>
        </pc:picChg>
        <pc:picChg chg="del">
          <ac:chgData name="Alexandre Quach" userId="7bb690c8a6e028e4" providerId="LiveId" clId="{A637FAE7-8F54-4D10-ABA7-A5DE3A2F9A51}" dt="2022-01-06T17:02:05.936" v="919" actId="478"/>
          <ac:picMkLst>
            <pc:docMk/>
            <pc:sldMk cId="1438058868" sldId="376"/>
            <ac:picMk id="97" creationId="{0708065B-E62D-495A-BEFD-613E49E56458}"/>
          </ac:picMkLst>
        </pc:picChg>
        <pc:picChg chg="add mod">
          <ac:chgData name="Alexandre Quach" userId="7bb690c8a6e028e4" providerId="LiveId" clId="{A637FAE7-8F54-4D10-ABA7-A5DE3A2F9A51}" dt="2022-01-06T17:04:49.267" v="967" actId="1076"/>
          <ac:picMkLst>
            <pc:docMk/>
            <pc:sldMk cId="1438058868" sldId="376"/>
            <ac:picMk id="102" creationId="{AB48317B-0220-4C3A-B0B9-9411DB55BF97}"/>
          </ac:picMkLst>
        </pc:picChg>
        <pc:picChg chg="add del mod">
          <ac:chgData name="Alexandre Quach" userId="7bb690c8a6e028e4" providerId="LiveId" clId="{A637FAE7-8F54-4D10-ABA7-A5DE3A2F9A51}" dt="2022-01-06T17:05:39.766" v="977" actId="478"/>
          <ac:picMkLst>
            <pc:docMk/>
            <pc:sldMk cId="1438058868" sldId="376"/>
            <ac:picMk id="103" creationId="{4DD5F56C-1E33-403A-A16F-26F224EB1D3E}"/>
          </ac:picMkLst>
        </pc:picChg>
        <pc:picChg chg="add mod">
          <ac:chgData name="Alexandre Quach" userId="7bb690c8a6e028e4" providerId="LiveId" clId="{A637FAE7-8F54-4D10-ABA7-A5DE3A2F9A51}" dt="2022-01-06T17:06:00.070" v="980" actId="1076"/>
          <ac:picMkLst>
            <pc:docMk/>
            <pc:sldMk cId="1438058868" sldId="376"/>
            <ac:picMk id="107" creationId="{EC283E6D-52F8-4383-A11B-52BB1B14A215}"/>
          </ac:picMkLst>
        </pc:picChg>
        <pc:picChg chg="add mod">
          <ac:chgData name="Alexandre Quach" userId="7bb690c8a6e028e4" providerId="LiveId" clId="{A637FAE7-8F54-4D10-ABA7-A5DE3A2F9A51}" dt="2022-01-06T17:06:00.070" v="980" actId="1076"/>
          <ac:picMkLst>
            <pc:docMk/>
            <pc:sldMk cId="1438058868" sldId="376"/>
            <ac:picMk id="108" creationId="{D08C27DE-0208-4152-A1A2-652C11358004}"/>
          </ac:picMkLst>
        </pc:picChg>
        <pc:picChg chg="add mod">
          <ac:chgData name="Alexandre Quach" userId="7bb690c8a6e028e4" providerId="LiveId" clId="{A637FAE7-8F54-4D10-ABA7-A5DE3A2F9A51}" dt="2022-01-06T17:06:00.070" v="980" actId="1076"/>
          <ac:picMkLst>
            <pc:docMk/>
            <pc:sldMk cId="1438058868" sldId="376"/>
            <ac:picMk id="109" creationId="{04BCDA9B-0940-4C35-AD98-0CB2A8411E7C}"/>
          </ac:picMkLst>
        </pc:picChg>
        <pc:picChg chg="add mod">
          <ac:chgData name="Alexandre Quach" userId="7bb690c8a6e028e4" providerId="LiveId" clId="{A637FAE7-8F54-4D10-ABA7-A5DE3A2F9A51}" dt="2022-01-06T17:06:48.135" v="992" actId="1076"/>
          <ac:picMkLst>
            <pc:docMk/>
            <pc:sldMk cId="1438058868" sldId="376"/>
            <ac:picMk id="113" creationId="{9527F954-2694-49D0-83E3-E1CC33EBBAE2}"/>
          </ac:picMkLst>
        </pc:picChg>
        <pc:picChg chg="add del mod">
          <ac:chgData name="Alexandre Quach" userId="7bb690c8a6e028e4" providerId="LiveId" clId="{A637FAE7-8F54-4D10-ABA7-A5DE3A2F9A51}" dt="2022-01-06T17:06:50.620" v="993" actId="478"/>
          <ac:picMkLst>
            <pc:docMk/>
            <pc:sldMk cId="1438058868" sldId="376"/>
            <ac:picMk id="115" creationId="{FCC87491-D9E6-4834-862D-CFE131481141}"/>
          </ac:picMkLst>
        </pc:picChg>
        <pc:picChg chg="add mod">
          <ac:chgData name="Alexandre Quach" userId="7bb690c8a6e028e4" providerId="LiveId" clId="{A637FAE7-8F54-4D10-ABA7-A5DE3A2F9A51}" dt="2022-01-06T17:06:48.135" v="992" actId="1076"/>
          <ac:picMkLst>
            <pc:docMk/>
            <pc:sldMk cId="1438058868" sldId="376"/>
            <ac:picMk id="116" creationId="{C1C7A98B-DC2D-461C-991F-5B4CACCB6D65}"/>
          </ac:picMkLst>
        </pc:picChg>
        <pc:picChg chg="add mod">
          <ac:chgData name="Alexandre Quach" userId="7bb690c8a6e028e4" providerId="LiveId" clId="{A637FAE7-8F54-4D10-ABA7-A5DE3A2F9A51}" dt="2022-01-06T17:06:48.135" v="992" actId="1076"/>
          <ac:picMkLst>
            <pc:docMk/>
            <pc:sldMk cId="1438058868" sldId="376"/>
            <ac:picMk id="117" creationId="{14E70D10-3D3C-48DF-987F-3B7E04F3B9CA}"/>
          </ac:picMkLst>
        </pc:picChg>
        <pc:picChg chg="mod">
          <ac:chgData name="Alexandre Quach" userId="7bb690c8a6e028e4" providerId="LiveId" clId="{A637FAE7-8F54-4D10-ABA7-A5DE3A2F9A51}" dt="2022-01-06T17:07:03.576" v="994"/>
          <ac:picMkLst>
            <pc:docMk/>
            <pc:sldMk cId="1438058868" sldId="376"/>
            <ac:picMk id="119" creationId="{A3F28C23-4496-4BCF-B961-07583884DFBA}"/>
          </ac:picMkLst>
        </pc:picChg>
        <pc:picChg chg="mod">
          <ac:chgData name="Alexandre Quach" userId="7bb690c8a6e028e4" providerId="LiveId" clId="{A637FAE7-8F54-4D10-ABA7-A5DE3A2F9A51}" dt="2022-01-06T17:07:03.576" v="994"/>
          <ac:picMkLst>
            <pc:docMk/>
            <pc:sldMk cId="1438058868" sldId="376"/>
            <ac:picMk id="120" creationId="{1373F75E-3013-46B5-9E20-EB9D137A4A0C}"/>
          </ac:picMkLst>
        </pc:picChg>
        <pc:cxnChg chg="add del mod">
          <ac:chgData name="Alexandre Quach" userId="7bb690c8a6e028e4" providerId="LiveId" clId="{A637FAE7-8F54-4D10-ABA7-A5DE3A2F9A51}" dt="2022-01-06T17:02:27.933" v="925" actId="478"/>
          <ac:cxnSpMkLst>
            <pc:docMk/>
            <pc:sldMk cId="1438058868" sldId="376"/>
            <ac:cxnSpMk id="7" creationId="{B647597E-5E72-4439-864B-9FE031F32431}"/>
          </ac:cxnSpMkLst>
        </pc:cxnChg>
        <pc:cxnChg chg="add mod">
          <ac:chgData name="Alexandre Quach" userId="7bb690c8a6e028e4" providerId="LiveId" clId="{A637FAE7-8F54-4D10-ABA7-A5DE3A2F9A51}" dt="2022-01-06T17:06:48.135" v="992" actId="1076"/>
          <ac:cxnSpMkLst>
            <pc:docMk/>
            <pc:sldMk cId="1438058868" sldId="376"/>
            <ac:cxnSpMk id="114" creationId="{F0A55535-BD13-4E68-8378-A3B6736B840F}"/>
          </ac:cxnSpMkLst>
        </pc:cxnChg>
      </pc:sldChg>
      <pc:sldChg chg="addSp delSp modSp add mod">
        <pc:chgData name="Alexandre Quach" userId="7bb690c8a6e028e4" providerId="LiveId" clId="{A637FAE7-8F54-4D10-ABA7-A5DE3A2F9A51}" dt="2022-01-06T23:10:11.692" v="1101" actId="1076"/>
        <pc:sldMkLst>
          <pc:docMk/>
          <pc:sldMk cId="4149175248" sldId="377"/>
        </pc:sldMkLst>
        <pc:spChg chg="del">
          <ac:chgData name="Alexandre Quach" userId="7bb690c8a6e028e4" providerId="LiveId" clId="{A637FAE7-8F54-4D10-ABA7-A5DE3A2F9A51}" dt="2022-01-06T22:30:00.388" v="1063" actId="478"/>
          <ac:spMkLst>
            <pc:docMk/>
            <pc:sldMk cId="4149175248" sldId="377"/>
            <ac:spMk id="9" creationId="{7C8B43CD-F96F-470F-8892-4E5D4B589D26}"/>
          </ac:spMkLst>
        </pc:spChg>
        <pc:spChg chg="del">
          <ac:chgData name="Alexandre Quach" userId="7bb690c8a6e028e4" providerId="LiveId" clId="{A637FAE7-8F54-4D10-ABA7-A5DE3A2F9A51}" dt="2022-01-06T22:30:00.388" v="1063" actId="478"/>
          <ac:spMkLst>
            <pc:docMk/>
            <pc:sldMk cId="4149175248" sldId="377"/>
            <ac:spMk id="10" creationId="{4916177C-83B1-4835-883C-A2A4C1B4FA03}"/>
          </ac:spMkLst>
        </pc:spChg>
        <pc:spChg chg="del">
          <ac:chgData name="Alexandre Quach" userId="7bb690c8a6e028e4" providerId="LiveId" clId="{A637FAE7-8F54-4D10-ABA7-A5DE3A2F9A51}" dt="2022-01-06T22:30:00.388" v="1063" actId="478"/>
          <ac:spMkLst>
            <pc:docMk/>
            <pc:sldMk cId="4149175248" sldId="377"/>
            <ac:spMk id="11" creationId="{960FF935-FE3C-4AC6-8BF3-428246B14FF4}"/>
          </ac:spMkLst>
        </pc:spChg>
        <pc:spChg chg="del">
          <ac:chgData name="Alexandre Quach" userId="7bb690c8a6e028e4" providerId="LiveId" clId="{A637FAE7-8F54-4D10-ABA7-A5DE3A2F9A51}" dt="2022-01-06T22:30:05.331" v="1066" actId="478"/>
          <ac:spMkLst>
            <pc:docMk/>
            <pc:sldMk cId="4149175248" sldId="377"/>
            <ac:spMk id="16" creationId="{7E0A2DDC-8B52-45B5-A2CF-278987FE3350}"/>
          </ac:spMkLst>
        </pc:spChg>
        <pc:spChg chg="del">
          <ac:chgData name="Alexandre Quach" userId="7bb690c8a6e028e4" providerId="LiveId" clId="{A637FAE7-8F54-4D10-ABA7-A5DE3A2F9A51}" dt="2022-01-06T22:30:05.331" v="1066" actId="478"/>
          <ac:spMkLst>
            <pc:docMk/>
            <pc:sldMk cId="4149175248" sldId="377"/>
            <ac:spMk id="27" creationId="{9EF4863D-5658-4E86-8AC4-11B834FACC48}"/>
          </ac:spMkLst>
        </pc:spChg>
        <pc:spChg chg="add mod">
          <ac:chgData name="Alexandre Quach" userId="7bb690c8a6e028e4" providerId="LiveId" clId="{A637FAE7-8F54-4D10-ABA7-A5DE3A2F9A51}" dt="2022-01-06T22:30:26.034" v="1068" actId="1076"/>
          <ac:spMkLst>
            <pc:docMk/>
            <pc:sldMk cId="4149175248" sldId="377"/>
            <ac:spMk id="38" creationId="{01738D8F-BB92-47C1-A590-26666EAB3163}"/>
          </ac:spMkLst>
        </pc:spChg>
        <pc:spChg chg="del">
          <ac:chgData name="Alexandre Quach" userId="7bb690c8a6e028e4" providerId="LiveId" clId="{A637FAE7-8F54-4D10-ABA7-A5DE3A2F9A51}" dt="2022-01-06T22:30:00.388" v="1063" actId="478"/>
          <ac:spMkLst>
            <pc:docMk/>
            <pc:sldMk cId="4149175248" sldId="377"/>
            <ac:spMk id="72" creationId="{7D0C2E6E-5CC8-4CB5-8AAF-0D78E50BA15D}"/>
          </ac:spMkLst>
        </pc:spChg>
        <pc:spChg chg="del">
          <ac:chgData name="Alexandre Quach" userId="7bb690c8a6e028e4" providerId="LiveId" clId="{A637FAE7-8F54-4D10-ABA7-A5DE3A2F9A51}" dt="2022-01-06T22:30:00.388" v="1063" actId="478"/>
          <ac:spMkLst>
            <pc:docMk/>
            <pc:sldMk cId="4149175248" sldId="377"/>
            <ac:spMk id="104" creationId="{1E4F9F84-8E18-49C5-BAAE-B1CB949FA318}"/>
          </ac:spMkLst>
        </pc:spChg>
        <pc:spChg chg="del">
          <ac:chgData name="Alexandre Quach" userId="7bb690c8a6e028e4" providerId="LiveId" clId="{A637FAE7-8F54-4D10-ABA7-A5DE3A2F9A51}" dt="2022-01-06T22:30:00.388" v="1063" actId="478"/>
          <ac:spMkLst>
            <pc:docMk/>
            <pc:sldMk cId="4149175248" sldId="377"/>
            <ac:spMk id="105" creationId="{458EF788-C68A-4F9D-8D2F-2BCB386013FA}"/>
          </ac:spMkLst>
        </pc:spChg>
        <pc:spChg chg="del">
          <ac:chgData name="Alexandre Quach" userId="7bb690c8a6e028e4" providerId="LiveId" clId="{A637FAE7-8F54-4D10-ABA7-A5DE3A2F9A51}" dt="2022-01-06T22:30:00.388" v="1063" actId="478"/>
          <ac:spMkLst>
            <pc:docMk/>
            <pc:sldMk cId="4149175248" sldId="377"/>
            <ac:spMk id="106" creationId="{AEE9FE3A-B2C8-4C78-A6D5-E6AFEFD00314}"/>
          </ac:spMkLst>
        </pc:spChg>
        <pc:spChg chg="del mod">
          <ac:chgData name="Alexandre Quach" userId="7bb690c8a6e028e4" providerId="LiveId" clId="{A637FAE7-8F54-4D10-ABA7-A5DE3A2F9A51}" dt="2022-01-06T22:30:02.956" v="1065" actId="478"/>
          <ac:spMkLst>
            <pc:docMk/>
            <pc:sldMk cId="4149175248" sldId="377"/>
            <ac:spMk id="112" creationId="{0BEEF217-DF4A-4C3D-B391-DBA11F19E98E}"/>
          </ac:spMkLst>
        </pc:spChg>
        <pc:grpChg chg="del">
          <ac:chgData name="Alexandre Quach" userId="7bb690c8a6e028e4" providerId="LiveId" clId="{A637FAE7-8F54-4D10-ABA7-A5DE3A2F9A51}" dt="2022-01-06T22:30:00.388" v="1063" actId="478"/>
          <ac:grpSpMkLst>
            <pc:docMk/>
            <pc:sldMk cId="4149175248" sldId="377"/>
            <ac:grpSpMk id="118" creationId="{07471AD5-8D45-4505-8E87-006323D6DDF0}"/>
          </ac:grpSpMkLst>
        </pc:grpChg>
        <pc:picChg chg="add mod">
          <ac:chgData name="Alexandre Quach" userId="7bb690c8a6e028e4" providerId="LiveId" clId="{A637FAE7-8F54-4D10-ABA7-A5DE3A2F9A51}" dt="2022-01-06T22:31:09.284" v="1074" actId="207"/>
          <ac:picMkLst>
            <pc:docMk/>
            <pc:sldMk cId="4149175248" sldId="377"/>
            <ac:picMk id="3" creationId="{D3742835-5FCF-4A21-962C-1F148E225ACB}"/>
          </ac:picMkLst>
        </pc:picChg>
        <pc:picChg chg="add mod">
          <ac:chgData name="Alexandre Quach" userId="7bb690c8a6e028e4" providerId="LiveId" clId="{A637FAE7-8F54-4D10-ABA7-A5DE3A2F9A51}" dt="2022-01-06T22:48:33.148" v="1082" actId="207"/>
          <ac:picMkLst>
            <pc:docMk/>
            <pc:sldMk cId="4149175248" sldId="377"/>
            <ac:picMk id="5" creationId="{A9F42BDC-3330-4C86-8E03-BBAD481EB1A9}"/>
          </ac:picMkLst>
        </pc:picChg>
        <pc:picChg chg="add del mod">
          <ac:chgData name="Alexandre Quach" userId="7bb690c8a6e028e4" providerId="LiveId" clId="{A637FAE7-8F54-4D10-ABA7-A5DE3A2F9A51}" dt="2022-01-06T23:02:03.923" v="1091" actId="478"/>
          <ac:picMkLst>
            <pc:docMk/>
            <pc:sldMk cId="4149175248" sldId="377"/>
            <ac:picMk id="7" creationId="{50E2C17C-B12C-421B-B66D-D1787D7EC3B2}"/>
          </ac:picMkLst>
        </pc:picChg>
        <pc:picChg chg="del">
          <ac:chgData name="Alexandre Quach" userId="7bb690c8a6e028e4" providerId="LiveId" clId="{A637FAE7-8F54-4D10-ABA7-A5DE3A2F9A51}" dt="2022-01-06T22:30:05.331" v="1066" actId="478"/>
          <ac:picMkLst>
            <pc:docMk/>
            <pc:sldMk cId="4149175248" sldId="377"/>
            <ac:picMk id="8" creationId="{E606E912-68D0-42E1-B00C-1F963EF3AAD1}"/>
          </ac:picMkLst>
        </pc:picChg>
        <pc:picChg chg="del">
          <ac:chgData name="Alexandre Quach" userId="7bb690c8a6e028e4" providerId="LiveId" clId="{A637FAE7-8F54-4D10-ABA7-A5DE3A2F9A51}" dt="2022-01-06T22:30:00.388" v="1063" actId="478"/>
          <ac:picMkLst>
            <pc:docMk/>
            <pc:sldMk cId="4149175248" sldId="377"/>
            <ac:picMk id="13" creationId="{31DC56F5-91ED-4856-AFAC-196851055774}"/>
          </ac:picMkLst>
        </pc:picChg>
        <pc:picChg chg="del">
          <ac:chgData name="Alexandre Quach" userId="7bb690c8a6e028e4" providerId="LiveId" clId="{A637FAE7-8F54-4D10-ABA7-A5DE3A2F9A51}" dt="2022-01-06T22:30:05.331" v="1066" actId="478"/>
          <ac:picMkLst>
            <pc:docMk/>
            <pc:sldMk cId="4149175248" sldId="377"/>
            <ac:picMk id="14" creationId="{C87118B2-4A7C-44A4-9F34-6DB96DF1727B}"/>
          </ac:picMkLst>
        </pc:picChg>
        <pc:picChg chg="add mod">
          <ac:chgData name="Alexandre Quach" userId="7bb690c8a6e028e4" providerId="LiveId" clId="{A637FAE7-8F54-4D10-ABA7-A5DE3A2F9A51}" dt="2022-01-06T23:02:25.481" v="1099" actId="1035"/>
          <ac:picMkLst>
            <pc:docMk/>
            <pc:sldMk cId="4149175248" sldId="377"/>
            <ac:picMk id="17" creationId="{EE30D472-33AB-4D09-A969-72AE6C854990}"/>
          </ac:picMkLst>
        </pc:picChg>
        <pc:picChg chg="del">
          <ac:chgData name="Alexandre Quach" userId="7bb690c8a6e028e4" providerId="LiveId" clId="{A637FAE7-8F54-4D10-ABA7-A5DE3A2F9A51}" dt="2022-01-06T22:30:05.331" v="1066" actId="478"/>
          <ac:picMkLst>
            <pc:docMk/>
            <pc:sldMk cId="4149175248" sldId="377"/>
            <ac:picMk id="18" creationId="{7FC73B24-6679-4D82-A125-33364DBB1A8C}"/>
          </ac:picMkLst>
        </pc:picChg>
        <pc:picChg chg="del">
          <ac:chgData name="Alexandre Quach" userId="7bb690c8a6e028e4" providerId="LiveId" clId="{A637FAE7-8F54-4D10-ABA7-A5DE3A2F9A51}" dt="2022-01-06T22:30:05.331" v="1066" actId="478"/>
          <ac:picMkLst>
            <pc:docMk/>
            <pc:sldMk cId="4149175248" sldId="377"/>
            <ac:picMk id="29" creationId="{D7A97285-DD32-4977-8DAF-5FBE5FAE0FCD}"/>
          </ac:picMkLst>
        </pc:picChg>
        <pc:picChg chg="del">
          <ac:chgData name="Alexandre Quach" userId="7bb690c8a6e028e4" providerId="LiveId" clId="{A637FAE7-8F54-4D10-ABA7-A5DE3A2F9A51}" dt="2022-01-06T22:30:05.331" v="1066" actId="478"/>
          <ac:picMkLst>
            <pc:docMk/>
            <pc:sldMk cId="4149175248" sldId="377"/>
            <ac:picMk id="36" creationId="{4D08010E-DE28-4480-937B-EE79FFD6B505}"/>
          </ac:picMkLst>
        </pc:picChg>
        <pc:picChg chg="del">
          <ac:chgData name="Alexandre Quach" userId="7bb690c8a6e028e4" providerId="LiveId" clId="{A637FAE7-8F54-4D10-ABA7-A5DE3A2F9A51}" dt="2022-01-06T22:30:05.331" v="1066" actId="478"/>
          <ac:picMkLst>
            <pc:docMk/>
            <pc:sldMk cId="4149175248" sldId="377"/>
            <ac:picMk id="37" creationId="{63195897-92E7-4C1D-98A6-5E5C3635A894}"/>
          </ac:picMkLst>
        </pc:picChg>
        <pc:picChg chg="add mod">
          <ac:chgData name="Alexandre Quach" userId="7bb690c8a6e028e4" providerId="LiveId" clId="{A637FAE7-8F54-4D10-ABA7-A5DE3A2F9A51}" dt="2022-01-06T22:30:31.901" v="1069"/>
          <ac:picMkLst>
            <pc:docMk/>
            <pc:sldMk cId="4149175248" sldId="377"/>
            <ac:picMk id="39" creationId="{F51114D8-5C27-47AF-B2E3-2A270EA4FDE5}"/>
          </ac:picMkLst>
        </pc:picChg>
        <pc:picChg chg="add mod">
          <ac:chgData name="Alexandre Quach" userId="7bb690c8a6e028e4" providerId="LiveId" clId="{A637FAE7-8F54-4D10-ABA7-A5DE3A2F9A51}" dt="2022-01-06T22:47:09.259" v="1076" actId="1076"/>
          <ac:picMkLst>
            <pc:docMk/>
            <pc:sldMk cId="4149175248" sldId="377"/>
            <ac:picMk id="40" creationId="{7C7CCB16-8009-4C5C-BD9C-F1BDF9F9625A}"/>
          </ac:picMkLst>
        </pc:picChg>
        <pc:picChg chg="add mod">
          <ac:chgData name="Alexandre Quach" userId="7bb690c8a6e028e4" providerId="LiveId" clId="{A637FAE7-8F54-4D10-ABA7-A5DE3A2F9A51}" dt="2022-01-06T23:01:20.874" v="1084" actId="1076"/>
          <ac:picMkLst>
            <pc:docMk/>
            <pc:sldMk cId="4149175248" sldId="377"/>
            <ac:picMk id="43" creationId="{BB0136A9-D2A8-4362-9577-557828D6A4B6}"/>
          </ac:picMkLst>
        </pc:picChg>
        <pc:picChg chg="add mod">
          <ac:chgData name="Alexandre Quach" userId="7bb690c8a6e028e4" providerId="LiveId" clId="{A637FAE7-8F54-4D10-ABA7-A5DE3A2F9A51}" dt="2022-01-06T23:10:11.692" v="1101" actId="1076"/>
          <ac:picMkLst>
            <pc:docMk/>
            <pc:sldMk cId="4149175248" sldId="377"/>
            <ac:picMk id="48" creationId="{227D7C76-5E70-4316-B0A0-4727BD5A297A}"/>
          </ac:picMkLst>
        </pc:picChg>
        <pc:picChg chg="del">
          <ac:chgData name="Alexandre Quach" userId="7bb690c8a6e028e4" providerId="LiveId" clId="{A637FAE7-8F54-4D10-ABA7-A5DE3A2F9A51}" dt="2022-01-06T22:30:00.388" v="1063" actId="478"/>
          <ac:picMkLst>
            <pc:docMk/>
            <pc:sldMk cId="4149175248" sldId="377"/>
            <ac:picMk id="73" creationId="{8C557F33-D0B1-4CFD-A921-A44170A95899}"/>
          </ac:picMkLst>
        </pc:picChg>
        <pc:picChg chg="del">
          <ac:chgData name="Alexandre Quach" userId="7bb690c8a6e028e4" providerId="LiveId" clId="{A637FAE7-8F54-4D10-ABA7-A5DE3A2F9A51}" dt="2022-01-06T22:30:00.388" v="1063" actId="478"/>
          <ac:picMkLst>
            <pc:docMk/>
            <pc:sldMk cId="4149175248" sldId="377"/>
            <ac:picMk id="80" creationId="{79F23AC1-D85E-4AE8-A93E-EB001DB1D850}"/>
          </ac:picMkLst>
        </pc:picChg>
        <pc:picChg chg="del">
          <ac:chgData name="Alexandre Quach" userId="7bb690c8a6e028e4" providerId="LiveId" clId="{A637FAE7-8F54-4D10-ABA7-A5DE3A2F9A51}" dt="2022-01-06T22:30:00.388" v="1063" actId="478"/>
          <ac:picMkLst>
            <pc:docMk/>
            <pc:sldMk cId="4149175248" sldId="377"/>
            <ac:picMk id="81" creationId="{17792031-863C-4E5A-9288-9782E2E54E6D}"/>
          </ac:picMkLst>
        </pc:picChg>
        <pc:picChg chg="del">
          <ac:chgData name="Alexandre Quach" userId="7bb690c8a6e028e4" providerId="LiveId" clId="{A637FAE7-8F54-4D10-ABA7-A5DE3A2F9A51}" dt="2022-01-06T22:30:00.388" v="1063" actId="478"/>
          <ac:picMkLst>
            <pc:docMk/>
            <pc:sldMk cId="4149175248" sldId="377"/>
            <ac:picMk id="102" creationId="{AB48317B-0220-4C3A-B0B9-9411DB55BF97}"/>
          </ac:picMkLst>
        </pc:picChg>
        <pc:picChg chg="del">
          <ac:chgData name="Alexandre Quach" userId="7bb690c8a6e028e4" providerId="LiveId" clId="{A637FAE7-8F54-4D10-ABA7-A5DE3A2F9A51}" dt="2022-01-06T22:30:00.388" v="1063" actId="478"/>
          <ac:picMkLst>
            <pc:docMk/>
            <pc:sldMk cId="4149175248" sldId="377"/>
            <ac:picMk id="107" creationId="{EC283E6D-52F8-4383-A11B-52BB1B14A215}"/>
          </ac:picMkLst>
        </pc:picChg>
        <pc:picChg chg="del">
          <ac:chgData name="Alexandre Quach" userId="7bb690c8a6e028e4" providerId="LiveId" clId="{A637FAE7-8F54-4D10-ABA7-A5DE3A2F9A51}" dt="2022-01-06T22:30:00.388" v="1063" actId="478"/>
          <ac:picMkLst>
            <pc:docMk/>
            <pc:sldMk cId="4149175248" sldId="377"/>
            <ac:picMk id="108" creationId="{D08C27DE-0208-4152-A1A2-652C11358004}"/>
          </ac:picMkLst>
        </pc:picChg>
        <pc:picChg chg="del">
          <ac:chgData name="Alexandre Quach" userId="7bb690c8a6e028e4" providerId="LiveId" clId="{A637FAE7-8F54-4D10-ABA7-A5DE3A2F9A51}" dt="2022-01-06T22:30:00.388" v="1063" actId="478"/>
          <ac:picMkLst>
            <pc:docMk/>
            <pc:sldMk cId="4149175248" sldId="377"/>
            <ac:picMk id="109" creationId="{04BCDA9B-0940-4C35-AD98-0CB2A8411E7C}"/>
          </ac:picMkLst>
        </pc:picChg>
        <pc:picChg chg="del">
          <ac:chgData name="Alexandre Quach" userId="7bb690c8a6e028e4" providerId="LiveId" clId="{A637FAE7-8F54-4D10-ABA7-A5DE3A2F9A51}" dt="2022-01-06T22:30:00.388" v="1063" actId="478"/>
          <ac:picMkLst>
            <pc:docMk/>
            <pc:sldMk cId="4149175248" sldId="377"/>
            <ac:picMk id="113" creationId="{9527F954-2694-49D0-83E3-E1CC33EBBAE2}"/>
          </ac:picMkLst>
        </pc:picChg>
        <pc:picChg chg="del">
          <ac:chgData name="Alexandre Quach" userId="7bb690c8a6e028e4" providerId="LiveId" clId="{A637FAE7-8F54-4D10-ABA7-A5DE3A2F9A51}" dt="2022-01-06T22:30:00.388" v="1063" actId="478"/>
          <ac:picMkLst>
            <pc:docMk/>
            <pc:sldMk cId="4149175248" sldId="377"/>
            <ac:picMk id="116" creationId="{C1C7A98B-DC2D-461C-991F-5B4CACCB6D65}"/>
          </ac:picMkLst>
        </pc:picChg>
        <pc:picChg chg="del">
          <ac:chgData name="Alexandre Quach" userId="7bb690c8a6e028e4" providerId="LiveId" clId="{A637FAE7-8F54-4D10-ABA7-A5DE3A2F9A51}" dt="2022-01-06T22:30:00.388" v="1063" actId="478"/>
          <ac:picMkLst>
            <pc:docMk/>
            <pc:sldMk cId="4149175248" sldId="377"/>
            <ac:picMk id="117" creationId="{14E70D10-3D3C-48DF-987F-3B7E04F3B9CA}"/>
          </ac:picMkLst>
        </pc:picChg>
        <pc:cxnChg chg="del">
          <ac:chgData name="Alexandre Quach" userId="7bb690c8a6e028e4" providerId="LiveId" clId="{A637FAE7-8F54-4D10-ABA7-A5DE3A2F9A51}" dt="2022-01-06T22:30:00.388" v="1063" actId="478"/>
          <ac:cxnSpMkLst>
            <pc:docMk/>
            <pc:sldMk cId="4149175248" sldId="377"/>
            <ac:cxnSpMk id="114" creationId="{F0A55535-BD13-4E68-8378-A3B6736B840F}"/>
          </ac:cxnSpMkLst>
        </pc:cxnChg>
      </pc:sldChg>
      <pc:sldChg chg="addSp delSp modSp add mod">
        <pc:chgData name="Alexandre Quach" userId="7bb690c8a6e028e4" providerId="LiveId" clId="{A637FAE7-8F54-4D10-ABA7-A5DE3A2F9A51}" dt="2022-01-07T08:49:40.169" v="1177" actId="1076"/>
        <pc:sldMkLst>
          <pc:docMk/>
          <pc:sldMk cId="1615503374" sldId="378"/>
        </pc:sldMkLst>
        <pc:grpChg chg="add mod">
          <ac:chgData name="Alexandre Quach" userId="7bb690c8a6e028e4" providerId="LiveId" clId="{A637FAE7-8F54-4D10-ABA7-A5DE3A2F9A51}" dt="2022-01-07T08:49:27.562" v="1170" actId="1076"/>
          <ac:grpSpMkLst>
            <pc:docMk/>
            <pc:sldMk cId="1615503374" sldId="378"/>
            <ac:grpSpMk id="10" creationId="{4B575EAD-4BCE-4ECE-AA44-2D9845630476}"/>
          </ac:grpSpMkLst>
        </pc:grpChg>
        <pc:grpChg chg="add mod">
          <ac:chgData name="Alexandre Quach" userId="7bb690c8a6e028e4" providerId="LiveId" clId="{A637FAE7-8F54-4D10-ABA7-A5DE3A2F9A51}" dt="2022-01-07T08:49:39.032" v="1176" actId="1076"/>
          <ac:grpSpMkLst>
            <pc:docMk/>
            <pc:sldMk cId="1615503374" sldId="378"/>
            <ac:grpSpMk id="11" creationId="{28555B9F-C9AA-47C7-8BFF-0B315FEF21A9}"/>
          </ac:grpSpMkLst>
        </pc:grpChg>
        <pc:grpChg chg="add del mod">
          <ac:chgData name="Alexandre Quach" userId="7bb690c8a6e028e4" providerId="LiveId" clId="{A637FAE7-8F54-4D10-ABA7-A5DE3A2F9A51}" dt="2022-01-07T08:49:13.785" v="1167" actId="478"/>
          <ac:grpSpMkLst>
            <pc:docMk/>
            <pc:sldMk cId="1615503374" sldId="378"/>
            <ac:grpSpMk id="22" creationId="{AC5AF60C-9E85-4AFA-BD38-652D07BAD537}"/>
          </ac:grpSpMkLst>
        </pc:grpChg>
        <pc:picChg chg="del">
          <ac:chgData name="Alexandre Quach" userId="7bb690c8a6e028e4" providerId="LiveId" clId="{A637FAE7-8F54-4D10-ABA7-A5DE3A2F9A51}" dt="2022-01-07T08:46:09.160" v="1114" actId="478"/>
          <ac:picMkLst>
            <pc:docMk/>
            <pc:sldMk cId="1615503374" sldId="378"/>
            <ac:picMk id="3" creationId="{D3742835-5FCF-4A21-962C-1F148E225ACB}"/>
          </ac:picMkLst>
        </pc:picChg>
        <pc:picChg chg="add mod modCrop">
          <ac:chgData name="Alexandre Quach" userId="7bb690c8a6e028e4" providerId="LiveId" clId="{A637FAE7-8F54-4D10-ABA7-A5DE3A2F9A51}" dt="2022-01-07T08:49:40.169" v="1177" actId="1076"/>
          <ac:picMkLst>
            <pc:docMk/>
            <pc:sldMk cId="1615503374" sldId="378"/>
            <ac:picMk id="4" creationId="{2E69FA18-975F-4691-A880-5194CFC213B3}"/>
          </ac:picMkLst>
        </pc:picChg>
        <pc:picChg chg="del mod">
          <ac:chgData name="Alexandre Quach" userId="7bb690c8a6e028e4" providerId="LiveId" clId="{A637FAE7-8F54-4D10-ABA7-A5DE3A2F9A51}" dt="2022-01-07T08:46:12.056" v="1117" actId="478"/>
          <ac:picMkLst>
            <pc:docMk/>
            <pc:sldMk cId="1615503374" sldId="378"/>
            <ac:picMk id="5" creationId="{A9F42BDC-3330-4C86-8E03-BBAD481EB1A9}"/>
          </ac:picMkLst>
        </pc:picChg>
        <pc:picChg chg="add mod modCrop">
          <ac:chgData name="Alexandre Quach" userId="7bb690c8a6e028e4" providerId="LiveId" clId="{A637FAE7-8F54-4D10-ABA7-A5DE3A2F9A51}" dt="2022-01-07T08:48:46.325" v="1152" actId="164"/>
          <ac:picMkLst>
            <pc:docMk/>
            <pc:sldMk cId="1615503374" sldId="378"/>
            <ac:picMk id="7" creationId="{33ACA0A7-AA07-4F6A-9CA1-4D0C330C94EF}"/>
          </ac:picMkLst>
        </pc:picChg>
        <pc:picChg chg="add del mod">
          <ac:chgData name="Alexandre Quach" userId="7bb690c8a6e028e4" providerId="LiveId" clId="{A637FAE7-8F54-4D10-ABA7-A5DE3A2F9A51}" dt="2022-01-07T08:49:37.637" v="1175" actId="164"/>
          <ac:picMkLst>
            <pc:docMk/>
            <pc:sldMk cId="1615503374" sldId="378"/>
            <ac:picMk id="9" creationId="{EC7762F2-8C99-49A4-9156-1658B2140D30}"/>
          </ac:picMkLst>
        </pc:picChg>
        <pc:picChg chg="del mod">
          <ac:chgData name="Alexandre Quach" userId="7bb690c8a6e028e4" providerId="LiveId" clId="{A637FAE7-8F54-4D10-ABA7-A5DE3A2F9A51}" dt="2022-01-07T08:46:12.759" v="1119" actId="478"/>
          <ac:picMkLst>
            <pc:docMk/>
            <pc:sldMk cId="1615503374" sldId="378"/>
            <ac:picMk id="17" creationId="{EE30D472-33AB-4D09-A969-72AE6C854990}"/>
          </ac:picMkLst>
        </pc:picChg>
        <pc:picChg chg="add mod">
          <ac:chgData name="Alexandre Quach" userId="7bb690c8a6e028e4" providerId="LiveId" clId="{A637FAE7-8F54-4D10-ABA7-A5DE3A2F9A51}" dt="2022-01-07T08:48:46.325" v="1152" actId="164"/>
          <ac:picMkLst>
            <pc:docMk/>
            <pc:sldMk cId="1615503374" sldId="378"/>
            <ac:picMk id="19" creationId="{15DDE9C5-1DDD-4583-B5ED-72A65F221F5E}"/>
          </ac:picMkLst>
        </pc:picChg>
        <pc:picChg chg="add mod">
          <ac:chgData name="Alexandre Quach" userId="7bb690c8a6e028e4" providerId="LiveId" clId="{A637FAE7-8F54-4D10-ABA7-A5DE3A2F9A51}" dt="2022-01-07T08:49:37.637" v="1175" actId="164"/>
          <ac:picMkLst>
            <pc:docMk/>
            <pc:sldMk cId="1615503374" sldId="378"/>
            <ac:picMk id="21" creationId="{0DCA34B0-65BB-4DE6-927B-EEEEE089559C}"/>
          </ac:picMkLst>
        </pc:picChg>
        <pc:picChg chg="mod">
          <ac:chgData name="Alexandre Quach" userId="7bb690c8a6e028e4" providerId="LiveId" clId="{A637FAE7-8F54-4D10-ABA7-A5DE3A2F9A51}" dt="2022-01-07T08:49:09.466" v="1164"/>
          <ac:picMkLst>
            <pc:docMk/>
            <pc:sldMk cId="1615503374" sldId="378"/>
            <ac:picMk id="23" creationId="{7D09073B-802F-4D16-B3EB-D4462F10E3AE}"/>
          </ac:picMkLst>
        </pc:picChg>
        <pc:picChg chg="mod">
          <ac:chgData name="Alexandre Quach" userId="7bb690c8a6e028e4" providerId="LiveId" clId="{A637FAE7-8F54-4D10-ABA7-A5DE3A2F9A51}" dt="2022-01-07T08:49:09.466" v="1164"/>
          <ac:picMkLst>
            <pc:docMk/>
            <pc:sldMk cId="1615503374" sldId="378"/>
            <ac:picMk id="24" creationId="{84D21B30-4557-416E-8648-D66FB1157722}"/>
          </ac:picMkLst>
        </pc:picChg>
        <pc:picChg chg="del">
          <ac:chgData name="Alexandre Quach" userId="7bb690c8a6e028e4" providerId="LiveId" clId="{A637FAE7-8F54-4D10-ABA7-A5DE3A2F9A51}" dt="2022-01-07T08:46:09.160" v="1114" actId="478"/>
          <ac:picMkLst>
            <pc:docMk/>
            <pc:sldMk cId="1615503374" sldId="378"/>
            <ac:picMk id="39" creationId="{F51114D8-5C27-47AF-B2E3-2A270EA4FDE5}"/>
          </ac:picMkLst>
        </pc:picChg>
        <pc:picChg chg="del">
          <ac:chgData name="Alexandre Quach" userId="7bb690c8a6e028e4" providerId="LiveId" clId="{A637FAE7-8F54-4D10-ABA7-A5DE3A2F9A51}" dt="2022-01-07T08:46:10.912" v="1115" actId="478"/>
          <ac:picMkLst>
            <pc:docMk/>
            <pc:sldMk cId="1615503374" sldId="378"/>
            <ac:picMk id="40" creationId="{7C7CCB16-8009-4C5C-BD9C-F1BDF9F9625A}"/>
          </ac:picMkLst>
        </pc:picChg>
        <pc:picChg chg="del">
          <ac:chgData name="Alexandre Quach" userId="7bb690c8a6e028e4" providerId="LiveId" clId="{A637FAE7-8F54-4D10-ABA7-A5DE3A2F9A51}" dt="2022-01-07T08:46:13.208" v="1120" actId="478"/>
          <ac:picMkLst>
            <pc:docMk/>
            <pc:sldMk cId="1615503374" sldId="378"/>
            <ac:picMk id="43" creationId="{BB0136A9-D2A8-4362-9577-557828D6A4B6}"/>
          </ac:picMkLst>
        </pc:picChg>
        <pc:picChg chg="del">
          <ac:chgData name="Alexandre Quach" userId="7bb690c8a6e028e4" providerId="LiveId" clId="{A637FAE7-8F54-4D10-ABA7-A5DE3A2F9A51}" dt="2022-01-07T08:46:14.184" v="1121" actId="478"/>
          <ac:picMkLst>
            <pc:docMk/>
            <pc:sldMk cId="1615503374" sldId="378"/>
            <ac:picMk id="48" creationId="{227D7C76-5E70-4316-B0A0-4727BD5A297A}"/>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256F334-7450-4E9F-BAD4-606833BD1647}" type="doc">
      <dgm:prSet loTypeId="urn:microsoft.com/office/officeart/2005/8/layout/cycle8" loCatId="cycle" qsTypeId="urn:microsoft.com/office/officeart/2005/8/quickstyle/simple1" qsCatId="simple" csTypeId="urn:microsoft.com/office/officeart/2005/8/colors/accent1_2" csCatId="accent1" phldr="1"/>
      <dgm:spPr/>
    </dgm:pt>
    <dgm:pt modelId="{1494C5B9-1FD6-4D80-AC35-E05FD2B5D04C}">
      <dgm:prSet phldrT="[Texte]"/>
      <dgm:spPr/>
      <dgm:t>
        <a:bodyPr/>
        <a:lstStyle/>
        <a:p>
          <a:r>
            <a:rPr lang="fr-FR"/>
            <a:t>Points de valeur</a:t>
          </a:r>
          <a:endParaRPr lang="en-US" dirty="0"/>
        </a:p>
      </dgm:t>
    </dgm:pt>
    <dgm:pt modelId="{848C41C6-EFBB-4A48-943B-6EC10C420D8F}" type="parTrans" cxnId="{6E84BB3B-9334-4B7D-A74E-E266C430A4F9}">
      <dgm:prSet/>
      <dgm:spPr/>
      <dgm:t>
        <a:bodyPr/>
        <a:lstStyle/>
        <a:p>
          <a:endParaRPr lang="en-US"/>
        </a:p>
      </dgm:t>
    </dgm:pt>
    <dgm:pt modelId="{789013AD-977E-4EB7-8AB7-AC31A32DA3BA}" type="sibTrans" cxnId="{6E84BB3B-9334-4B7D-A74E-E266C430A4F9}">
      <dgm:prSet/>
      <dgm:spPr/>
      <dgm:t>
        <a:bodyPr/>
        <a:lstStyle/>
        <a:p>
          <a:endParaRPr lang="en-US"/>
        </a:p>
      </dgm:t>
    </dgm:pt>
    <dgm:pt modelId="{D6B6656A-80F5-4A93-BC2F-2B6D990A65A9}">
      <dgm:prSet/>
      <dgm:spPr/>
      <dgm:t>
        <a:bodyPr/>
        <a:lstStyle/>
        <a:p>
          <a:r>
            <a:rPr lang="fr-FR"/>
            <a:t>Recrutez et augmentez le sentiment d'appartenance grâce aux artefacts.</a:t>
          </a:r>
        </a:p>
      </dgm:t>
    </dgm:pt>
    <dgm:pt modelId="{4C1B52E9-BB99-40AA-B483-DB421E4D2F67}" type="parTrans" cxnId="{AB99850B-0BFE-4B39-A4B3-DFB121AFD506}">
      <dgm:prSet/>
      <dgm:spPr/>
      <dgm:t>
        <a:bodyPr/>
        <a:lstStyle/>
        <a:p>
          <a:endParaRPr lang="fr-FR"/>
        </a:p>
      </dgm:t>
    </dgm:pt>
    <dgm:pt modelId="{5BD82D04-EFD3-4867-A55C-939B3CD1EC9F}" type="sibTrans" cxnId="{AB99850B-0BFE-4B39-A4B3-DFB121AFD506}">
      <dgm:prSet/>
      <dgm:spPr/>
      <dgm:t>
        <a:bodyPr/>
        <a:lstStyle/>
        <a:p>
          <a:endParaRPr lang="fr-FR"/>
        </a:p>
      </dgm:t>
    </dgm:pt>
    <dgm:pt modelId="{C6D5124A-B72E-4A7E-B4C5-0752DF3FB5B4}">
      <dgm:prSet/>
      <dgm:spPr/>
      <dgm:t>
        <a:bodyPr/>
        <a:lstStyle/>
        <a:p>
          <a:r>
            <a:rPr lang="fr-FR"/>
            <a:t>Transformez votre capacité de travail en actions de dynamisation de la communauté.</a:t>
          </a:r>
        </a:p>
      </dgm:t>
    </dgm:pt>
    <dgm:pt modelId="{86ECF84A-1DEB-41DB-A639-39E56785C98E}" type="parTrans" cxnId="{5ED407ED-5189-4999-A46C-77FDDA80F137}">
      <dgm:prSet/>
      <dgm:spPr/>
      <dgm:t>
        <a:bodyPr/>
        <a:lstStyle/>
        <a:p>
          <a:endParaRPr lang="fr-FR"/>
        </a:p>
      </dgm:t>
    </dgm:pt>
    <dgm:pt modelId="{DB607E6C-50C4-4F83-920A-90E02F526158}" type="sibTrans" cxnId="{5ED407ED-5189-4999-A46C-77FDDA80F137}">
      <dgm:prSet/>
      <dgm:spPr/>
      <dgm:t>
        <a:bodyPr/>
        <a:lstStyle/>
        <a:p>
          <a:endParaRPr lang="fr-FR"/>
        </a:p>
      </dgm:t>
    </dgm:pt>
    <dgm:pt modelId="{29CEDB25-F72E-405F-94DF-8A1FF334D2E6}" type="pres">
      <dgm:prSet presAssocID="{2256F334-7450-4E9F-BAD4-606833BD1647}" presName="compositeShape" presStyleCnt="0">
        <dgm:presLayoutVars>
          <dgm:chMax val="7"/>
          <dgm:dir/>
          <dgm:resizeHandles val="exact"/>
        </dgm:presLayoutVars>
      </dgm:prSet>
      <dgm:spPr/>
    </dgm:pt>
    <dgm:pt modelId="{EA02D110-46F4-4251-880C-609664B9300A}" type="pres">
      <dgm:prSet presAssocID="{2256F334-7450-4E9F-BAD4-606833BD1647}" presName="wedge1" presStyleLbl="node1" presStyleIdx="0" presStyleCnt="3"/>
      <dgm:spPr/>
    </dgm:pt>
    <dgm:pt modelId="{6E52C1DC-BE6A-4E9F-A0A7-62E183317944}" type="pres">
      <dgm:prSet presAssocID="{2256F334-7450-4E9F-BAD4-606833BD1647}" presName="dummy1a" presStyleCnt="0"/>
      <dgm:spPr/>
    </dgm:pt>
    <dgm:pt modelId="{96FB2530-167C-4B7F-8A02-EAE16D9A1603}" type="pres">
      <dgm:prSet presAssocID="{2256F334-7450-4E9F-BAD4-606833BD1647}" presName="dummy1b" presStyleCnt="0"/>
      <dgm:spPr/>
    </dgm:pt>
    <dgm:pt modelId="{4971C134-0A0B-417E-946B-F1E649FABC52}" type="pres">
      <dgm:prSet presAssocID="{2256F334-7450-4E9F-BAD4-606833BD1647}" presName="wedge1Tx" presStyleLbl="node1" presStyleIdx="0" presStyleCnt="3">
        <dgm:presLayoutVars>
          <dgm:chMax val="0"/>
          <dgm:chPref val="0"/>
          <dgm:bulletEnabled val="1"/>
        </dgm:presLayoutVars>
      </dgm:prSet>
      <dgm:spPr/>
    </dgm:pt>
    <dgm:pt modelId="{5F6ED84B-D504-46B2-AD4F-1E5DDFF71C3F}" type="pres">
      <dgm:prSet presAssocID="{2256F334-7450-4E9F-BAD4-606833BD1647}" presName="wedge2" presStyleLbl="node1" presStyleIdx="1" presStyleCnt="3"/>
      <dgm:spPr/>
    </dgm:pt>
    <dgm:pt modelId="{90F4763B-632D-4ABA-99E9-2856000CA656}" type="pres">
      <dgm:prSet presAssocID="{2256F334-7450-4E9F-BAD4-606833BD1647}" presName="dummy2a" presStyleCnt="0"/>
      <dgm:spPr/>
    </dgm:pt>
    <dgm:pt modelId="{5BF66A7F-0470-48D3-95F2-E8CECC50FA95}" type="pres">
      <dgm:prSet presAssocID="{2256F334-7450-4E9F-BAD4-606833BD1647}" presName="dummy2b" presStyleCnt="0"/>
      <dgm:spPr/>
    </dgm:pt>
    <dgm:pt modelId="{2B9F476F-2A85-4765-AA43-1AE4973638D9}" type="pres">
      <dgm:prSet presAssocID="{2256F334-7450-4E9F-BAD4-606833BD1647}" presName="wedge2Tx" presStyleLbl="node1" presStyleIdx="1" presStyleCnt="3">
        <dgm:presLayoutVars>
          <dgm:chMax val="0"/>
          <dgm:chPref val="0"/>
          <dgm:bulletEnabled val="1"/>
        </dgm:presLayoutVars>
      </dgm:prSet>
      <dgm:spPr/>
    </dgm:pt>
    <dgm:pt modelId="{1E3616D6-7DDD-4675-8B0D-E52F693E47D8}" type="pres">
      <dgm:prSet presAssocID="{2256F334-7450-4E9F-BAD4-606833BD1647}" presName="wedge3" presStyleLbl="node1" presStyleIdx="2" presStyleCnt="3"/>
      <dgm:spPr/>
    </dgm:pt>
    <dgm:pt modelId="{3365BC09-75B7-4F95-86CB-C3CDDD4CA941}" type="pres">
      <dgm:prSet presAssocID="{2256F334-7450-4E9F-BAD4-606833BD1647}" presName="dummy3a" presStyleCnt="0"/>
      <dgm:spPr/>
    </dgm:pt>
    <dgm:pt modelId="{0C982460-3AD2-4A19-8604-AA5049A67128}" type="pres">
      <dgm:prSet presAssocID="{2256F334-7450-4E9F-BAD4-606833BD1647}" presName="dummy3b" presStyleCnt="0"/>
      <dgm:spPr/>
    </dgm:pt>
    <dgm:pt modelId="{8001608F-84B6-44E6-99C0-6157894EA93F}" type="pres">
      <dgm:prSet presAssocID="{2256F334-7450-4E9F-BAD4-606833BD1647}" presName="wedge3Tx" presStyleLbl="node1" presStyleIdx="2" presStyleCnt="3">
        <dgm:presLayoutVars>
          <dgm:chMax val="0"/>
          <dgm:chPref val="0"/>
          <dgm:bulletEnabled val="1"/>
        </dgm:presLayoutVars>
      </dgm:prSet>
      <dgm:spPr/>
    </dgm:pt>
    <dgm:pt modelId="{7566E872-52D9-4F5D-85D0-5F4458BDF39F}" type="pres">
      <dgm:prSet presAssocID="{789013AD-977E-4EB7-8AB7-AC31A32DA3BA}" presName="arrowWedge1" presStyleLbl="fgSibTrans2D1" presStyleIdx="0" presStyleCnt="3"/>
      <dgm:spPr/>
    </dgm:pt>
    <dgm:pt modelId="{85A90C2A-1CDA-43A4-AE2B-1B9EF774C8CD}" type="pres">
      <dgm:prSet presAssocID="{5BD82D04-EFD3-4867-A55C-939B3CD1EC9F}" presName="arrowWedge2" presStyleLbl="fgSibTrans2D1" presStyleIdx="1" presStyleCnt="3"/>
      <dgm:spPr/>
    </dgm:pt>
    <dgm:pt modelId="{9CDBCD3C-8E0C-48CE-AE11-8F7ADD1F2FE1}" type="pres">
      <dgm:prSet presAssocID="{DB607E6C-50C4-4F83-920A-90E02F526158}" presName="arrowWedge3" presStyleLbl="fgSibTrans2D1" presStyleIdx="2" presStyleCnt="3"/>
      <dgm:spPr/>
    </dgm:pt>
  </dgm:ptLst>
  <dgm:cxnLst>
    <dgm:cxn modelId="{AB99850B-0BFE-4B39-A4B3-DFB121AFD506}" srcId="{2256F334-7450-4E9F-BAD4-606833BD1647}" destId="{D6B6656A-80F5-4A93-BC2F-2B6D990A65A9}" srcOrd="1" destOrd="0" parTransId="{4C1B52E9-BB99-40AA-B483-DB421E4D2F67}" sibTransId="{5BD82D04-EFD3-4867-A55C-939B3CD1EC9F}"/>
    <dgm:cxn modelId="{FD537412-B303-450F-8227-9CF9752EACCC}" type="presOf" srcId="{1494C5B9-1FD6-4D80-AC35-E05FD2B5D04C}" destId="{4971C134-0A0B-417E-946B-F1E649FABC52}" srcOrd="1" destOrd="0" presId="urn:microsoft.com/office/officeart/2005/8/layout/cycle8"/>
    <dgm:cxn modelId="{A1CAE320-6020-44FD-9550-6024CED90736}" type="presOf" srcId="{C6D5124A-B72E-4A7E-B4C5-0752DF3FB5B4}" destId="{8001608F-84B6-44E6-99C0-6157894EA93F}" srcOrd="1" destOrd="0" presId="urn:microsoft.com/office/officeart/2005/8/layout/cycle8"/>
    <dgm:cxn modelId="{290D8333-E282-4EDA-AC3A-1C6DCA3B5EDD}" type="presOf" srcId="{D6B6656A-80F5-4A93-BC2F-2B6D990A65A9}" destId="{5F6ED84B-D504-46B2-AD4F-1E5DDFF71C3F}" srcOrd="0" destOrd="0" presId="urn:microsoft.com/office/officeart/2005/8/layout/cycle8"/>
    <dgm:cxn modelId="{6E84BB3B-9334-4B7D-A74E-E266C430A4F9}" srcId="{2256F334-7450-4E9F-BAD4-606833BD1647}" destId="{1494C5B9-1FD6-4D80-AC35-E05FD2B5D04C}" srcOrd="0" destOrd="0" parTransId="{848C41C6-EFBB-4A48-943B-6EC10C420D8F}" sibTransId="{789013AD-977E-4EB7-8AB7-AC31A32DA3BA}"/>
    <dgm:cxn modelId="{24448542-C569-460B-BC1B-04D12AE4D745}" type="presOf" srcId="{C6D5124A-B72E-4A7E-B4C5-0752DF3FB5B4}" destId="{1E3616D6-7DDD-4675-8B0D-E52F693E47D8}" srcOrd="0" destOrd="0" presId="urn:microsoft.com/office/officeart/2005/8/layout/cycle8"/>
    <dgm:cxn modelId="{BB84F250-09C2-483A-9675-751677D393F6}" type="presOf" srcId="{2256F334-7450-4E9F-BAD4-606833BD1647}" destId="{29CEDB25-F72E-405F-94DF-8A1FF334D2E6}" srcOrd="0" destOrd="0" presId="urn:microsoft.com/office/officeart/2005/8/layout/cycle8"/>
    <dgm:cxn modelId="{D4D4B759-2C11-47A8-97C2-A65E625747C5}" type="presOf" srcId="{D6B6656A-80F5-4A93-BC2F-2B6D990A65A9}" destId="{2B9F476F-2A85-4765-AA43-1AE4973638D9}" srcOrd="1" destOrd="0" presId="urn:microsoft.com/office/officeart/2005/8/layout/cycle8"/>
    <dgm:cxn modelId="{CC8AA092-A143-4A40-A5B8-3159E081CAF9}" type="presOf" srcId="{1494C5B9-1FD6-4D80-AC35-E05FD2B5D04C}" destId="{EA02D110-46F4-4251-880C-609664B9300A}" srcOrd="0" destOrd="0" presId="urn:microsoft.com/office/officeart/2005/8/layout/cycle8"/>
    <dgm:cxn modelId="{5ED407ED-5189-4999-A46C-77FDDA80F137}" srcId="{2256F334-7450-4E9F-BAD4-606833BD1647}" destId="{C6D5124A-B72E-4A7E-B4C5-0752DF3FB5B4}" srcOrd="2" destOrd="0" parTransId="{86ECF84A-1DEB-41DB-A639-39E56785C98E}" sibTransId="{DB607E6C-50C4-4F83-920A-90E02F526158}"/>
    <dgm:cxn modelId="{678C94C2-B833-4F65-BB64-E2089C930003}" type="presParOf" srcId="{29CEDB25-F72E-405F-94DF-8A1FF334D2E6}" destId="{EA02D110-46F4-4251-880C-609664B9300A}" srcOrd="0" destOrd="0" presId="urn:microsoft.com/office/officeart/2005/8/layout/cycle8"/>
    <dgm:cxn modelId="{85DCE033-8577-429B-AF27-EDDBAA867AA0}" type="presParOf" srcId="{29CEDB25-F72E-405F-94DF-8A1FF334D2E6}" destId="{6E52C1DC-BE6A-4E9F-A0A7-62E183317944}" srcOrd="1" destOrd="0" presId="urn:microsoft.com/office/officeart/2005/8/layout/cycle8"/>
    <dgm:cxn modelId="{DD89AC1B-966D-49F9-BAC1-98C15CE39E2F}" type="presParOf" srcId="{29CEDB25-F72E-405F-94DF-8A1FF334D2E6}" destId="{96FB2530-167C-4B7F-8A02-EAE16D9A1603}" srcOrd="2" destOrd="0" presId="urn:microsoft.com/office/officeart/2005/8/layout/cycle8"/>
    <dgm:cxn modelId="{AA2A99C6-7E20-4F94-9138-26AE0C7CA058}" type="presParOf" srcId="{29CEDB25-F72E-405F-94DF-8A1FF334D2E6}" destId="{4971C134-0A0B-417E-946B-F1E649FABC52}" srcOrd="3" destOrd="0" presId="urn:microsoft.com/office/officeart/2005/8/layout/cycle8"/>
    <dgm:cxn modelId="{4B49D4D2-9D86-4E95-9633-CF3954EDBFAF}" type="presParOf" srcId="{29CEDB25-F72E-405F-94DF-8A1FF334D2E6}" destId="{5F6ED84B-D504-46B2-AD4F-1E5DDFF71C3F}" srcOrd="4" destOrd="0" presId="urn:microsoft.com/office/officeart/2005/8/layout/cycle8"/>
    <dgm:cxn modelId="{7B5CBA8B-9A3D-44C4-B9C8-3318F972FF53}" type="presParOf" srcId="{29CEDB25-F72E-405F-94DF-8A1FF334D2E6}" destId="{90F4763B-632D-4ABA-99E9-2856000CA656}" srcOrd="5" destOrd="0" presId="urn:microsoft.com/office/officeart/2005/8/layout/cycle8"/>
    <dgm:cxn modelId="{0805F331-B91F-4607-8108-43422A4B87AD}" type="presParOf" srcId="{29CEDB25-F72E-405F-94DF-8A1FF334D2E6}" destId="{5BF66A7F-0470-48D3-95F2-E8CECC50FA95}" srcOrd="6" destOrd="0" presId="urn:microsoft.com/office/officeart/2005/8/layout/cycle8"/>
    <dgm:cxn modelId="{6EA16FB5-B62C-4DEA-A236-AD1952D921EB}" type="presParOf" srcId="{29CEDB25-F72E-405F-94DF-8A1FF334D2E6}" destId="{2B9F476F-2A85-4765-AA43-1AE4973638D9}" srcOrd="7" destOrd="0" presId="urn:microsoft.com/office/officeart/2005/8/layout/cycle8"/>
    <dgm:cxn modelId="{462C7BA5-EE27-42F5-AEC5-665B3EC3A86A}" type="presParOf" srcId="{29CEDB25-F72E-405F-94DF-8A1FF334D2E6}" destId="{1E3616D6-7DDD-4675-8B0D-E52F693E47D8}" srcOrd="8" destOrd="0" presId="urn:microsoft.com/office/officeart/2005/8/layout/cycle8"/>
    <dgm:cxn modelId="{A79DB28B-7BD8-4977-9E1E-54C3BA07819B}" type="presParOf" srcId="{29CEDB25-F72E-405F-94DF-8A1FF334D2E6}" destId="{3365BC09-75B7-4F95-86CB-C3CDDD4CA941}" srcOrd="9" destOrd="0" presId="urn:microsoft.com/office/officeart/2005/8/layout/cycle8"/>
    <dgm:cxn modelId="{ED364129-CAF3-4EDD-A83E-3FF274EE26CE}" type="presParOf" srcId="{29CEDB25-F72E-405F-94DF-8A1FF334D2E6}" destId="{0C982460-3AD2-4A19-8604-AA5049A67128}" srcOrd="10" destOrd="0" presId="urn:microsoft.com/office/officeart/2005/8/layout/cycle8"/>
    <dgm:cxn modelId="{AF57FFF4-AC78-4577-8CA3-9CEC74705394}" type="presParOf" srcId="{29CEDB25-F72E-405F-94DF-8A1FF334D2E6}" destId="{8001608F-84B6-44E6-99C0-6157894EA93F}" srcOrd="11" destOrd="0" presId="urn:microsoft.com/office/officeart/2005/8/layout/cycle8"/>
    <dgm:cxn modelId="{6B83FE0F-CEF4-4DB9-93FE-3C9B0D81E1C0}" type="presParOf" srcId="{29CEDB25-F72E-405F-94DF-8A1FF334D2E6}" destId="{7566E872-52D9-4F5D-85D0-5F4458BDF39F}" srcOrd="12" destOrd="0" presId="urn:microsoft.com/office/officeart/2005/8/layout/cycle8"/>
    <dgm:cxn modelId="{684E8D72-7C0D-4598-A439-6ED2CE2B896D}" type="presParOf" srcId="{29CEDB25-F72E-405F-94DF-8A1FF334D2E6}" destId="{85A90C2A-1CDA-43A4-AE2B-1B9EF774C8CD}" srcOrd="13" destOrd="0" presId="urn:microsoft.com/office/officeart/2005/8/layout/cycle8"/>
    <dgm:cxn modelId="{EC6EB292-E5CC-4237-B6F1-6DFACCB32825}" type="presParOf" srcId="{29CEDB25-F72E-405F-94DF-8A1FF334D2E6}" destId="{9CDBCD3C-8E0C-48CE-AE11-8F7ADD1F2FE1}" srcOrd="14" destOrd="0" presId="urn:microsoft.com/office/officeart/2005/8/layout/cycle8"/>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61BA2FD-2869-4B95-B232-7322C7016BF2}"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fr-FR"/>
        </a:p>
      </dgm:t>
    </dgm:pt>
    <dgm:pt modelId="{38B4B5C9-BCEC-47EE-983C-9D9349BD7F8F}">
      <dgm:prSet phldrT="[Texte]"/>
      <dgm:spPr>
        <a:solidFill>
          <a:schemeClr val="tx1"/>
        </a:solidFill>
      </dgm:spPr>
      <dgm:t>
        <a:bodyPr/>
        <a:lstStyle/>
        <a:p>
          <a:r>
            <a:rPr lang="fr-FR" dirty="0"/>
            <a:t>A</a:t>
          </a:r>
        </a:p>
      </dgm:t>
    </dgm:pt>
    <dgm:pt modelId="{972087A3-B0D0-422D-87AE-F99887C727DE}" type="parTrans" cxnId="{9D9C698F-6B0C-4A32-B43C-BF21C421CF9A}">
      <dgm:prSet/>
      <dgm:spPr/>
      <dgm:t>
        <a:bodyPr/>
        <a:lstStyle/>
        <a:p>
          <a:endParaRPr lang="fr-FR"/>
        </a:p>
      </dgm:t>
    </dgm:pt>
    <dgm:pt modelId="{E0439F08-2765-4F0F-832E-DD244B44424E}" type="sibTrans" cxnId="{9D9C698F-6B0C-4A32-B43C-BF21C421CF9A}">
      <dgm:prSet/>
      <dgm:spPr/>
      <dgm:t>
        <a:bodyPr/>
        <a:lstStyle/>
        <a:p>
          <a:endParaRPr lang="fr-FR"/>
        </a:p>
      </dgm:t>
    </dgm:pt>
    <dgm:pt modelId="{E26F6D74-3EDE-469B-B54C-186D674136EC}" type="asst">
      <dgm:prSet phldrT="[Texte]"/>
      <dgm:spPr>
        <a:solidFill>
          <a:schemeClr val="bg1">
            <a:lumMod val="50000"/>
          </a:schemeClr>
        </a:solidFill>
      </dgm:spPr>
      <dgm:t>
        <a:bodyPr/>
        <a:lstStyle/>
        <a:p>
          <a:r>
            <a:rPr lang="fr-FR" dirty="0"/>
            <a:t>B</a:t>
          </a:r>
        </a:p>
      </dgm:t>
    </dgm:pt>
    <dgm:pt modelId="{E7207D93-B1D0-4AE2-863D-DF887915F5CD}" type="parTrans" cxnId="{97DB8C18-E028-41A5-851B-C11C3B9287EC}">
      <dgm:prSet/>
      <dgm:spPr/>
      <dgm:t>
        <a:bodyPr/>
        <a:lstStyle/>
        <a:p>
          <a:endParaRPr lang="fr-FR"/>
        </a:p>
      </dgm:t>
    </dgm:pt>
    <dgm:pt modelId="{31B2A5C1-6312-4234-B308-F0E6754A7E64}" type="sibTrans" cxnId="{97DB8C18-E028-41A5-851B-C11C3B9287EC}">
      <dgm:prSet/>
      <dgm:spPr/>
      <dgm:t>
        <a:bodyPr/>
        <a:lstStyle/>
        <a:p>
          <a:endParaRPr lang="fr-FR"/>
        </a:p>
      </dgm:t>
    </dgm:pt>
    <dgm:pt modelId="{BF8EC7C4-874C-4DD8-9770-8FEC723B78F0}">
      <dgm:prSet phldrT="[Texte]"/>
      <dgm:spPr>
        <a:solidFill>
          <a:schemeClr val="bg1">
            <a:lumMod val="65000"/>
          </a:schemeClr>
        </a:solidFill>
      </dgm:spPr>
      <dgm:t>
        <a:bodyPr/>
        <a:lstStyle/>
        <a:p>
          <a:r>
            <a:rPr lang="fr-FR" dirty="0"/>
            <a:t>C</a:t>
          </a:r>
        </a:p>
      </dgm:t>
    </dgm:pt>
    <dgm:pt modelId="{4D83A077-EC6A-48A8-8FED-8CBDEDB6B3E9}" type="parTrans" cxnId="{F8EF2A38-ABBC-42B6-B864-C9543E8305E5}">
      <dgm:prSet/>
      <dgm:spPr/>
      <dgm:t>
        <a:bodyPr/>
        <a:lstStyle/>
        <a:p>
          <a:endParaRPr lang="fr-FR"/>
        </a:p>
      </dgm:t>
    </dgm:pt>
    <dgm:pt modelId="{96847C2C-CF2B-4B3B-8702-7B2B5D2D6445}" type="sibTrans" cxnId="{F8EF2A38-ABBC-42B6-B864-C9543E8305E5}">
      <dgm:prSet/>
      <dgm:spPr/>
      <dgm:t>
        <a:bodyPr/>
        <a:lstStyle/>
        <a:p>
          <a:endParaRPr lang="fr-FR"/>
        </a:p>
      </dgm:t>
    </dgm:pt>
    <dgm:pt modelId="{1680C861-6D5D-452B-9365-910117D7AE49}">
      <dgm:prSet phldrT="[Texte]"/>
      <dgm:spPr>
        <a:solidFill>
          <a:srgbClr val="0683AA"/>
        </a:solidFill>
      </dgm:spPr>
      <dgm:t>
        <a:bodyPr/>
        <a:lstStyle/>
        <a:p>
          <a:r>
            <a:rPr lang="fr-FR" dirty="0"/>
            <a:t>D</a:t>
          </a:r>
        </a:p>
      </dgm:t>
    </dgm:pt>
    <dgm:pt modelId="{66FE945E-F790-4290-AC28-C42F7C6959D9}" type="parTrans" cxnId="{CA5F41A0-06CF-4D80-BE86-B41BFB920F70}">
      <dgm:prSet/>
      <dgm:spPr/>
      <dgm:t>
        <a:bodyPr/>
        <a:lstStyle/>
        <a:p>
          <a:endParaRPr lang="fr-FR"/>
        </a:p>
      </dgm:t>
    </dgm:pt>
    <dgm:pt modelId="{67DA46AE-690E-4E02-A254-8F215F14B25B}" type="sibTrans" cxnId="{CA5F41A0-06CF-4D80-BE86-B41BFB920F70}">
      <dgm:prSet/>
      <dgm:spPr/>
      <dgm:t>
        <a:bodyPr/>
        <a:lstStyle/>
        <a:p>
          <a:endParaRPr lang="fr-FR"/>
        </a:p>
      </dgm:t>
    </dgm:pt>
    <dgm:pt modelId="{5158F927-0808-4086-A6FC-C4AE7300540C}">
      <dgm:prSet phldrT="[Texte]"/>
      <dgm:spPr>
        <a:solidFill>
          <a:srgbClr val="ED7D31"/>
        </a:solidFill>
      </dgm:spPr>
      <dgm:t>
        <a:bodyPr/>
        <a:lstStyle/>
        <a:p>
          <a:r>
            <a:rPr lang="fr-FR" dirty="0"/>
            <a:t>E</a:t>
          </a:r>
        </a:p>
      </dgm:t>
    </dgm:pt>
    <dgm:pt modelId="{40AE8C61-B1C0-465B-95F0-D307A3B6086B}" type="parTrans" cxnId="{EBDA2D8A-61E2-4616-BF17-D5BBA00F6790}">
      <dgm:prSet/>
      <dgm:spPr/>
      <dgm:t>
        <a:bodyPr/>
        <a:lstStyle/>
        <a:p>
          <a:endParaRPr lang="fr-FR"/>
        </a:p>
      </dgm:t>
    </dgm:pt>
    <dgm:pt modelId="{2296025F-075B-4303-85E5-8C41ED8F75CC}" type="sibTrans" cxnId="{EBDA2D8A-61E2-4616-BF17-D5BBA00F6790}">
      <dgm:prSet/>
      <dgm:spPr/>
      <dgm:t>
        <a:bodyPr/>
        <a:lstStyle/>
        <a:p>
          <a:endParaRPr lang="fr-FR"/>
        </a:p>
      </dgm:t>
    </dgm:pt>
    <dgm:pt modelId="{BEF6F703-AA5D-42BD-94E0-C100FFA5AFE6}" type="pres">
      <dgm:prSet presAssocID="{261BA2FD-2869-4B95-B232-7322C7016BF2}" presName="hierChild1" presStyleCnt="0">
        <dgm:presLayoutVars>
          <dgm:orgChart val="1"/>
          <dgm:chPref val="1"/>
          <dgm:dir/>
          <dgm:animOne val="branch"/>
          <dgm:animLvl val="lvl"/>
          <dgm:resizeHandles/>
        </dgm:presLayoutVars>
      </dgm:prSet>
      <dgm:spPr/>
    </dgm:pt>
    <dgm:pt modelId="{68D7F728-EC53-4C81-B594-21C1E755ACD4}" type="pres">
      <dgm:prSet presAssocID="{38B4B5C9-BCEC-47EE-983C-9D9349BD7F8F}" presName="hierRoot1" presStyleCnt="0">
        <dgm:presLayoutVars>
          <dgm:hierBranch val="init"/>
        </dgm:presLayoutVars>
      </dgm:prSet>
      <dgm:spPr/>
    </dgm:pt>
    <dgm:pt modelId="{35B51026-4687-4743-87DA-F88095B025BA}" type="pres">
      <dgm:prSet presAssocID="{38B4B5C9-BCEC-47EE-983C-9D9349BD7F8F}" presName="rootComposite1" presStyleCnt="0"/>
      <dgm:spPr/>
    </dgm:pt>
    <dgm:pt modelId="{08410592-EFAC-4F49-87D0-44D141F618CA}" type="pres">
      <dgm:prSet presAssocID="{38B4B5C9-BCEC-47EE-983C-9D9349BD7F8F}" presName="rootText1" presStyleLbl="node0" presStyleIdx="0" presStyleCnt="1">
        <dgm:presLayoutVars>
          <dgm:chPref val="3"/>
        </dgm:presLayoutVars>
      </dgm:prSet>
      <dgm:spPr/>
    </dgm:pt>
    <dgm:pt modelId="{DA60B5D8-E5FA-443D-827E-9A56B2F5CF46}" type="pres">
      <dgm:prSet presAssocID="{38B4B5C9-BCEC-47EE-983C-9D9349BD7F8F}" presName="rootConnector1" presStyleLbl="node1" presStyleIdx="0" presStyleCnt="0"/>
      <dgm:spPr/>
    </dgm:pt>
    <dgm:pt modelId="{65938316-CBC1-49E9-AF90-258AB7FE50DF}" type="pres">
      <dgm:prSet presAssocID="{38B4B5C9-BCEC-47EE-983C-9D9349BD7F8F}" presName="hierChild2" presStyleCnt="0"/>
      <dgm:spPr/>
    </dgm:pt>
    <dgm:pt modelId="{4BF72444-068A-4BE3-9652-EAC783F12035}" type="pres">
      <dgm:prSet presAssocID="{4D83A077-EC6A-48A8-8FED-8CBDEDB6B3E9}" presName="Name37" presStyleLbl="parChTrans1D2" presStyleIdx="0" presStyleCnt="4"/>
      <dgm:spPr/>
    </dgm:pt>
    <dgm:pt modelId="{CA052066-5669-4638-81C7-E1D9C588331A}" type="pres">
      <dgm:prSet presAssocID="{BF8EC7C4-874C-4DD8-9770-8FEC723B78F0}" presName="hierRoot2" presStyleCnt="0">
        <dgm:presLayoutVars>
          <dgm:hierBranch val="init"/>
        </dgm:presLayoutVars>
      </dgm:prSet>
      <dgm:spPr/>
    </dgm:pt>
    <dgm:pt modelId="{0B2AEF20-82E9-4B21-B18B-70BDB8B7A39E}" type="pres">
      <dgm:prSet presAssocID="{BF8EC7C4-874C-4DD8-9770-8FEC723B78F0}" presName="rootComposite" presStyleCnt="0"/>
      <dgm:spPr/>
    </dgm:pt>
    <dgm:pt modelId="{EBE2F1B7-A5C1-4ADD-811E-6FBE3E1958A6}" type="pres">
      <dgm:prSet presAssocID="{BF8EC7C4-874C-4DD8-9770-8FEC723B78F0}" presName="rootText" presStyleLbl="node2" presStyleIdx="0" presStyleCnt="3">
        <dgm:presLayoutVars>
          <dgm:chPref val="3"/>
        </dgm:presLayoutVars>
      </dgm:prSet>
      <dgm:spPr/>
    </dgm:pt>
    <dgm:pt modelId="{FDD00599-B9F5-47AF-A612-0F709CB891DA}" type="pres">
      <dgm:prSet presAssocID="{BF8EC7C4-874C-4DD8-9770-8FEC723B78F0}" presName="rootConnector" presStyleLbl="node2" presStyleIdx="0" presStyleCnt="3"/>
      <dgm:spPr/>
    </dgm:pt>
    <dgm:pt modelId="{5597F6D3-F969-4A90-B41F-EF9D843216B0}" type="pres">
      <dgm:prSet presAssocID="{BF8EC7C4-874C-4DD8-9770-8FEC723B78F0}" presName="hierChild4" presStyleCnt="0"/>
      <dgm:spPr/>
    </dgm:pt>
    <dgm:pt modelId="{2158F571-CB78-4434-8EE1-4C316DAE1E2B}" type="pres">
      <dgm:prSet presAssocID="{BF8EC7C4-874C-4DD8-9770-8FEC723B78F0}" presName="hierChild5" presStyleCnt="0"/>
      <dgm:spPr/>
    </dgm:pt>
    <dgm:pt modelId="{4C710A82-12C4-4181-8586-31D4BF619055}" type="pres">
      <dgm:prSet presAssocID="{66FE945E-F790-4290-AC28-C42F7C6959D9}" presName="Name37" presStyleLbl="parChTrans1D2" presStyleIdx="1" presStyleCnt="4"/>
      <dgm:spPr/>
    </dgm:pt>
    <dgm:pt modelId="{1EBAA0B3-F052-4A2A-AFA4-66A17E8AEE7D}" type="pres">
      <dgm:prSet presAssocID="{1680C861-6D5D-452B-9365-910117D7AE49}" presName="hierRoot2" presStyleCnt="0">
        <dgm:presLayoutVars>
          <dgm:hierBranch val="init"/>
        </dgm:presLayoutVars>
      </dgm:prSet>
      <dgm:spPr/>
    </dgm:pt>
    <dgm:pt modelId="{1A8F117C-A882-4EA7-8403-8CC830123659}" type="pres">
      <dgm:prSet presAssocID="{1680C861-6D5D-452B-9365-910117D7AE49}" presName="rootComposite" presStyleCnt="0"/>
      <dgm:spPr/>
    </dgm:pt>
    <dgm:pt modelId="{1F08B472-E823-49D9-840D-5A2FDEC7EC38}" type="pres">
      <dgm:prSet presAssocID="{1680C861-6D5D-452B-9365-910117D7AE49}" presName="rootText" presStyleLbl="node2" presStyleIdx="1" presStyleCnt="3">
        <dgm:presLayoutVars>
          <dgm:chPref val="3"/>
        </dgm:presLayoutVars>
      </dgm:prSet>
      <dgm:spPr/>
    </dgm:pt>
    <dgm:pt modelId="{D2AAE8CC-77F9-4321-AE56-51FDC2D6B4F6}" type="pres">
      <dgm:prSet presAssocID="{1680C861-6D5D-452B-9365-910117D7AE49}" presName="rootConnector" presStyleLbl="node2" presStyleIdx="1" presStyleCnt="3"/>
      <dgm:spPr/>
    </dgm:pt>
    <dgm:pt modelId="{0EA89686-F974-484A-B13F-E2AC40956B61}" type="pres">
      <dgm:prSet presAssocID="{1680C861-6D5D-452B-9365-910117D7AE49}" presName="hierChild4" presStyleCnt="0"/>
      <dgm:spPr/>
    </dgm:pt>
    <dgm:pt modelId="{21AC2D9F-2ABF-4592-AEF4-694A2050B773}" type="pres">
      <dgm:prSet presAssocID="{1680C861-6D5D-452B-9365-910117D7AE49}" presName="hierChild5" presStyleCnt="0"/>
      <dgm:spPr/>
    </dgm:pt>
    <dgm:pt modelId="{CD7611E0-922C-42AF-ADD4-7260C9C0BFC2}" type="pres">
      <dgm:prSet presAssocID="{40AE8C61-B1C0-465B-95F0-D307A3B6086B}" presName="Name37" presStyleLbl="parChTrans1D2" presStyleIdx="2" presStyleCnt="4"/>
      <dgm:spPr/>
    </dgm:pt>
    <dgm:pt modelId="{B8419CE6-6377-48DE-B7C5-FC01C5E6A832}" type="pres">
      <dgm:prSet presAssocID="{5158F927-0808-4086-A6FC-C4AE7300540C}" presName="hierRoot2" presStyleCnt="0">
        <dgm:presLayoutVars>
          <dgm:hierBranch val="init"/>
        </dgm:presLayoutVars>
      </dgm:prSet>
      <dgm:spPr/>
    </dgm:pt>
    <dgm:pt modelId="{195FF790-E4AB-4639-BA3E-40189D10A8A6}" type="pres">
      <dgm:prSet presAssocID="{5158F927-0808-4086-A6FC-C4AE7300540C}" presName="rootComposite" presStyleCnt="0"/>
      <dgm:spPr/>
    </dgm:pt>
    <dgm:pt modelId="{696FEC7D-CEC5-446B-8B03-EC75198B8B5B}" type="pres">
      <dgm:prSet presAssocID="{5158F927-0808-4086-A6FC-C4AE7300540C}" presName="rootText" presStyleLbl="node2" presStyleIdx="2" presStyleCnt="3">
        <dgm:presLayoutVars>
          <dgm:chPref val="3"/>
        </dgm:presLayoutVars>
      </dgm:prSet>
      <dgm:spPr/>
    </dgm:pt>
    <dgm:pt modelId="{54291985-5162-4912-8EFA-388DAF43A99E}" type="pres">
      <dgm:prSet presAssocID="{5158F927-0808-4086-A6FC-C4AE7300540C}" presName="rootConnector" presStyleLbl="node2" presStyleIdx="2" presStyleCnt="3"/>
      <dgm:spPr/>
    </dgm:pt>
    <dgm:pt modelId="{A9D576C8-2FD9-412D-9B7C-66968584BFE9}" type="pres">
      <dgm:prSet presAssocID="{5158F927-0808-4086-A6FC-C4AE7300540C}" presName="hierChild4" presStyleCnt="0"/>
      <dgm:spPr/>
    </dgm:pt>
    <dgm:pt modelId="{174EAFB8-81DD-4937-AACE-93CF90DD839F}" type="pres">
      <dgm:prSet presAssocID="{5158F927-0808-4086-A6FC-C4AE7300540C}" presName="hierChild5" presStyleCnt="0"/>
      <dgm:spPr/>
    </dgm:pt>
    <dgm:pt modelId="{21C68D48-986A-459F-9F10-72B4DF91AD29}" type="pres">
      <dgm:prSet presAssocID="{38B4B5C9-BCEC-47EE-983C-9D9349BD7F8F}" presName="hierChild3" presStyleCnt="0"/>
      <dgm:spPr/>
    </dgm:pt>
    <dgm:pt modelId="{C82E9B8B-557B-4C15-B3F9-111D3A838C5E}" type="pres">
      <dgm:prSet presAssocID="{E7207D93-B1D0-4AE2-863D-DF887915F5CD}" presName="Name111" presStyleLbl="parChTrans1D2" presStyleIdx="3" presStyleCnt="4"/>
      <dgm:spPr/>
    </dgm:pt>
    <dgm:pt modelId="{D66B88BD-D180-4D5E-ACEA-E61D595C274B}" type="pres">
      <dgm:prSet presAssocID="{E26F6D74-3EDE-469B-B54C-186D674136EC}" presName="hierRoot3" presStyleCnt="0">
        <dgm:presLayoutVars>
          <dgm:hierBranch val="init"/>
        </dgm:presLayoutVars>
      </dgm:prSet>
      <dgm:spPr/>
    </dgm:pt>
    <dgm:pt modelId="{E9EE0E0C-83AA-4ACE-8F89-6D18226B1E0E}" type="pres">
      <dgm:prSet presAssocID="{E26F6D74-3EDE-469B-B54C-186D674136EC}" presName="rootComposite3" presStyleCnt="0"/>
      <dgm:spPr/>
    </dgm:pt>
    <dgm:pt modelId="{6C571BBA-913A-4AB6-8931-80D8742BC183}" type="pres">
      <dgm:prSet presAssocID="{E26F6D74-3EDE-469B-B54C-186D674136EC}" presName="rootText3" presStyleLbl="asst1" presStyleIdx="0" presStyleCnt="1">
        <dgm:presLayoutVars>
          <dgm:chPref val="3"/>
        </dgm:presLayoutVars>
      </dgm:prSet>
      <dgm:spPr/>
    </dgm:pt>
    <dgm:pt modelId="{5D86BFC6-AEBD-4F24-A182-116832283ABD}" type="pres">
      <dgm:prSet presAssocID="{E26F6D74-3EDE-469B-B54C-186D674136EC}" presName="rootConnector3" presStyleLbl="asst1" presStyleIdx="0" presStyleCnt="1"/>
      <dgm:spPr/>
    </dgm:pt>
    <dgm:pt modelId="{9CD9A0E2-37EB-4984-867F-879F6ABD1F2A}" type="pres">
      <dgm:prSet presAssocID="{E26F6D74-3EDE-469B-B54C-186D674136EC}" presName="hierChild6" presStyleCnt="0"/>
      <dgm:spPr/>
    </dgm:pt>
    <dgm:pt modelId="{3F410187-AE05-4408-8411-42805415E125}" type="pres">
      <dgm:prSet presAssocID="{E26F6D74-3EDE-469B-B54C-186D674136EC}" presName="hierChild7" presStyleCnt="0"/>
      <dgm:spPr/>
    </dgm:pt>
  </dgm:ptLst>
  <dgm:cxnLst>
    <dgm:cxn modelId="{3EF3BF08-012E-49C1-9091-204E6006CED5}" type="presOf" srcId="{E26F6D74-3EDE-469B-B54C-186D674136EC}" destId="{6C571BBA-913A-4AB6-8931-80D8742BC183}" srcOrd="0" destOrd="0" presId="urn:microsoft.com/office/officeart/2005/8/layout/orgChart1"/>
    <dgm:cxn modelId="{11390C0F-3B55-40CF-B25D-3BF4B432354C}" type="presOf" srcId="{38B4B5C9-BCEC-47EE-983C-9D9349BD7F8F}" destId="{08410592-EFAC-4F49-87D0-44D141F618CA}" srcOrd="0" destOrd="0" presId="urn:microsoft.com/office/officeart/2005/8/layout/orgChart1"/>
    <dgm:cxn modelId="{97DB8C18-E028-41A5-851B-C11C3B9287EC}" srcId="{38B4B5C9-BCEC-47EE-983C-9D9349BD7F8F}" destId="{E26F6D74-3EDE-469B-B54C-186D674136EC}" srcOrd="0" destOrd="0" parTransId="{E7207D93-B1D0-4AE2-863D-DF887915F5CD}" sibTransId="{31B2A5C1-6312-4234-B308-F0E6754A7E64}"/>
    <dgm:cxn modelId="{5965591A-D258-4580-81E6-49C2B4260473}" type="presOf" srcId="{E26F6D74-3EDE-469B-B54C-186D674136EC}" destId="{5D86BFC6-AEBD-4F24-A182-116832283ABD}" srcOrd="1" destOrd="0" presId="urn:microsoft.com/office/officeart/2005/8/layout/orgChart1"/>
    <dgm:cxn modelId="{5C62181D-0936-4A1F-999F-0952525A0F45}" type="presOf" srcId="{BF8EC7C4-874C-4DD8-9770-8FEC723B78F0}" destId="{EBE2F1B7-A5C1-4ADD-811E-6FBE3E1958A6}" srcOrd="0" destOrd="0" presId="urn:microsoft.com/office/officeart/2005/8/layout/orgChart1"/>
    <dgm:cxn modelId="{AED52431-2731-42B6-889F-EF6951FCF125}" type="presOf" srcId="{E7207D93-B1D0-4AE2-863D-DF887915F5CD}" destId="{C82E9B8B-557B-4C15-B3F9-111D3A838C5E}" srcOrd="0" destOrd="0" presId="urn:microsoft.com/office/officeart/2005/8/layout/orgChart1"/>
    <dgm:cxn modelId="{F8EF2A38-ABBC-42B6-B864-C9543E8305E5}" srcId="{38B4B5C9-BCEC-47EE-983C-9D9349BD7F8F}" destId="{BF8EC7C4-874C-4DD8-9770-8FEC723B78F0}" srcOrd="1" destOrd="0" parTransId="{4D83A077-EC6A-48A8-8FED-8CBDEDB6B3E9}" sibTransId="{96847C2C-CF2B-4B3B-8702-7B2B5D2D6445}"/>
    <dgm:cxn modelId="{F659913C-03B3-4F39-B911-CE8ABA95B5C6}" type="presOf" srcId="{261BA2FD-2869-4B95-B232-7322C7016BF2}" destId="{BEF6F703-AA5D-42BD-94E0-C100FFA5AFE6}" srcOrd="0" destOrd="0" presId="urn:microsoft.com/office/officeart/2005/8/layout/orgChart1"/>
    <dgm:cxn modelId="{4CAAED62-AF5E-4086-AA0B-D4EF829B7DA2}" type="presOf" srcId="{BF8EC7C4-874C-4DD8-9770-8FEC723B78F0}" destId="{FDD00599-B9F5-47AF-A612-0F709CB891DA}" srcOrd="1" destOrd="0" presId="urn:microsoft.com/office/officeart/2005/8/layout/orgChart1"/>
    <dgm:cxn modelId="{E43E414E-6613-4697-87F6-619880B1C9D1}" type="presOf" srcId="{66FE945E-F790-4290-AC28-C42F7C6959D9}" destId="{4C710A82-12C4-4181-8586-31D4BF619055}" srcOrd="0" destOrd="0" presId="urn:microsoft.com/office/officeart/2005/8/layout/orgChart1"/>
    <dgm:cxn modelId="{F903C876-8BC5-43F5-899C-250102895B33}" type="presOf" srcId="{1680C861-6D5D-452B-9365-910117D7AE49}" destId="{D2AAE8CC-77F9-4321-AE56-51FDC2D6B4F6}" srcOrd="1" destOrd="0" presId="urn:microsoft.com/office/officeart/2005/8/layout/orgChart1"/>
    <dgm:cxn modelId="{B22D6E59-5019-447F-A651-B0974424B2E4}" type="presOf" srcId="{4D83A077-EC6A-48A8-8FED-8CBDEDB6B3E9}" destId="{4BF72444-068A-4BE3-9652-EAC783F12035}" srcOrd="0" destOrd="0" presId="urn:microsoft.com/office/officeart/2005/8/layout/orgChart1"/>
    <dgm:cxn modelId="{EBDA2D8A-61E2-4616-BF17-D5BBA00F6790}" srcId="{38B4B5C9-BCEC-47EE-983C-9D9349BD7F8F}" destId="{5158F927-0808-4086-A6FC-C4AE7300540C}" srcOrd="3" destOrd="0" parTransId="{40AE8C61-B1C0-465B-95F0-D307A3B6086B}" sibTransId="{2296025F-075B-4303-85E5-8C41ED8F75CC}"/>
    <dgm:cxn modelId="{9D9C698F-6B0C-4A32-B43C-BF21C421CF9A}" srcId="{261BA2FD-2869-4B95-B232-7322C7016BF2}" destId="{38B4B5C9-BCEC-47EE-983C-9D9349BD7F8F}" srcOrd="0" destOrd="0" parTransId="{972087A3-B0D0-422D-87AE-F99887C727DE}" sibTransId="{E0439F08-2765-4F0F-832E-DD244B44424E}"/>
    <dgm:cxn modelId="{8E67019C-3F8F-4179-AF6B-0D39A6F1FFA5}" type="presOf" srcId="{5158F927-0808-4086-A6FC-C4AE7300540C}" destId="{54291985-5162-4912-8EFA-388DAF43A99E}" srcOrd="1" destOrd="0" presId="urn:microsoft.com/office/officeart/2005/8/layout/orgChart1"/>
    <dgm:cxn modelId="{CA5F41A0-06CF-4D80-BE86-B41BFB920F70}" srcId="{38B4B5C9-BCEC-47EE-983C-9D9349BD7F8F}" destId="{1680C861-6D5D-452B-9365-910117D7AE49}" srcOrd="2" destOrd="0" parTransId="{66FE945E-F790-4290-AC28-C42F7C6959D9}" sibTransId="{67DA46AE-690E-4E02-A254-8F215F14B25B}"/>
    <dgm:cxn modelId="{2B2606A5-B1BC-4BB4-BBF0-30A5E0D5FDC0}" type="presOf" srcId="{5158F927-0808-4086-A6FC-C4AE7300540C}" destId="{696FEC7D-CEC5-446B-8B03-EC75198B8B5B}" srcOrd="0" destOrd="0" presId="urn:microsoft.com/office/officeart/2005/8/layout/orgChart1"/>
    <dgm:cxn modelId="{4C60BAA5-0810-4A01-8741-675B8F755FE5}" type="presOf" srcId="{38B4B5C9-BCEC-47EE-983C-9D9349BD7F8F}" destId="{DA60B5D8-E5FA-443D-827E-9A56B2F5CF46}" srcOrd="1" destOrd="0" presId="urn:microsoft.com/office/officeart/2005/8/layout/orgChart1"/>
    <dgm:cxn modelId="{218E02BB-9A92-47F2-BD2A-0E7DEE6BB809}" type="presOf" srcId="{40AE8C61-B1C0-465B-95F0-D307A3B6086B}" destId="{CD7611E0-922C-42AF-ADD4-7260C9C0BFC2}" srcOrd="0" destOrd="0" presId="urn:microsoft.com/office/officeart/2005/8/layout/orgChart1"/>
    <dgm:cxn modelId="{C4ED7DC2-81DE-49FB-8B03-CFCFE6770AED}" type="presOf" srcId="{1680C861-6D5D-452B-9365-910117D7AE49}" destId="{1F08B472-E823-49D9-840D-5A2FDEC7EC38}" srcOrd="0" destOrd="0" presId="urn:microsoft.com/office/officeart/2005/8/layout/orgChart1"/>
    <dgm:cxn modelId="{0AF00375-6E38-479B-99F4-139EA395BEFF}" type="presParOf" srcId="{BEF6F703-AA5D-42BD-94E0-C100FFA5AFE6}" destId="{68D7F728-EC53-4C81-B594-21C1E755ACD4}" srcOrd="0" destOrd="0" presId="urn:microsoft.com/office/officeart/2005/8/layout/orgChart1"/>
    <dgm:cxn modelId="{7EA2147B-D9B3-46D0-9463-1FD34DD72D51}" type="presParOf" srcId="{68D7F728-EC53-4C81-B594-21C1E755ACD4}" destId="{35B51026-4687-4743-87DA-F88095B025BA}" srcOrd="0" destOrd="0" presId="urn:microsoft.com/office/officeart/2005/8/layout/orgChart1"/>
    <dgm:cxn modelId="{B49F66AE-7C3D-45A3-8BC9-AD2301ADD93D}" type="presParOf" srcId="{35B51026-4687-4743-87DA-F88095B025BA}" destId="{08410592-EFAC-4F49-87D0-44D141F618CA}" srcOrd="0" destOrd="0" presId="urn:microsoft.com/office/officeart/2005/8/layout/orgChart1"/>
    <dgm:cxn modelId="{95514884-64AA-469B-AFD9-A73B8428A458}" type="presParOf" srcId="{35B51026-4687-4743-87DA-F88095B025BA}" destId="{DA60B5D8-E5FA-443D-827E-9A56B2F5CF46}" srcOrd="1" destOrd="0" presId="urn:microsoft.com/office/officeart/2005/8/layout/orgChart1"/>
    <dgm:cxn modelId="{6A20874C-864E-41BB-A903-9D85EDA8E98E}" type="presParOf" srcId="{68D7F728-EC53-4C81-B594-21C1E755ACD4}" destId="{65938316-CBC1-49E9-AF90-258AB7FE50DF}" srcOrd="1" destOrd="0" presId="urn:microsoft.com/office/officeart/2005/8/layout/orgChart1"/>
    <dgm:cxn modelId="{FBE678CC-C765-4816-B745-D9050146DDA3}" type="presParOf" srcId="{65938316-CBC1-49E9-AF90-258AB7FE50DF}" destId="{4BF72444-068A-4BE3-9652-EAC783F12035}" srcOrd="0" destOrd="0" presId="urn:microsoft.com/office/officeart/2005/8/layout/orgChart1"/>
    <dgm:cxn modelId="{7621EE44-FF99-47AE-9BAD-01383851458D}" type="presParOf" srcId="{65938316-CBC1-49E9-AF90-258AB7FE50DF}" destId="{CA052066-5669-4638-81C7-E1D9C588331A}" srcOrd="1" destOrd="0" presId="urn:microsoft.com/office/officeart/2005/8/layout/orgChart1"/>
    <dgm:cxn modelId="{42084835-D5E2-4612-99F7-844724B8DD7D}" type="presParOf" srcId="{CA052066-5669-4638-81C7-E1D9C588331A}" destId="{0B2AEF20-82E9-4B21-B18B-70BDB8B7A39E}" srcOrd="0" destOrd="0" presId="urn:microsoft.com/office/officeart/2005/8/layout/orgChart1"/>
    <dgm:cxn modelId="{CE812AF7-688D-48A6-8E54-7763A13F2438}" type="presParOf" srcId="{0B2AEF20-82E9-4B21-B18B-70BDB8B7A39E}" destId="{EBE2F1B7-A5C1-4ADD-811E-6FBE3E1958A6}" srcOrd="0" destOrd="0" presId="urn:microsoft.com/office/officeart/2005/8/layout/orgChart1"/>
    <dgm:cxn modelId="{55C1180E-CB8B-42D0-85AC-8ADCAA900B8C}" type="presParOf" srcId="{0B2AEF20-82E9-4B21-B18B-70BDB8B7A39E}" destId="{FDD00599-B9F5-47AF-A612-0F709CB891DA}" srcOrd="1" destOrd="0" presId="urn:microsoft.com/office/officeart/2005/8/layout/orgChart1"/>
    <dgm:cxn modelId="{18D67E23-A9CB-4E0E-A3A9-9EC0E90C2560}" type="presParOf" srcId="{CA052066-5669-4638-81C7-E1D9C588331A}" destId="{5597F6D3-F969-4A90-B41F-EF9D843216B0}" srcOrd="1" destOrd="0" presId="urn:microsoft.com/office/officeart/2005/8/layout/orgChart1"/>
    <dgm:cxn modelId="{CAFEFC52-EA98-43FA-A968-F1D3549F8731}" type="presParOf" srcId="{CA052066-5669-4638-81C7-E1D9C588331A}" destId="{2158F571-CB78-4434-8EE1-4C316DAE1E2B}" srcOrd="2" destOrd="0" presId="urn:microsoft.com/office/officeart/2005/8/layout/orgChart1"/>
    <dgm:cxn modelId="{AC1C17D3-1E3A-460B-BD65-3444458ACDC5}" type="presParOf" srcId="{65938316-CBC1-49E9-AF90-258AB7FE50DF}" destId="{4C710A82-12C4-4181-8586-31D4BF619055}" srcOrd="2" destOrd="0" presId="urn:microsoft.com/office/officeart/2005/8/layout/orgChart1"/>
    <dgm:cxn modelId="{134205CC-5E7C-4AD3-A97A-3205AB1458BE}" type="presParOf" srcId="{65938316-CBC1-49E9-AF90-258AB7FE50DF}" destId="{1EBAA0B3-F052-4A2A-AFA4-66A17E8AEE7D}" srcOrd="3" destOrd="0" presId="urn:microsoft.com/office/officeart/2005/8/layout/orgChart1"/>
    <dgm:cxn modelId="{C98337B4-77A3-4D89-B901-3DAF31DE72E2}" type="presParOf" srcId="{1EBAA0B3-F052-4A2A-AFA4-66A17E8AEE7D}" destId="{1A8F117C-A882-4EA7-8403-8CC830123659}" srcOrd="0" destOrd="0" presId="urn:microsoft.com/office/officeart/2005/8/layout/orgChart1"/>
    <dgm:cxn modelId="{D46A6192-1862-409C-9BB2-4FD809B5C7F5}" type="presParOf" srcId="{1A8F117C-A882-4EA7-8403-8CC830123659}" destId="{1F08B472-E823-49D9-840D-5A2FDEC7EC38}" srcOrd="0" destOrd="0" presId="urn:microsoft.com/office/officeart/2005/8/layout/orgChart1"/>
    <dgm:cxn modelId="{B160D42D-3DDA-4076-909B-E4BFB75E5157}" type="presParOf" srcId="{1A8F117C-A882-4EA7-8403-8CC830123659}" destId="{D2AAE8CC-77F9-4321-AE56-51FDC2D6B4F6}" srcOrd="1" destOrd="0" presId="urn:microsoft.com/office/officeart/2005/8/layout/orgChart1"/>
    <dgm:cxn modelId="{397CBD4A-9472-42BE-B2D1-C0C94406C7CA}" type="presParOf" srcId="{1EBAA0B3-F052-4A2A-AFA4-66A17E8AEE7D}" destId="{0EA89686-F974-484A-B13F-E2AC40956B61}" srcOrd="1" destOrd="0" presId="urn:microsoft.com/office/officeart/2005/8/layout/orgChart1"/>
    <dgm:cxn modelId="{1CDE32EC-D5E3-467B-9EE4-119940216E0D}" type="presParOf" srcId="{1EBAA0B3-F052-4A2A-AFA4-66A17E8AEE7D}" destId="{21AC2D9F-2ABF-4592-AEF4-694A2050B773}" srcOrd="2" destOrd="0" presId="urn:microsoft.com/office/officeart/2005/8/layout/orgChart1"/>
    <dgm:cxn modelId="{55F94E43-93EB-41AD-AED8-CE6A0154A139}" type="presParOf" srcId="{65938316-CBC1-49E9-AF90-258AB7FE50DF}" destId="{CD7611E0-922C-42AF-ADD4-7260C9C0BFC2}" srcOrd="4" destOrd="0" presId="urn:microsoft.com/office/officeart/2005/8/layout/orgChart1"/>
    <dgm:cxn modelId="{70EFCD6C-9F8A-4BD7-8A1D-4E4238B7B6FF}" type="presParOf" srcId="{65938316-CBC1-49E9-AF90-258AB7FE50DF}" destId="{B8419CE6-6377-48DE-B7C5-FC01C5E6A832}" srcOrd="5" destOrd="0" presId="urn:microsoft.com/office/officeart/2005/8/layout/orgChart1"/>
    <dgm:cxn modelId="{D9D9769A-1C47-4596-8B12-FB967C5F7EE9}" type="presParOf" srcId="{B8419CE6-6377-48DE-B7C5-FC01C5E6A832}" destId="{195FF790-E4AB-4639-BA3E-40189D10A8A6}" srcOrd="0" destOrd="0" presId="urn:microsoft.com/office/officeart/2005/8/layout/orgChart1"/>
    <dgm:cxn modelId="{78F12C9B-159F-41EB-84C9-139902C980E1}" type="presParOf" srcId="{195FF790-E4AB-4639-BA3E-40189D10A8A6}" destId="{696FEC7D-CEC5-446B-8B03-EC75198B8B5B}" srcOrd="0" destOrd="0" presId="urn:microsoft.com/office/officeart/2005/8/layout/orgChart1"/>
    <dgm:cxn modelId="{D8C33A52-C3D9-454A-88C4-FAA40D1869EE}" type="presParOf" srcId="{195FF790-E4AB-4639-BA3E-40189D10A8A6}" destId="{54291985-5162-4912-8EFA-388DAF43A99E}" srcOrd="1" destOrd="0" presId="urn:microsoft.com/office/officeart/2005/8/layout/orgChart1"/>
    <dgm:cxn modelId="{5D708BE8-EBDC-479C-8265-961C2A070E9B}" type="presParOf" srcId="{B8419CE6-6377-48DE-B7C5-FC01C5E6A832}" destId="{A9D576C8-2FD9-412D-9B7C-66968584BFE9}" srcOrd="1" destOrd="0" presId="urn:microsoft.com/office/officeart/2005/8/layout/orgChart1"/>
    <dgm:cxn modelId="{367680FD-EE6B-45CF-9269-3EF443E3157B}" type="presParOf" srcId="{B8419CE6-6377-48DE-B7C5-FC01C5E6A832}" destId="{174EAFB8-81DD-4937-AACE-93CF90DD839F}" srcOrd="2" destOrd="0" presId="urn:microsoft.com/office/officeart/2005/8/layout/orgChart1"/>
    <dgm:cxn modelId="{5517FCD0-B5B6-4229-A32F-00FE3A4A8D88}" type="presParOf" srcId="{68D7F728-EC53-4C81-B594-21C1E755ACD4}" destId="{21C68D48-986A-459F-9F10-72B4DF91AD29}" srcOrd="2" destOrd="0" presId="urn:microsoft.com/office/officeart/2005/8/layout/orgChart1"/>
    <dgm:cxn modelId="{F7A977C9-05F6-4EFF-888B-5B09EBF965FE}" type="presParOf" srcId="{21C68D48-986A-459F-9F10-72B4DF91AD29}" destId="{C82E9B8B-557B-4C15-B3F9-111D3A838C5E}" srcOrd="0" destOrd="0" presId="urn:microsoft.com/office/officeart/2005/8/layout/orgChart1"/>
    <dgm:cxn modelId="{D79A50D6-B91B-4C12-97C4-37E5EFE6E8D7}" type="presParOf" srcId="{21C68D48-986A-459F-9F10-72B4DF91AD29}" destId="{D66B88BD-D180-4D5E-ACEA-E61D595C274B}" srcOrd="1" destOrd="0" presId="urn:microsoft.com/office/officeart/2005/8/layout/orgChart1"/>
    <dgm:cxn modelId="{81409922-EB1E-48D2-B28A-E128E61119DF}" type="presParOf" srcId="{D66B88BD-D180-4D5E-ACEA-E61D595C274B}" destId="{E9EE0E0C-83AA-4ACE-8F89-6D18226B1E0E}" srcOrd="0" destOrd="0" presId="urn:microsoft.com/office/officeart/2005/8/layout/orgChart1"/>
    <dgm:cxn modelId="{E8B04301-0376-4905-A0BF-9AC56D861210}" type="presParOf" srcId="{E9EE0E0C-83AA-4ACE-8F89-6D18226B1E0E}" destId="{6C571BBA-913A-4AB6-8931-80D8742BC183}" srcOrd="0" destOrd="0" presId="urn:microsoft.com/office/officeart/2005/8/layout/orgChart1"/>
    <dgm:cxn modelId="{3CD53878-2311-4DA2-94E9-3FF20FAF350F}" type="presParOf" srcId="{E9EE0E0C-83AA-4ACE-8F89-6D18226B1E0E}" destId="{5D86BFC6-AEBD-4F24-A182-116832283ABD}" srcOrd="1" destOrd="0" presId="urn:microsoft.com/office/officeart/2005/8/layout/orgChart1"/>
    <dgm:cxn modelId="{18A2AE25-F413-414E-A764-F78D92F69791}" type="presParOf" srcId="{D66B88BD-D180-4D5E-ACEA-E61D595C274B}" destId="{9CD9A0E2-37EB-4984-867F-879F6ABD1F2A}" srcOrd="1" destOrd="0" presId="urn:microsoft.com/office/officeart/2005/8/layout/orgChart1"/>
    <dgm:cxn modelId="{70F92F8D-E735-4DFE-BF9F-390AD28696FD}" type="presParOf" srcId="{D66B88BD-D180-4D5E-ACEA-E61D595C274B}" destId="{3F410187-AE05-4408-8411-42805415E125}" srcOrd="2" destOrd="0" presId="urn:microsoft.com/office/officeart/2005/8/layout/orgChart1"/>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256F334-7450-4E9F-BAD4-606833BD1647}" type="doc">
      <dgm:prSet loTypeId="urn:microsoft.com/office/officeart/2005/8/layout/cycle8" loCatId="cycle" qsTypeId="urn:microsoft.com/office/officeart/2005/8/quickstyle/simple1" qsCatId="simple" csTypeId="urn:microsoft.com/office/officeart/2005/8/colors/accent1_2" csCatId="accent1" phldr="1"/>
      <dgm:spPr/>
    </dgm:pt>
    <dgm:pt modelId="{1494C5B9-1FD6-4D80-AC35-E05FD2B5D04C}">
      <dgm:prSet phldrT="[Texte]"/>
      <dgm:spPr/>
      <dgm:t>
        <a:bodyPr/>
        <a:lstStyle/>
        <a:p>
          <a:r>
            <a:rPr lang="fr-FR"/>
            <a:t>Points de valeur</a:t>
          </a:r>
          <a:endParaRPr lang="en-US" dirty="0"/>
        </a:p>
      </dgm:t>
    </dgm:pt>
    <dgm:pt modelId="{848C41C6-EFBB-4A48-943B-6EC10C420D8F}" type="parTrans" cxnId="{6E84BB3B-9334-4B7D-A74E-E266C430A4F9}">
      <dgm:prSet/>
      <dgm:spPr/>
      <dgm:t>
        <a:bodyPr/>
        <a:lstStyle/>
        <a:p>
          <a:endParaRPr lang="en-US"/>
        </a:p>
      </dgm:t>
    </dgm:pt>
    <dgm:pt modelId="{789013AD-977E-4EB7-8AB7-AC31A32DA3BA}" type="sibTrans" cxnId="{6E84BB3B-9334-4B7D-A74E-E266C430A4F9}">
      <dgm:prSet/>
      <dgm:spPr/>
      <dgm:t>
        <a:bodyPr/>
        <a:lstStyle/>
        <a:p>
          <a:endParaRPr lang="en-US"/>
        </a:p>
      </dgm:t>
    </dgm:pt>
    <dgm:pt modelId="{F3797BA0-57E8-461E-A9CF-5F5BE30CFA2D}">
      <dgm:prSet/>
      <dgm:spPr/>
      <dgm:t>
        <a:bodyPr/>
        <a:lstStyle/>
        <a:p>
          <a:r>
            <a:rPr lang="fr-FR" dirty="0"/>
            <a:t>Recrutez et augmentez le sentiment d'appartenance grâce aux artefacts.</a:t>
          </a:r>
        </a:p>
      </dgm:t>
    </dgm:pt>
    <dgm:pt modelId="{98FF5016-4A7F-441A-B1AE-70ABFA63BCD9}" type="parTrans" cxnId="{E36E9D2C-036D-47E1-B826-18FF90CC7BC1}">
      <dgm:prSet/>
      <dgm:spPr/>
      <dgm:t>
        <a:bodyPr/>
        <a:lstStyle/>
        <a:p>
          <a:endParaRPr lang="fr-FR"/>
        </a:p>
      </dgm:t>
    </dgm:pt>
    <dgm:pt modelId="{CD778526-632D-4BC3-87F7-E3043A1E945A}" type="sibTrans" cxnId="{E36E9D2C-036D-47E1-B826-18FF90CC7BC1}">
      <dgm:prSet/>
      <dgm:spPr/>
      <dgm:t>
        <a:bodyPr/>
        <a:lstStyle/>
        <a:p>
          <a:endParaRPr lang="fr-FR"/>
        </a:p>
      </dgm:t>
    </dgm:pt>
    <dgm:pt modelId="{A7095EDB-C494-4846-BDA4-784DC29AE059}">
      <dgm:prSet/>
      <dgm:spPr/>
      <dgm:t>
        <a:bodyPr/>
        <a:lstStyle/>
        <a:p>
          <a:r>
            <a:rPr lang="fr-FR" dirty="0"/>
            <a:t>Transformez votre capacité de travail en actions de dynamisation de la communauté.</a:t>
          </a:r>
        </a:p>
      </dgm:t>
    </dgm:pt>
    <dgm:pt modelId="{61CDDDB3-191A-4A77-AFF0-92C60B425BF7}" type="parTrans" cxnId="{29D1DB6B-9740-4A44-8236-C24D35EA38CE}">
      <dgm:prSet/>
      <dgm:spPr/>
      <dgm:t>
        <a:bodyPr/>
        <a:lstStyle/>
        <a:p>
          <a:endParaRPr lang="fr-FR"/>
        </a:p>
      </dgm:t>
    </dgm:pt>
    <dgm:pt modelId="{C8679490-69BC-4516-92C1-5497B6FBF8F0}" type="sibTrans" cxnId="{29D1DB6B-9740-4A44-8236-C24D35EA38CE}">
      <dgm:prSet/>
      <dgm:spPr/>
      <dgm:t>
        <a:bodyPr/>
        <a:lstStyle/>
        <a:p>
          <a:endParaRPr lang="fr-FR"/>
        </a:p>
      </dgm:t>
    </dgm:pt>
    <dgm:pt modelId="{29CEDB25-F72E-405F-94DF-8A1FF334D2E6}" type="pres">
      <dgm:prSet presAssocID="{2256F334-7450-4E9F-BAD4-606833BD1647}" presName="compositeShape" presStyleCnt="0">
        <dgm:presLayoutVars>
          <dgm:chMax val="7"/>
          <dgm:dir/>
          <dgm:resizeHandles val="exact"/>
        </dgm:presLayoutVars>
      </dgm:prSet>
      <dgm:spPr/>
    </dgm:pt>
    <dgm:pt modelId="{EA02D110-46F4-4251-880C-609664B9300A}" type="pres">
      <dgm:prSet presAssocID="{2256F334-7450-4E9F-BAD4-606833BD1647}" presName="wedge1" presStyleLbl="node1" presStyleIdx="0" presStyleCnt="3"/>
      <dgm:spPr/>
    </dgm:pt>
    <dgm:pt modelId="{6E52C1DC-BE6A-4E9F-A0A7-62E183317944}" type="pres">
      <dgm:prSet presAssocID="{2256F334-7450-4E9F-BAD4-606833BD1647}" presName="dummy1a" presStyleCnt="0"/>
      <dgm:spPr/>
    </dgm:pt>
    <dgm:pt modelId="{96FB2530-167C-4B7F-8A02-EAE16D9A1603}" type="pres">
      <dgm:prSet presAssocID="{2256F334-7450-4E9F-BAD4-606833BD1647}" presName="dummy1b" presStyleCnt="0"/>
      <dgm:spPr/>
    </dgm:pt>
    <dgm:pt modelId="{4971C134-0A0B-417E-946B-F1E649FABC52}" type="pres">
      <dgm:prSet presAssocID="{2256F334-7450-4E9F-BAD4-606833BD1647}" presName="wedge1Tx" presStyleLbl="node1" presStyleIdx="0" presStyleCnt="3">
        <dgm:presLayoutVars>
          <dgm:chMax val="0"/>
          <dgm:chPref val="0"/>
          <dgm:bulletEnabled val="1"/>
        </dgm:presLayoutVars>
      </dgm:prSet>
      <dgm:spPr/>
    </dgm:pt>
    <dgm:pt modelId="{5F6ED84B-D504-46B2-AD4F-1E5DDFF71C3F}" type="pres">
      <dgm:prSet presAssocID="{2256F334-7450-4E9F-BAD4-606833BD1647}" presName="wedge2" presStyleLbl="node1" presStyleIdx="1" presStyleCnt="3"/>
      <dgm:spPr/>
    </dgm:pt>
    <dgm:pt modelId="{90F4763B-632D-4ABA-99E9-2856000CA656}" type="pres">
      <dgm:prSet presAssocID="{2256F334-7450-4E9F-BAD4-606833BD1647}" presName="dummy2a" presStyleCnt="0"/>
      <dgm:spPr/>
    </dgm:pt>
    <dgm:pt modelId="{5BF66A7F-0470-48D3-95F2-E8CECC50FA95}" type="pres">
      <dgm:prSet presAssocID="{2256F334-7450-4E9F-BAD4-606833BD1647}" presName="dummy2b" presStyleCnt="0"/>
      <dgm:spPr/>
    </dgm:pt>
    <dgm:pt modelId="{2B9F476F-2A85-4765-AA43-1AE4973638D9}" type="pres">
      <dgm:prSet presAssocID="{2256F334-7450-4E9F-BAD4-606833BD1647}" presName="wedge2Tx" presStyleLbl="node1" presStyleIdx="1" presStyleCnt="3">
        <dgm:presLayoutVars>
          <dgm:chMax val="0"/>
          <dgm:chPref val="0"/>
          <dgm:bulletEnabled val="1"/>
        </dgm:presLayoutVars>
      </dgm:prSet>
      <dgm:spPr/>
    </dgm:pt>
    <dgm:pt modelId="{1E3616D6-7DDD-4675-8B0D-E52F693E47D8}" type="pres">
      <dgm:prSet presAssocID="{2256F334-7450-4E9F-BAD4-606833BD1647}" presName="wedge3" presStyleLbl="node1" presStyleIdx="2" presStyleCnt="3"/>
      <dgm:spPr/>
    </dgm:pt>
    <dgm:pt modelId="{3365BC09-75B7-4F95-86CB-C3CDDD4CA941}" type="pres">
      <dgm:prSet presAssocID="{2256F334-7450-4E9F-BAD4-606833BD1647}" presName="dummy3a" presStyleCnt="0"/>
      <dgm:spPr/>
    </dgm:pt>
    <dgm:pt modelId="{0C982460-3AD2-4A19-8604-AA5049A67128}" type="pres">
      <dgm:prSet presAssocID="{2256F334-7450-4E9F-BAD4-606833BD1647}" presName="dummy3b" presStyleCnt="0"/>
      <dgm:spPr/>
    </dgm:pt>
    <dgm:pt modelId="{8001608F-84B6-44E6-99C0-6157894EA93F}" type="pres">
      <dgm:prSet presAssocID="{2256F334-7450-4E9F-BAD4-606833BD1647}" presName="wedge3Tx" presStyleLbl="node1" presStyleIdx="2" presStyleCnt="3">
        <dgm:presLayoutVars>
          <dgm:chMax val="0"/>
          <dgm:chPref val="0"/>
          <dgm:bulletEnabled val="1"/>
        </dgm:presLayoutVars>
      </dgm:prSet>
      <dgm:spPr/>
    </dgm:pt>
    <dgm:pt modelId="{7566E872-52D9-4F5D-85D0-5F4458BDF39F}" type="pres">
      <dgm:prSet presAssocID="{789013AD-977E-4EB7-8AB7-AC31A32DA3BA}" presName="arrowWedge1" presStyleLbl="fgSibTrans2D1" presStyleIdx="0" presStyleCnt="3"/>
      <dgm:spPr/>
    </dgm:pt>
    <dgm:pt modelId="{2BA2CDBB-60D4-4569-B72F-DDF0CC61658E}" type="pres">
      <dgm:prSet presAssocID="{CD778526-632D-4BC3-87F7-E3043A1E945A}" presName="arrowWedge2" presStyleLbl="fgSibTrans2D1" presStyleIdx="1" presStyleCnt="3"/>
      <dgm:spPr/>
    </dgm:pt>
    <dgm:pt modelId="{C0DFC886-5FDC-4FEE-B62F-CC2E7B7FA47F}" type="pres">
      <dgm:prSet presAssocID="{C8679490-69BC-4516-92C1-5497B6FBF8F0}" presName="arrowWedge3" presStyleLbl="fgSibTrans2D1" presStyleIdx="2" presStyleCnt="3"/>
      <dgm:spPr/>
    </dgm:pt>
  </dgm:ptLst>
  <dgm:cxnLst>
    <dgm:cxn modelId="{FD537412-B303-450F-8227-9CF9752EACCC}" type="presOf" srcId="{1494C5B9-1FD6-4D80-AC35-E05FD2B5D04C}" destId="{4971C134-0A0B-417E-946B-F1E649FABC52}" srcOrd="1" destOrd="0" presId="urn:microsoft.com/office/officeart/2005/8/layout/cycle8"/>
    <dgm:cxn modelId="{E36E9D2C-036D-47E1-B826-18FF90CC7BC1}" srcId="{2256F334-7450-4E9F-BAD4-606833BD1647}" destId="{F3797BA0-57E8-461E-A9CF-5F5BE30CFA2D}" srcOrd="1" destOrd="0" parTransId="{98FF5016-4A7F-441A-B1AE-70ABFA63BCD9}" sibTransId="{CD778526-632D-4BC3-87F7-E3043A1E945A}"/>
    <dgm:cxn modelId="{6E84BB3B-9334-4B7D-A74E-E266C430A4F9}" srcId="{2256F334-7450-4E9F-BAD4-606833BD1647}" destId="{1494C5B9-1FD6-4D80-AC35-E05FD2B5D04C}" srcOrd="0" destOrd="0" parTransId="{848C41C6-EFBB-4A48-943B-6EC10C420D8F}" sibTransId="{789013AD-977E-4EB7-8AB7-AC31A32DA3BA}"/>
    <dgm:cxn modelId="{29D1DB6B-9740-4A44-8236-C24D35EA38CE}" srcId="{2256F334-7450-4E9F-BAD4-606833BD1647}" destId="{A7095EDB-C494-4846-BDA4-784DC29AE059}" srcOrd="2" destOrd="0" parTransId="{61CDDDB3-191A-4A77-AFF0-92C60B425BF7}" sibTransId="{C8679490-69BC-4516-92C1-5497B6FBF8F0}"/>
    <dgm:cxn modelId="{BB84F250-09C2-483A-9675-751677D393F6}" type="presOf" srcId="{2256F334-7450-4E9F-BAD4-606833BD1647}" destId="{29CEDB25-F72E-405F-94DF-8A1FF334D2E6}" srcOrd="0" destOrd="0" presId="urn:microsoft.com/office/officeart/2005/8/layout/cycle8"/>
    <dgm:cxn modelId="{46764553-1B1A-4D9B-8DDF-3A345D3D8196}" type="presOf" srcId="{A7095EDB-C494-4846-BDA4-784DC29AE059}" destId="{8001608F-84B6-44E6-99C0-6157894EA93F}" srcOrd="1" destOrd="0" presId="urn:microsoft.com/office/officeart/2005/8/layout/cycle8"/>
    <dgm:cxn modelId="{F5355391-8206-4F48-9FA8-C8A79A5A7415}" type="presOf" srcId="{F3797BA0-57E8-461E-A9CF-5F5BE30CFA2D}" destId="{2B9F476F-2A85-4765-AA43-1AE4973638D9}" srcOrd="1" destOrd="0" presId="urn:microsoft.com/office/officeart/2005/8/layout/cycle8"/>
    <dgm:cxn modelId="{CC8AA092-A143-4A40-A5B8-3159E081CAF9}" type="presOf" srcId="{1494C5B9-1FD6-4D80-AC35-E05FD2B5D04C}" destId="{EA02D110-46F4-4251-880C-609664B9300A}" srcOrd="0" destOrd="0" presId="urn:microsoft.com/office/officeart/2005/8/layout/cycle8"/>
    <dgm:cxn modelId="{F7CF4DA6-70BE-4D5C-94AC-DDF5A7089F57}" type="presOf" srcId="{F3797BA0-57E8-461E-A9CF-5F5BE30CFA2D}" destId="{5F6ED84B-D504-46B2-AD4F-1E5DDFF71C3F}" srcOrd="0" destOrd="0" presId="urn:microsoft.com/office/officeart/2005/8/layout/cycle8"/>
    <dgm:cxn modelId="{75621DED-8DEF-40A0-9CEF-AD2A11BA7FA9}" type="presOf" srcId="{A7095EDB-C494-4846-BDA4-784DC29AE059}" destId="{1E3616D6-7DDD-4675-8B0D-E52F693E47D8}" srcOrd="0" destOrd="0" presId="urn:microsoft.com/office/officeart/2005/8/layout/cycle8"/>
    <dgm:cxn modelId="{678C94C2-B833-4F65-BB64-E2089C930003}" type="presParOf" srcId="{29CEDB25-F72E-405F-94DF-8A1FF334D2E6}" destId="{EA02D110-46F4-4251-880C-609664B9300A}" srcOrd="0" destOrd="0" presId="urn:microsoft.com/office/officeart/2005/8/layout/cycle8"/>
    <dgm:cxn modelId="{85DCE033-8577-429B-AF27-EDDBAA867AA0}" type="presParOf" srcId="{29CEDB25-F72E-405F-94DF-8A1FF334D2E6}" destId="{6E52C1DC-BE6A-4E9F-A0A7-62E183317944}" srcOrd="1" destOrd="0" presId="urn:microsoft.com/office/officeart/2005/8/layout/cycle8"/>
    <dgm:cxn modelId="{DD89AC1B-966D-49F9-BAC1-98C15CE39E2F}" type="presParOf" srcId="{29CEDB25-F72E-405F-94DF-8A1FF334D2E6}" destId="{96FB2530-167C-4B7F-8A02-EAE16D9A1603}" srcOrd="2" destOrd="0" presId="urn:microsoft.com/office/officeart/2005/8/layout/cycle8"/>
    <dgm:cxn modelId="{AA2A99C6-7E20-4F94-9138-26AE0C7CA058}" type="presParOf" srcId="{29CEDB25-F72E-405F-94DF-8A1FF334D2E6}" destId="{4971C134-0A0B-417E-946B-F1E649FABC52}" srcOrd="3" destOrd="0" presId="urn:microsoft.com/office/officeart/2005/8/layout/cycle8"/>
    <dgm:cxn modelId="{4B49D4D2-9D86-4E95-9633-CF3954EDBFAF}" type="presParOf" srcId="{29CEDB25-F72E-405F-94DF-8A1FF334D2E6}" destId="{5F6ED84B-D504-46B2-AD4F-1E5DDFF71C3F}" srcOrd="4" destOrd="0" presId="urn:microsoft.com/office/officeart/2005/8/layout/cycle8"/>
    <dgm:cxn modelId="{7B5CBA8B-9A3D-44C4-B9C8-3318F972FF53}" type="presParOf" srcId="{29CEDB25-F72E-405F-94DF-8A1FF334D2E6}" destId="{90F4763B-632D-4ABA-99E9-2856000CA656}" srcOrd="5" destOrd="0" presId="urn:microsoft.com/office/officeart/2005/8/layout/cycle8"/>
    <dgm:cxn modelId="{0805F331-B91F-4607-8108-43422A4B87AD}" type="presParOf" srcId="{29CEDB25-F72E-405F-94DF-8A1FF334D2E6}" destId="{5BF66A7F-0470-48D3-95F2-E8CECC50FA95}" srcOrd="6" destOrd="0" presId="urn:microsoft.com/office/officeart/2005/8/layout/cycle8"/>
    <dgm:cxn modelId="{6EA16FB5-B62C-4DEA-A236-AD1952D921EB}" type="presParOf" srcId="{29CEDB25-F72E-405F-94DF-8A1FF334D2E6}" destId="{2B9F476F-2A85-4765-AA43-1AE4973638D9}" srcOrd="7" destOrd="0" presId="urn:microsoft.com/office/officeart/2005/8/layout/cycle8"/>
    <dgm:cxn modelId="{462C7BA5-EE27-42F5-AEC5-665B3EC3A86A}" type="presParOf" srcId="{29CEDB25-F72E-405F-94DF-8A1FF334D2E6}" destId="{1E3616D6-7DDD-4675-8B0D-E52F693E47D8}" srcOrd="8" destOrd="0" presId="urn:microsoft.com/office/officeart/2005/8/layout/cycle8"/>
    <dgm:cxn modelId="{A79DB28B-7BD8-4977-9E1E-54C3BA07819B}" type="presParOf" srcId="{29CEDB25-F72E-405F-94DF-8A1FF334D2E6}" destId="{3365BC09-75B7-4F95-86CB-C3CDDD4CA941}" srcOrd="9" destOrd="0" presId="urn:microsoft.com/office/officeart/2005/8/layout/cycle8"/>
    <dgm:cxn modelId="{ED364129-CAF3-4EDD-A83E-3FF274EE26CE}" type="presParOf" srcId="{29CEDB25-F72E-405F-94DF-8A1FF334D2E6}" destId="{0C982460-3AD2-4A19-8604-AA5049A67128}" srcOrd="10" destOrd="0" presId="urn:microsoft.com/office/officeart/2005/8/layout/cycle8"/>
    <dgm:cxn modelId="{AF57FFF4-AC78-4577-8CA3-9CEC74705394}" type="presParOf" srcId="{29CEDB25-F72E-405F-94DF-8A1FF334D2E6}" destId="{8001608F-84B6-44E6-99C0-6157894EA93F}" srcOrd="11" destOrd="0" presId="urn:microsoft.com/office/officeart/2005/8/layout/cycle8"/>
    <dgm:cxn modelId="{6B83FE0F-CEF4-4DB9-93FE-3C9B0D81E1C0}" type="presParOf" srcId="{29CEDB25-F72E-405F-94DF-8A1FF334D2E6}" destId="{7566E872-52D9-4F5D-85D0-5F4458BDF39F}" srcOrd="12" destOrd="0" presId="urn:microsoft.com/office/officeart/2005/8/layout/cycle8"/>
    <dgm:cxn modelId="{5EEC0B9D-8D4C-4095-8133-86CF48182C2B}" type="presParOf" srcId="{29CEDB25-F72E-405F-94DF-8A1FF334D2E6}" destId="{2BA2CDBB-60D4-4569-B72F-DDF0CC61658E}" srcOrd="13" destOrd="0" presId="urn:microsoft.com/office/officeart/2005/8/layout/cycle8"/>
    <dgm:cxn modelId="{5FCEB98B-6F28-4362-8836-D02038A2426C}" type="presParOf" srcId="{29CEDB25-F72E-405F-94DF-8A1FF334D2E6}" destId="{C0DFC886-5FDC-4FEE-B62F-CC2E7B7FA47F}" srcOrd="14" destOrd="0" presId="urn:microsoft.com/office/officeart/2005/8/layout/cycle8"/>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C7B8218-7C73-412C-A5E8-1313A5017D96}" type="doc">
      <dgm:prSet loTypeId="urn:microsoft.com/office/officeart/2009/3/layout/StepUpProcess" loCatId="process" qsTypeId="urn:microsoft.com/office/officeart/2005/8/quickstyle/simple1" qsCatId="simple" csTypeId="urn:microsoft.com/office/officeart/2005/8/colors/accent1_2" csCatId="accent1" phldr="1"/>
      <dgm:spPr/>
      <dgm:t>
        <a:bodyPr/>
        <a:lstStyle/>
        <a:p>
          <a:endParaRPr lang="fr-FR"/>
        </a:p>
      </dgm:t>
    </dgm:pt>
    <dgm:pt modelId="{D319E433-0934-4606-AB7D-2BC75F8DFA0D}">
      <dgm:prSet phldrT="[Texte]"/>
      <dgm:spPr/>
      <dgm:t>
        <a:bodyPr/>
        <a:lstStyle/>
        <a:p>
          <a:endParaRPr lang="fr-FR" dirty="0"/>
        </a:p>
      </dgm:t>
    </dgm:pt>
    <dgm:pt modelId="{067E9044-C40B-4316-93EA-A92A4ECAE950}" type="parTrans" cxnId="{2E7949A9-4916-4EDB-9D8B-A976E6C2DA37}">
      <dgm:prSet/>
      <dgm:spPr/>
      <dgm:t>
        <a:bodyPr/>
        <a:lstStyle/>
        <a:p>
          <a:endParaRPr lang="fr-FR"/>
        </a:p>
      </dgm:t>
    </dgm:pt>
    <dgm:pt modelId="{3B1EB9FD-9A37-4CCA-ACA1-0D64039F17D9}" type="sibTrans" cxnId="{2E7949A9-4916-4EDB-9D8B-A976E6C2DA37}">
      <dgm:prSet/>
      <dgm:spPr/>
      <dgm:t>
        <a:bodyPr/>
        <a:lstStyle/>
        <a:p>
          <a:endParaRPr lang="fr-FR"/>
        </a:p>
      </dgm:t>
    </dgm:pt>
    <dgm:pt modelId="{91700F07-B7D9-4750-8436-3D09AA34A2D4}">
      <dgm:prSet phldrT="[Texte]"/>
      <dgm:spPr/>
      <dgm:t>
        <a:bodyPr/>
        <a:lstStyle/>
        <a:p>
          <a:endParaRPr lang="fr-FR" dirty="0"/>
        </a:p>
      </dgm:t>
    </dgm:pt>
    <dgm:pt modelId="{1A2AEEAE-80AD-4998-84BD-BD0584C3B2FB}" type="parTrans" cxnId="{D4DD1649-6605-4868-AC8E-1F81674F8965}">
      <dgm:prSet/>
      <dgm:spPr/>
      <dgm:t>
        <a:bodyPr/>
        <a:lstStyle/>
        <a:p>
          <a:endParaRPr lang="fr-FR"/>
        </a:p>
      </dgm:t>
    </dgm:pt>
    <dgm:pt modelId="{7D2D50D2-70AB-4462-B689-202CA487E9D0}" type="sibTrans" cxnId="{D4DD1649-6605-4868-AC8E-1F81674F8965}">
      <dgm:prSet/>
      <dgm:spPr/>
      <dgm:t>
        <a:bodyPr/>
        <a:lstStyle/>
        <a:p>
          <a:endParaRPr lang="fr-FR"/>
        </a:p>
      </dgm:t>
    </dgm:pt>
    <dgm:pt modelId="{E072D5FA-D96C-4052-A44E-A0EEC6E6F48E}">
      <dgm:prSet phldrT="[Texte]"/>
      <dgm:spPr/>
      <dgm:t>
        <a:bodyPr/>
        <a:lstStyle/>
        <a:p>
          <a:endParaRPr lang="fr-FR" dirty="0"/>
        </a:p>
      </dgm:t>
    </dgm:pt>
    <dgm:pt modelId="{988D2C16-6723-4508-B712-EF96CCD17340}" type="parTrans" cxnId="{8C23C0C8-F4A5-459B-9777-1CDE8A858084}">
      <dgm:prSet/>
      <dgm:spPr/>
      <dgm:t>
        <a:bodyPr/>
        <a:lstStyle/>
        <a:p>
          <a:endParaRPr lang="fr-FR"/>
        </a:p>
      </dgm:t>
    </dgm:pt>
    <dgm:pt modelId="{65005B8E-A5AA-4912-9FEC-526B058FE77D}" type="sibTrans" cxnId="{8C23C0C8-F4A5-459B-9777-1CDE8A858084}">
      <dgm:prSet/>
      <dgm:spPr/>
      <dgm:t>
        <a:bodyPr/>
        <a:lstStyle/>
        <a:p>
          <a:endParaRPr lang="fr-FR"/>
        </a:p>
      </dgm:t>
    </dgm:pt>
    <dgm:pt modelId="{B0470A51-11AD-4E90-9EDD-C42BB5F7EF4E}">
      <dgm:prSet phldrT="[Texte]"/>
      <dgm:spPr/>
      <dgm:t>
        <a:bodyPr/>
        <a:lstStyle/>
        <a:p>
          <a:endParaRPr lang="fr-FR" dirty="0"/>
        </a:p>
      </dgm:t>
    </dgm:pt>
    <dgm:pt modelId="{C20588E9-F66D-49AE-9430-D2C06C6BC1D0}" type="parTrans" cxnId="{8D52ADD1-250A-4291-9E60-C4203DCACC57}">
      <dgm:prSet/>
      <dgm:spPr/>
      <dgm:t>
        <a:bodyPr/>
        <a:lstStyle/>
        <a:p>
          <a:endParaRPr lang="fr-FR"/>
        </a:p>
      </dgm:t>
    </dgm:pt>
    <dgm:pt modelId="{8D8D18C2-88CB-4854-9149-68F790556F74}" type="sibTrans" cxnId="{8D52ADD1-250A-4291-9E60-C4203DCACC57}">
      <dgm:prSet/>
      <dgm:spPr/>
      <dgm:t>
        <a:bodyPr/>
        <a:lstStyle/>
        <a:p>
          <a:endParaRPr lang="fr-FR"/>
        </a:p>
      </dgm:t>
    </dgm:pt>
    <dgm:pt modelId="{0B29FC3C-8A8D-499A-83D6-9B8EA78FF2C6}">
      <dgm:prSet phldrT="[Texte]"/>
      <dgm:spPr/>
      <dgm:t>
        <a:bodyPr/>
        <a:lstStyle/>
        <a:p>
          <a:endParaRPr lang="fr-FR" dirty="0"/>
        </a:p>
      </dgm:t>
    </dgm:pt>
    <dgm:pt modelId="{CC34ED61-8FCF-4467-8F2D-771A90B5E7EC}" type="parTrans" cxnId="{BC9C495B-D6A0-4B39-A0E1-CDCC6A01BFA9}">
      <dgm:prSet/>
      <dgm:spPr/>
      <dgm:t>
        <a:bodyPr/>
        <a:lstStyle/>
        <a:p>
          <a:endParaRPr lang="fr-FR"/>
        </a:p>
      </dgm:t>
    </dgm:pt>
    <dgm:pt modelId="{FAAADA48-87D4-47EA-A6C7-4020CBE3BA33}" type="sibTrans" cxnId="{BC9C495B-D6A0-4B39-A0E1-CDCC6A01BFA9}">
      <dgm:prSet/>
      <dgm:spPr/>
      <dgm:t>
        <a:bodyPr/>
        <a:lstStyle/>
        <a:p>
          <a:endParaRPr lang="fr-FR"/>
        </a:p>
      </dgm:t>
    </dgm:pt>
    <dgm:pt modelId="{21B5F943-B084-4F92-88A6-B4C2A64F7286}">
      <dgm:prSet phldrT="[Texte]"/>
      <dgm:spPr/>
      <dgm:t>
        <a:bodyPr/>
        <a:lstStyle/>
        <a:p>
          <a:endParaRPr lang="fr-FR" dirty="0"/>
        </a:p>
      </dgm:t>
    </dgm:pt>
    <dgm:pt modelId="{A195647A-5F4B-4936-A315-0F0CF0FDD3C0}" type="parTrans" cxnId="{4343D786-1BA1-4F11-8009-AE0F9E8BEF9E}">
      <dgm:prSet/>
      <dgm:spPr/>
      <dgm:t>
        <a:bodyPr/>
        <a:lstStyle/>
        <a:p>
          <a:endParaRPr lang="fr-FR"/>
        </a:p>
      </dgm:t>
    </dgm:pt>
    <dgm:pt modelId="{C0F68925-1F25-4590-840C-85F16B31C23A}" type="sibTrans" cxnId="{4343D786-1BA1-4F11-8009-AE0F9E8BEF9E}">
      <dgm:prSet/>
      <dgm:spPr/>
      <dgm:t>
        <a:bodyPr/>
        <a:lstStyle/>
        <a:p>
          <a:endParaRPr lang="fr-FR"/>
        </a:p>
      </dgm:t>
    </dgm:pt>
    <dgm:pt modelId="{2A800630-C82C-4D2E-9CA2-07AF9907F8E2}">
      <dgm:prSet phldrT="[Texte]"/>
      <dgm:spPr/>
      <dgm:t>
        <a:bodyPr/>
        <a:lstStyle/>
        <a:p>
          <a:r>
            <a:rPr lang="fr-FR" dirty="0"/>
            <a:t> </a:t>
          </a:r>
        </a:p>
      </dgm:t>
    </dgm:pt>
    <dgm:pt modelId="{28B6BE6B-2E0F-4F2B-A73A-43933C3EE117}" type="sibTrans" cxnId="{CCB16BD5-DA92-4776-ABA4-C60160D40F02}">
      <dgm:prSet/>
      <dgm:spPr/>
      <dgm:t>
        <a:bodyPr/>
        <a:lstStyle/>
        <a:p>
          <a:endParaRPr lang="fr-FR"/>
        </a:p>
      </dgm:t>
    </dgm:pt>
    <dgm:pt modelId="{315E4E1A-7793-43B2-B248-1D90BDD5E85C}" type="parTrans" cxnId="{CCB16BD5-DA92-4776-ABA4-C60160D40F02}">
      <dgm:prSet/>
      <dgm:spPr/>
      <dgm:t>
        <a:bodyPr/>
        <a:lstStyle/>
        <a:p>
          <a:endParaRPr lang="fr-FR"/>
        </a:p>
      </dgm:t>
    </dgm:pt>
    <dgm:pt modelId="{BE813A4A-4C2E-4B5B-85E2-394A65F1EB92}" type="pres">
      <dgm:prSet presAssocID="{AC7B8218-7C73-412C-A5E8-1313A5017D96}" presName="rootnode" presStyleCnt="0">
        <dgm:presLayoutVars>
          <dgm:chMax/>
          <dgm:chPref/>
          <dgm:dir/>
          <dgm:animLvl val="lvl"/>
        </dgm:presLayoutVars>
      </dgm:prSet>
      <dgm:spPr/>
    </dgm:pt>
    <dgm:pt modelId="{7E716E2A-FC8A-4441-A0A5-47D06BC01257}" type="pres">
      <dgm:prSet presAssocID="{D319E433-0934-4606-AB7D-2BC75F8DFA0D}" presName="composite" presStyleCnt="0"/>
      <dgm:spPr/>
    </dgm:pt>
    <dgm:pt modelId="{2F536F32-7FEA-48C2-8669-56EA63027D13}" type="pres">
      <dgm:prSet presAssocID="{D319E433-0934-4606-AB7D-2BC75F8DFA0D}" presName="LShape" presStyleLbl="alignNode1" presStyleIdx="0" presStyleCnt="13"/>
      <dgm:spPr>
        <a:solidFill>
          <a:schemeClr val="bg1">
            <a:lumMod val="85000"/>
          </a:schemeClr>
        </a:solidFill>
        <a:ln>
          <a:noFill/>
        </a:ln>
      </dgm:spPr>
    </dgm:pt>
    <dgm:pt modelId="{A8F73CF3-5C35-4D3F-9BFA-3C60D3E39869}" type="pres">
      <dgm:prSet presAssocID="{D319E433-0934-4606-AB7D-2BC75F8DFA0D}" presName="ParentText" presStyleLbl="revTx" presStyleIdx="0" presStyleCnt="7">
        <dgm:presLayoutVars>
          <dgm:chMax val="0"/>
          <dgm:chPref val="0"/>
          <dgm:bulletEnabled val="1"/>
        </dgm:presLayoutVars>
      </dgm:prSet>
      <dgm:spPr/>
    </dgm:pt>
    <dgm:pt modelId="{073E1243-807D-44B9-A19F-D853AB77EB56}" type="pres">
      <dgm:prSet presAssocID="{D319E433-0934-4606-AB7D-2BC75F8DFA0D}" presName="Triangle" presStyleLbl="alignNode1" presStyleIdx="1" presStyleCnt="13"/>
      <dgm:spPr>
        <a:solidFill>
          <a:schemeClr val="bg1">
            <a:lumMod val="85000"/>
          </a:schemeClr>
        </a:solidFill>
        <a:ln>
          <a:noFill/>
        </a:ln>
      </dgm:spPr>
    </dgm:pt>
    <dgm:pt modelId="{429F7F80-DA2D-4EEC-8976-07DEB51C1EE2}" type="pres">
      <dgm:prSet presAssocID="{3B1EB9FD-9A37-4CCA-ACA1-0D64039F17D9}" presName="sibTrans" presStyleCnt="0"/>
      <dgm:spPr/>
    </dgm:pt>
    <dgm:pt modelId="{476C99B4-2925-48DB-BEB9-E2E5B618408F}" type="pres">
      <dgm:prSet presAssocID="{3B1EB9FD-9A37-4CCA-ACA1-0D64039F17D9}" presName="space" presStyleCnt="0"/>
      <dgm:spPr/>
    </dgm:pt>
    <dgm:pt modelId="{31E1E516-736B-4DA7-8F6D-1F2E5CD44D10}" type="pres">
      <dgm:prSet presAssocID="{91700F07-B7D9-4750-8436-3D09AA34A2D4}" presName="composite" presStyleCnt="0"/>
      <dgm:spPr/>
    </dgm:pt>
    <dgm:pt modelId="{1D5F48EC-0639-4D2F-820E-C3E346BBA81C}" type="pres">
      <dgm:prSet presAssocID="{91700F07-B7D9-4750-8436-3D09AA34A2D4}" presName="LShape" presStyleLbl="alignNode1" presStyleIdx="2" presStyleCnt="13"/>
      <dgm:spPr>
        <a:solidFill>
          <a:schemeClr val="bg1">
            <a:lumMod val="85000"/>
          </a:schemeClr>
        </a:solidFill>
        <a:ln>
          <a:noFill/>
        </a:ln>
      </dgm:spPr>
    </dgm:pt>
    <dgm:pt modelId="{D4C0ABF8-7168-4E17-9AEE-0A90D7D7B2D9}" type="pres">
      <dgm:prSet presAssocID="{91700F07-B7D9-4750-8436-3D09AA34A2D4}" presName="ParentText" presStyleLbl="revTx" presStyleIdx="1" presStyleCnt="7">
        <dgm:presLayoutVars>
          <dgm:chMax val="0"/>
          <dgm:chPref val="0"/>
          <dgm:bulletEnabled val="1"/>
        </dgm:presLayoutVars>
      </dgm:prSet>
      <dgm:spPr/>
    </dgm:pt>
    <dgm:pt modelId="{40B3F6C3-47F2-4E3A-B536-E6827E5B6D3D}" type="pres">
      <dgm:prSet presAssocID="{91700F07-B7D9-4750-8436-3D09AA34A2D4}" presName="Triangle" presStyleLbl="alignNode1" presStyleIdx="3" presStyleCnt="13"/>
      <dgm:spPr>
        <a:solidFill>
          <a:srgbClr val="ED7D31"/>
        </a:solidFill>
        <a:ln>
          <a:noFill/>
        </a:ln>
      </dgm:spPr>
    </dgm:pt>
    <dgm:pt modelId="{5D4F46F3-BDDB-4D23-8945-D4713CF1689D}" type="pres">
      <dgm:prSet presAssocID="{7D2D50D2-70AB-4462-B689-202CA487E9D0}" presName="sibTrans" presStyleCnt="0"/>
      <dgm:spPr/>
    </dgm:pt>
    <dgm:pt modelId="{ABB03B90-B5F3-4B67-B07C-5BF9CB50ABC1}" type="pres">
      <dgm:prSet presAssocID="{7D2D50D2-70AB-4462-B689-202CA487E9D0}" presName="space" presStyleCnt="0"/>
      <dgm:spPr/>
    </dgm:pt>
    <dgm:pt modelId="{5ACA83E8-29A0-44BA-B900-6A4B6138E717}" type="pres">
      <dgm:prSet presAssocID="{2A800630-C82C-4D2E-9CA2-07AF9907F8E2}" presName="composite" presStyleCnt="0"/>
      <dgm:spPr/>
    </dgm:pt>
    <dgm:pt modelId="{1A10CCB0-E3F3-474A-AE13-813EA8EDD27C}" type="pres">
      <dgm:prSet presAssocID="{2A800630-C82C-4D2E-9CA2-07AF9907F8E2}" presName="LShape" presStyleLbl="alignNode1" presStyleIdx="4" presStyleCnt="13"/>
      <dgm:spPr>
        <a:solidFill>
          <a:srgbClr val="ED7D31"/>
        </a:solidFill>
        <a:ln>
          <a:noFill/>
        </a:ln>
      </dgm:spPr>
    </dgm:pt>
    <dgm:pt modelId="{6937B817-1A63-4D95-94E9-FD03A7BC1B40}" type="pres">
      <dgm:prSet presAssocID="{2A800630-C82C-4D2E-9CA2-07AF9907F8E2}" presName="ParentText" presStyleLbl="revTx" presStyleIdx="2" presStyleCnt="7">
        <dgm:presLayoutVars>
          <dgm:chMax val="0"/>
          <dgm:chPref val="0"/>
          <dgm:bulletEnabled val="1"/>
        </dgm:presLayoutVars>
      </dgm:prSet>
      <dgm:spPr/>
    </dgm:pt>
    <dgm:pt modelId="{CEC1A658-099E-49E5-BC89-D956E9F29B72}" type="pres">
      <dgm:prSet presAssocID="{2A800630-C82C-4D2E-9CA2-07AF9907F8E2}" presName="Triangle" presStyleLbl="alignNode1" presStyleIdx="5" presStyleCnt="13"/>
      <dgm:spPr>
        <a:solidFill>
          <a:srgbClr val="ED7D31"/>
        </a:solidFill>
        <a:ln>
          <a:noFill/>
        </a:ln>
      </dgm:spPr>
    </dgm:pt>
    <dgm:pt modelId="{F58F0922-FE1B-457E-B8BC-B924A3B9C9DB}" type="pres">
      <dgm:prSet presAssocID="{28B6BE6B-2E0F-4F2B-A73A-43933C3EE117}" presName="sibTrans" presStyleCnt="0"/>
      <dgm:spPr/>
    </dgm:pt>
    <dgm:pt modelId="{BB0937D0-6467-456C-85A4-DC7518D4A930}" type="pres">
      <dgm:prSet presAssocID="{28B6BE6B-2E0F-4F2B-A73A-43933C3EE117}" presName="space" presStyleCnt="0"/>
      <dgm:spPr/>
    </dgm:pt>
    <dgm:pt modelId="{53603EE7-7299-4EEC-BCB6-D87CCBED108C}" type="pres">
      <dgm:prSet presAssocID="{E072D5FA-D96C-4052-A44E-A0EEC6E6F48E}" presName="composite" presStyleCnt="0"/>
      <dgm:spPr/>
    </dgm:pt>
    <dgm:pt modelId="{C452FD94-10B1-4F50-B559-A8C5CE55F511}" type="pres">
      <dgm:prSet presAssocID="{E072D5FA-D96C-4052-A44E-A0EEC6E6F48E}" presName="LShape" presStyleLbl="alignNode1" presStyleIdx="6" presStyleCnt="13"/>
      <dgm:spPr>
        <a:solidFill>
          <a:srgbClr val="ED7D31"/>
        </a:solidFill>
        <a:ln>
          <a:noFill/>
        </a:ln>
      </dgm:spPr>
    </dgm:pt>
    <dgm:pt modelId="{E1915B3A-8748-4A22-80A3-00E2828C973E}" type="pres">
      <dgm:prSet presAssocID="{E072D5FA-D96C-4052-A44E-A0EEC6E6F48E}" presName="ParentText" presStyleLbl="revTx" presStyleIdx="3" presStyleCnt="7" custLinFactX="30174" custLinFactY="-1300000" custLinFactNeighborX="100000" custLinFactNeighborY="-1324582">
        <dgm:presLayoutVars>
          <dgm:chMax val="0"/>
          <dgm:chPref val="0"/>
          <dgm:bulletEnabled val="1"/>
        </dgm:presLayoutVars>
      </dgm:prSet>
      <dgm:spPr/>
    </dgm:pt>
    <dgm:pt modelId="{B4FFB1F2-72D2-443E-96C5-38A27895A5A5}" type="pres">
      <dgm:prSet presAssocID="{E072D5FA-D96C-4052-A44E-A0EEC6E6F48E}" presName="Triangle" presStyleLbl="alignNode1" presStyleIdx="7" presStyleCnt="13"/>
      <dgm:spPr>
        <a:xfrm>
          <a:off x="5524209" y="974832"/>
          <a:ext cx="226790" cy="226790"/>
        </a:xfrm>
        <a:prstGeom prst="triangle">
          <a:avLst>
            <a:gd name="adj" fmla="val 100000"/>
          </a:avLst>
        </a:prstGeom>
        <a:solidFill>
          <a:srgbClr val="ED7D31"/>
        </a:solidFill>
        <a:ln w="12700" cap="flat" cmpd="sng" algn="ctr">
          <a:noFill/>
          <a:prstDash val="solid"/>
          <a:miter lim="800000"/>
        </a:ln>
        <a:effectLst/>
      </dgm:spPr>
    </dgm:pt>
    <dgm:pt modelId="{2F091766-25B5-4938-9AC9-E8EB12A86A42}" type="pres">
      <dgm:prSet presAssocID="{65005B8E-A5AA-4912-9FEC-526B058FE77D}" presName="sibTrans" presStyleCnt="0"/>
      <dgm:spPr/>
    </dgm:pt>
    <dgm:pt modelId="{25453257-8683-4DA5-8045-73B5FB29B3C7}" type="pres">
      <dgm:prSet presAssocID="{65005B8E-A5AA-4912-9FEC-526B058FE77D}" presName="space" presStyleCnt="0"/>
      <dgm:spPr/>
    </dgm:pt>
    <dgm:pt modelId="{F7F272BE-714C-4F67-9D13-537D5173263F}" type="pres">
      <dgm:prSet presAssocID="{B0470A51-11AD-4E90-9EDD-C42BB5F7EF4E}" presName="composite" presStyleCnt="0"/>
      <dgm:spPr/>
    </dgm:pt>
    <dgm:pt modelId="{A40119A0-C985-410C-80D3-5D5E2C451C54}" type="pres">
      <dgm:prSet presAssocID="{B0470A51-11AD-4E90-9EDD-C42BB5F7EF4E}" presName="LShape" presStyleLbl="alignNode1" presStyleIdx="8" presStyleCnt="13"/>
      <dgm:spPr>
        <a:xfrm rot="5400000">
          <a:off x="6154042" y="708734"/>
          <a:ext cx="800128" cy="1331395"/>
        </a:xfrm>
        <a:prstGeom prst="corner">
          <a:avLst>
            <a:gd name="adj1" fmla="val 16120"/>
            <a:gd name="adj2" fmla="val 16110"/>
          </a:avLst>
        </a:prstGeom>
        <a:solidFill>
          <a:srgbClr val="ED7D31"/>
        </a:solidFill>
        <a:ln w="12700" cap="flat" cmpd="sng" algn="ctr">
          <a:noFill/>
          <a:prstDash val="solid"/>
          <a:miter lim="800000"/>
        </a:ln>
        <a:effectLst/>
      </dgm:spPr>
    </dgm:pt>
    <dgm:pt modelId="{6BB94EDB-46AE-42AC-8381-C2B29F768819}" type="pres">
      <dgm:prSet presAssocID="{B0470A51-11AD-4E90-9EDD-C42BB5F7EF4E}" presName="ParentText" presStyleLbl="revTx" presStyleIdx="4" presStyleCnt="7">
        <dgm:presLayoutVars>
          <dgm:chMax val="0"/>
          <dgm:chPref val="0"/>
          <dgm:bulletEnabled val="1"/>
        </dgm:presLayoutVars>
      </dgm:prSet>
      <dgm:spPr/>
    </dgm:pt>
    <dgm:pt modelId="{B61612F3-149C-445E-B77C-8D7D7291AAB9}" type="pres">
      <dgm:prSet presAssocID="{B0470A51-11AD-4E90-9EDD-C42BB5F7EF4E}" presName="Triangle" presStyleLbl="alignNode1" presStyleIdx="9" presStyleCnt="13"/>
      <dgm:spPr>
        <a:solidFill>
          <a:srgbClr val="3494BA"/>
        </a:solidFill>
        <a:ln>
          <a:noFill/>
        </a:ln>
      </dgm:spPr>
    </dgm:pt>
    <dgm:pt modelId="{830E4E54-CAF2-4C71-B47F-79C077425C5F}" type="pres">
      <dgm:prSet presAssocID="{8D8D18C2-88CB-4854-9149-68F790556F74}" presName="sibTrans" presStyleCnt="0"/>
      <dgm:spPr/>
    </dgm:pt>
    <dgm:pt modelId="{1D5158D1-FB9E-455B-93D3-3376A62DC160}" type="pres">
      <dgm:prSet presAssocID="{8D8D18C2-88CB-4854-9149-68F790556F74}" presName="space" presStyleCnt="0"/>
      <dgm:spPr/>
    </dgm:pt>
    <dgm:pt modelId="{ACAD3B18-3E90-4481-87BF-092310327A96}" type="pres">
      <dgm:prSet presAssocID="{0B29FC3C-8A8D-499A-83D6-9B8EA78FF2C6}" presName="composite" presStyleCnt="0"/>
      <dgm:spPr/>
    </dgm:pt>
    <dgm:pt modelId="{6C4C1066-AF55-49D3-BE87-4178E463EF6B}" type="pres">
      <dgm:prSet presAssocID="{0B29FC3C-8A8D-499A-83D6-9B8EA78FF2C6}" presName="LShape" presStyleLbl="alignNode1" presStyleIdx="10" presStyleCnt="13"/>
      <dgm:spPr>
        <a:solidFill>
          <a:srgbClr val="3494BA"/>
        </a:solidFill>
        <a:ln>
          <a:noFill/>
        </a:ln>
      </dgm:spPr>
    </dgm:pt>
    <dgm:pt modelId="{EE26FCBE-40C7-4DE0-9CD7-9F29486EDACB}" type="pres">
      <dgm:prSet presAssocID="{0B29FC3C-8A8D-499A-83D6-9B8EA78FF2C6}" presName="ParentText" presStyleLbl="revTx" presStyleIdx="5" presStyleCnt="7">
        <dgm:presLayoutVars>
          <dgm:chMax val="0"/>
          <dgm:chPref val="0"/>
          <dgm:bulletEnabled val="1"/>
        </dgm:presLayoutVars>
      </dgm:prSet>
      <dgm:spPr/>
    </dgm:pt>
    <dgm:pt modelId="{04931DB7-88D0-4962-8D4A-7798AC4C5BB9}" type="pres">
      <dgm:prSet presAssocID="{0B29FC3C-8A8D-499A-83D6-9B8EA78FF2C6}" presName="Triangle" presStyleLbl="alignNode1" presStyleIdx="11" presStyleCnt="13"/>
      <dgm:spPr>
        <a:solidFill>
          <a:srgbClr val="3494BA"/>
        </a:solidFill>
        <a:ln>
          <a:noFill/>
        </a:ln>
      </dgm:spPr>
    </dgm:pt>
    <dgm:pt modelId="{ADED5CDB-E05F-4242-8553-ECB3AE36B8CC}" type="pres">
      <dgm:prSet presAssocID="{FAAADA48-87D4-47EA-A6C7-4020CBE3BA33}" presName="sibTrans" presStyleCnt="0"/>
      <dgm:spPr/>
    </dgm:pt>
    <dgm:pt modelId="{AD809BE8-7F10-4AA2-936D-605319C80EB6}" type="pres">
      <dgm:prSet presAssocID="{FAAADA48-87D4-47EA-A6C7-4020CBE3BA33}" presName="space" presStyleCnt="0"/>
      <dgm:spPr/>
    </dgm:pt>
    <dgm:pt modelId="{F03219F0-7AF2-4848-8BEE-427EC3A498ED}" type="pres">
      <dgm:prSet presAssocID="{21B5F943-B084-4F92-88A6-B4C2A64F7286}" presName="composite" presStyleCnt="0"/>
      <dgm:spPr/>
    </dgm:pt>
    <dgm:pt modelId="{8F7185B2-34DE-4686-8B37-8B37F9BEB4BF}" type="pres">
      <dgm:prSet presAssocID="{21B5F943-B084-4F92-88A6-B4C2A64F7286}" presName="LShape" presStyleLbl="alignNode1" presStyleIdx="12" presStyleCnt="13"/>
      <dgm:spPr>
        <a:solidFill>
          <a:srgbClr val="3494BA"/>
        </a:solidFill>
        <a:ln>
          <a:noFill/>
        </a:ln>
      </dgm:spPr>
    </dgm:pt>
    <dgm:pt modelId="{1E8C3E76-7687-4AD3-89B2-1DE96AAB1E55}" type="pres">
      <dgm:prSet presAssocID="{21B5F943-B084-4F92-88A6-B4C2A64F7286}" presName="ParentText" presStyleLbl="revTx" presStyleIdx="6" presStyleCnt="7" custScaleY="128550" custLinFactNeighborX="597" custLinFactNeighborY="15538">
        <dgm:presLayoutVars>
          <dgm:chMax val="0"/>
          <dgm:chPref val="0"/>
          <dgm:bulletEnabled val="1"/>
        </dgm:presLayoutVars>
      </dgm:prSet>
      <dgm:spPr/>
    </dgm:pt>
  </dgm:ptLst>
  <dgm:cxnLst>
    <dgm:cxn modelId="{832C2315-7BA3-448A-89BB-66622BC2CE92}" type="presOf" srcId="{D319E433-0934-4606-AB7D-2BC75F8DFA0D}" destId="{A8F73CF3-5C35-4D3F-9BFA-3C60D3E39869}" srcOrd="0" destOrd="0" presId="urn:microsoft.com/office/officeart/2009/3/layout/StepUpProcess"/>
    <dgm:cxn modelId="{BC9C495B-D6A0-4B39-A0E1-CDCC6A01BFA9}" srcId="{AC7B8218-7C73-412C-A5E8-1313A5017D96}" destId="{0B29FC3C-8A8D-499A-83D6-9B8EA78FF2C6}" srcOrd="5" destOrd="0" parTransId="{CC34ED61-8FCF-4467-8F2D-771A90B5E7EC}" sibTransId="{FAAADA48-87D4-47EA-A6C7-4020CBE3BA33}"/>
    <dgm:cxn modelId="{6DCB2E61-77C1-4C5D-AAA4-168CF4E54077}" type="presOf" srcId="{91700F07-B7D9-4750-8436-3D09AA34A2D4}" destId="{D4C0ABF8-7168-4E17-9AEE-0A90D7D7B2D9}" srcOrd="0" destOrd="0" presId="urn:microsoft.com/office/officeart/2009/3/layout/StepUpProcess"/>
    <dgm:cxn modelId="{D4DD1649-6605-4868-AC8E-1F81674F8965}" srcId="{AC7B8218-7C73-412C-A5E8-1313A5017D96}" destId="{91700F07-B7D9-4750-8436-3D09AA34A2D4}" srcOrd="1" destOrd="0" parTransId="{1A2AEEAE-80AD-4998-84BD-BD0584C3B2FB}" sibTransId="{7D2D50D2-70AB-4462-B689-202CA487E9D0}"/>
    <dgm:cxn modelId="{2B96C050-6158-4163-8018-5A3FAB2DC0B4}" type="presOf" srcId="{2A800630-C82C-4D2E-9CA2-07AF9907F8E2}" destId="{6937B817-1A63-4D95-94E9-FD03A7BC1B40}" srcOrd="0" destOrd="0" presId="urn:microsoft.com/office/officeart/2009/3/layout/StepUpProcess"/>
    <dgm:cxn modelId="{84B98E7D-3950-426D-8BCC-303B12EAF0E2}" type="presOf" srcId="{21B5F943-B084-4F92-88A6-B4C2A64F7286}" destId="{1E8C3E76-7687-4AD3-89B2-1DE96AAB1E55}" srcOrd="0" destOrd="0" presId="urn:microsoft.com/office/officeart/2009/3/layout/StepUpProcess"/>
    <dgm:cxn modelId="{4343D786-1BA1-4F11-8009-AE0F9E8BEF9E}" srcId="{AC7B8218-7C73-412C-A5E8-1313A5017D96}" destId="{21B5F943-B084-4F92-88A6-B4C2A64F7286}" srcOrd="6" destOrd="0" parTransId="{A195647A-5F4B-4936-A315-0F0CF0FDD3C0}" sibTransId="{C0F68925-1F25-4590-840C-85F16B31C23A}"/>
    <dgm:cxn modelId="{2E7949A9-4916-4EDB-9D8B-A976E6C2DA37}" srcId="{AC7B8218-7C73-412C-A5E8-1313A5017D96}" destId="{D319E433-0934-4606-AB7D-2BC75F8DFA0D}" srcOrd="0" destOrd="0" parTransId="{067E9044-C40B-4316-93EA-A92A4ECAE950}" sibTransId="{3B1EB9FD-9A37-4CCA-ACA1-0D64039F17D9}"/>
    <dgm:cxn modelId="{6F7675BF-329B-4499-83B0-8B92ED9B9A66}" type="presOf" srcId="{B0470A51-11AD-4E90-9EDD-C42BB5F7EF4E}" destId="{6BB94EDB-46AE-42AC-8381-C2B29F768819}" srcOrd="0" destOrd="0" presId="urn:microsoft.com/office/officeart/2009/3/layout/StepUpProcess"/>
    <dgm:cxn modelId="{8C23C0C8-F4A5-459B-9777-1CDE8A858084}" srcId="{AC7B8218-7C73-412C-A5E8-1313A5017D96}" destId="{E072D5FA-D96C-4052-A44E-A0EEC6E6F48E}" srcOrd="3" destOrd="0" parTransId="{988D2C16-6723-4508-B712-EF96CCD17340}" sibTransId="{65005B8E-A5AA-4912-9FEC-526B058FE77D}"/>
    <dgm:cxn modelId="{8D52ADD1-250A-4291-9E60-C4203DCACC57}" srcId="{AC7B8218-7C73-412C-A5E8-1313A5017D96}" destId="{B0470A51-11AD-4E90-9EDD-C42BB5F7EF4E}" srcOrd="4" destOrd="0" parTransId="{C20588E9-F66D-49AE-9430-D2C06C6BC1D0}" sibTransId="{8D8D18C2-88CB-4854-9149-68F790556F74}"/>
    <dgm:cxn modelId="{CCB16BD5-DA92-4776-ABA4-C60160D40F02}" srcId="{AC7B8218-7C73-412C-A5E8-1313A5017D96}" destId="{2A800630-C82C-4D2E-9CA2-07AF9907F8E2}" srcOrd="2" destOrd="0" parTransId="{315E4E1A-7793-43B2-B248-1D90BDD5E85C}" sibTransId="{28B6BE6B-2E0F-4F2B-A73A-43933C3EE117}"/>
    <dgm:cxn modelId="{F1CAFDDC-71DB-482F-B521-1D3389B8BAE5}" type="presOf" srcId="{0B29FC3C-8A8D-499A-83D6-9B8EA78FF2C6}" destId="{EE26FCBE-40C7-4DE0-9CD7-9F29486EDACB}" srcOrd="0" destOrd="0" presId="urn:microsoft.com/office/officeart/2009/3/layout/StepUpProcess"/>
    <dgm:cxn modelId="{039AC0F2-38CE-4F1D-B950-A06AB42EC8EA}" type="presOf" srcId="{AC7B8218-7C73-412C-A5E8-1313A5017D96}" destId="{BE813A4A-4C2E-4B5B-85E2-394A65F1EB92}" srcOrd="0" destOrd="0" presId="urn:microsoft.com/office/officeart/2009/3/layout/StepUpProcess"/>
    <dgm:cxn modelId="{36D281FB-EF1F-4F33-A14A-886F9F356846}" type="presOf" srcId="{E072D5FA-D96C-4052-A44E-A0EEC6E6F48E}" destId="{E1915B3A-8748-4A22-80A3-00E2828C973E}" srcOrd="0" destOrd="0" presId="urn:microsoft.com/office/officeart/2009/3/layout/StepUpProcess"/>
    <dgm:cxn modelId="{D0EEE741-5144-4270-AA3F-A92E4BA65CB5}" type="presParOf" srcId="{BE813A4A-4C2E-4B5B-85E2-394A65F1EB92}" destId="{7E716E2A-FC8A-4441-A0A5-47D06BC01257}" srcOrd="0" destOrd="0" presId="urn:microsoft.com/office/officeart/2009/3/layout/StepUpProcess"/>
    <dgm:cxn modelId="{54F074BF-3AB9-46D7-BE6C-D584D9F264DB}" type="presParOf" srcId="{7E716E2A-FC8A-4441-A0A5-47D06BC01257}" destId="{2F536F32-7FEA-48C2-8669-56EA63027D13}" srcOrd="0" destOrd="0" presId="urn:microsoft.com/office/officeart/2009/3/layout/StepUpProcess"/>
    <dgm:cxn modelId="{BE2E4AF7-46B8-4570-965E-DAA919BE587B}" type="presParOf" srcId="{7E716E2A-FC8A-4441-A0A5-47D06BC01257}" destId="{A8F73CF3-5C35-4D3F-9BFA-3C60D3E39869}" srcOrd="1" destOrd="0" presId="urn:microsoft.com/office/officeart/2009/3/layout/StepUpProcess"/>
    <dgm:cxn modelId="{D85F1781-8554-4EEF-8B72-E6947D4B4EA2}" type="presParOf" srcId="{7E716E2A-FC8A-4441-A0A5-47D06BC01257}" destId="{073E1243-807D-44B9-A19F-D853AB77EB56}" srcOrd="2" destOrd="0" presId="urn:microsoft.com/office/officeart/2009/3/layout/StepUpProcess"/>
    <dgm:cxn modelId="{A7FB8577-3DA2-450D-AD53-CA6C36BD6C2E}" type="presParOf" srcId="{BE813A4A-4C2E-4B5B-85E2-394A65F1EB92}" destId="{429F7F80-DA2D-4EEC-8976-07DEB51C1EE2}" srcOrd="1" destOrd="0" presId="urn:microsoft.com/office/officeart/2009/3/layout/StepUpProcess"/>
    <dgm:cxn modelId="{776E7934-3C09-4443-B082-6434ADCAF0D9}" type="presParOf" srcId="{429F7F80-DA2D-4EEC-8976-07DEB51C1EE2}" destId="{476C99B4-2925-48DB-BEB9-E2E5B618408F}" srcOrd="0" destOrd="0" presId="urn:microsoft.com/office/officeart/2009/3/layout/StepUpProcess"/>
    <dgm:cxn modelId="{D010E4CE-4F24-4D92-9366-3E770712A042}" type="presParOf" srcId="{BE813A4A-4C2E-4B5B-85E2-394A65F1EB92}" destId="{31E1E516-736B-4DA7-8F6D-1F2E5CD44D10}" srcOrd="2" destOrd="0" presId="urn:microsoft.com/office/officeart/2009/3/layout/StepUpProcess"/>
    <dgm:cxn modelId="{B56121AD-0FB8-4DF3-8356-DB188842019D}" type="presParOf" srcId="{31E1E516-736B-4DA7-8F6D-1F2E5CD44D10}" destId="{1D5F48EC-0639-4D2F-820E-C3E346BBA81C}" srcOrd="0" destOrd="0" presId="urn:microsoft.com/office/officeart/2009/3/layout/StepUpProcess"/>
    <dgm:cxn modelId="{B1815222-0366-4C13-9FCA-FC1BC92F97B9}" type="presParOf" srcId="{31E1E516-736B-4DA7-8F6D-1F2E5CD44D10}" destId="{D4C0ABF8-7168-4E17-9AEE-0A90D7D7B2D9}" srcOrd="1" destOrd="0" presId="urn:microsoft.com/office/officeart/2009/3/layout/StepUpProcess"/>
    <dgm:cxn modelId="{233DF1B1-0EA1-496B-B790-A47AF1FE3383}" type="presParOf" srcId="{31E1E516-736B-4DA7-8F6D-1F2E5CD44D10}" destId="{40B3F6C3-47F2-4E3A-B536-E6827E5B6D3D}" srcOrd="2" destOrd="0" presId="urn:microsoft.com/office/officeart/2009/3/layout/StepUpProcess"/>
    <dgm:cxn modelId="{B49A2A24-6599-42DE-9C27-08BAFFBBF534}" type="presParOf" srcId="{BE813A4A-4C2E-4B5B-85E2-394A65F1EB92}" destId="{5D4F46F3-BDDB-4D23-8945-D4713CF1689D}" srcOrd="3" destOrd="0" presId="urn:microsoft.com/office/officeart/2009/3/layout/StepUpProcess"/>
    <dgm:cxn modelId="{65A54A2E-BE5C-4FFA-A84C-BA470F90D4CC}" type="presParOf" srcId="{5D4F46F3-BDDB-4D23-8945-D4713CF1689D}" destId="{ABB03B90-B5F3-4B67-B07C-5BF9CB50ABC1}" srcOrd="0" destOrd="0" presId="urn:microsoft.com/office/officeart/2009/3/layout/StepUpProcess"/>
    <dgm:cxn modelId="{14E918EF-2DC3-4EFC-88D7-3A282E7A0109}" type="presParOf" srcId="{BE813A4A-4C2E-4B5B-85E2-394A65F1EB92}" destId="{5ACA83E8-29A0-44BA-B900-6A4B6138E717}" srcOrd="4" destOrd="0" presId="urn:microsoft.com/office/officeart/2009/3/layout/StepUpProcess"/>
    <dgm:cxn modelId="{077243D7-DCC7-42DF-8CAE-6AA3F9CAED91}" type="presParOf" srcId="{5ACA83E8-29A0-44BA-B900-6A4B6138E717}" destId="{1A10CCB0-E3F3-474A-AE13-813EA8EDD27C}" srcOrd="0" destOrd="0" presId="urn:microsoft.com/office/officeart/2009/3/layout/StepUpProcess"/>
    <dgm:cxn modelId="{A6B23EA3-7ACF-4B74-8D5A-6AC18D59A544}" type="presParOf" srcId="{5ACA83E8-29A0-44BA-B900-6A4B6138E717}" destId="{6937B817-1A63-4D95-94E9-FD03A7BC1B40}" srcOrd="1" destOrd="0" presId="urn:microsoft.com/office/officeart/2009/3/layout/StepUpProcess"/>
    <dgm:cxn modelId="{571E8CB0-72C9-48B2-9EE6-BD3558EDB5CA}" type="presParOf" srcId="{5ACA83E8-29A0-44BA-B900-6A4B6138E717}" destId="{CEC1A658-099E-49E5-BC89-D956E9F29B72}" srcOrd="2" destOrd="0" presId="urn:microsoft.com/office/officeart/2009/3/layout/StepUpProcess"/>
    <dgm:cxn modelId="{679351D2-F399-4D14-A202-1F03D69E0E1C}" type="presParOf" srcId="{BE813A4A-4C2E-4B5B-85E2-394A65F1EB92}" destId="{F58F0922-FE1B-457E-B8BC-B924A3B9C9DB}" srcOrd="5" destOrd="0" presId="urn:microsoft.com/office/officeart/2009/3/layout/StepUpProcess"/>
    <dgm:cxn modelId="{634DAB91-D5D8-4E2C-A6C5-610366562039}" type="presParOf" srcId="{F58F0922-FE1B-457E-B8BC-B924A3B9C9DB}" destId="{BB0937D0-6467-456C-85A4-DC7518D4A930}" srcOrd="0" destOrd="0" presId="urn:microsoft.com/office/officeart/2009/3/layout/StepUpProcess"/>
    <dgm:cxn modelId="{64385C7A-144F-4CB8-AEC5-F494A9BCA443}" type="presParOf" srcId="{BE813A4A-4C2E-4B5B-85E2-394A65F1EB92}" destId="{53603EE7-7299-4EEC-BCB6-D87CCBED108C}" srcOrd="6" destOrd="0" presId="urn:microsoft.com/office/officeart/2009/3/layout/StepUpProcess"/>
    <dgm:cxn modelId="{B0BFC900-A0CF-48AE-BE31-14AC8C57F93C}" type="presParOf" srcId="{53603EE7-7299-4EEC-BCB6-D87CCBED108C}" destId="{C452FD94-10B1-4F50-B559-A8C5CE55F511}" srcOrd="0" destOrd="0" presId="urn:microsoft.com/office/officeart/2009/3/layout/StepUpProcess"/>
    <dgm:cxn modelId="{683A80BE-7BB5-4AEC-B774-97AE9F612BB9}" type="presParOf" srcId="{53603EE7-7299-4EEC-BCB6-D87CCBED108C}" destId="{E1915B3A-8748-4A22-80A3-00E2828C973E}" srcOrd="1" destOrd="0" presId="urn:microsoft.com/office/officeart/2009/3/layout/StepUpProcess"/>
    <dgm:cxn modelId="{C7F20ED6-0EB4-467B-8A5D-20E5CD118CD3}" type="presParOf" srcId="{53603EE7-7299-4EEC-BCB6-D87CCBED108C}" destId="{B4FFB1F2-72D2-443E-96C5-38A27895A5A5}" srcOrd="2" destOrd="0" presId="urn:microsoft.com/office/officeart/2009/3/layout/StepUpProcess"/>
    <dgm:cxn modelId="{DC0CB017-23BF-4DA1-A6C0-0A73563C603C}" type="presParOf" srcId="{BE813A4A-4C2E-4B5B-85E2-394A65F1EB92}" destId="{2F091766-25B5-4938-9AC9-E8EB12A86A42}" srcOrd="7" destOrd="0" presId="urn:microsoft.com/office/officeart/2009/3/layout/StepUpProcess"/>
    <dgm:cxn modelId="{B5F499C7-5D26-423D-A869-B8B3F0BFDD8F}" type="presParOf" srcId="{2F091766-25B5-4938-9AC9-E8EB12A86A42}" destId="{25453257-8683-4DA5-8045-73B5FB29B3C7}" srcOrd="0" destOrd="0" presId="urn:microsoft.com/office/officeart/2009/3/layout/StepUpProcess"/>
    <dgm:cxn modelId="{A17DBA15-D625-40E4-8C41-D0E9E5A98FC7}" type="presParOf" srcId="{BE813A4A-4C2E-4B5B-85E2-394A65F1EB92}" destId="{F7F272BE-714C-4F67-9D13-537D5173263F}" srcOrd="8" destOrd="0" presId="urn:microsoft.com/office/officeart/2009/3/layout/StepUpProcess"/>
    <dgm:cxn modelId="{866DB61B-3580-471F-A3BF-0A187F8F17B7}" type="presParOf" srcId="{F7F272BE-714C-4F67-9D13-537D5173263F}" destId="{A40119A0-C985-410C-80D3-5D5E2C451C54}" srcOrd="0" destOrd="0" presId="urn:microsoft.com/office/officeart/2009/3/layout/StepUpProcess"/>
    <dgm:cxn modelId="{D79319B4-4730-46D5-913B-81064FD0B497}" type="presParOf" srcId="{F7F272BE-714C-4F67-9D13-537D5173263F}" destId="{6BB94EDB-46AE-42AC-8381-C2B29F768819}" srcOrd="1" destOrd="0" presId="urn:microsoft.com/office/officeart/2009/3/layout/StepUpProcess"/>
    <dgm:cxn modelId="{C70D1D07-8E6B-4EF1-840D-BC6704E9C124}" type="presParOf" srcId="{F7F272BE-714C-4F67-9D13-537D5173263F}" destId="{B61612F3-149C-445E-B77C-8D7D7291AAB9}" srcOrd="2" destOrd="0" presId="urn:microsoft.com/office/officeart/2009/3/layout/StepUpProcess"/>
    <dgm:cxn modelId="{962D9CA6-0E5C-403E-820E-BC5E1360C14A}" type="presParOf" srcId="{BE813A4A-4C2E-4B5B-85E2-394A65F1EB92}" destId="{830E4E54-CAF2-4C71-B47F-79C077425C5F}" srcOrd="9" destOrd="0" presId="urn:microsoft.com/office/officeart/2009/3/layout/StepUpProcess"/>
    <dgm:cxn modelId="{73FD6C4A-2423-4E25-AAC8-B4E150CECC83}" type="presParOf" srcId="{830E4E54-CAF2-4C71-B47F-79C077425C5F}" destId="{1D5158D1-FB9E-455B-93D3-3376A62DC160}" srcOrd="0" destOrd="0" presId="urn:microsoft.com/office/officeart/2009/3/layout/StepUpProcess"/>
    <dgm:cxn modelId="{402D2F3B-798A-4B0F-B7B2-7D83DF9585BD}" type="presParOf" srcId="{BE813A4A-4C2E-4B5B-85E2-394A65F1EB92}" destId="{ACAD3B18-3E90-4481-87BF-092310327A96}" srcOrd="10" destOrd="0" presId="urn:microsoft.com/office/officeart/2009/3/layout/StepUpProcess"/>
    <dgm:cxn modelId="{F385B66B-517F-4E2C-AFA3-95CA979B7208}" type="presParOf" srcId="{ACAD3B18-3E90-4481-87BF-092310327A96}" destId="{6C4C1066-AF55-49D3-BE87-4178E463EF6B}" srcOrd="0" destOrd="0" presId="urn:microsoft.com/office/officeart/2009/3/layout/StepUpProcess"/>
    <dgm:cxn modelId="{D53CC590-9E2F-4008-8ACC-4FA9754B9A70}" type="presParOf" srcId="{ACAD3B18-3E90-4481-87BF-092310327A96}" destId="{EE26FCBE-40C7-4DE0-9CD7-9F29486EDACB}" srcOrd="1" destOrd="0" presId="urn:microsoft.com/office/officeart/2009/3/layout/StepUpProcess"/>
    <dgm:cxn modelId="{CFDBDFFC-F703-4645-AA1D-14F0F11313D7}" type="presParOf" srcId="{ACAD3B18-3E90-4481-87BF-092310327A96}" destId="{04931DB7-88D0-4962-8D4A-7798AC4C5BB9}" srcOrd="2" destOrd="0" presId="urn:microsoft.com/office/officeart/2009/3/layout/StepUpProcess"/>
    <dgm:cxn modelId="{65741D5A-39FE-4084-AAFB-D2D8F8D990CB}" type="presParOf" srcId="{BE813A4A-4C2E-4B5B-85E2-394A65F1EB92}" destId="{ADED5CDB-E05F-4242-8553-ECB3AE36B8CC}" srcOrd="11" destOrd="0" presId="urn:microsoft.com/office/officeart/2009/3/layout/StepUpProcess"/>
    <dgm:cxn modelId="{25CC80EC-3BDE-4A45-8C0A-1909645C8417}" type="presParOf" srcId="{ADED5CDB-E05F-4242-8553-ECB3AE36B8CC}" destId="{AD809BE8-7F10-4AA2-936D-605319C80EB6}" srcOrd="0" destOrd="0" presId="urn:microsoft.com/office/officeart/2009/3/layout/StepUpProcess"/>
    <dgm:cxn modelId="{80F12346-7499-4F0D-A8B8-07BC01B941AE}" type="presParOf" srcId="{BE813A4A-4C2E-4B5B-85E2-394A65F1EB92}" destId="{F03219F0-7AF2-4848-8BEE-427EC3A498ED}" srcOrd="12" destOrd="0" presId="urn:microsoft.com/office/officeart/2009/3/layout/StepUpProcess"/>
    <dgm:cxn modelId="{D35BA85B-9193-4AB1-99C6-245173F435D1}" type="presParOf" srcId="{F03219F0-7AF2-4848-8BEE-427EC3A498ED}" destId="{8F7185B2-34DE-4686-8B37-8B37F9BEB4BF}" srcOrd="0" destOrd="0" presId="urn:microsoft.com/office/officeart/2009/3/layout/StepUpProcess"/>
    <dgm:cxn modelId="{A420D01A-F53C-471D-8DA7-2387DC68E18C}" type="presParOf" srcId="{F03219F0-7AF2-4848-8BEE-427EC3A498ED}" destId="{1E8C3E76-7687-4AD3-89B2-1DE96AAB1E55}" srcOrd="1" destOrd="0" presId="urn:microsoft.com/office/officeart/2009/3/layout/StepUpProcess"/>
  </dgm:cxnLst>
  <dgm:bg/>
  <dgm:whole/>
  <dgm:extLst>
    <a:ext uri="http://schemas.microsoft.com/office/drawing/2008/diagram">
      <dsp:dataModelExt xmlns:dsp="http://schemas.microsoft.com/office/drawing/2008/diagram" relId="rId6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874A2A6-8D55-4CE7-8A08-71E476361DBC}" type="doc">
      <dgm:prSet loTypeId="urn:microsoft.com/office/officeart/2005/8/layout/chevron1" loCatId="process" qsTypeId="urn:microsoft.com/office/officeart/2005/8/quickstyle/simple1" qsCatId="simple" csTypeId="urn:microsoft.com/office/officeart/2005/8/colors/accent1_2" csCatId="accent1" phldr="1"/>
      <dgm:spPr/>
    </dgm:pt>
    <dgm:pt modelId="{AC283C61-29AE-4AC2-A2AA-3AF0C5F835D5}">
      <dgm:prSet phldrT="[Texte]"/>
      <dgm:spPr>
        <a:solidFill>
          <a:schemeClr val="bg1">
            <a:lumMod val="50000"/>
          </a:schemeClr>
        </a:solidFill>
      </dgm:spPr>
      <dgm:t>
        <a:bodyPr/>
        <a:lstStyle/>
        <a:p>
          <a:r>
            <a:rPr lang="fr-FR" dirty="0"/>
            <a:t> </a:t>
          </a:r>
        </a:p>
      </dgm:t>
    </dgm:pt>
    <dgm:pt modelId="{3C6D22F1-7265-4870-87B6-18ACB10023EB}" type="parTrans" cxnId="{6399D2AA-5490-4004-8280-78C7B9399BE0}">
      <dgm:prSet/>
      <dgm:spPr/>
      <dgm:t>
        <a:bodyPr/>
        <a:lstStyle/>
        <a:p>
          <a:endParaRPr lang="fr-FR"/>
        </a:p>
      </dgm:t>
    </dgm:pt>
    <dgm:pt modelId="{21FDF4C5-E312-4B1D-8FCE-6FDB7DA5C5B1}" type="sibTrans" cxnId="{6399D2AA-5490-4004-8280-78C7B9399BE0}">
      <dgm:prSet/>
      <dgm:spPr/>
      <dgm:t>
        <a:bodyPr/>
        <a:lstStyle/>
        <a:p>
          <a:endParaRPr lang="fr-FR"/>
        </a:p>
      </dgm:t>
    </dgm:pt>
    <dgm:pt modelId="{8630884E-7D9D-4F64-8161-546E973E51E8}">
      <dgm:prSet phldrT="[Texte]"/>
      <dgm:spPr>
        <a:solidFill>
          <a:schemeClr val="bg1">
            <a:lumMod val="50000"/>
          </a:schemeClr>
        </a:solidFill>
      </dgm:spPr>
      <dgm:t>
        <a:bodyPr/>
        <a:lstStyle/>
        <a:p>
          <a:r>
            <a:rPr lang="fr-FR" dirty="0"/>
            <a:t> </a:t>
          </a:r>
        </a:p>
      </dgm:t>
    </dgm:pt>
    <dgm:pt modelId="{97364362-7506-4FFB-8CDD-CE5BFB16C234}" type="parTrans" cxnId="{CF1C9B02-6941-412E-9EFB-01284DF44D88}">
      <dgm:prSet/>
      <dgm:spPr/>
      <dgm:t>
        <a:bodyPr/>
        <a:lstStyle/>
        <a:p>
          <a:endParaRPr lang="fr-FR"/>
        </a:p>
      </dgm:t>
    </dgm:pt>
    <dgm:pt modelId="{27BABE86-85B3-4180-946B-02E8BAFAC6D8}" type="sibTrans" cxnId="{CF1C9B02-6941-412E-9EFB-01284DF44D88}">
      <dgm:prSet/>
      <dgm:spPr/>
      <dgm:t>
        <a:bodyPr/>
        <a:lstStyle/>
        <a:p>
          <a:endParaRPr lang="fr-FR"/>
        </a:p>
      </dgm:t>
    </dgm:pt>
    <dgm:pt modelId="{34383565-A880-4DBF-8668-06F2F1AB92E3}">
      <dgm:prSet phldrT="[Texte]"/>
      <dgm:spPr>
        <a:solidFill>
          <a:srgbClr val="ED7D31"/>
        </a:solidFill>
      </dgm:spPr>
      <dgm:t>
        <a:bodyPr/>
        <a:lstStyle/>
        <a:p>
          <a:r>
            <a:rPr lang="fr-FR" dirty="0"/>
            <a:t> </a:t>
          </a:r>
        </a:p>
      </dgm:t>
    </dgm:pt>
    <dgm:pt modelId="{0B6B5C46-E0DE-4B28-B8F5-78849B7D414C}" type="parTrans" cxnId="{2D577B77-742A-4B6E-93F6-B2700A519283}">
      <dgm:prSet/>
      <dgm:spPr/>
      <dgm:t>
        <a:bodyPr/>
        <a:lstStyle/>
        <a:p>
          <a:endParaRPr lang="fr-FR"/>
        </a:p>
      </dgm:t>
    </dgm:pt>
    <dgm:pt modelId="{D338164A-0DEB-4AF4-AF94-C994E994BD7A}" type="sibTrans" cxnId="{2D577B77-742A-4B6E-93F6-B2700A519283}">
      <dgm:prSet/>
      <dgm:spPr/>
      <dgm:t>
        <a:bodyPr/>
        <a:lstStyle/>
        <a:p>
          <a:endParaRPr lang="fr-FR"/>
        </a:p>
      </dgm:t>
    </dgm:pt>
    <dgm:pt modelId="{74F8C332-DC87-4633-A1D4-BF10BEC9C7B1}">
      <dgm:prSet phldrT="[Texte]"/>
      <dgm:spPr>
        <a:solidFill>
          <a:schemeClr val="bg1">
            <a:lumMod val="50000"/>
          </a:schemeClr>
        </a:solidFill>
      </dgm:spPr>
      <dgm:t>
        <a:bodyPr/>
        <a:lstStyle/>
        <a:p>
          <a:endParaRPr lang="fr-FR" dirty="0"/>
        </a:p>
      </dgm:t>
    </dgm:pt>
    <dgm:pt modelId="{44630EAF-0498-45F5-B0B6-192ACE8377E4}" type="parTrans" cxnId="{77970E8E-956B-429A-94B0-59CD53B59E01}">
      <dgm:prSet/>
      <dgm:spPr/>
      <dgm:t>
        <a:bodyPr/>
        <a:lstStyle/>
        <a:p>
          <a:endParaRPr lang="fr-FR"/>
        </a:p>
      </dgm:t>
    </dgm:pt>
    <dgm:pt modelId="{43F61CD0-1917-494F-B0D4-9FD3EC5C9F83}" type="sibTrans" cxnId="{77970E8E-956B-429A-94B0-59CD53B59E01}">
      <dgm:prSet/>
      <dgm:spPr/>
      <dgm:t>
        <a:bodyPr/>
        <a:lstStyle/>
        <a:p>
          <a:endParaRPr lang="fr-FR"/>
        </a:p>
      </dgm:t>
    </dgm:pt>
    <dgm:pt modelId="{AE073A55-4253-40B6-9B02-09DD6512C015}" type="pres">
      <dgm:prSet presAssocID="{D874A2A6-8D55-4CE7-8A08-71E476361DBC}" presName="Name0" presStyleCnt="0">
        <dgm:presLayoutVars>
          <dgm:dir/>
          <dgm:animLvl val="lvl"/>
          <dgm:resizeHandles val="exact"/>
        </dgm:presLayoutVars>
      </dgm:prSet>
      <dgm:spPr/>
    </dgm:pt>
    <dgm:pt modelId="{23945922-C03C-4657-A906-FAA01DF0D9F9}" type="pres">
      <dgm:prSet presAssocID="{AC283C61-29AE-4AC2-A2AA-3AF0C5F835D5}" presName="parTxOnly" presStyleLbl="node1" presStyleIdx="0" presStyleCnt="4">
        <dgm:presLayoutVars>
          <dgm:chMax val="0"/>
          <dgm:chPref val="0"/>
          <dgm:bulletEnabled val="1"/>
        </dgm:presLayoutVars>
      </dgm:prSet>
      <dgm:spPr/>
    </dgm:pt>
    <dgm:pt modelId="{C17E2487-5EEC-4D47-A821-2A18932FCF73}" type="pres">
      <dgm:prSet presAssocID="{21FDF4C5-E312-4B1D-8FCE-6FDB7DA5C5B1}" presName="parTxOnlySpace" presStyleCnt="0"/>
      <dgm:spPr/>
    </dgm:pt>
    <dgm:pt modelId="{DDCAE116-E556-438A-8CE4-1BF6BA84A0A0}" type="pres">
      <dgm:prSet presAssocID="{8630884E-7D9D-4F64-8161-546E973E51E8}" presName="parTxOnly" presStyleLbl="node1" presStyleIdx="1" presStyleCnt="4">
        <dgm:presLayoutVars>
          <dgm:chMax val="0"/>
          <dgm:chPref val="0"/>
          <dgm:bulletEnabled val="1"/>
        </dgm:presLayoutVars>
      </dgm:prSet>
      <dgm:spPr/>
    </dgm:pt>
    <dgm:pt modelId="{FC4EDBAC-78D4-43A2-99CF-5EDADF1C5B32}" type="pres">
      <dgm:prSet presAssocID="{27BABE86-85B3-4180-946B-02E8BAFAC6D8}" presName="parTxOnlySpace" presStyleCnt="0"/>
      <dgm:spPr/>
    </dgm:pt>
    <dgm:pt modelId="{C7DB5265-0742-402E-90CE-CA6DCB437462}" type="pres">
      <dgm:prSet presAssocID="{34383565-A880-4DBF-8668-06F2F1AB92E3}" presName="parTxOnly" presStyleLbl="node1" presStyleIdx="2" presStyleCnt="4">
        <dgm:presLayoutVars>
          <dgm:chMax val="0"/>
          <dgm:chPref val="0"/>
          <dgm:bulletEnabled val="1"/>
        </dgm:presLayoutVars>
      </dgm:prSet>
      <dgm:spPr/>
    </dgm:pt>
    <dgm:pt modelId="{E991D84A-1C2D-41A1-ABE2-EF161B3A0D2C}" type="pres">
      <dgm:prSet presAssocID="{D338164A-0DEB-4AF4-AF94-C994E994BD7A}" presName="parTxOnlySpace" presStyleCnt="0"/>
      <dgm:spPr/>
    </dgm:pt>
    <dgm:pt modelId="{66824ADD-13FC-41E9-82DC-699CFB71ED23}" type="pres">
      <dgm:prSet presAssocID="{74F8C332-DC87-4633-A1D4-BF10BEC9C7B1}" presName="parTxOnly" presStyleLbl="node1" presStyleIdx="3" presStyleCnt="4">
        <dgm:presLayoutVars>
          <dgm:chMax val="0"/>
          <dgm:chPref val="0"/>
          <dgm:bulletEnabled val="1"/>
        </dgm:presLayoutVars>
      </dgm:prSet>
      <dgm:spPr/>
    </dgm:pt>
  </dgm:ptLst>
  <dgm:cxnLst>
    <dgm:cxn modelId="{CF1C9B02-6941-412E-9EFB-01284DF44D88}" srcId="{D874A2A6-8D55-4CE7-8A08-71E476361DBC}" destId="{8630884E-7D9D-4F64-8161-546E973E51E8}" srcOrd="1" destOrd="0" parTransId="{97364362-7506-4FFB-8CDD-CE5BFB16C234}" sibTransId="{27BABE86-85B3-4180-946B-02E8BAFAC6D8}"/>
    <dgm:cxn modelId="{5248CC06-D0C6-4CF2-92E8-8E25334F5B49}" type="presOf" srcId="{D874A2A6-8D55-4CE7-8A08-71E476361DBC}" destId="{AE073A55-4253-40B6-9B02-09DD6512C015}" srcOrd="0" destOrd="0" presId="urn:microsoft.com/office/officeart/2005/8/layout/chevron1"/>
    <dgm:cxn modelId="{2D577B77-742A-4B6E-93F6-B2700A519283}" srcId="{D874A2A6-8D55-4CE7-8A08-71E476361DBC}" destId="{34383565-A880-4DBF-8668-06F2F1AB92E3}" srcOrd="2" destOrd="0" parTransId="{0B6B5C46-E0DE-4B28-B8F5-78849B7D414C}" sibTransId="{D338164A-0DEB-4AF4-AF94-C994E994BD7A}"/>
    <dgm:cxn modelId="{8F84B386-649E-452A-B938-642898C13697}" type="presOf" srcId="{AC283C61-29AE-4AC2-A2AA-3AF0C5F835D5}" destId="{23945922-C03C-4657-A906-FAA01DF0D9F9}" srcOrd="0" destOrd="0" presId="urn:microsoft.com/office/officeart/2005/8/layout/chevron1"/>
    <dgm:cxn modelId="{8BBAFC8B-A78D-416A-B575-3A7A534F1F79}" type="presOf" srcId="{34383565-A880-4DBF-8668-06F2F1AB92E3}" destId="{C7DB5265-0742-402E-90CE-CA6DCB437462}" srcOrd="0" destOrd="0" presId="urn:microsoft.com/office/officeart/2005/8/layout/chevron1"/>
    <dgm:cxn modelId="{77970E8E-956B-429A-94B0-59CD53B59E01}" srcId="{D874A2A6-8D55-4CE7-8A08-71E476361DBC}" destId="{74F8C332-DC87-4633-A1D4-BF10BEC9C7B1}" srcOrd="3" destOrd="0" parTransId="{44630EAF-0498-45F5-B0B6-192ACE8377E4}" sibTransId="{43F61CD0-1917-494F-B0D4-9FD3EC5C9F83}"/>
    <dgm:cxn modelId="{7A032A9F-6E0A-4DA8-8A7E-53409B2961F3}" type="presOf" srcId="{8630884E-7D9D-4F64-8161-546E973E51E8}" destId="{DDCAE116-E556-438A-8CE4-1BF6BA84A0A0}" srcOrd="0" destOrd="0" presId="urn:microsoft.com/office/officeart/2005/8/layout/chevron1"/>
    <dgm:cxn modelId="{6399D2AA-5490-4004-8280-78C7B9399BE0}" srcId="{D874A2A6-8D55-4CE7-8A08-71E476361DBC}" destId="{AC283C61-29AE-4AC2-A2AA-3AF0C5F835D5}" srcOrd="0" destOrd="0" parTransId="{3C6D22F1-7265-4870-87B6-18ACB10023EB}" sibTransId="{21FDF4C5-E312-4B1D-8FCE-6FDB7DA5C5B1}"/>
    <dgm:cxn modelId="{264449F5-E1B3-41D5-92A5-67054207162D}" type="presOf" srcId="{74F8C332-DC87-4633-A1D4-BF10BEC9C7B1}" destId="{66824ADD-13FC-41E9-82DC-699CFB71ED23}" srcOrd="0" destOrd="0" presId="urn:microsoft.com/office/officeart/2005/8/layout/chevron1"/>
    <dgm:cxn modelId="{8EAFB47F-7E4F-46B7-A2E9-DFA40AECE3B3}" type="presParOf" srcId="{AE073A55-4253-40B6-9B02-09DD6512C015}" destId="{23945922-C03C-4657-A906-FAA01DF0D9F9}" srcOrd="0" destOrd="0" presId="urn:microsoft.com/office/officeart/2005/8/layout/chevron1"/>
    <dgm:cxn modelId="{C8F8944C-23F8-4E29-BBEB-A9CB1F5B3D2F}" type="presParOf" srcId="{AE073A55-4253-40B6-9B02-09DD6512C015}" destId="{C17E2487-5EEC-4D47-A821-2A18932FCF73}" srcOrd="1" destOrd="0" presId="urn:microsoft.com/office/officeart/2005/8/layout/chevron1"/>
    <dgm:cxn modelId="{6EBF5334-B9C6-4ADA-9C02-B4735DCE57C5}" type="presParOf" srcId="{AE073A55-4253-40B6-9B02-09DD6512C015}" destId="{DDCAE116-E556-438A-8CE4-1BF6BA84A0A0}" srcOrd="2" destOrd="0" presId="urn:microsoft.com/office/officeart/2005/8/layout/chevron1"/>
    <dgm:cxn modelId="{FA38DA48-B333-49DF-9EF6-B8EA37E3748D}" type="presParOf" srcId="{AE073A55-4253-40B6-9B02-09DD6512C015}" destId="{FC4EDBAC-78D4-43A2-99CF-5EDADF1C5B32}" srcOrd="3" destOrd="0" presId="urn:microsoft.com/office/officeart/2005/8/layout/chevron1"/>
    <dgm:cxn modelId="{A96F98C7-DB4F-44F7-A90D-530F94A07957}" type="presParOf" srcId="{AE073A55-4253-40B6-9B02-09DD6512C015}" destId="{C7DB5265-0742-402E-90CE-CA6DCB437462}" srcOrd="4" destOrd="0" presId="urn:microsoft.com/office/officeart/2005/8/layout/chevron1"/>
    <dgm:cxn modelId="{305AB1D3-1009-4DB9-96D1-EA96CDB9F99F}" type="presParOf" srcId="{AE073A55-4253-40B6-9B02-09DD6512C015}" destId="{E991D84A-1C2D-41A1-ABE2-EF161B3A0D2C}" srcOrd="5" destOrd="0" presId="urn:microsoft.com/office/officeart/2005/8/layout/chevron1"/>
    <dgm:cxn modelId="{1F807186-824C-4EB4-BE0B-9CD8403D048D}" type="presParOf" srcId="{AE073A55-4253-40B6-9B02-09DD6512C015}" destId="{66824ADD-13FC-41E9-82DC-699CFB71ED23}" srcOrd="6" destOrd="0" presId="urn:microsoft.com/office/officeart/2005/8/layout/chevron1"/>
  </dgm:cxnLst>
  <dgm:bg>
    <a:noFill/>
  </dgm:bg>
  <dgm:whole/>
  <dgm:extLst>
    <a:ext uri="http://schemas.microsoft.com/office/drawing/2008/diagram">
      <dsp:dataModelExt xmlns:dsp="http://schemas.microsoft.com/office/drawing/2008/diagram" relId="rId140"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EB612E2-D2F2-4DD2-9D1B-32E27A4427C8}"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fr-FR"/>
        </a:p>
      </dgm:t>
    </dgm:pt>
    <dgm:pt modelId="{B91DBADF-50DA-42E9-84D8-68FC507996F6}">
      <dgm:prSet phldrT="[Texte]"/>
      <dgm:spPr/>
      <dgm:t>
        <a:bodyPr/>
        <a:lstStyle/>
        <a:p>
          <a:r>
            <a:rPr lang="fr-FR" dirty="0"/>
            <a:t> </a:t>
          </a:r>
        </a:p>
      </dgm:t>
    </dgm:pt>
    <dgm:pt modelId="{38102416-D1D5-4DC2-BBED-D7B17AF660F3}" type="parTrans" cxnId="{7F243330-AFF1-4644-AC37-46D0DA655257}">
      <dgm:prSet/>
      <dgm:spPr/>
      <dgm:t>
        <a:bodyPr/>
        <a:lstStyle/>
        <a:p>
          <a:endParaRPr lang="fr-FR"/>
        </a:p>
      </dgm:t>
    </dgm:pt>
    <dgm:pt modelId="{9262366E-3776-41FE-9AA8-D1991105D559}" type="sibTrans" cxnId="{7F243330-AFF1-4644-AC37-46D0DA655257}">
      <dgm:prSet/>
      <dgm:spPr/>
      <dgm:t>
        <a:bodyPr/>
        <a:lstStyle/>
        <a:p>
          <a:endParaRPr lang="fr-FR"/>
        </a:p>
      </dgm:t>
    </dgm:pt>
    <dgm:pt modelId="{FA213747-6F65-4E97-9132-4CF834BBBC21}" type="asst">
      <dgm:prSet phldrT="[Texte]"/>
      <dgm:spPr/>
      <dgm:t>
        <a:bodyPr/>
        <a:lstStyle/>
        <a:p>
          <a:r>
            <a:rPr lang="fr-FR" dirty="0"/>
            <a:t> </a:t>
          </a:r>
        </a:p>
      </dgm:t>
    </dgm:pt>
    <dgm:pt modelId="{638C08C4-6F0A-49EC-84E4-E4CCF8B82E61}" type="parTrans" cxnId="{D4899DA9-69FB-4EB7-B494-00F99F0F27A5}">
      <dgm:prSet/>
      <dgm:spPr/>
      <dgm:t>
        <a:bodyPr/>
        <a:lstStyle/>
        <a:p>
          <a:endParaRPr lang="fr-FR"/>
        </a:p>
      </dgm:t>
    </dgm:pt>
    <dgm:pt modelId="{18114926-B16E-41E1-8BB2-4837B34A8650}" type="sibTrans" cxnId="{D4899DA9-69FB-4EB7-B494-00F99F0F27A5}">
      <dgm:prSet/>
      <dgm:spPr/>
      <dgm:t>
        <a:bodyPr/>
        <a:lstStyle/>
        <a:p>
          <a:endParaRPr lang="fr-FR"/>
        </a:p>
      </dgm:t>
    </dgm:pt>
    <dgm:pt modelId="{51815BE3-6613-4C9D-84FE-DC5ADB30DCB1}">
      <dgm:prSet phldrT="[Texte]"/>
      <dgm:spPr/>
      <dgm:t>
        <a:bodyPr/>
        <a:lstStyle/>
        <a:p>
          <a:r>
            <a:rPr lang="fr-FR" dirty="0"/>
            <a:t> </a:t>
          </a:r>
        </a:p>
      </dgm:t>
    </dgm:pt>
    <dgm:pt modelId="{C97E3A57-6920-4525-B611-994014831B3A}" type="parTrans" cxnId="{B095CE30-A306-4C22-97DC-1AA8498992AE}">
      <dgm:prSet/>
      <dgm:spPr/>
      <dgm:t>
        <a:bodyPr/>
        <a:lstStyle/>
        <a:p>
          <a:endParaRPr lang="fr-FR"/>
        </a:p>
      </dgm:t>
    </dgm:pt>
    <dgm:pt modelId="{D240AD08-CE79-45DC-B9EC-DE1316CF5F30}" type="sibTrans" cxnId="{B095CE30-A306-4C22-97DC-1AA8498992AE}">
      <dgm:prSet/>
      <dgm:spPr/>
      <dgm:t>
        <a:bodyPr/>
        <a:lstStyle/>
        <a:p>
          <a:endParaRPr lang="fr-FR"/>
        </a:p>
      </dgm:t>
    </dgm:pt>
    <dgm:pt modelId="{D7E3F3F4-94B7-440C-9C1C-D7D36B8C38BF}">
      <dgm:prSet phldrT="[Texte]"/>
      <dgm:spPr/>
      <dgm:t>
        <a:bodyPr/>
        <a:lstStyle/>
        <a:p>
          <a:r>
            <a:rPr lang="fr-FR" dirty="0"/>
            <a:t> </a:t>
          </a:r>
        </a:p>
      </dgm:t>
    </dgm:pt>
    <dgm:pt modelId="{63D74A77-5067-4123-976F-320C34E85B61}" type="parTrans" cxnId="{60A04A29-7304-4CF2-B7FC-0C123259CD9C}">
      <dgm:prSet/>
      <dgm:spPr/>
      <dgm:t>
        <a:bodyPr/>
        <a:lstStyle/>
        <a:p>
          <a:endParaRPr lang="fr-FR"/>
        </a:p>
      </dgm:t>
    </dgm:pt>
    <dgm:pt modelId="{13F004C1-A7EE-4199-A3D7-C7FC3284DA35}" type="sibTrans" cxnId="{60A04A29-7304-4CF2-B7FC-0C123259CD9C}">
      <dgm:prSet/>
      <dgm:spPr/>
      <dgm:t>
        <a:bodyPr/>
        <a:lstStyle/>
        <a:p>
          <a:endParaRPr lang="fr-FR"/>
        </a:p>
      </dgm:t>
    </dgm:pt>
    <dgm:pt modelId="{BDECD9FB-7A51-473F-B348-CACF23BD39ED}">
      <dgm:prSet phldrT="[Texte]"/>
      <dgm:spPr/>
      <dgm:t>
        <a:bodyPr/>
        <a:lstStyle/>
        <a:p>
          <a:r>
            <a:rPr lang="fr-FR" dirty="0"/>
            <a:t> </a:t>
          </a:r>
        </a:p>
      </dgm:t>
    </dgm:pt>
    <dgm:pt modelId="{DF1791DF-90BD-4901-BFFE-7033053D4CF6}" type="parTrans" cxnId="{CA6C4BA6-FF5E-4357-B183-B204A2FDCA57}">
      <dgm:prSet/>
      <dgm:spPr/>
      <dgm:t>
        <a:bodyPr/>
        <a:lstStyle/>
        <a:p>
          <a:endParaRPr lang="fr-FR"/>
        </a:p>
      </dgm:t>
    </dgm:pt>
    <dgm:pt modelId="{510A8B9B-335C-4D27-8AB1-850FD198667B}" type="sibTrans" cxnId="{CA6C4BA6-FF5E-4357-B183-B204A2FDCA57}">
      <dgm:prSet/>
      <dgm:spPr/>
      <dgm:t>
        <a:bodyPr/>
        <a:lstStyle/>
        <a:p>
          <a:endParaRPr lang="fr-FR"/>
        </a:p>
      </dgm:t>
    </dgm:pt>
    <dgm:pt modelId="{8FC4C172-896E-4C5F-9764-C4045F2725F5}">
      <dgm:prSet phldrT="[Texte]"/>
      <dgm:spPr/>
      <dgm:t>
        <a:bodyPr/>
        <a:lstStyle/>
        <a:p>
          <a:endParaRPr lang="fr-FR" dirty="0"/>
        </a:p>
      </dgm:t>
    </dgm:pt>
    <dgm:pt modelId="{5E2E4F1B-150C-45B1-B104-169AC08E2B05}" type="parTrans" cxnId="{57930621-7A57-47DB-8A71-56B4776554C2}">
      <dgm:prSet/>
      <dgm:spPr/>
      <dgm:t>
        <a:bodyPr/>
        <a:lstStyle/>
        <a:p>
          <a:endParaRPr lang="fr-FR"/>
        </a:p>
      </dgm:t>
    </dgm:pt>
    <dgm:pt modelId="{73B411B5-ECD7-46D3-91F8-548A8CC378FD}" type="sibTrans" cxnId="{57930621-7A57-47DB-8A71-56B4776554C2}">
      <dgm:prSet/>
      <dgm:spPr/>
      <dgm:t>
        <a:bodyPr/>
        <a:lstStyle/>
        <a:p>
          <a:endParaRPr lang="fr-FR"/>
        </a:p>
      </dgm:t>
    </dgm:pt>
    <dgm:pt modelId="{4C2EDC30-85C3-4758-9018-B2D6F8041440}">
      <dgm:prSet phldrT="[Texte]"/>
      <dgm:spPr/>
      <dgm:t>
        <a:bodyPr/>
        <a:lstStyle/>
        <a:p>
          <a:endParaRPr lang="fr-FR" dirty="0"/>
        </a:p>
      </dgm:t>
    </dgm:pt>
    <dgm:pt modelId="{FAA7CC82-1634-49E4-B5B6-4253E28A8DAC}" type="parTrans" cxnId="{5B2D5832-6268-41A4-9058-D605C1F4B521}">
      <dgm:prSet/>
      <dgm:spPr/>
      <dgm:t>
        <a:bodyPr/>
        <a:lstStyle/>
        <a:p>
          <a:endParaRPr lang="fr-FR"/>
        </a:p>
      </dgm:t>
    </dgm:pt>
    <dgm:pt modelId="{7476AAE2-B259-43D0-BCCE-3E2A7701FCA4}" type="sibTrans" cxnId="{5B2D5832-6268-41A4-9058-D605C1F4B521}">
      <dgm:prSet/>
      <dgm:spPr/>
      <dgm:t>
        <a:bodyPr/>
        <a:lstStyle/>
        <a:p>
          <a:endParaRPr lang="fr-FR"/>
        </a:p>
      </dgm:t>
    </dgm:pt>
    <dgm:pt modelId="{0B4BFB64-0833-4E4C-907A-EA58F14AACA5}">
      <dgm:prSet phldrT="[Texte]"/>
      <dgm:spPr/>
      <dgm:t>
        <a:bodyPr/>
        <a:lstStyle/>
        <a:p>
          <a:endParaRPr lang="fr-FR" dirty="0"/>
        </a:p>
      </dgm:t>
    </dgm:pt>
    <dgm:pt modelId="{3C2B7A5A-015E-420E-97B8-074FD41D9009}" type="parTrans" cxnId="{774D1E03-8A62-46DB-ACAB-889EBB88B5B2}">
      <dgm:prSet/>
      <dgm:spPr/>
      <dgm:t>
        <a:bodyPr/>
        <a:lstStyle/>
        <a:p>
          <a:endParaRPr lang="fr-FR"/>
        </a:p>
      </dgm:t>
    </dgm:pt>
    <dgm:pt modelId="{DBD5D85A-63FD-4A72-A65E-D304E039BABC}" type="sibTrans" cxnId="{774D1E03-8A62-46DB-ACAB-889EBB88B5B2}">
      <dgm:prSet/>
      <dgm:spPr/>
      <dgm:t>
        <a:bodyPr/>
        <a:lstStyle/>
        <a:p>
          <a:endParaRPr lang="fr-FR"/>
        </a:p>
      </dgm:t>
    </dgm:pt>
    <dgm:pt modelId="{BAD1FB1A-E057-4FDF-8C2C-90305E9CC485}">
      <dgm:prSet phldrT="[Texte]"/>
      <dgm:spPr/>
      <dgm:t>
        <a:bodyPr/>
        <a:lstStyle/>
        <a:p>
          <a:endParaRPr lang="fr-FR" dirty="0"/>
        </a:p>
      </dgm:t>
    </dgm:pt>
    <dgm:pt modelId="{26FE200D-45B8-4CDE-8FCB-7DDCB03B20E1}" type="parTrans" cxnId="{ADB57EC9-605F-487C-A866-9AEB8E1511F6}">
      <dgm:prSet/>
      <dgm:spPr/>
      <dgm:t>
        <a:bodyPr/>
        <a:lstStyle/>
        <a:p>
          <a:endParaRPr lang="fr-FR"/>
        </a:p>
      </dgm:t>
    </dgm:pt>
    <dgm:pt modelId="{FAEAD8E4-6ECD-4443-AC1E-7C59EF014B5D}" type="sibTrans" cxnId="{ADB57EC9-605F-487C-A866-9AEB8E1511F6}">
      <dgm:prSet/>
      <dgm:spPr/>
      <dgm:t>
        <a:bodyPr/>
        <a:lstStyle/>
        <a:p>
          <a:endParaRPr lang="fr-FR"/>
        </a:p>
      </dgm:t>
    </dgm:pt>
    <dgm:pt modelId="{CDA10ADC-F257-4B01-81B5-311D0E96D4CF}">
      <dgm:prSet phldrT="[Texte]"/>
      <dgm:spPr/>
      <dgm:t>
        <a:bodyPr/>
        <a:lstStyle/>
        <a:p>
          <a:endParaRPr lang="fr-FR" dirty="0"/>
        </a:p>
      </dgm:t>
    </dgm:pt>
    <dgm:pt modelId="{F7F10B3D-E1AB-4791-866D-C3A69206A1D5}" type="parTrans" cxnId="{1D30C47C-1F4C-4B28-8718-7ED365182F8F}">
      <dgm:prSet/>
      <dgm:spPr/>
      <dgm:t>
        <a:bodyPr/>
        <a:lstStyle/>
        <a:p>
          <a:endParaRPr lang="fr-FR"/>
        </a:p>
      </dgm:t>
    </dgm:pt>
    <dgm:pt modelId="{001597EF-489E-40EC-B110-1B16BC85E8B5}" type="sibTrans" cxnId="{1D30C47C-1F4C-4B28-8718-7ED365182F8F}">
      <dgm:prSet/>
      <dgm:spPr/>
      <dgm:t>
        <a:bodyPr/>
        <a:lstStyle/>
        <a:p>
          <a:endParaRPr lang="fr-FR"/>
        </a:p>
      </dgm:t>
    </dgm:pt>
    <dgm:pt modelId="{0FB3C89E-A4C0-48E7-91EE-A21CAD7C9C94}" type="pres">
      <dgm:prSet presAssocID="{1EB612E2-D2F2-4DD2-9D1B-32E27A4427C8}" presName="hierChild1" presStyleCnt="0">
        <dgm:presLayoutVars>
          <dgm:orgChart val="1"/>
          <dgm:chPref val="1"/>
          <dgm:dir/>
          <dgm:animOne val="branch"/>
          <dgm:animLvl val="lvl"/>
          <dgm:resizeHandles/>
        </dgm:presLayoutVars>
      </dgm:prSet>
      <dgm:spPr/>
    </dgm:pt>
    <dgm:pt modelId="{CC545506-0E7C-40A8-AAE5-ADD6B16CF9B4}" type="pres">
      <dgm:prSet presAssocID="{B91DBADF-50DA-42E9-84D8-68FC507996F6}" presName="hierRoot1" presStyleCnt="0">
        <dgm:presLayoutVars>
          <dgm:hierBranch val="init"/>
        </dgm:presLayoutVars>
      </dgm:prSet>
      <dgm:spPr/>
    </dgm:pt>
    <dgm:pt modelId="{408E3CC4-97F3-435F-AB11-FD0F40DA51C1}" type="pres">
      <dgm:prSet presAssocID="{B91DBADF-50DA-42E9-84D8-68FC507996F6}" presName="rootComposite1" presStyleCnt="0"/>
      <dgm:spPr/>
    </dgm:pt>
    <dgm:pt modelId="{CC26AB3A-9D5C-4581-9D2B-BD2D53D36980}" type="pres">
      <dgm:prSet presAssocID="{B91DBADF-50DA-42E9-84D8-68FC507996F6}" presName="rootText1" presStyleLbl="node0" presStyleIdx="0" presStyleCnt="2">
        <dgm:presLayoutVars>
          <dgm:chPref val="3"/>
        </dgm:presLayoutVars>
      </dgm:prSet>
      <dgm:spPr/>
    </dgm:pt>
    <dgm:pt modelId="{AE805180-41DD-480E-80A6-76F5D18EEACC}" type="pres">
      <dgm:prSet presAssocID="{B91DBADF-50DA-42E9-84D8-68FC507996F6}" presName="rootConnector1" presStyleLbl="node1" presStyleIdx="0" presStyleCnt="0"/>
      <dgm:spPr/>
    </dgm:pt>
    <dgm:pt modelId="{8037BC9A-7748-41AF-9A6A-A5EC8E4384D7}" type="pres">
      <dgm:prSet presAssocID="{B91DBADF-50DA-42E9-84D8-68FC507996F6}" presName="hierChild2" presStyleCnt="0"/>
      <dgm:spPr/>
    </dgm:pt>
    <dgm:pt modelId="{271C8A78-6096-497B-B7F0-581AF4EF7641}" type="pres">
      <dgm:prSet presAssocID="{C97E3A57-6920-4525-B611-994014831B3A}" presName="Name37" presStyleLbl="parChTrans1D2" presStyleIdx="0" presStyleCnt="6"/>
      <dgm:spPr/>
    </dgm:pt>
    <dgm:pt modelId="{156B52CB-28A2-442A-AAC1-9AC302C5C9B7}" type="pres">
      <dgm:prSet presAssocID="{51815BE3-6613-4C9D-84FE-DC5ADB30DCB1}" presName="hierRoot2" presStyleCnt="0">
        <dgm:presLayoutVars>
          <dgm:hierBranch val="init"/>
        </dgm:presLayoutVars>
      </dgm:prSet>
      <dgm:spPr/>
    </dgm:pt>
    <dgm:pt modelId="{F0EDDC3E-4FD1-4F39-AD43-E5A661D1FAB2}" type="pres">
      <dgm:prSet presAssocID="{51815BE3-6613-4C9D-84FE-DC5ADB30DCB1}" presName="rootComposite" presStyleCnt="0"/>
      <dgm:spPr/>
    </dgm:pt>
    <dgm:pt modelId="{7AD595E5-F4AB-4C51-8844-B2A9F4AB8B53}" type="pres">
      <dgm:prSet presAssocID="{51815BE3-6613-4C9D-84FE-DC5ADB30DCB1}" presName="rootText" presStyleLbl="node2" presStyleIdx="0" presStyleCnt="5">
        <dgm:presLayoutVars>
          <dgm:chPref val="3"/>
        </dgm:presLayoutVars>
      </dgm:prSet>
      <dgm:spPr/>
    </dgm:pt>
    <dgm:pt modelId="{277A5157-C99E-49BB-8C67-993C30026009}" type="pres">
      <dgm:prSet presAssocID="{51815BE3-6613-4C9D-84FE-DC5ADB30DCB1}" presName="rootConnector" presStyleLbl="node2" presStyleIdx="0" presStyleCnt="5"/>
      <dgm:spPr/>
    </dgm:pt>
    <dgm:pt modelId="{7D798F87-3E6A-470D-9704-1AD921E5579A}" type="pres">
      <dgm:prSet presAssocID="{51815BE3-6613-4C9D-84FE-DC5ADB30DCB1}" presName="hierChild4" presStyleCnt="0"/>
      <dgm:spPr/>
    </dgm:pt>
    <dgm:pt modelId="{49C9FB94-E89D-4871-98FD-5B07F77F2430}" type="pres">
      <dgm:prSet presAssocID="{51815BE3-6613-4C9D-84FE-DC5ADB30DCB1}" presName="hierChild5" presStyleCnt="0"/>
      <dgm:spPr/>
    </dgm:pt>
    <dgm:pt modelId="{C07ABF09-6610-404C-926B-DE57CFB6880F}" type="pres">
      <dgm:prSet presAssocID="{63D74A77-5067-4123-976F-320C34E85B61}" presName="Name37" presStyleLbl="parChTrans1D2" presStyleIdx="1" presStyleCnt="6"/>
      <dgm:spPr/>
    </dgm:pt>
    <dgm:pt modelId="{30AF2DE5-D230-40B4-8741-E5F4F4C3CAEB}" type="pres">
      <dgm:prSet presAssocID="{D7E3F3F4-94B7-440C-9C1C-D7D36B8C38BF}" presName="hierRoot2" presStyleCnt="0">
        <dgm:presLayoutVars>
          <dgm:hierBranch val="init"/>
        </dgm:presLayoutVars>
      </dgm:prSet>
      <dgm:spPr/>
    </dgm:pt>
    <dgm:pt modelId="{ED9FBDE2-F858-41E9-99A8-3F6A52882564}" type="pres">
      <dgm:prSet presAssocID="{D7E3F3F4-94B7-440C-9C1C-D7D36B8C38BF}" presName="rootComposite" presStyleCnt="0"/>
      <dgm:spPr/>
    </dgm:pt>
    <dgm:pt modelId="{D3364D21-3E3C-451A-B4F1-43FE8FC2D7A7}" type="pres">
      <dgm:prSet presAssocID="{D7E3F3F4-94B7-440C-9C1C-D7D36B8C38BF}" presName="rootText" presStyleLbl="node2" presStyleIdx="1" presStyleCnt="5">
        <dgm:presLayoutVars>
          <dgm:chPref val="3"/>
        </dgm:presLayoutVars>
      </dgm:prSet>
      <dgm:spPr/>
    </dgm:pt>
    <dgm:pt modelId="{26DD778F-2CEB-45AC-93B4-37B364552E1D}" type="pres">
      <dgm:prSet presAssocID="{D7E3F3F4-94B7-440C-9C1C-D7D36B8C38BF}" presName="rootConnector" presStyleLbl="node2" presStyleIdx="1" presStyleCnt="5"/>
      <dgm:spPr/>
    </dgm:pt>
    <dgm:pt modelId="{A5D302D3-DA94-4EBA-86DF-C7567B966DA0}" type="pres">
      <dgm:prSet presAssocID="{D7E3F3F4-94B7-440C-9C1C-D7D36B8C38BF}" presName="hierChild4" presStyleCnt="0"/>
      <dgm:spPr/>
    </dgm:pt>
    <dgm:pt modelId="{C34A2255-8901-44B7-903B-F0378AE90B7D}" type="pres">
      <dgm:prSet presAssocID="{D7E3F3F4-94B7-440C-9C1C-D7D36B8C38BF}" presName="hierChild5" presStyleCnt="0"/>
      <dgm:spPr/>
    </dgm:pt>
    <dgm:pt modelId="{FDB69B31-67A6-4FCD-BCF9-70C5262196DC}" type="pres">
      <dgm:prSet presAssocID="{DF1791DF-90BD-4901-BFFE-7033053D4CF6}" presName="Name37" presStyleLbl="parChTrans1D2" presStyleIdx="2" presStyleCnt="6"/>
      <dgm:spPr/>
    </dgm:pt>
    <dgm:pt modelId="{EE328C5C-F596-4DEB-9A0C-02D7B45BB500}" type="pres">
      <dgm:prSet presAssocID="{BDECD9FB-7A51-473F-B348-CACF23BD39ED}" presName="hierRoot2" presStyleCnt="0">
        <dgm:presLayoutVars>
          <dgm:hierBranch val="init"/>
        </dgm:presLayoutVars>
      </dgm:prSet>
      <dgm:spPr/>
    </dgm:pt>
    <dgm:pt modelId="{AADFFDC3-2AE8-4726-A89A-AFF9B624F2B0}" type="pres">
      <dgm:prSet presAssocID="{BDECD9FB-7A51-473F-B348-CACF23BD39ED}" presName="rootComposite" presStyleCnt="0"/>
      <dgm:spPr/>
    </dgm:pt>
    <dgm:pt modelId="{EA8C1ADF-0665-4F23-A5BC-55F8B354A6BD}" type="pres">
      <dgm:prSet presAssocID="{BDECD9FB-7A51-473F-B348-CACF23BD39ED}" presName="rootText" presStyleLbl="node2" presStyleIdx="2" presStyleCnt="5">
        <dgm:presLayoutVars>
          <dgm:chPref val="3"/>
        </dgm:presLayoutVars>
      </dgm:prSet>
      <dgm:spPr/>
    </dgm:pt>
    <dgm:pt modelId="{08E1892D-B4A5-4A12-A7BB-39E13419A61C}" type="pres">
      <dgm:prSet presAssocID="{BDECD9FB-7A51-473F-B348-CACF23BD39ED}" presName="rootConnector" presStyleLbl="node2" presStyleIdx="2" presStyleCnt="5"/>
      <dgm:spPr/>
    </dgm:pt>
    <dgm:pt modelId="{FF505753-0D00-4FDF-929E-EAE709EE2D67}" type="pres">
      <dgm:prSet presAssocID="{BDECD9FB-7A51-473F-B348-CACF23BD39ED}" presName="hierChild4" presStyleCnt="0"/>
      <dgm:spPr/>
    </dgm:pt>
    <dgm:pt modelId="{0110365B-54A3-4AAA-A355-F391709EDEF5}" type="pres">
      <dgm:prSet presAssocID="{BDECD9FB-7A51-473F-B348-CACF23BD39ED}" presName="hierChild5" presStyleCnt="0"/>
      <dgm:spPr/>
    </dgm:pt>
    <dgm:pt modelId="{99B9CC4B-FD7A-498C-87CC-015287155036}" type="pres">
      <dgm:prSet presAssocID="{B91DBADF-50DA-42E9-84D8-68FC507996F6}" presName="hierChild3" presStyleCnt="0"/>
      <dgm:spPr/>
    </dgm:pt>
    <dgm:pt modelId="{CB911B0F-D0A3-4B11-8508-4A706E0867CC}" type="pres">
      <dgm:prSet presAssocID="{638C08C4-6F0A-49EC-84E4-E4CCF8B82E61}" presName="Name111" presStyleLbl="parChTrans1D2" presStyleIdx="3" presStyleCnt="6"/>
      <dgm:spPr/>
    </dgm:pt>
    <dgm:pt modelId="{89DC4B31-B2C4-4165-8C75-67288AEFBCEC}" type="pres">
      <dgm:prSet presAssocID="{FA213747-6F65-4E97-9132-4CF834BBBC21}" presName="hierRoot3" presStyleCnt="0">
        <dgm:presLayoutVars>
          <dgm:hierBranch val="init"/>
        </dgm:presLayoutVars>
      </dgm:prSet>
      <dgm:spPr/>
    </dgm:pt>
    <dgm:pt modelId="{C5DDE919-FBEB-4630-9423-2011ECDE3433}" type="pres">
      <dgm:prSet presAssocID="{FA213747-6F65-4E97-9132-4CF834BBBC21}" presName="rootComposite3" presStyleCnt="0"/>
      <dgm:spPr/>
    </dgm:pt>
    <dgm:pt modelId="{03A45C9F-733B-4BDA-96B5-1BD272209F7C}" type="pres">
      <dgm:prSet presAssocID="{FA213747-6F65-4E97-9132-4CF834BBBC21}" presName="rootText3" presStyleLbl="asst1" presStyleIdx="0" presStyleCnt="1">
        <dgm:presLayoutVars>
          <dgm:chPref val="3"/>
        </dgm:presLayoutVars>
      </dgm:prSet>
      <dgm:spPr/>
    </dgm:pt>
    <dgm:pt modelId="{CC2C1CCC-1725-4363-92BD-ABA663034F1B}" type="pres">
      <dgm:prSet presAssocID="{FA213747-6F65-4E97-9132-4CF834BBBC21}" presName="rootConnector3" presStyleLbl="asst1" presStyleIdx="0" presStyleCnt="1"/>
      <dgm:spPr/>
    </dgm:pt>
    <dgm:pt modelId="{7A09221F-70F4-4648-AD90-CC0349DBDB19}" type="pres">
      <dgm:prSet presAssocID="{FA213747-6F65-4E97-9132-4CF834BBBC21}" presName="hierChild6" presStyleCnt="0"/>
      <dgm:spPr/>
    </dgm:pt>
    <dgm:pt modelId="{F7291177-C28A-4B7A-BB42-A71371B7E4AA}" type="pres">
      <dgm:prSet presAssocID="{FA213747-6F65-4E97-9132-4CF834BBBC21}" presName="hierChild7" presStyleCnt="0"/>
      <dgm:spPr/>
    </dgm:pt>
    <dgm:pt modelId="{4C9B26FB-C2BA-4E96-B8E5-E7856DCF055F}" type="pres">
      <dgm:prSet presAssocID="{4C2EDC30-85C3-4758-9018-B2D6F8041440}" presName="hierRoot1" presStyleCnt="0">
        <dgm:presLayoutVars>
          <dgm:hierBranch val="init"/>
        </dgm:presLayoutVars>
      </dgm:prSet>
      <dgm:spPr/>
    </dgm:pt>
    <dgm:pt modelId="{A93FC7DE-6490-4006-B882-012E36B25590}" type="pres">
      <dgm:prSet presAssocID="{4C2EDC30-85C3-4758-9018-B2D6F8041440}" presName="rootComposite1" presStyleCnt="0"/>
      <dgm:spPr/>
    </dgm:pt>
    <dgm:pt modelId="{460FC1B4-3167-4288-A9A6-1447C60617CC}" type="pres">
      <dgm:prSet presAssocID="{4C2EDC30-85C3-4758-9018-B2D6F8041440}" presName="rootText1" presStyleLbl="node0" presStyleIdx="1" presStyleCnt="2">
        <dgm:presLayoutVars>
          <dgm:chPref val="3"/>
        </dgm:presLayoutVars>
      </dgm:prSet>
      <dgm:spPr/>
    </dgm:pt>
    <dgm:pt modelId="{D6F2EEBB-A273-4635-9181-21703ABF1825}" type="pres">
      <dgm:prSet presAssocID="{4C2EDC30-85C3-4758-9018-B2D6F8041440}" presName="rootConnector1" presStyleLbl="node1" presStyleIdx="0" presStyleCnt="0"/>
      <dgm:spPr/>
    </dgm:pt>
    <dgm:pt modelId="{B52FA419-EED8-4F39-9123-AEF95DD72739}" type="pres">
      <dgm:prSet presAssocID="{4C2EDC30-85C3-4758-9018-B2D6F8041440}" presName="hierChild2" presStyleCnt="0"/>
      <dgm:spPr/>
    </dgm:pt>
    <dgm:pt modelId="{C003D364-6EC9-4304-8661-6C043C6D549B}" type="pres">
      <dgm:prSet presAssocID="{3C2B7A5A-015E-420E-97B8-074FD41D9009}" presName="Name37" presStyleLbl="parChTrans1D2" presStyleIdx="4" presStyleCnt="6"/>
      <dgm:spPr/>
    </dgm:pt>
    <dgm:pt modelId="{3680BE0F-05DA-4647-8DD7-1F540C8BEC35}" type="pres">
      <dgm:prSet presAssocID="{0B4BFB64-0833-4E4C-907A-EA58F14AACA5}" presName="hierRoot2" presStyleCnt="0">
        <dgm:presLayoutVars>
          <dgm:hierBranch val="init"/>
        </dgm:presLayoutVars>
      </dgm:prSet>
      <dgm:spPr/>
    </dgm:pt>
    <dgm:pt modelId="{027D1E04-8CDD-4B3E-9DDC-4109AF4DCA87}" type="pres">
      <dgm:prSet presAssocID="{0B4BFB64-0833-4E4C-907A-EA58F14AACA5}" presName="rootComposite" presStyleCnt="0"/>
      <dgm:spPr/>
    </dgm:pt>
    <dgm:pt modelId="{9EE7FCD1-4207-4474-90B9-0A31E1D983D4}" type="pres">
      <dgm:prSet presAssocID="{0B4BFB64-0833-4E4C-907A-EA58F14AACA5}" presName="rootText" presStyleLbl="node2" presStyleIdx="3" presStyleCnt="5">
        <dgm:presLayoutVars>
          <dgm:chPref val="3"/>
        </dgm:presLayoutVars>
      </dgm:prSet>
      <dgm:spPr/>
    </dgm:pt>
    <dgm:pt modelId="{F1B05707-D291-4583-BAAC-D25A7DBC24F6}" type="pres">
      <dgm:prSet presAssocID="{0B4BFB64-0833-4E4C-907A-EA58F14AACA5}" presName="rootConnector" presStyleLbl="node2" presStyleIdx="3" presStyleCnt="5"/>
      <dgm:spPr/>
    </dgm:pt>
    <dgm:pt modelId="{58FDFA2B-C97E-4C3B-B903-162E94FE9D26}" type="pres">
      <dgm:prSet presAssocID="{0B4BFB64-0833-4E4C-907A-EA58F14AACA5}" presName="hierChild4" presStyleCnt="0"/>
      <dgm:spPr/>
    </dgm:pt>
    <dgm:pt modelId="{D72450A6-825F-43D6-A9FB-7D2ED1D0D721}" type="pres">
      <dgm:prSet presAssocID="{0B4BFB64-0833-4E4C-907A-EA58F14AACA5}" presName="hierChild5" presStyleCnt="0"/>
      <dgm:spPr/>
    </dgm:pt>
    <dgm:pt modelId="{3E3EADC4-25B6-4DAA-8302-D2D1112D7E95}" type="pres">
      <dgm:prSet presAssocID="{26FE200D-45B8-4CDE-8FCB-7DDCB03B20E1}" presName="Name37" presStyleLbl="parChTrans1D2" presStyleIdx="5" presStyleCnt="6"/>
      <dgm:spPr/>
    </dgm:pt>
    <dgm:pt modelId="{DAE139B1-F340-4429-9BAE-0AD96FAB4BA1}" type="pres">
      <dgm:prSet presAssocID="{BAD1FB1A-E057-4FDF-8C2C-90305E9CC485}" presName="hierRoot2" presStyleCnt="0">
        <dgm:presLayoutVars>
          <dgm:hierBranch val="init"/>
        </dgm:presLayoutVars>
      </dgm:prSet>
      <dgm:spPr/>
    </dgm:pt>
    <dgm:pt modelId="{616A6B3E-2598-4C58-B1A2-57C4CF64E265}" type="pres">
      <dgm:prSet presAssocID="{BAD1FB1A-E057-4FDF-8C2C-90305E9CC485}" presName="rootComposite" presStyleCnt="0"/>
      <dgm:spPr/>
    </dgm:pt>
    <dgm:pt modelId="{A64A825D-4121-4BF3-81D9-6EFCE7F740D3}" type="pres">
      <dgm:prSet presAssocID="{BAD1FB1A-E057-4FDF-8C2C-90305E9CC485}" presName="rootText" presStyleLbl="node2" presStyleIdx="4" presStyleCnt="5">
        <dgm:presLayoutVars>
          <dgm:chPref val="3"/>
        </dgm:presLayoutVars>
      </dgm:prSet>
      <dgm:spPr/>
    </dgm:pt>
    <dgm:pt modelId="{79242100-4604-4E83-A552-7B3E71BB7353}" type="pres">
      <dgm:prSet presAssocID="{BAD1FB1A-E057-4FDF-8C2C-90305E9CC485}" presName="rootConnector" presStyleLbl="node2" presStyleIdx="4" presStyleCnt="5"/>
      <dgm:spPr/>
    </dgm:pt>
    <dgm:pt modelId="{6269616D-CA30-4ECD-A4CC-6E51C641AD9F}" type="pres">
      <dgm:prSet presAssocID="{BAD1FB1A-E057-4FDF-8C2C-90305E9CC485}" presName="hierChild4" presStyleCnt="0"/>
      <dgm:spPr/>
    </dgm:pt>
    <dgm:pt modelId="{2297195C-0E84-42A4-B604-FC5BB0B62301}" type="pres">
      <dgm:prSet presAssocID="{F7F10B3D-E1AB-4791-866D-C3A69206A1D5}" presName="Name37" presStyleLbl="parChTrans1D3" presStyleIdx="0" presStyleCnt="1"/>
      <dgm:spPr/>
    </dgm:pt>
    <dgm:pt modelId="{EFB96D80-7B0A-41C6-943A-83D30A9FBF1E}" type="pres">
      <dgm:prSet presAssocID="{CDA10ADC-F257-4B01-81B5-311D0E96D4CF}" presName="hierRoot2" presStyleCnt="0">
        <dgm:presLayoutVars>
          <dgm:hierBranch val="init"/>
        </dgm:presLayoutVars>
      </dgm:prSet>
      <dgm:spPr/>
    </dgm:pt>
    <dgm:pt modelId="{DE7D0C78-04FB-482A-978C-45958B850E50}" type="pres">
      <dgm:prSet presAssocID="{CDA10ADC-F257-4B01-81B5-311D0E96D4CF}" presName="rootComposite" presStyleCnt="0"/>
      <dgm:spPr/>
    </dgm:pt>
    <dgm:pt modelId="{676A2F32-22A2-4646-B9E8-0ED58B01DFCB}" type="pres">
      <dgm:prSet presAssocID="{CDA10ADC-F257-4B01-81B5-311D0E96D4CF}" presName="rootText" presStyleLbl="node3" presStyleIdx="0" presStyleCnt="1">
        <dgm:presLayoutVars>
          <dgm:chPref val="3"/>
        </dgm:presLayoutVars>
      </dgm:prSet>
      <dgm:spPr/>
    </dgm:pt>
    <dgm:pt modelId="{533DA68D-ACB1-4E42-B66B-0E88A61B1EDB}" type="pres">
      <dgm:prSet presAssocID="{CDA10ADC-F257-4B01-81B5-311D0E96D4CF}" presName="rootConnector" presStyleLbl="node3" presStyleIdx="0" presStyleCnt="1"/>
      <dgm:spPr/>
    </dgm:pt>
    <dgm:pt modelId="{BB4C9EBD-28D5-4C68-860D-3FAD3DAA0D67}" type="pres">
      <dgm:prSet presAssocID="{CDA10ADC-F257-4B01-81B5-311D0E96D4CF}" presName="hierChild4" presStyleCnt="0"/>
      <dgm:spPr/>
    </dgm:pt>
    <dgm:pt modelId="{2A26DE92-757A-4685-832B-E933FC7D0F35}" type="pres">
      <dgm:prSet presAssocID="{5E2E4F1B-150C-45B1-B104-169AC08E2B05}" presName="Name37" presStyleLbl="parChTrans1D4" presStyleIdx="0" presStyleCnt="1"/>
      <dgm:spPr/>
    </dgm:pt>
    <dgm:pt modelId="{197F35A8-91BD-4104-B19E-052711BB2F12}" type="pres">
      <dgm:prSet presAssocID="{8FC4C172-896E-4C5F-9764-C4045F2725F5}" presName="hierRoot2" presStyleCnt="0">
        <dgm:presLayoutVars>
          <dgm:hierBranch val="init"/>
        </dgm:presLayoutVars>
      </dgm:prSet>
      <dgm:spPr/>
    </dgm:pt>
    <dgm:pt modelId="{0A7CBE43-4B5E-4A8B-BDB3-9F6C5305EEB8}" type="pres">
      <dgm:prSet presAssocID="{8FC4C172-896E-4C5F-9764-C4045F2725F5}" presName="rootComposite" presStyleCnt="0"/>
      <dgm:spPr/>
    </dgm:pt>
    <dgm:pt modelId="{D013BD63-AAD8-4FBC-9C8F-9A78E2BF998D}" type="pres">
      <dgm:prSet presAssocID="{8FC4C172-896E-4C5F-9764-C4045F2725F5}" presName="rootText" presStyleLbl="node4" presStyleIdx="0" presStyleCnt="1">
        <dgm:presLayoutVars>
          <dgm:chPref val="3"/>
        </dgm:presLayoutVars>
      </dgm:prSet>
      <dgm:spPr/>
    </dgm:pt>
    <dgm:pt modelId="{D1BAF727-0704-4AE0-913F-1E168DA4110A}" type="pres">
      <dgm:prSet presAssocID="{8FC4C172-896E-4C5F-9764-C4045F2725F5}" presName="rootConnector" presStyleLbl="node4" presStyleIdx="0" presStyleCnt="1"/>
      <dgm:spPr/>
    </dgm:pt>
    <dgm:pt modelId="{1E9D927D-74CE-4398-A5CD-80E644965B9A}" type="pres">
      <dgm:prSet presAssocID="{8FC4C172-896E-4C5F-9764-C4045F2725F5}" presName="hierChild4" presStyleCnt="0"/>
      <dgm:spPr/>
    </dgm:pt>
    <dgm:pt modelId="{91D963BB-C1BB-4B62-A5F0-C77A134A0254}" type="pres">
      <dgm:prSet presAssocID="{8FC4C172-896E-4C5F-9764-C4045F2725F5}" presName="hierChild5" presStyleCnt="0"/>
      <dgm:spPr/>
    </dgm:pt>
    <dgm:pt modelId="{2BDDD081-EC21-49A1-A6A0-051CA5EA1E7C}" type="pres">
      <dgm:prSet presAssocID="{CDA10ADC-F257-4B01-81B5-311D0E96D4CF}" presName="hierChild5" presStyleCnt="0"/>
      <dgm:spPr/>
    </dgm:pt>
    <dgm:pt modelId="{399BFDF5-0D8F-423A-AAB1-6734CBEFF2BD}" type="pres">
      <dgm:prSet presAssocID="{BAD1FB1A-E057-4FDF-8C2C-90305E9CC485}" presName="hierChild5" presStyleCnt="0"/>
      <dgm:spPr/>
    </dgm:pt>
    <dgm:pt modelId="{E7E282F6-CCC3-4381-BAD9-6EA835219A31}" type="pres">
      <dgm:prSet presAssocID="{4C2EDC30-85C3-4758-9018-B2D6F8041440}" presName="hierChild3" presStyleCnt="0"/>
      <dgm:spPr/>
    </dgm:pt>
  </dgm:ptLst>
  <dgm:cxnLst>
    <dgm:cxn modelId="{3F8C8C00-5FC9-4279-8135-1D417D1D0767}" type="presOf" srcId="{3C2B7A5A-015E-420E-97B8-074FD41D9009}" destId="{C003D364-6EC9-4304-8661-6C043C6D549B}" srcOrd="0" destOrd="0" presId="urn:microsoft.com/office/officeart/2005/8/layout/orgChart1"/>
    <dgm:cxn modelId="{774D1E03-8A62-46DB-ACAB-889EBB88B5B2}" srcId="{4C2EDC30-85C3-4758-9018-B2D6F8041440}" destId="{0B4BFB64-0833-4E4C-907A-EA58F14AACA5}" srcOrd="0" destOrd="0" parTransId="{3C2B7A5A-015E-420E-97B8-074FD41D9009}" sibTransId="{DBD5D85A-63FD-4A72-A65E-D304E039BABC}"/>
    <dgm:cxn modelId="{CDE65606-70B4-4AAF-95B5-E921AF2CC16F}" type="presOf" srcId="{FA213747-6F65-4E97-9132-4CF834BBBC21}" destId="{03A45C9F-733B-4BDA-96B5-1BD272209F7C}" srcOrd="0" destOrd="0" presId="urn:microsoft.com/office/officeart/2005/8/layout/orgChart1"/>
    <dgm:cxn modelId="{072FE007-3743-49FE-A6BD-0518419B84A1}" type="presOf" srcId="{B91DBADF-50DA-42E9-84D8-68FC507996F6}" destId="{AE805180-41DD-480E-80A6-76F5D18EEACC}" srcOrd="1" destOrd="0" presId="urn:microsoft.com/office/officeart/2005/8/layout/orgChart1"/>
    <dgm:cxn modelId="{ED1C0E0F-A552-4757-9A37-ACAA932D1EBC}" type="presOf" srcId="{F7F10B3D-E1AB-4791-866D-C3A69206A1D5}" destId="{2297195C-0E84-42A4-B604-FC5BB0B62301}" srcOrd="0" destOrd="0" presId="urn:microsoft.com/office/officeart/2005/8/layout/orgChart1"/>
    <dgm:cxn modelId="{782EFD1C-89D6-45CE-AD4E-83FB567F7F17}" type="presOf" srcId="{0B4BFB64-0833-4E4C-907A-EA58F14AACA5}" destId="{9EE7FCD1-4207-4474-90B9-0A31E1D983D4}" srcOrd="0" destOrd="0" presId="urn:microsoft.com/office/officeart/2005/8/layout/orgChart1"/>
    <dgm:cxn modelId="{57930621-7A57-47DB-8A71-56B4776554C2}" srcId="{CDA10ADC-F257-4B01-81B5-311D0E96D4CF}" destId="{8FC4C172-896E-4C5F-9764-C4045F2725F5}" srcOrd="0" destOrd="0" parTransId="{5E2E4F1B-150C-45B1-B104-169AC08E2B05}" sibTransId="{73B411B5-ECD7-46D3-91F8-548A8CC378FD}"/>
    <dgm:cxn modelId="{314FD224-E988-4B11-B2BD-CBA1BB92CD82}" type="presOf" srcId="{BAD1FB1A-E057-4FDF-8C2C-90305E9CC485}" destId="{A64A825D-4121-4BF3-81D9-6EFCE7F740D3}" srcOrd="0" destOrd="0" presId="urn:microsoft.com/office/officeart/2005/8/layout/orgChart1"/>
    <dgm:cxn modelId="{60A04A29-7304-4CF2-B7FC-0C123259CD9C}" srcId="{B91DBADF-50DA-42E9-84D8-68FC507996F6}" destId="{D7E3F3F4-94B7-440C-9C1C-D7D36B8C38BF}" srcOrd="2" destOrd="0" parTransId="{63D74A77-5067-4123-976F-320C34E85B61}" sibTransId="{13F004C1-A7EE-4199-A3D7-C7FC3284DA35}"/>
    <dgm:cxn modelId="{7F243330-AFF1-4644-AC37-46D0DA655257}" srcId="{1EB612E2-D2F2-4DD2-9D1B-32E27A4427C8}" destId="{B91DBADF-50DA-42E9-84D8-68FC507996F6}" srcOrd="0" destOrd="0" parTransId="{38102416-D1D5-4DC2-BBED-D7B17AF660F3}" sibTransId="{9262366E-3776-41FE-9AA8-D1991105D559}"/>
    <dgm:cxn modelId="{B095CE30-A306-4C22-97DC-1AA8498992AE}" srcId="{B91DBADF-50DA-42E9-84D8-68FC507996F6}" destId="{51815BE3-6613-4C9D-84FE-DC5ADB30DCB1}" srcOrd="1" destOrd="0" parTransId="{C97E3A57-6920-4525-B611-994014831B3A}" sibTransId="{D240AD08-CE79-45DC-B9EC-DE1316CF5F30}"/>
    <dgm:cxn modelId="{5B2D5832-6268-41A4-9058-D605C1F4B521}" srcId="{1EB612E2-D2F2-4DD2-9D1B-32E27A4427C8}" destId="{4C2EDC30-85C3-4758-9018-B2D6F8041440}" srcOrd="1" destOrd="0" parTransId="{FAA7CC82-1634-49E4-B5B6-4253E28A8DAC}" sibTransId="{7476AAE2-B259-43D0-BCCE-3E2A7701FCA4}"/>
    <dgm:cxn modelId="{29C07E34-F70C-406A-9C97-AE7EF18C1002}" type="presOf" srcId="{4C2EDC30-85C3-4758-9018-B2D6F8041440}" destId="{D6F2EEBB-A273-4635-9181-21703ABF1825}" srcOrd="1" destOrd="0" presId="urn:microsoft.com/office/officeart/2005/8/layout/orgChart1"/>
    <dgm:cxn modelId="{2E5C6339-A12F-4DF2-AEB2-9D0615D75276}" type="presOf" srcId="{DF1791DF-90BD-4901-BFFE-7033053D4CF6}" destId="{FDB69B31-67A6-4FCD-BCF9-70C5262196DC}" srcOrd="0" destOrd="0" presId="urn:microsoft.com/office/officeart/2005/8/layout/orgChart1"/>
    <dgm:cxn modelId="{F3168A39-7246-45AC-95F9-E479577C6710}" type="presOf" srcId="{1EB612E2-D2F2-4DD2-9D1B-32E27A4427C8}" destId="{0FB3C89E-A4C0-48E7-91EE-A21CAD7C9C94}" srcOrd="0" destOrd="0" presId="urn:microsoft.com/office/officeart/2005/8/layout/orgChart1"/>
    <dgm:cxn modelId="{87161D3A-7BB2-4C7B-9C01-28170AE91C01}" type="presOf" srcId="{BAD1FB1A-E057-4FDF-8C2C-90305E9CC485}" destId="{79242100-4604-4E83-A552-7B3E71BB7353}" srcOrd="1" destOrd="0" presId="urn:microsoft.com/office/officeart/2005/8/layout/orgChart1"/>
    <dgm:cxn modelId="{CF2B4262-4F1B-423F-9ADC-0A5C7FB2088B}" type="presOf" srcId="{D7E3F3F4-94B7-440C-9C1C-D7D36B8C38BF}" destId="{26DD778F-2CEB-45AC-93B4-37B364552E1D}" srcOrd="1" destOrd="0" presId="urn:microsoft.com/office/officeart/2005/8/layout/orgChart1"/>
    <dgm:cxn modelId="{DEEA3068-E451-4399-A8AF-5827D1DE4992}" type="presOf" srcId="{8FC4C172-896E-4C5F-9764-C4045F2725F5}" destId="{D013BD63-AAD8-4FBC-9C8F-9A78E2BF998D}" srcOrd="0" destOrd="0" presId="urn:microsoft.com/office/officeart/2005/8/layout/orgChart1"/>
    <dgm:cxn modelId="{F01E3249-CA19-4268-BA82-16330A89D2EF}" type="presOf" srcId="{0B4BFB64-0833-4E4C-907A-EA58F14AACA5}" destId="{F1B05707-D291-4583-BAAC-D25A7DBC24F6}" srcOrd="1" destOrd="0" presId="urn:microsoft.com/office/officeart/2005/8/layout/orgChart1"/>
    <dgm:cxn modelId="{42ED2A4A-E8CE-4F84-8A82-3E3A3D4D8B53}" type="presOf" srcId="{51815BE3-6613-4C9D-84FE-DC5ADB30DCB1}" destId="{7AD595E5-F4AB-4C51-8844-B2A9F4AB8B53}" srcOrd="0" destOrd="0" presId="urn:microsoft.com/office/officeart/2005/8/layout/orgChart1"/>
    <dgm:cxn modelId="{02F2DF71-9352-4867-95D2-7CE824215D21}" type="presOf" srcId="{BDECD9FB-7A51-473F-B348-CACF23BD39ED}" destId="{EA8C1ADF-0665-4F23-A5BC-55F8B354A6BD}" srcOrd="0" destOrd="0" presId="urn:microsoft.com/office/officeart/2005/8/layout/orgChart1"/>
    <dgm:cxn modelId="{89EEF474-E08A-47D6-8219-5521CA98351B}" type="presOf" srcId="{8FC4C172-896E-4C5F-9764-C4045F2725F5}" destId="{D1BAF727-0704-4AE0-913F-1E168DA4110A}" srcOrd="1" destOrd="0" presId="urn:microsoft.com/office/officeart/2005/8/layout/orgChart1"/>
    <dgm:cxn modelId="{A7071A55-C308-47A3-8BCB-BA329834A584}" type="presOf" srcId="{B91DBADF-50DA-42E9-84D8-68FC507996F6}" destId="{CC26AB3A-9D5C-4581-9D2B-BD2D53D36980}" srcOrd="0" destOrd="0" presId="urn:microsoft.com/office/officeart/2005/8/layout/orgChart1"/>
    <dgm:cxn modelId="{5B0F1A55-5DA1-4BB5-B589-77151BEFAD0A}" type="presOf" srcId="{CDA10ADC-F257-4B01-81B5-311D0E96D4CF}" destId="{676A2F32-22A2-4646-B9E8-0ED58B01DFCB}" srcOrd="0" destOrd="0" presId="urn:microsoft.com/office/officeart/2005/8/layout/orgChart1"/>
    <dgm:cxn modelId="{54061257-D4AB-414E-8F24-5C9BE9151598}" type="presOf" srcId="{FA213747-6F65-4E97-9132-4CF834BBBC21}" destId="{CC2C1CCC-1725-4363-92BD-ABA663034F1B}" srcOrd="1" destOrd="0" presId="urn:microsoft.com/office/officeart/2005/8/layout/orgChart1"/>
    <dgm:cxn modelId="{77856A7B-C245-4A3B-9061-AF1DD3EE1DA0}" type="presOf" srcId="{C97E3A57-6920-4525-B611-994014831B3A}" destId="{271C8A78-6096-497B-B7F0-581AF4EF7641}" srcOrd="0" destOrd="0" presId="urn:microsoft.com/office/officeart/2005/8/layout/orgChart1"/>
    <dgm:cxn modelId="{1D30C47C-1F4C-4B28-8718-7ED365182F8F}" srcId="{BAD1FB1A-E057-4FDF-8C2C-90305E9CC485}" destId="{CDA10ADC-F257-4B01-81B5-311D0E96D4CF}" srcOrd="0" destOrd="0" parTransId="{F7F10B3D-E1AB-4791-866D-C3A69206A1D5}" sibTransId="{001597EF-489E-40EC-B110-1B16BC85E8B5}"/>
    <dgm:cxn modelId="{89B39482-5AD6-4413-A652-16EF5923F8AE}" type="presOf" srcId="{26FE200D-45B8-4CDE-8FCB-7DDCB03B20E1}" destId="{3E3EADC4-25B6-4DAA-8302-D2D1112D7E95}" srcOrd="0" destOrd="0" presId="urn:microsoft.com/office/officeart/2005/8/layout/orgChart1"/>
    <dgm:cxn modelId="{99B4DF89-2239-42A1-9B3A-38A1C47922BE}" type="presOf" srcId="{CDA10ADC-F257-4B01-81B5-311D0E96D4CF}" destId="{533DA68D-ACB1-4E42-B66B-0E88A61B1EDB}" srcOrd="1" destOrd="0" presId="urn:microsoft.com/office/officeart/2005/8/layout/orgChart1"/>
    <dgm:cxn modelId="{F0B1B392-7419-4036-A2FC-97995A66D984}" type="presOf" srcId="{5E2E4F1B-150C-45B1-B104-169AC08E2B05}" destId="{2A26DE92-757A-4685-832B-E933FC7D0F35}" srcOrd="0" destOrd="0" presId="urn:microsoft.com/office/officeart/2005/8/layout/orgChart1"/>
    <dgm:cxn modelId="{104C9E95-8B0B-4714-84B7-FDF022E280C9}" type="presOf" srcId="{D7E3F3F4-94B7-440C-9C1C-D7D36B8C38BF}" destId="{D3364D21-3E3C-451A-B4F1-43FE8FC2D7A7}" srcOrd="0" destOrd="0" presId="urn:microsoft.com/office/officeart/2005/8/layout/orgChart1"/>
    <dgm:cxn modelId="{CA6C4BA6-FF5E-4357-B183-B204A2FDCA57}" srcId="{B91DBADF-50DA-42E9-84D8-68FC507996F6}" destId="{BDECD9FB-7A51-473F-B348-CACF23BD39ED}" srcOrd="3" destOrd="0" parTransId="{DF1791DF-90BD-4901-BFFE-7033053D4CF6}" sibTransId="{510A8B9B-335C-4D27-8AB1-850FD198667B}"/>
    <dgm:cxn modelId="{D4899DA9-69FB-4EB7-B494-00F99F0F27A5}" srcId="{B91DBADF-50DA-42E9-84D8-68FC507996F6}" destId="{FA213747-6F65-4E97-9132-4CF834BBBC21}" srcOrd="0" destOrd="0" parTransId="{638C08C4-6F0A-49EC-84E4-E4CCF8B82E61}" sibTransId="{18114926-B16E-41E1-8BB2-4837B34A8650}"/>
    <dgm:cxn modelId="{7E84C1AA-0CF0-4303-B262-4725241B2F6C}" type="presOf" srcId="{BDECD9FB-7A51-473F-B348-CACF23BD39ED}" destId="{08E1892D-B4A5-4A12-A7BB-39E13419A61C}" srcOrd="1" destOrd="0" presId="urn:microsoft.com/office/officeart/2005/8/layout/orgChart1"/>
    <dgm:cxn modelId="{E40D4EAC-516A-47F7-A6AC-4104ECEC92E2}" type="presOf" srcId="{63D74A77-5067-4123-976F-320C34E85B61}" destId="{C07ABF09-6610-404C-926B-DE57CFB6880F}" srcOrd="0" destOrd="0" presId="urn:microsoft.com/office/officeart/2005/8/layout/orgChart1"/>
    <dgm:cxn modelId="{1FB4FBC1-1114-40DF-BB6E-D496D64B7223}" type="presOf" srcId="{638C08C4-6F0A-49EC-84E4-E4CCF8B82E61}" destId="{CB911B0F-D0A3-4B11-8508-4A706E0867CC}" srcOrd="0" destOrd="0" presId="urn:microsoft.com/office/officeart/2005/8/layout/orgChart1"/>
    <dgm:cxn modelId="{ADB57EC9-605F-487C-A866-9AEB8E1511F6}" srcId="{4C2EDC30-85C3-4758-9018-B2D6F8041440}" destId="{BAD1FB1A-E057-4FDF-8C2C-90305E9CC485}" srcOrd="1" destOrd="0" parTransId="{26FE200D-45B8-4CDE-8FCB-7DDCB03B20E1}" sibTransId="{FAEAD8E4-6ECD-4443-AC1E-7C59EF014B5D}"/>
    <dgm:cxn modelId="{D79AA0E1-C28B-4D1C-964D-5CBC9ABF654F}" type="presOf" srcId="{51815BE3-6613-4C9D-84FE-DC5ADB30DCB1}" destId="{277A5157-C99E-49BB-8C67-993C30026009}" srcOrd="1" destOrd="0" presId="urn:microsoft.com/office/officeart/2005/8/layout/orgChart1"/>
    <dgm:cxn modelId="{74E829EC-948D-4B4A-89D6-692F3043EF19}" type="presOf" srcId="{4C2EDC30-85C3-4758-9018-B2D6F8041440}" destId="{460FC1B4-3167-4288-A9A6-1447C60617CC}" srcOrd="0" destOrd="0" presId="urn:microsoft.com/office/officeart/2005/8/layout/orgChart1"/>
    <dgm:cxn modelId="{9EEE23EC-D7BD-4100-B17C-5E746237E1F3}" type="presParOf" srcId="{0FB3C89E-A4C0-48E7-91EE-A21CAD7C9C94}" destId="{CC545506-0E7C-40A8-AAE5-ADD6B16CF9B4}" srcOrd="0" destOrd="0" presId="urn:microsoft.com/office/officeart/2005/8/layout/orgChart1"/>
    <dgm:cxn modelId="{3C071F02-2392-4C97-9AB3-D7E350CE101A}" type="presParOf" srcId="{CC545506-0E7C-40A8-AAE5-ADD6B16CF9B4}" destId="{408E3CC4-97F3-435F-AB11-FD0F40DA51C1}" srcOrd="0" destOrd="0" presId="urn:microsoft.com/office/officeart/2005/8/layout/orgChart1"/>
    <dgm:cxn modelId="{4E9CDF27-ABC1-400E-9895-3ECA91D15C29}" type="presParOf" srcId="{408E3CC4-97F3-435F-AB11-FD0F40DA51C1}" destId="{CC26AB3A-9D5C-4581-9D2B-BD2D53D36980}" srcOrd="0" destOrd="0" presId="urn:microsoft.com/office/officeart/2005/8/layout/orgChart1"/>
    <dgm:cxn modelId="{6284942A-EB9F-4A1C-9E83-2CB32BE3B49C}" type="presParOf" srcId="{408E3CC4-97F3-435F-AB11-FD0F40DA51C1}" destId="{AE805180-41DD-480E-80A6-76F5D18EEACC}" srcOrd="1" destOrd="0" presId="urn:microsoft.com/office/officeart/2005/8/layout/orgChart1"/>
    <dgm:cxn modelId="{6381E5C2-C158-496D-BC99-3B59F4F54F7A}" type="presParOf" srcId="{CC545506-0E7C-40A8-AAE5-ADD6B16CF9B4}" destId="{8037BC9A-7748-41AF-9A6A-A5EC8E4384D7}" srcOrd="1" destOrd="0" presId="urn:microsoft.com/office/officeart/2005/8/layout/orgChart1"/>
    <dgm:cxn modelId="{41258A6D-CB5A-455E-B28B-E51A6EC3061F}" type="presParOf" srcId="{8037BC9A-7748-41AF-9A6A-A5EC8E4384D7}" destId="{271C8A78-6096-497B-B7F0-581AF4EF7641}" srcOrd="0" destOrd="0" presId="urn:microsoft.com/office/officeart/2005/8/layout/orgChart1"/>
    <dgm:cxn modelId="{A7DFD826-DB85-47E6-A63D-68DF862ED5AD}" type="presParOf" srcId="{8037BC9A-7748-41AF-9A6A-A5EC8E4384D7}" destId="{156B52CB-28A2-442A-AAC1-9AC302C5C9B7}" srcOrd="1" destOrd="0" presId="urn:microsoft.com/office/officeart/2005/8/layout/orgChart1"/>
    <dgm:cxn modelId="{65CAD08F-E2E8-4F73-A0A8-08A950BE2820}" type="presParOf" srcId="{156B52CB-28A2-442A-AAC1-9AC302C5C9B7}" destId="{F0EDDC3E-4FD1-4F39-AD43-E5A661D1FAB2}" srcOrd="0" destOrd="0" presId="urn:microsoft.com/office/officeart/2005/8/layout/orgChart1"/>
    <dgm:cxn modelId="{D88FCF6C-E2BF-462E-A41D-EA0690E4B70C}" type="presParOf" srcId="{F0EDDC3E-4FD1-4F39-AD43-E5A661D1FAB2}" destId="{7AD595E5-F4AB-4C51-8844-B2A9F4AB8B53}" srcOrd="0" destOrd="0" presId="urn:microsoft.com/office/officeart/2005/8/layout/orgChart1"/>
    <dgm:cxn modelId="{BB15FD39-FA6E-40C1-AF39-D4370FF05CD4}" type="presParOf" srcId="{F0EDDC3E-4FD1-4F39-AD43-E5A661D1FAB2}" destId="{277A5157-C99E-49BB-8C67-993C30026009}" srcOrd="1" destOrd="0" presId="urn:microsoft.com/office/officeart/2005/8/layout/orgChart1"/>
    <dgm:cxn modelId="{713AE73D-717B-4211-829E-AD3C521DCA6D}" type="presParOf" srcId="{156B52CB-28A2-442A-AAC1-9AC302C5C9B7}" destId="{7D798F87-3E6A-470D-9704-1AD921E5579A}" srcOrd="1" destOrd="0" presId="urn:microsoft.com/office/officeart/2005/8/layout/orgChart1"/>
    <dgm:cxn modelId="{7A6F3411-2AA7-4DFE-9479-432F5EB1E01C}" type="presParOf" srcId="{156B52CB-28A2-442A-AAC1-9AC302C5C9B7}" destId="{49C9FB94-E89D-4871-98FD-5B07F77F2430}" srcOrd="2" destOrd="0" presId="urn:microsoft.com/office/officeart/2005/8/layout/orgChart1"/>
    <dgm:cxn modelId="{C4B01792-8618-498D-B3B1-8566B4D8DFFD}" type="presParOf" srcId="{8037BC9A-7748-41AF-9A6A-A5EC8E4384D7}" destId="{C07ABF09-6610-404C-926B-DE57CFB6880F}" srcOrd="2" destOrd="0" presId="urn:microsoft.com/office/officeart/2005/8/layout/orgChart1"/>
    <dgm:cxn modelId="{8492F695-B153-46E8-96CC-2BBF021E7FDF}" type="presParOf" srcId="{8037BC9A-7748-41AF-9A6A-A5EC8E4384D7}" destId="{30AF2DE5-D230-40B4-8741-E5F4F4C3CAEB}" srcOrd="3" destOrd="0" presId="urn:microsoft.com/office/officeart/2005/8/layout/orgChart1"/>
    <dgm:cxn modelId="{FE249E87-0E81-4290-8590-BD2C85839514}" type="presParOf" srcId="{30AF2DE5-D230-40B4-8741-E5F4F4C3CAEB}" destId="{ED9FBDE2-F858-41E9-99A8-3F6A52882564}" srcOrd="0" destOrd="0" presId="urn:microsoft.com/office/officeart/2005/8/layout/orgChart1"/>
    <dgm:cxn modelId="{27393304-258C-4FE8-ACA0-C10C9C5BD5AB}" type="presParOf" srcId="{ED9FBDE2-F858-41E9-99A8-3F6A52882564}" destId="{D3364D21-3E3C-451A-B4F1-43FE8FC2D7A7}" srcOrd="0" destOrd="0" presId="urn:microsoft.com/office/officeart/2005/8/layout/orgChart1"/>
    <dgm:cxn modelId="{B4FB9821-CC6E-4931-A84D-7915AFA61B4E}" type="presParOf" srcId="{ED9FBDE2-F858-41E9-99A8-3F6A52882564}" destId="{26DD778F-2CEB-45AC-93B4-37B364552E1D}" srcOrd="1" destOrd="0" presId="urn:microsoft.com/office/officeart/2005/8/layout/orgChart1"/>
    <dgm:cxn modelId="{5EACA441-C4E0-4D79-9AD7-F45EB09B79DF}" type="presParOf" srcId="{30AF2DE5-D230-40B4-8741-E5F4F4C3CAEB}" destId="{A5D302D3-DA94-4EBA-86DF-C7567B966DA0}" srcOrd="1" destOrd="0" presId="urn:microsoft.com/office/officeart/2005/8/layout/orgChart1"/>
    <dgm:cxn modelId="{DCBCF4CA-47DC-4F91-9905-A952352FE7F4}" type="presParOf" srcId="{30AF2DE5-D230-40B4-8741-E5F4F4C3CAEB}" destId="{C34A2255-8901-44B7-903B-F0378AE90B7D}" srcOrd="2" destOrd="0" presId="urn:microsoft.com/office/officeart/2005/8/layout/orgChart1"/>
    <dgm:cxn modelId="{D3040312-77D8-4637-98AA-51DE1308EA08}" type="presParOf" srcId="{8037BC9A-7748-41AF-9A6A-A5EC8E4384D7}" destId="{FDB69B31-67A6-4FCD-BCF9-70C5262196DC}" srcOrd="4" destOrd="0" presId="urn:microsoft.com/office/officeart/2005/8/layout/orgChart1"/>
    <dgm:cxn modelId="{41FF2951-8286-462D-86AB-0CFD3B18A115}" type="presParOf" srcId="{8037BC9A-7748-41AF-9A6A-A5EC8E4384D7}" destId="{EE328C5C-F596-4DEB-9A0C-02D7B45BB500}" srcOrd="5" destOrd="0" presId="urn:microsoft.com/office/officeart/2005/8/layout/orgChart1"/>
    <dgm:cxn modelId="{A7D5EAB1-198B-4012-829C-5700497EE45C}" type="presParOf" srcId="{EE328C5C-F596-4DEB-9A0C-02D7B45BB500}" destId="{AADFFDC3-2AE8-4726-A89A-AFF9B624F2B0}" srcOrd="0" destOrd="0" presId="urn:microsoft.com/office/officeart/2005/8/layout/orgChart1"/>
    <dgm:cxn modelId="{8F0460D3-64FE-4316-A06F-BDDA66B603AA}" type="presParOf" srcId="{AADFFDC3-2AE8-4726-A89A-AFF9B624F2B0}" destId="{EA8C1ADF-0665-4F23-A5BC-55F8B354A6BD}" srcOrd="0" destOrd="0" presId="urn:microsoft.com/office/officeart/2005/8/layout/orgChart1"/>
    <dgm:cxn modelId="{FB8E287F-0EFD-4C29-86AF-730A9A1F276C}" type="presParOf" srcId="{AADFFDC3-2AE8-4726-A89A-AFF9B624F2B0}" destId="{08E1892D-B4A5-4A12-A7BB-39E13419A61C}" srcOrd="1" destOrd="0" presId="urn:microsoft.com/office/officeart/2005/8/layout/orgChart1"/>
    <dgm:cxn modelId="{7EF639DD-4536-4009-BBE0-471328F02E0D}" type="presParOf" srcId="{EE328C5C-F596-4DEB-9A0C-02D7B45BB500}" destId="{FF505753-0D00-4FDF-929E-EAE709EE2D67}" srcOrd="1" destOrd="0" presId="urn:microsoft.com/office/officeart/2005/8/layout/orgChart1"/>
    <dgm:cxn modelId="{387654F0-4F35-4CF2-A333-314E1AB98F47}" type="presParOf" srcId="{EE328C5C-F596-4DEB-9A0C-02D7B45BB500}" destId="{0110365B-54A3-4AAA-A355-F391709EDEF5}" srcOrd="2" destOrd="0" presId="urn:microsoft.com/office/officeart/2005/8/layout/orgChart1"/>
    <dgm:cxn modelId="{AB5F33AD-46FB-4949-989F-EB14E286F844}" type="presParOf" srcId="{CC545506-0E7C-40A8-AAE5-ADD6B16CF9B4}" destId="{99B9CC4B-FD7A-498C-87CC-015287155036}" srcOrd="2" destOrd="0" presId="urn:microsoft.com/office/officeart/2005/8/layout/orgChart1"/>
    <dgm:cxn modelId="{F9D82D78-1057-481F-ABBD-24C761A29448}" type="presParOf" srcId="{99B9CC4B-FD7A-498C-87CC-015287155036}" destId="{CB911B0F-D0A3-4B11-8508-4A706E0867CC}" srcOrd="0" destOrd="0" presId="urn:microsoft.com/office/officeart/2005/8/layout/orgChart1"/>
    <dgm:cxn modelId="{DB8DB8B6-5CE1-4E72-9FC3-077028B48E95}" type="presParOf" srcId="{99B9CC4B-FD7A-498C-87CC-015287155036}" destId="{89DC4B31-B2C4-4165-8C75-67288AEFBCEC}" srcOrd="1" destOrd="0" presId="urn:microsoft.com/office/officeart/2005/8/layout/orgChart1"/>
    <dgm:cxn modelId="{D1DE264E-483A-46FA-93BF-08BE0D5DB713}" type="presParOf" srcId="{89DC4B31-B2C4-4165-8C75-67288AEFBCEC}" destId="{C5DDE919-FBEB-4630-9423-2011ECDE3433}" srcOrd="0" destOrd="0" presId="urn:microsoft.com/office/officeart/2005/8/layout/orgChart1"/>
    <dgm:cxn modelId="{A66A1CC5-C566-40FD-A01F-BDD1B41E52E3}" type="presParOf" srcId="{C5DDE919-FBEB-4630-9423-2011ECDE3433}" destId="{03A45C9F-733B-4BDA-96B5-1BD272209F7C}" srcOrd="0" destOrd="0" presId="urn:microsoft.com/office/officeart/2005/8/layout/orgChart1"/>
    <dgm:cxn modelId="{C4F9BDA1-C76C-4B31-AF83-86037F7832D0}" type="presParOf" srcId="{C5DDE919-FBEB-4630-9423-2011ECDE3433}" destId="{CC2C1CCC-1725-4363-92BD-ABA663034F1B}" srcOrd="1" destOrd="0" presId="urn:microsoft.com/office/officeart/2005/8/layout/orgChart1"/>
    <dgm:cxn modelId="{BD4DE80D-7619-42FE-9461-18748F4197CA}" type="presParOf" srcId="{89DC4B31-B2C4-4165-8C75-67288AEFBCEC}" destId="{7A09221F-70F4-4648-AD90-CC0349DBDB19}" srcOrd="1" destOrd="0" presId="urn:microsoft.com/office/officeart/2005/8/layout/orgChart1"/>
    <dgm:cxn modelId="{E035DB83-FEF3-4490-9B87-4A2A0C281A8C}" type="presParOf" srcId="{89DC4B31-B2C4-4165-8C75-67288AEFBCEC}" destId="{F7291177-C28A-4B7A-BB42-A71371B7E4AA}" srcOrd="2" destOrd="0" presId="urn:microsoft.com/office/officeart/2005/8/layout/orgChart1"/>
    <dgm:cxn modelId="{0E68CA56-4E50-41B0-91EE-5FEAD50D33F1}" type="presParOf" srcId="{0FB3C89E-A4C0-48E7-91EE-A21CAD7C9C94}" destId="{4C9B26FB-C2BA-4E96-B8E5-E7856DCF055F}" srcOrd="1" destOrd="0" presId="urn:microsoft.com/office/officeart/2005/8/layout/orgChart1"/>
    <dgm:cxn modelId="{E0C0FD59-3B94-4CC8-AB77-FCA7D911B3AA}" type="presParOf" srcId="{4C9B26FB-C2BA-4E96-B8E5-E7856DCF055F}" destId="{A93FC7DE-6490-4006-B882-012E36B25590}" srcOrd="0" destOrd="0" presId="urn:microsoft.com/office/officeart/2005/8/layout/orgChart1"/>
    <dgm:cxn modelId="{6C7D98E5-E8A8-4E05-AFFC-C489D128EF7C}" type="presParOf" srcId="{A93FC7DE-6490-4006-B882-012E36B25590}" destId="{460FC1B4-3167-4288-A9A6-1447C60617CC}" srcOrd="0" destOrd="0" presId="urn:microsoft.com/office/officeart/2005/8/layout/orgChart1"/>
    <dgm:cxn modelId="{F5D42F61-88BA-4BCA-A1EB-CF427E9D08FF}" type="presParOf" srcId="{A93FC7DE-6490-4006-B882-012E36B25590}" destId="{D6F2EEBB-A273-4635-9181-21703ABF1825}" srcOrd="1" destOrd="0" presId="urn:microsoft.com/office/officeart/2005/8/layout/orgChart1"/>
    <dgm:cxn modelId="{FAE7CE3F-393C-49AA-BC5F-319AE07AE3F0}" type="presParOf" srcId="{4C9B26FB-C2BA-4E96-B8E5-E7856DCF055F}" destId="{B52FA419-EED8-4F39-9123-AEF95DD72739}" srcOrd="1" destOrd="0" presId="urn:microsoft.com/office/officeart/2005/8/layout/orgChart1"/>
    <dgm:cxn modelId="{C86BCCE4-80F3-4DDD-8864-393219935763}" type="presParOf" srcId="{B52FA419-EED8-4F39-9123-AEF95DD72739}" destId="{C003D364-6EC9-4304-8661-6C043C6D549B}" srcOrd="0" destOrd="0" presId="urn:microsoft.com/office/officeart/2005/8/layout/orgChart1"/>
    <dgm:cxn modelId="{095D5407-EFB7-4900-B4BD-720F0992714F}" type="presParOf" srcId="{B52FA419-EED8-4F39-9123-AEF95DD72739}" destId="{3680BE0F-05DA-4647-8DD7-1F540C8BEC35}" srcOrd="1" destOrd="0" presId="urn:microsoft.com/office/officeart/2005/8/layout/orgChart1"/>
    <dgm:cxn modelId="{50705E79-6062-48C9-83FC-35C5DEF61B0D}" type="presParOf" srcId="{3680BE0F-05DA-4647-8DD7-1F540C8BEC35}" destId="{027D1E04-8CDD-4B3E-9DDC-4109AF4DCA87}" srcOrd="0" destOrd="0" presId="urn:microsoft.com/office/officeart/2005/8/layout/orgChart1"/>
    <dgm:cxn modelId="{54A3FF11-2E24-499B-B43A-A70BE34DCE34}" type="presParOf" srcId="{027D1E04-8CDD-4B3E-9DDC-4109AF4DCA87}" destId="{9EE7FCD1-4207-4474-90B9-0A31E1D983D4}" srcOrd="0" destOrd="0" presId="urn:microsoft.com/office/officeart/2005/8/layout/orgChart1"/>
    <dgm:cxn modelId="{000F4BBC-BFDC-49F7-B303-02BDB31AC300}" type="presParOf" srcId="{027D1E04-8CDD-4B3E-9DDC-4109AF4DCA87}" destId="{F1B05707-D291-4583-BAAC-D25A7DBC24F6}" srcOrd="1" destOrd="0" presId="urn:microsoft.com/office/officeart/2005/8/layout/orgChart1"/>
    <dgm:cxn modelId="{DAF8117A-5FDA-4940-8600-3EBED91D1A91}" type="presParOf" srcId="{3680BE0F-05DA-4647-8DD7-1F540C8BEC35}" destId="{58FDFA2B-C97E-4C3B-B903-162E94FE9D26}" srcOrd="1" destOrd="0" presId="urn:microsoft.com/office/officeart/2005/8/layout/orgChart1"/>
    <dgm:cxn modelId="{84354E4F-B300-42E9-8E54-7F97537E24E4}" type="presParOf" srcId="{3680BE0F-05DA-4647-8DD7-1F540C8BEC35}" destId="{D72450A6-825F-43D6-A9FB-7D2ED1D0D721}" srcOrd="2" destOrd="0" presId="urn:microsoft.com/office/officeart/2005/8/layout/orgChart1"/>
    <dgm:cxn modelId="{C4A6586D-F034-40D9-A06E-D12D2BF3A1BF}" type="presParOf" srcId="{B52FA419-EED8-4F39-9123-AEF95DD72739}" destId="{3E3EADC4-25B6-4DAA-8302-D2D1112D7E95}" srcOrd="2" destOrd="0" presId="urn:microsoft.com/office/officeart/2005/8/layout/orgChart1"/>
    <dgm:cxn modelId="{FA366DFA-5645-4713-8B30-7C0E054621E6}" type="presParOf" srcId="{B52FA419-EED8-4F39-9123-AEF95DD72739}" destId="{DAE139B1-F340-4429-9BAE-0AD96FAB4BA1}" srcOrd="3" destOrd="0" presId="urn:microsoft.com/office/officeart/2005/8/layout/orgChart1"/>
    <dgm:cxn modelId="{12CDC2EF-42AF-4935-88E8-F258C391E436}" type="presParOf" srcId="{DAE139B1-F340-4429-9BAE-0AD96FAB4BA1}" destId="{616A6B3E-2598-4C58-B1A2-57C4CF64E265}" srcOrd="0" destOrd="0" presId="urn:microsoft.com/office/officeart/2005/8/layout/orgChart1"/>
    <dgm:cxn modelId="{902E957A-EC58-42DC-8B95-5F98B25C6F96}" type="presParOf" srcId="{616A6B3E-2598-4C58-B1A2-57C4CF64E265}" destId="{A64A825D-4121-4BF3-81D9-6EFCE7F740D3}" srcOrd="0" destOrd="0" presId="urn:microsoft.com/office/officeart/2005/8/layout/orgChart1"/>
    <dgm:cxn modelId="{3CE72580-9EC6-4D21-A44D-340EC287D099}" type="presParOf" srcId="{616A6B3E-2598-4C58-B1A2-57C4CF64E265}" destId="{79242100-4604-4E83-A552-7B3E71BB7353}" srcOrd="1" destOrd="0" presId="urn:microsoft.com/office/officeart/2005/8/layout/orgChart1"/>
    <dgm:cxn modelId="{17DD9D6A-AF03-4FFA-A90F-B097EC9BAF52}" type="presParOf" srcId="{DAE139B1-F340-4429-9BAE-0AD96FAB4BA1}" destId="{6269616D-CA30-4ECD-A4CC-6E51C641AD9F}" srcOrd="1" destOrd="0" presId="urn:microsoft.com/office/officeart/2005/8/layout/orgChart1"/>
    <dgm:cxn modelId="{F3BE90E2-7013-4581-BA34-ED9B502941A9}" type="presParOf" srcId="{6269616D-CA30-4ECD-A4CC-6E51C641AD9F}" destId="{2297195C-0E84-42A4-B604-FC5BB0B62301}" srcOrd="0" destOrd="0" presId="urn:microsoft.com/office/officeart/2005/8/layout/orgChart1"/>
    <dgm:cxn modelId="{30BDA541-5BA4-4856-9C6D-A0988E3F0C9A}" type="presParOf" srcId="{6269616D-CA30-4ECD-A4CC-6E51C641AD9F}" destId="{EFB96D80-7B0A-41C6-943A-83D30A9FBF1E}" srcOrd="1" destOrd="0" presId="urn:microsoft.com/office/officeart/2005/8/layout/orgChart1"/>
    <dgm:cxn modelId="{1ECB9FBD-5BCA-40CB-9E9A-7DAFD37B8FF2}" type="presParOf" srcId="{EFB96D80-7B0A-41C6-943A-83D30A9FBF1E}" destId="{DE7D0C78-04FB-482A-978C-45958B850E50}" srcOrd="0" destOrd="0" presId="urn:microsoft.com/office/officeart/2005/8/layout/orgChart1"/>
    <dgm:cxn modelId="{993F623D-9E2D-4A5A-B2E0-8A3892AD33C1}" type="presParOf" srcId="{DE7D0C78-04FB-482A-978C-45958B850E50}" destId="{676A2F32-22A2-4646-B9E8-0ED58B01DFCB}" srcOrd="0" destOrd="0" presId="urn:microsoft.com/office/officeart/2005/8/layout/orgChart1"/>
    <dgm:cxn modelId="{DB0F45E6-FA24-41EE-B447-4B0C4FDFDC03}" type="presParOf" srcId="{DE7D0C78-04FB-482A-978C-45958B850E50}" destId="{533DA68D-ACB1-4E42-B66B-0E88A61B1EDB}" srcOrd="1" destOrd="0" presId="urn:microsoft.com/office/officeart/2005/8/layout/orgChart1"/>
    <dgm:cxn modelId="{D1D65059-C5FA-435F-BB94-38D7761A62F3}" type="presParOf" srcId="{EFB96D80-7B0A-41C6-943A-83D30A9FBF1E}" destId="{BB4C9EBD-28D5-4C68-860D-3FAD3DAA0D67}" srcOrd="1" destOrd="0" presId="urn:microsoft.com/office/officeart/2005/8/layout/orgChart1"/>
    <dgm:cxn modelId="{AAD0067F-75BC-4BEF-9ED5-A3A1F651FF74}" type="presParOf" srcId="{BB4C9EBD-28D5-4C68-860D-3FAD3DAA0D67}" destId="{2A26DE92-757A-4685-832B-E933FC7D0F35}" srcOrd="0" destOrd="0" presId="urn:microsoft.com/office/officeart/2005/8/layout/orgChart1"/>
    <dgm:cxn modelId="{1D4E8F90-4AC3-4239-9421-0A73C304A45A}" type="presParOf" srcId="{BB4C9EBD-28D5-4C68-860D-3FAD3DAA0D67}" destId="{197F35A8-91BD-4104-B19E-052711BB2F12}" srcOrd="1" destOrd="0" presId="urn:microsoft.com/office/officeart/2005/8/layout/orgChart1"/>
    <dgm:cxn modelId="{1908F97A-B175-4CB0-8074-3EC8F6891BDE}" type="presParOf" srcId="{197F35A8-91BD-4104-B19E-052711BB2F12}" destId="{0A7CBE43-4B5E-4A8B-BDB3-9F6C5305EEB8}" srcOrd="0" destOrd="0" presId="urn:microsoft.com/office/officeart/2005/8/layout/orgChart1"/>
    <dgm:cxn modelId="{877F3C14-FE19-4221-AF1B-55F728116872}" type="presParOf" srcId="{0A7CBE43-4B5E-4A8B-BDB3-9F6C5305EEB8}" destId="{D013BD63-AAD8-4FBC-9C8F-9A78E2BF998D}" srcOrd="0" destOrd="0" presId="urn:microsoft.com/office/officeart/2005/8/layout/orgChart1"/>
    <dgm:cxn modelId="{F9519C7B-4063-4BD5-9D8E-DC553BA2A617}" type="presParOf" srcId="{0A7CBE43-4B5E-4A8B-BDB3-9F6C5305EEB8}" destId="{D1BAF727-0704-4AE0-913F-1E168DA4110A}" srcOrd="1" destOrd="0" presId="urn:microsoft.com/office/officeart/2005/8/layout/orgChart1"/>
    <dgm:cxn modelId="{779AC47D-25C6-4DCE-A65B-67318D8EDFDD}" type="presParOf" srcId="{197F35A8-91BD-4104-B19E-052711BB2F12}" destId="{1E9D927D-74CE-4398-A5CD-80E644965B9A}" srcOrd="1" destOrd="0" presId="urn:microsoft.com/office/officeart/2005/8/layout/orgChart1"/>
    <dgm:cxn modelId="{E463BB8A-68F9-4989-9B62-5F6C38417073}" type="presParOf" srcId="{197F35A8-91BD-4104-B19E-052711BB2F12}" destId="{91D963BB-C1BB-4B62-A5F0-C77A134A0254}" srcOrd="2" destOrd="0" presId="urn:microsoft.com/office/officeart/2005/8/layout/orgChart1"/>
    <dgm:cxn modelId="{83C93A87-A16E-4173-9E29-923F34A7189C}" type="presParOf" srcId="{EFB96D80-7B0A-41C6-943A-83D30A9FBF1E}" destId="{2BDDD081-EC21-49A1-A6A0-051CA5EA1E7C}" srcOrd="2" destOrd="0" presId="urn:microsoft.com/office/officeart/2005/8/layout/orgChart1"/>
    <dgm:cxn modelId="{6B9B26B4-3CF0-4253-84D2-4CF3DEFF65C4}" type="presParOf" srcId="{DAE139B1-F340-4429-9BAE-0AD96FAB4BA1}" destId="{399BFDF5-0D8F-423A-AAB1-6734CBEFF2BD}" srcOrd="2" destOrd="0" presId="urn:microsoft.com/office/officeart/2005/8/layout/orgChart1"/>
    <dgm:cxn modelId="{D3735D09-4AF0-4C06-AE58-C9E7ACCFA258}" type="presParOf" srcId="{4C9B26FB-C2BA-4E96-B8E5-E7856DCF055F}" destId="{E7E282F6-CCC3-4381-BAD9-6EA835219A31}" srcOrd="2" destOrd="0" presId="urn:microsoft.com/office/officeart/2005/8/layout/orgChart1"/>
  </dgm:cxnLst>
  <dgm:bg/>
  <dgm:whole/>
  <dgm:extLst>
    <a:ext uri="http://schemas.microsoft.com/office/drawing/2008/diagram">
      <dsp:dataModelExt xmlns:dsp="http://schemas.microsoft.com/office/drawing/2008/diagram" relId="rId52"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1EB612E2-D2F2-4DD2-9D1B-32E27A4427C8}"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fr-FR"/>
        </a:p>
      </dgm:t>
    </dgm:pt>
    <dgm:pt modelId="{B91DBADF-50DA-42E9-84D8-68FC507996F6}">
      <dgm:prSet phldrT="[Texte]"/>
      <dgm:spPr/>
      <dgm:t>
        <a:bodyPr/>
        <a:lstStyle/>
        <a:p>
          <a:r>
            <a:rPr lang="fr-FR" dirty="0"/>
            <a:t> </a:t>
          </a:r>
        </a:p>
      </dgm:t>
    </dgm:pt>
    <dgm:pt modelId="{38102416-D1D5-4DC2-BBED-D7B17AF660F3}" type="parTrans" cxnId="{7F243330-AFF1-4644-AC37-46D0DA655257}">
      <dgm:prSet/>
      <dgm:spPr/>
      <dgm:t>
        <a:bodyPr/>
        <a:lstStyle/>
        <a:p>
          <a:endParaRPr lang="fr-FR"/>
        </a:p>
      </dgm:t>
    </dgm:pt>
    <dgm:pt modelId="{9262366E-3776-41FE-9AA8-D1991105D559}" type="sibTrans" cxnId="{7F243330-AFF1-4644-AC37-46D0DA655257}">
      <dgm:prSet/>
      <dgm:spPr/>
      <dgm:t>
        <a:bodyPr/>
        <a:lstStyle/>
        <a:p>
          <a:endParaRPr lang="fr-FR"/>
        </a:p>
      </dgm:t>
    </dgm:pt>
    <dgm:pt modelId="{FA213747-6F65-4E97-9132-4CF834BBBC21}" type="asst">
      <dgm:prSet phldrT="[Texte]"/>
      <dgm:spPr/>
      <dgm:t>
        <a:bodyPr/>
        <a:lstStyle/>
        <a:p>
          <a:r>
            <a:rPr lang="fr-FR" dirty="0"/>
            <a:t> </a:t>
          </a:r>
        </a:p>
      </dgm:t>
    </dgm:pt>
    <dgm:pt modelId="{638C08C4-6F0A-49EC-84E4-E4CCF8B82E61}" type="parTrans" cxnId="{D4899DA9-69FB-4EB7-B494-00F99F0F27A5}">
      <dgm:prSet/>
      <dgm:spPr/>
      <dgm:t>
        <a:bodyPr/>
        <a:lstStyle/>
        <a:p>
          <a:endParaRPr lang="fr-FR"/>
        </a:p>
      </dgm:t>
    </dgm:pt>
    <dgm:pt modelId="{18114926-B16E-41E1-8BB2-4837B34A8650}" type="sibTrans" cxnId="{D4899DA9-69FB-4EB7-B494-00F99F0F27A5}">
      <dgm:prSet/>
      <dgm:spPr/>
      <dgm:t>
        <a:bodyPr/>
        <a:lstStyle/>
        <a:p>
          <a:endParaRPr lang="fr-FR"/>
        </a:p>
      </dgm:t>
    </dgm:pt>
    <dgm:pt modelId="{51815BE3-6613-4C9D-84FE-DC5ADB30DCB1}">
      <dgm:prSet phldrT="[Texte]"/>
      <dgm:spPr/>
      <dgm:t>
        <a:bodyPr/>
        <a:lstStyle/>
        <a:p>
          <a:r>
            <a:rPr lang="fr-FR" dirty="0"/>
            <a:t> </a:t>
          </a:r>
        </a:p>
      </dgm:t>
    </dgm:pt>
    <dgm:pt modelId="{C97E3A57-6920-4525-B611-994014831B3A}" type="parTrans" cxnId="{B095CE30-A306-4C22-97DC-1AA8498992AE}">
      <dgm:prSet/>
      <dgm:spPr/>
      <dgm:t>
        <a:bodyPr/>
        <a:lstStyle/>
        <a:p>
          <a:endParaRPr lang="fr-FR"/>
        </a:p>
      </dgm:t>
    </dgm:pt>
    <dgm:pt modelId="{D240AD08-CE79-45DC-B9EC-DE1316CF5F30}" type="sibTrans" cxnId="{B095CE30-A306-4C22-97DC-1AA8498992AE}">
      <dgm:prSet/>
      <dgm:spPr/>
      <dgm:t>
        <a:bodyPr/>
        <a:lstStyle/>
        <a:p>
          <a:endParaRPr lang="fr-FR"/>
        </a:p>
      </dgm:t>
    </dgm:pt>
    <dgm:pt modelId="{D7E3F3F4-94B7-440C-9C1C-D7D36B8C38BF}">
      <dgm:prSet phldrT="[Texte]"/>
      <dgm:spPr/>
      <dgm:t>
        <a:bodyPr/>
        <a:lstStyle/>
        <a:p>
          <a:r>
            <a:rPr lang="fr-FR" dirty="0"/>
            <a:t> </a:t>
          </a:r>
        </a:p>
      </dgm:t>
    </dgm:pt>
    <dgm:pt modelId="{63D74A77-5067-4123-976F-320C34E85B61}" type="parTrans" cxnId="{60A04A29-7304-4CF2-B7FC-0C123259CD9C}">
      <dgm:prSet/>
      <dgm:spPr/>
      <dgm:t>
        <a:bodyPr/>
        <a:lstStyle/>
        <a:p>
          <a:endParaRPr lang="fr-FR"/>
        </a:p>
      </dgm:t>
    </dgm:pt>
    <dgm:pt modelId="{13F004C1-A7EE-4199-A3D7-C7FC3284DA35}" type="sibTrans" cxnId="{60A04A29-7304-4CF2-B7FC-0C123259CD9C}">
      <dgm:prSet/>
      <dgm:spPr/>
      <dgm:t>
        <a:bodyPr/>
        <a:lstStyle/>
        <a:p>
          <a:endParaRPr lang="fr-FR"/>
        </a:p>
      </dgm:t>
    </dgm:pt>
    <dgm:pt modelId="{BDECD9FB-7A51-473F-B348-CACF23BD39ED}">
      <dgm:prSet phldrT="[Texte]"/>
      <dgm:spPr/>
      <dgm:t>
        <a:bodyPr/>
        <a:lstStyle/>
        <a:p>
          <a:r>
            <a:rPr lang="fr-FR" dirty="0"/>
            <a:t> </a:t>
          </a:r>
        </a:p>
      </dgm:t>
    </dgm:pt>
    <dgm:pt modelId="{DF1791DF-90BD-4901-BFFE-7033053D4CF6}" type="parTrans" cxnId="{CA6C4BA6-FF5E-4357-B183-B204A2FDCA57}">
      <dgm:prSet/>
      <dgm:spPr/>
      <dgm:t>
        <a:bodyPr/>
        <a:lstStyle/>
        <a:p>
          <a:endParaRPr lang="fr-FR"/>
        </a:p>
      </dgm:t>
    </dgm:pt>
    <dgm:pt modelId="{510A8B9B-335C-4D27-8AB1-850FD198667B}" type="sibTrans" cxnId="{CA6C4BA6-FF5E-4357-B183-B204A2FDCA57}">
      <dgm:prSet/>
      <dgm:spPr/>
      <dgm:t>
        <a:bodyPr/>
        <a:lstStyle/>
        <a:p>
          <a:endParaRPr lang="fr-FR"/>
        </a:p>
      </dgm:t>
    </dgm:pt>
    <dgm:pt modelId="{8FC4C172-896E-4C5F-9764-C4045F2725F5}">
      <dgm:prSet phldrT="[Texte]"/>
      <dgm:spPr/>
      <dgm:t>
        <a:bodyPr/>
        <a:lstStyle/>
        <a:p>
          <a:endParaRPr lang="fr-FR" dirty="0"/>
        </a:p>
      </dgm:t>
    </dgm:pt>
    <dgm:pt modelId="{5E2E4F1B-150C-45B1-B104-169AC08E2B05}" type="parTrans" cxnId="{57930621-7A57-47DB-8A71-56B4776554C2}">
      <dgm:prSet/>
      <dgm:spPr/>
      <dgm:t>
        <a:bodyPr/>
        <a:lstStyle/>
        <a:p>
          <a:endParaRPr lang="fr-FR"/>
        </a:p>
      </dgm:t>
    </dgm:pt>
    <dgm:pt modelId="{73B411B5-ECD7-46D3-91F8-548A8CC378FD}" type="sibTrans" cxnId="{57930621-7A57-47DB-8A71-56B4776554C2}">
      <dgm:prSet/>
      <dgm:spPr/>
      <dgm:t>
        <a:bodyPr/>
        <a:lstStyle/>
        <a:p>
          <a:endParaRPr lang="fr-FR"/>
        </a:p>
      </dgm:t>
    </dgm:pt>
    <dgm:pt modelId="{4C2EDC30-85C3-4758-9018-B2D6F8041440}">
      <dgm:prSet phldrT="[Texte]"/>
      <dgm:spPr/>
      <dgm:t>
        <a:bodyPr/>
        <a:lstStyle/>
        <a:p>
          <a:endParaRPr lang="fr-FR" dirty="0"/>
        </a:p>
      </dgm:t>
    </dgm:pt>
    <dgm:pt modelId="{FAA7CC82-1634-49E4-B5B6-4253E28A8DAC}" type="parTrans" cxnId="{5B2D5832-6268-41A4-9058-D605C1F4B521}">
      <dgm:prSet/>
      <dgm:spPr/>
      <dgm:t>
        <a:bodyPr/>
        <a:lstStyle/>
        <a:p>
          <a:endParaRPr lang="fr-FR"/>
        </a:p>
      </dgm:t>
    </dgm:pt>
    <dgm:pt modelId="{7476AAE2-B259-43D0-BCCE-3E2A7701FCA4}" type="sibTrans" cxnId="{5B2D5832-6268-41A4-9058-D605C1F4B521}">
      <dgm:prSet/>
      <dgm:spPr/>
      <dgm:t>
        <a:bodyPr/>
        <a:lstStyle/>
        <a:p>
          <a:endParaRPr lang="fr-FR"/>
        </a:p>
      </dgm:t>
    </dgm:pt>
    <dgm:pt modelId="{0B4BFB64-0833-4E4C-907A-EA58F14AACA5}">
      <dgm:prSet phldrT="[Texte]"/>
      <dgm:spPr/>
      <dgm:t>
        <a:bodyPr/>
        <a:lstStyle/>
        <a:p>
          <a:endParaRPr lang="fr-FR" dirty="0"/>
        </a:p>
      </dgm:t>
    </dgm:pt>
    <dgm:pt modelId="{3C2B7A5A-015E-420E-97B8-074FD41D9009}" type="parTrans" cxnId="{774D1E03-8A62-46DB-ACAB-889EBB88B5B2}">
      <dgm:prSet/>
      <dgm:spPr/>
      <dgm:t>
        <a:bodyPr/>
        <a:lstStyle/>
        <a:p>
          <a:endParaRPr lang="fr-FR"/>
        </a:p>
      </dgm:t>
    </dgm:pt>
    <dgm:pt modelId="{DBD5D85A-63FD-4A72-A65E-D304E039BABC}" type="sibTrans" cxnId="{774D1E03-8A62-46DB-ACAB-889EBB88B5B2}">
      <dgm:prSet/>
      <dgm:spPr/>
      <dgm:t>
        <a:bodyPr/>
        <a:lstStyle/>
        <a:p>
          <a:endParaRPr lang="fr-FR"/>
        </a:p>
      </dgm:t>
    </dgm:pt>
    <dgm:pt modelId="{BAD1FB1A-E057-4FDF-8C2C-90305E9CC485}">
      <dgm:prSet phldrT="[Texte]"/>
      <dgm:spPr/>
      <dgm:t>
        <a:bodyPr/>
        <a:lstStyle/>
        <a:p>
          <a:endParaRPr lang="fr-FR" dirty="0"/>
        </a:p>
      </dgm:t>
    </dgm:pt>
    <dgm:pt modelId="{26FE200D-45B8-4CDE-8FCB-7DDCB03B20E1}" type="parTrans" cxnId="{ADB57EC9-605F-487C-A866-9AEB8E1511F6}">
      <dgm:prSet/>
      <dgm:spPr/>
      <dgm:t>
        <a:bodyPr/>
        <a:lstStyle/>
        <a:p>
          <a:endParaRPr lang="fr-FR"/>
        </a:p>
      </dgm:t>
    </dgm:pt>
    <dgm:pt modelId="{FAEAD8E4-6ECD-4443-AC1E-7C59EF014B5D}" type="sibTrans" cxnId="{ADB57EC9-605F-487C-A866-9AEB8E1511F6}">
      <dgm:prSet/>
      <dgm:spPr/>
      <dgm:t>
        <a:bodyPr/>
        <a:lstStyle/>
        <a:p>
          <a:endParaRPr lang="fr-FR"/>
        </a:p>
      </dgm:t>
    </dgm:pt>
    <dgm:pt modelId="{CDA10ADC-F257-4B01-81B5-311D0E96D4CF}">
      <dgm:prSet phldrT="[Texte]"/>
      <dgm:spPr/>
      <dgm:t>
        <a:bodyPr/>
        <a:lstStyle/>
        <a:p>
          <a:endParaRPr lang="fr-FR" dirty="0"/>
        </a:p>
      </dgm:t>
    </dgm:pt>
    <dgm:pt modelId="{F7F10B3D-E1AB-4791-866D-C3A69206A1D5}" type="parTrans" cxnId="{1D30C47C-1F4C-4B28-8718-7ED365182F8F}">
      <dgm:prSet/>
      <dgm:spPr/>
      <dgm:t>
        <a:bodyPr/>
        <a:lstStyle/>
        <a:p>
          <a:endParaRPr lang="fr-FR"/>
        </a:p>
      </dgm:t>
    </dgm:pt>
    <dgm:pt modelId="{001597EF-489E-40EC-B110-1B16BC85E8B5}" type="sibTrans" cxnId="{1D30C47C-1F4C-4B28-8718-7ED365182F8F}">
      <dgm:prSet/>
      <dgm:spPr/>
      <dgm:t>
        <a:bodyPr/>
        <a:lstStyle/>
        <a:p>
          <a:endParaRPr lang="fr-FR"/>
        </a:p>
      </dgm:t>
    </dgm:pt>
    <dgm:pt modelId="{0FB3C89E-A4C0-48E7-91EE-A21CAD7C9C94}" type="pres">
      <dgm:prSet presAssocID="{1EB612E2-D2F2-4DD2-9D1B-32E27A4427C8}" presName="hierChild1" presStyleCnt="0">
        <dgm:presLayoutVars>
          <dgm:orgChart val="1"/>
          <dgm:chPref val="1"/>
          <dgm:dir/>
          <dgm:animOne val="branch"/>
          <dgm:animLvl val="lvl"/>
          <dgm:resizeHandles/>
        </dgm:presLayoutVars>
      </dgm:prSet>
      <dgm:spPr/>
    </dgm:pt>
    <dgm:pt modelId="{CC545506-0E7C-40A8-AAE5-ADD6B16CF9B4}" type="pres">
      <dgm:prSet presAssocID="{B91DBADF-50DA-42E9-84D8-68FC507996F6}" presName="hierRoot1" presStyleCnt="0">
        <dgm:presLayoutVars>
          <dgm:hierBranch val="init"/>
        </dgm:presLayoutVars>
      </dgm:prSet>
      <dgm:spPr/>
    </dgm:pt>
    <dgm:pt modelId="{408E3CC4-97F3-435F-AB11-FD0F40DA51C1}" type="pres">
      <dgm:prSet presAssocID="{B91DBADF-50DA-42E9-84D8-68FC507996F6}" presName="rootComposite1" presStyleCnt="0"/>
      <dgm:spPr/>
    </dgm:pt>
    <dgm:pt modelId="{CC26AB3A-9D5C-4581-9D2B-BD2D53D36980}" type="pres">
      <dgm:prSet presAssocID="{B91DBADF-50DA-42E9-84D8-68FC507996F6}" presName="rootText1" presStyleLbl="node0" presStyleIdx="0" presStyleCnt="2">
        <dgm:presLayoutVars>
          <dgm:chPref val="3"/>
        </dgm:presLayoutVars>
      </dgm:prSet>
      <dgm:spPr/>
    </dgm:pt>
    <dgm:pt modelId="{AE805180-41DD-480E-80A6-76F5D18EEACC}" type="pres">
      <dgm:prSet presAssocID="{B91DBADF-50DA-42E9-84D8-68FC507996F6}" presName="rootConnector1" presStyleLbl="node1" presStyleIdx="0" presStyleCnt="0"/>
      <dgm:spPr/>
    </dgm:pt>
    <dgm:pt modelId="{8037BC9A-7748-41AF-9A6A-A5EC8E4384D7}" type="pres">
      <dgm:prSet presAssocID="{B91DBADF-50DA-42E9-84D8-68FC507996F6}" presName="hierChild2" presStyleCnt="0"/>
      <dgm:spPr/>
    </dgm:pt>
    <dgm:pt modelId="{271C8A78-6096-497B-B7F0-581AF4EF7641}" type="pres">
      <dgm:prSet presAssocID="{C97E3A57-6920-4525-B611-994014831B3A}" presName="Name37" presStyleLbl="parChTrans1D2" presStyleIdx="0" presStyleCnt="6"/>
      <dgm:spPr/>
    </dgm:pt>
    <dgm:pt modelId="{156B52CB-28A2-442A-AAC1-9AC302C5C9B7}" type="pres">
      <dgm:prSet presAssocID="{51815BE3-6613-4C9D-84FE-DC5ADB30DCB1}" presName="hierRoot2" presStyleCnt="0">
        <dgm:presLayoutVars>
          <dgm:hierBranch val="init"/>
        </dgm:presLayoutVars>
      </dgm:prSet>
      <dgm:spPr/>
    </dgm:pt>
    <dgm:pt modelId="{F0EDDC3E-4FD1-4F39-AD43-E5A661D1FAB2}" type="pres">
      <dgm:prSet presAssocID="{51815BE3-6613-4C9D-84FE-DC5ADB30DCB1}" presName="rootComposite" presStyleCnt="0"/>
      <dgm:spPr/>
    </dgm:pt>
    <dgm:pt modelId="{7AD595E5-F4AB-4C51-8844-B2A9F4AB8B53}" type="pres">
      <dgm:prSet presAssocID="{51815BE3-6613-4C9D-84FE-DC5ADB30DCB1}" presName="rootText" presStyleLbl="node2" presStyleIdx="0" presStyleCnt="5">
        <dgm:presLayoutVars>
          <dgm:chPref val="3"/>
        </dgm:presLayoutVars>
      </dgm:prSet>
      <dgm:spPr/>
    </dgm:pt>
    <dgm:pt modelId="{277A5157-C99E-49BB-8C67-993C30026009}" type="pres">
      <dgm:prSet presAssocID="{51815BE3-6613-4C9D-84FE-DC5ADB30DCB1}" presName="rootConnector" presStyleLbl="node2" presStyleIdx="0" presStyleCnt="5"/>
      <dgm:spPr/>
    </dgm:pt>
    <dgm:pt modelId="{7D798F87-3E6A-470D-9704-1AD921E5579A}" type="pres">
      <dgm:prSet presAssocID="{51815BE3-6613-4C9D-84FE-DC5ADB30DCB1}" presName="hierChild4" presStyleCnt="0"/>
      <dgm:spPr/>
    </dgm:pt>
    <dgm:pt modelId="{49C9FB94-E89D-4871-98FD-5B07F77F2430}" type="pres">
      <dgm:prSet presAssocID="{51815BE3-6613-4C9D-84FE-DC5ADB30DCB1}" presName="hierChild5" presStyleCnt="0"/>
      <dgm:spPr/>
    </dgm:pt>
    <dgm:pt modelId="{C07ABF09-6610-404C-926B-DE57CFB6880F}" type="pres">
      <dgm:prSet presAssocID="{63D74A77-5067-4123-976F-320C34E85B61}" presName="Name37" presStyleLbl="parChTrans1D2" presStyleIdx="1" presStyleCnt="6"/>
      <dgm:spPr/>
    </dgm:pt>
    <dgm:pt modelId="{30AF2DE5-D230-40B4-8741-E5F4F4C3CAEB}" type="pres">
      <dgm:prSet presAssocID="{D7E3F3F4-94B7-440C-9C1C-D7D36B8C38BF}" presName="hierRoot2" presStyleCnt="0">
        <dgm:presLayoutVars>
          <dgm:hierBranch val="init"/>
        </dgm:presLayoutVars>
      </dgm:prSet>
      <dgm:spPr/>
    </dgm:pt>
    <dgm:pt modelId="{ED9FBDE2-F858-41E9-99A8-3F6A52882564}" type="pres">
      <dgm:prSet presAssocID="{D7E3F3F4-94B7-440C-9C1C-D7D36B8C38BF}" presName="rootComposite" presStyleCnt="0"/>
      <dgm:spPr/>
    </dgm:pt>
    <dgm:pt modelId="{D3364D21-3E3C-451A-B4F1-43FE8FC2D7A7}" type="pres">
      <dgm:prSet presAssocID="{D7E3F3F4-94B7-440C-9C1C-D7D36B8C38BF}" presName="rootText" presStyleLbl="node2" presStyleIdx="1" presStyleCnt="5">
        <dgm:presLayoutVars>
          <dgm:chPref val="3"/>
        </dgm:presLayoutVars>
      </dgm:prSet>
      <dgm:spPr/>
    </dgm:pt>
    <dgm:pt modelId="{26DD778F-2CEB-45AC-93B4-37B364552E1D}" type="pres">
      <dgm:prSet presAssocID="{D7E3F3F4-94B7-440C-9C1C-D7D36B8C38BF}" presName="rootConnector" presStyleLbl="node2" presStyleIdx="1" presStyleCnt="5"/>
      <dgm:spPr/>
    </dgm:pt>
    <dgm:pt modelId="{A5D302D3-DA94-4EBA-86DF-C7567B966DA0}" type="pres">
      <dgm:prSet presAssocID="{D7E3F3F4-94B7-440C-9C1C-D7D36B8C38BF}" presName="hierChild4" presStyleCnt="0"/>
      <dgm:spPr/>
    </dgm:pt>
    <dgm:pt modelId="{C34A2255-8901-44B7-903B-F0378AE90B7D}" type="pres">
      <dgm:prSet presAssocID="{D7E3F3F4-94B7-440C-9C1C-D7D36B8C38BF}" presName="hierChild5" presStyleCnt="0"/>
      <dgm:spPr/>
    </dgm:pt>
    <dgm:pt modelId="{FDB69B31-67A6-4FCD-BCF9-70C5262196DC}" type="pres">
      <dgm:prSet presAssocID="{DF1791DF-90BD-4901-BFFE-7033053D4CF6}" presName="Name37" presStyleLbl="parChTrans1D2" presStyleIdx="2" presStyleCnt="6"/>
      <dgm:spPr/>
    </dgm:pt>
    <dgm:pt modelId="{EE328C5C-F596-4DEB-9A0C-02D7B45BB500}" type="pres">
      <dgm:prSet presAssocID="{BDECD9FB-7A51-473F-B348-CACF23BD39ED}" presName="hierRoot2" presStyleCnt="0">
        <dgm:presLayoutVars>
          <dgm:hierBranch val="init"/>
        </dgm:presLayoutVars>
      </dgm:prSet>
      <dgm:spPr/>
    </dgm:pt>
    <dgm:pt modelId="{AADFFDC3-2AE8-4726-A89A-AFF9B624F2B0}" type="pres">
      <dgm:prSet presAssocID="{BDECD9FB-7A51-473F-B348-CACF23BD39ED}" presName="rootComposite" presStyleCnt="0"/>
      <dgm:spPr/>
    </dgm:pt>
    <dgm:pt modelId="{EA8C1ADF-0665-4F23-A5BC-55F8B354A6BD}" type="pres">
      <dgm:prSet presAssocID="{BDECD9FB-7A51-473F-B348-CACF23BD39ED}" presName="rootText" presStyleLbl="node2" presStyleIdx="2" presStyleCnt="5">
        <dgm:presLayoutVars>
          <dgm:chPref val="3"/>
        </dgm:presLayoutVars>
      </dgm:prSet>
      <dgm:spPr/>
    </dgm:pt>
    <dgm:pt modelId="{08E1892D-B4A5-4A12-A7BB-39E13419A61C}" type="pres">
      <dgm:prSet presAssocID="{BDECD9FB-7A51-473F-B348-CACF23BD39ED}" presName="rootConnector" presStyleLbl="node2" presStyleIdx="2" presStyleCnt="5"/>
      <dgm:spPr/>
    </dgm:pt>
    <dgm:pt modelId="{FF505753-0D00-4FDF-929E-EAE709EE2D67}" type="pres">
      <dgm:prSet presAssocID="{BDECD9FB-7A51-473F-B348-CACF23BD39ED}" presName="hierChild4" presStyleCnt="0"/>
      <dgm:spPr/>
    </dgm:pt>
    <dgm:pt modelId="{0110365B-54A3-4AAA-A355-F391709EDEF5}" type="pres">
      <dgm:prSet presAssocID="{BDECD9FB-7A51-473F-B348-CACF23BD39ED}" presName="hierChild5" presStyleCnt="0"/>
      <dgm:spPr/>
    </dgm:pt>
    <dgm:pt modelId="{99B9CC4B-FD7A-498C-87CC-015287155036}" type="pres">
      <dgm:prSet presAssocID="{B91DBADF-50DA-42E9-84D8-68FC507996F6}" presName="hierChild3" presStyleCnt="0"/>
      <dgm:spPr/>
    </dgm:pt>
    <dgm:pt modelId="{CB911B0F-D0A3-4B11-8508-4A706E0867CC}" type="pres">
      <dgm:prSet presAssocID="{638C08C4-6F0A-49EC-84E4-E4CCF8B82E61}" presName="Name111" presStyleLbl="parChTrans1D2" presStyleIdx="3" presStyleCnt="6"/>
      <dgm:spPr/>
    </dgm:pt>
    <dgm:pt modelId="{89DC4B31-B2C4-4165-8C75-67288AEFBCEC}" type="pres">
      <dgm:prSet presAssocID="{FA213747-6F65-4E97-9132-4CF834BBBC21}" presName="hierRoot3" presStyleCnt="0">
        <dgm:presLayoutVars>
          <dgm:hierBranch val="init"/>
        </dgm:presLayoutVars>
      </dgm:prSet>
      <dgm:spPr/>
    </dgm:pt>
    <dgm:pt modelId="{C5DDE919-FBEB-4630-9423-2011ECDE3433}" type="pres">
      <dgm:prSet presAssocID="{FA213747-6F65-4E97-9132-4CF834BBBC21}" presName="rootComposite3" presStyleCnt="0"/>
      <dgm:spPr/>
    </dgm:pt>
    <dgm:pt modelId="{03A45C9F-733B-4BDA-96B5-1BD272209F7C}" type="pres">
      <dgm:prSet presAssocID="{FA213747-6F65-4E97-9132-4CF834BBBC21}" presName="rootText3" presStyleLbl="asst1" presStyleIdx="0" presStyleCnt="1">
        <dgm:presLayoutVars>
          <dgm:chPref val="3"/>
        </dgm:presLayoutVars>
      </dgm:prSet>
      <dgm:spPr/>
    </dgm:pt>
    <dgm:pt modelId="{CC2C1CCC-1725-4363-92BD-ABA663034F1B}" type="pres">
      <dgm:prSet presAssocID="{FA213747-6F65-4E97-9132-4CF834BBBC21}" presName="rootConnector3" presStyleLbl="asst1" presStyleIdx="0" presStyleCnt="1"/>
      <dgm:spPr/>
    </dgm:pt>
    <dgm:pt modelId="{7A09221F-70F4-4648-AD90-CC0349DBDB19}" type="pres">
      <dgm:prSet presAssocID="{FA213747-6F65-4E97-9132-4CF834BBBC21}" presName="hierChild6" presStyleCnt="0"/>
      <dgm:spPr/>
    </dgm:pt>
    <dgm:pt modelId="{F7291177-C28A-4B7A-BB42-A71371B7E4AA}" type="pres">
      <dgm:prSet presAssocID="{FA213747-6F65-4E97-9132-4CF834BBBC21}" presName="hierChild7" presStyleCnt="0"/>
      <dgm:spPr/>
    </dgm:pt>
    <dgm:pt modelId="{4C9B26FB-C2BA-4E96-B8E5-E7856DCF055F}" type="pres">
      <dgm:prSet presAssocID="{4C2EDC30-85C3-4758-9018-B2D6F8041440}" presName="hierRoot1" presStyleCnt="0">
        <dgm:presLayoutVars>
          <dgm:hierBranch val="init"/>
        </dgm:presLayoutVars>
      </dgm:prSet>
      <dgm:spPr/>
    </dgm:pt>
    <dgm:pt modelId="{A93FC7DE-6490-4006-B882-012E36B25590}" type="pres">
      <dgm:prSet presAssocID="{4C2EDC30-85C3-4758-9018-B2D6F8041440}" presName="rootComposite1" presStyleCnt="0"/>
      <dgm:spPr/>
    </dgm:pt>
    <dgm:pt modelId="{460FC1B4-3167-4288-A9A6-1447C60617CC}" type="pres">
      <dgm:prSet presAssocID="{4C2EDC30-85C3-4758-9018-B2D6F8041440}" presName="rootText1" presStyleLbl="node0" presStyleIdx="1" presStyleCnt="2">
        <dgm:presLayoutVars>
          <dgm:chPref val="3"/>
        </dgm:presLayoutVars>
      </dgm:prSet>
      <dgm:spPr/>
    </dgm:pt>
    <dgm:pt modelId="{D6F2EEBB-A273-4635-9181-21703ABF1825}" type="pres">
      <dgm:prSet presAssocID="{4C2EDC30-85C3-4758-9018-B2D6F8041440}" presName="rootConnector1" presStyleLbl="node1" presStyleIdx="0" presStyleCnt="0"/>
      <dgm:spPr/>
    </dgm:pt>
    <dgm:pt modelId="{B52FA419-EED8-4F39-9123-AEF95DD72739}" type="pres">
      <dgm:prSet presAssocID="{4C2EDC30-85C3-4758-9018-B2D6F8041440}" presName="hierChild2" presStyleCnt="0"/>
      <dgm:spPr/>
    </dgm:pt>
    <dgm:pt modelId="{C003D364-6EC9-4304-8661-6C043C6D549B}" type="pres">
      <dgm:prSet presAssocID="{3C2B7A5A-015E-420E-97B8-074FD41D9009}" presName="Name37" presStyleLbl="parChTrans1D2" presStyleIdx="4" presStyleCnt="6"/>
      <dgm:spPr/>
    </dgm:pt>
    <dgm:pt modelId="{3680BE0F-05DA-4647-8DD7-1F540C8BEC35}" type="pres">
      <dgm:prSet presAssocID="{0B4BFB64-0833-4E4C-907A-EA58F14AACA5}" presName="hierRoot2" presStyleCnt="0">
        <dgm:presLayoutVars>
          <dgm:hierBranch val="init"/>
        </dgm:presLayoutVars>
      </dgm:prSet>
      <dgm:spPr/>
    </dgm:pt>
    <dgm:pt modelId="{027D1E04-8CDD-4B3E-9DDC-4109AF4DCA87}" type="pres">
      <dgm:prSet presAssocID="{0B4BFB64-0833-4E4C-907A-EA58F14AACA5}" presName="rootComposite" presStyleCnt="0"/>
      <dgm:spPr/>
    </dgm:pt>
    <dgm:pt modelId="{9EE7FCD1-4207-4474-90B9-0A31E1D983D4}" type="pres">
      <dgm:prSet presAssocID="{0B4BFB64-0833-4E4C-907A-EA58F14AACA5}" presName="rootText" presStyleLbl="node2" presStyleIdx="3" presStyleCnt="5">
        <dgm:presLayoutVars>
          <dgm:chPref val="3"/>
        </dgm:presLayoutVars>
      </dgm:prSet>
      <dgm:spPr/>
    </dgm:pt>
    <dgm:pt modelId="{F1B05707-D291-4583-BAAC-D25A7DBC24F6}" type="pres">
      <dgm:prSet presAssocID="{0B4BFB64-0833-4E4C-907A-EA58F14AACA5}" presName="rootConnector" presStyleLbl="node2" presStyleIdx="3" presStyleCnt="5"/>
      <dgm:spPr/>
    </dgm:pt>
    <dgm:pt modelId="{58FDFA2B-C97E-4C3B-B903-162E94FE9D26}" type="pres">
      <dgm:prSet presAssocID="{0B4BFB64-0833-4E4C-907A-EA58F14AACA5}" presName="hierChild4" presStyleCnt="0"/>
      <dgm:spPr/>
    </dgm:pt>
    <dgm:pt modelId="{D72450A6-825F-43D6-A9FB-7D2ED1D0D721}" type="pres">
      <dgm:prSet presAssocID="{0B4BFB64-0833-4E4C-907A-EA58F14AACA5}" presName="hierChild5" presStyleCnt="0"/>
      <dgm:spPr/>
    </dgm:pt>
    <dgm:pt modelId="{3E3EADC4-25B6-4DAA-8302-D2D1112D7E95}" type="pres">
      <dgm:prSet presAssocID="{26FE200D-45B8-4CDE-8FCB-7DDCB03B20E1}" presName="Name37" presStyleLbl="parChTrans1D2" presStyleIdx="5" presStyleCnt="6"/>
      <dgm:spPr/>
    </dgm:pt>
    <dgm:pt modelId="{DAE139B1-F340-4429-9BAE-0AD96FAB4BA1}" type="pres">
      <dgm:prSet presAssocID="{BAD1FB1A-E057-4FDF-8C2C-90305E9CC485}" presName="hierRoot2" presStyleCnt="0">
        <dgm:presLayoutVars>
          <dgm:hierBranch val="init"/>
        </dgm:presLayoutVars>
      </dgm:prSet>
      <dgm:spPr/>
    </dgm:pt>
    <dgm:pt modelId="{616A6B3E-2598-4C58-B1A2-57C4CF64E265}" type="pres">
      <dgm:prSet presAssocID="{BAD1FB1A-E057-4FDF-8C2C-90305E9CC485}" presName="rootComposite" presStyleCnt="0"/>
      <dgm:spPr/>
    </dgm:pt>
    <dgm:pt modelId="{A64A825D-4121-4BF3-81D9-6EFCE7F740D3}" type="pres">
      <dgm:prSet presAssocID="{BAD1FB1A-E057-4FDF-8C2C-90305E9CC485}" presName="rootText" presStyleLbl="node2" presStyleIdx="4" presStyleCnt="5">
        <dgm:presLayoutVars>
          <dgm:chPref val="3"/>
        </dgm:presLayoutVars>
      </dgm:prSet>
      <dgm:spPr/>
    </dgm:pt>
    <dgm:pt modelId="{79242100-4604-4E83-A552-7B3E71BB7353}" type="pres">
      <dgm:prSet presAssocID="{BAD1FB1A-E057-4FDF-8C2C-90305E9CC485}" presName="rootConnector" presStyleLbl="node2" presStyleIdx="4" presStyleCnt="5"/>
      <dgm:spPr/>
    </dgm:pt>
    <dgm:pt modelId="{6269616D-CA30-4ECD-A4CC-6E51C641AD9F}" type="pres">
      <dgm:prSet presAssocID="{BAD1FB1A-E057-4FDF-8C2C-90305E9CC485}" presName="hierChild4" presStyleCnt="0"/>
      <dgm:spPr/>
    </dgm:pt>
    <dgm:pt modelId="{2297195C-0E84-42A4-B604-FC5BB0B62301}" type="pres">
      <dgm:prSet presAssocID="{F7F10B3D-E1AB-4791-866D-C3A69206A1D5}" presName="Name37" presStyleLbl="parChTrans1D3" presStyleIdx="0" presStyleCnt="1"/>
      <dgm:spPr/>
    </dgm:pt>
    <dgm:pt modelId="{EFB96D80-7B0A-41C6-943A-83D30A9FBF1E}" type="pres">
      <dgm:prSet presAssocID="{CDA10ADC-F257-4B01-81B5-311D0E96D4CF}" presName="hierRoot2" presStyleCnt="0">
        <dgm:presLayoutVars>
          <dgm:hierBranch val="init"/>
        </dgm:presLayoutVars>
      </dgm:prSet>
      <dgm:spPr/>
    </dgm:pt>
    <dgm:pt modelId="{DE7D0C78-04FB-482A-978C-45958B850E50}" type="pres">
      <dgm:prSet presAssocID="{CDA10ADC-F257-4B01-81B5-311D0E96D4CF}" presName="rootComposite" presStyleCnt="0"/>
      <dgm:spPr/>
    </dgm:pt>
    <dgm:pt modelId="{676A2F32-22A2-4646-B9E8-0ED58B01DFCB}" type="pres">
      <dgm:prSet presAssocID="{CDA10ADC-F257-4B01-81B5-311D0E96D4CF}" presName="rootText" presStyleLbl="node3" presStyleIdx="0" presStyleCnt="1">
        <dgm:presLayoutVars>
          <dgm:chPref val="3"/>
        </dgm:presLayoutVars>
      </dgm:prSet>
      <dgm:spPr/>
    </dgm:pt>
    <dgm:pt modelId="{533DA68D-ACB1-4E42-B66B-0E88A61B1EDB}" type="pres">
      <dgm:prSet presAssocID="{CDA10ADC-F257-4B01-81B5-311D0E96D4CF}" presName="rootConnector" presStyleLbl="node3" presStyleIdx="0" presStyleCnt="1"/>
      <dgm:spPr/>
    </dgm:pt>
    <dgm:pt modelId="{BB4C9EBD-28D5-4C68-860D-3FAD3DAA0D67}" type="pres">
      <dgm:prSet presAssocID="{CDA10ADC-F257-4B01-81B5-311D0E96D4CF}" presName="hierChild4" presStyleCnt="0"/>
      <dgm:spPr/>
    </dgm:pt>
    <dgm:pt modelId="{2A26DE92-757A-4685-832B-E933FC7D0F35}" type="pres">
      <dgm:prSet presAssocID="{5E2E4F1B-150C-45B1-B104-169AC08E2B05}" presName="Name37" presStyleLbl="parChTrans1D4" presStyleIdx="0" presStyleCnt="1"/>
      <dgm:spPr/>
    </dgm:pt>
    <dgm:pt modelId="{197F35A8-91BD-4104-B19E-052711BB2F12}" type="pres">
      <dgm:prSet presAssocID="{8FC4C172-896E-4C5F-9764-C4045F2725F5}" presName="hierRoot2" presStyleCnt="0">
        <dgm:presLayoutVars>
          <dgm:hierBranch val="init"/>
        </dgm:presLayoutVars>
      </dgm:prSet>
      <dgm:spPr/>
    </dgm:pt>
    <dgm:pt modelId="{0A7CBE43-4B5E-4A8B-BDB3-9F6C5305EEB8}" type="pres">
      <dgm:prSet presAssocID="{8FC4C172-896E-4C5F-9764-C4045F2725F5}" presName="rootComposite" presStyleCnt="0"/>
      <dgm:spPr/>
    </dgm:pt>
    <dgm:pt modelId="{D013BD63-AAD8-4FBC-9C8F-9A78E2BF998D}" type="pres">
      <dgm:prSet presAssocID="{8FC4C172-896E-4C5F-9764-C4045F2725F5}" presName="rootText" presStyleLbl="node4" presStyleIdx="0" presStyleCnt="1">
        <dgm:presLayoutVars>
          <dgm:chPref val="3"/>
        </dgm:presLayoutVars>
      </dgm:prSet>
      <dgm:spPr/>
    </dgm:pt>
    <dgm:pt modelId="{D1BAF727-0704-4AE0-913F-1E168DA4110A}" type="pres">
      <dgm:prSet presAssocID="{8FC4C172-896E-4C5F-9764-C4045F2725F5}" presName="rootConnector" presStyleLbl="node4" presStyleIdx="0" presStyleCnt="1"/>
      <dgm:spPr/>
    </dgm:pt>
    <dgm:pt modelId="{1E9D927D-74CE-4398-A5CD-80E644965B9A}" type="pres">
      <dgm:prSet presAssocID="{8FC4C172-896E-4C5F-9764-C4045F2725F5}" presName="hierChild4" presStyleCnt="0"/>
      <dgm:spPr/>
    </dgm:pt>
    <dgm:pt modelId="{91D963BB-C1BB-4B62-A5F0-C77A134A0254}" type="pres">
      <dgm:prSet presAssocID="{8FC4C172-896E-4C5F-9764-C4045F2725F5}" presName="hierChild5" presStyleCnt="0"/>
      <dgm:spPr/>
    </dgm:pt>
    <dgm:pt modelId="{2BDDD081-EC21-49A1-A6A0-051CA5EA1E7C}" type="pres">
      <dgm:prSet presAssocID="{CDA10ADC-F257-4B01-81B5-311D0E96D4CF}" presName="hierChild5" presStyleCnt="0"/>
      <dgm:spPr/>
    </dgm:pt>
    <dgm:pt modelId="{399BFDF5-0D8F-423A-AAB1-6734CBEFF2BD}" type="pres">
      <dgm:prSet presAssocID="{BAD1FB1A-E057-4FDF-8C2C-90305E9CC485}" presName="hierChild5" presStyleCnt="0"/>
      <dgm:spPr/>
    </dgm:pt>
    <dgm:pt modelId="{E7E282F6-CCC3-4381-BAD9-6EA835219A31}" type="pres">
      <dgm:prSet presAssocID="{4C2EDC30-85C3-4758-9018-B2D6F8041440}" presName="hierChild3" presStyleCnt="0"/>
      <dgm:spPr/>
    </dgm:pt>
  </dgm:ptLst>
  <dgm:cxnLst>
    <dgm:cxn modelId="{3F8C8C00-5FC9-4279-8135-1D417D1D0767}" type="presOf" srcId="{3C2B7A5A-015E-420E-97B8-074FD41D9009}" destId="{C003D364-6EC9-4304-8661-6C043C6D549B}" srcOrd="0" destOrd="0" presId="urn:microsoft.com/office/officeart/2005/8/layout/orgChart1"/>
    <dgm:cxn modelId="{774D1E03-8A62-46DB-ACAB-889EBB88B5B2}" srcId="{4C2EDC30-85C3-4758-9018-B2D6F8041440}" destId="{0B4BFB64-0833-4E4C-907A-EA58F14AACA5}" srcOrd="0" destOrd="0" parTransId="{3C2B7A5A-015E-420E-97B8-074FD41D9009}" sibTransId="{DBD5D85A-63FD-4A72-A65E-D304E039BABC}"/>
    <dgm:cxn modelId="{CDE65606-70B4-4AAF-95B5-E921AF2CC16F}" type="presOf" srcId="{FA213747-6F65-4E97-9132-4CF834BBBC21}" destId="{03A45C9F-733B-4BDA-96B5-1BD272209F7C}" srcOrd="0" destOrd="0" presId="urn:microsoft.com/office/officeart/2005/8/layout/orgChart1"/>
    <dgm:cxn modelId="{072FE007-3743-49FE-A6BD-0518419B84A1}" type="presOf" srcId="{B91DBADF-50DA-42E9-84D8-68FC507996F6}" destId="{AE805180-41DD-480E-80A6-76F5D18EEACC}" srcOrd="1" destOrd="0" presId="urn:microsoft.com/office/officeart/2005/8/layout/orgChart1"/>
    <dgm:cxn modelId="{ED1C0E0F-A552-4757-9A37-ACAA932D1EBC}" type="presOf" srcId="{F7F10B3D-E1AB-4791-866D-C3A69206A1D5}" destId="{2297195C-0E84-42A4-B604-FC5BB0B62301}" srcOrd="0" destOrd="0" presId="urn:microsoft.com/office/officeart/2005/8/layout/orgChart1"/>
    <dgm:cxn modelId="{782EFD1C-89D6-45CE-AD4E-83FB567F7F17}" type="presOf" srcId="{0B4BFB64-0833-4E4C-907A-EA58F14AACA5}" destId="{9EE7FCD1-4207-4474-90B9-0A31E1D983D4}" srcOrd="0" destOrd="0" presId="urn:microsoft.com/office/officeart/2005/8/layout/orgChart1"/>
    <dgm:cxn modelId="{57930621-7A57-47DB-8A71-56B4776554C2}" srcId="{CDA10ADC-F257-4B01-81B5-311D0E96D4CF}" destId="{8FC4C172-896E-4C5F-9764-C4045F2725F5}" srcOrd="0" destOrd="0" parTransId="{5E2E4F1B-150C-45B1-B104-169AC08E2B05}" sibTransId="{73B411B5-ECD7-46D3-91F8-548A8CC378FD}"/>
    <dgm:cxn modelId="{314FD224-E988-4B11-B2BD-CBA1BB92CD82}" type="presOf" srcId="{BAD1FB1A-E057-4FDF-8C2C-90305E9CC485}" destId="{A64A825D-4121-4BF3-81D9-6EFCE7F740D3}" srcOrd="0" destOrd="0" presId="urn:microsoft.com/office/officeart/2005/8/layout/orgChart1"/>
    <dgm:cxn modelId="{60A04A29-7304-4CF2-B7FC-0C123259CD9C}" srcId="{B91DBADF-50DA-42E9-84D8-68FC507996F6}" destId="{D7E3F3F4-94B7-440C-9C1C-D7D36B8C38BF}" srcOrd="2" destOrd="0" parTransId="{63D74A77-5067-4123-976F-320C34E85B61}" sibTransId="{13F004C1-A7EE-4199-A3D7-C7FC3284DA35}"/>
    <dgm:cxn modelId="{7F243330-AFF1-4644-AC37-46D0DA655257}" srcId="{1EB612E2-D2F2-4DD2-9D1B-32E27A4427C8}" destId="{B91DBADF-50DA-42E9-84D8-68FC507996F6}" srcOrd="0" destOrd="0" parTransId="{38102416-D1D5-4DC2-BBED-D7B17AF660F3}" sibTransId="{9262366E-3776-41FE-9AA8-D1991105D559}"/>
    <dgm:cxn modelId="{B095CE30-A306-4C22-97DC-1AA8498992AE}" srcId="{B91DBADF-50DA-42E9-84D8-68FC507996F6}" destId="{51815BE3-6613-4C9D-84FE-DC5ADB30DCB1}" srcOrd="1" destOrd="0" parTransId="{C97E3A57-6920-4525-B611-994014831B3A}" sibTransId="{D240AD08-CE79-45DC-B9EC-DE1316CF5F30}"/>
    <dgm:cxn modelId="{5B2D5832-6268-41A4-9058-D605C1F4B521}" srcId="{1EB612E2-D2F2-4DD2-9D1B-32E27A4427C8}" destId="{4C2EDC30-85C3-4758-9018-B2D6F8041440}" srcOrd="1" destOrd="0" parTransId="{FAA7CC82-1634-49E4-B5B6-4253E28A8DAC}" sibTransId="{7476AAE2-B259-43D0-BCCE-3E2A7701FCA4}"/>
    <dgm:cxn modelId="{29C07E34-F70C-406A-9C97-AE7EF18C1002}" type="presOf" srcId="{4C2EDC30-85C3-4758-9018-B2D6F8041440}" destId="{D6F2EEBB-A273-4635-9181-21703ABF1825}" srcOrd="1" destOrd="0" presId="urn:microsoft.com/office/officeart/2005/8/layout/orgChart1"/>
    <dgm:cxn modelId="{2E5C6339-A12F-4DF2-AEB2-9D0615D75276}" type="presOf" srcId="{DF1791DF-90BD-4901-BFFE-7033053D4CF6}" destId="{FDB69B31-67A6-4FCD-BCF9-70C5262196DC}" srcOrd="0" destOrd="0" presId="urn:microsoft.com/office/officeart/2005/8/layout/orgChart1"/>
    <dgm:cxn modelId="{F3168A39-7246-45AC-95F9-E479577C6710}" type="presOf" srcId="{1EB612E2-D2F2-4DD2-9D1B-32E27A4427C8}" destId="{0FB3C89E-A4C0-48E7-91EE-A21CAD7C9C94}" srcOrd="0" destOrd="0" presId="urn:microsoft.com/office/officeart/2005/8/layout/orgChart1"/>
    <dgm:cxn modelId="{87161D3A-7BB2-4C7B-9C01-28170AE91C01}" type="presOf" srcId="{BAD1FB1A-E057-4FDF-8C2C-90305E9CC485}" destId="{79242100-4604-4E83-A552-7B3E71BB7353}" srcOrd="1" destOrd="0" presId="urn:microsoft.com/office/officeart/2005/8/layout/orgChart1"/>
    <dgm:cxn modelId="{CF2B4262-4F1B-423F-9ADC-0A5C7FB2088B}" type="presOf" srcId="{D7E3F3F4-94B7-440C-9C1C-D7D36B8C38BF}" destId="{26DD778F-2CEB-45AC-93B4-37B364552E1D}" srcOrd="1" destOrd="0" presId="urn:microsoft.com/office/officeart/2005/8/layout/orgChart1"/>
    <dgm:cxn modelId="{DEEA3068-E451-4399-A8AF-5827D1DE4992}" type="presOf" srcId="{8FC4C172-896E-4C5F-9764-C4045F2725F5}" destId="{D013BD63-AAD8-4FBC-9C8F-9A78E2BF998D}" srcOrd="0" destOrd="0" presId="urn:microsoft.com/office/officeart/2005/8/layout/orgChart1"/>
    <dgm:cxn modelId="{F01E3249-CA19-4268-BA82-16330A89D2EF}" type="presOf" srcId="{0B4BFB64-0833-4E4C-907A-EA58F14AACA5}" destId="{F1B05707-D291-4583-BAAC-D25A7DBC24F6}" srcOrd="1" destOrd="0" presId="urn:microsoft.com/office/officeart/2005/8/layout/orgChart1"/>
    <dgm:cxn modelId="{42ED2A4A-E8CE-4F84-8A82-3E3A3D4D8B53}" type="presOf" srcId="{51815BE3-6613-4C9D-84FE-DC5ADB30DCB1}" destId="{7AD595E5-F4AB-4C51-8844-B2A9F4AB8B53}" srcOrd="0" destOrd="0" presId="urn:microsoft.com/office/officeart/2005/8/layout/orgChart1"/>
    <dgm:cxn modelId="{02F2DF71-9352-4867-95D2-7CE824215D21}" type="presOf" srcId="{BDECD9FB-7A51-473F-B348-CACF23BD39ED}" destId="{EA8C1ADF-0665-4F23-A5BC-55F8B354A6BD}" srcOrd="0" destOrd="0" presId="urn:microsoft.com/office/officeart/2005/8/layout/orgChart1"/>
    <dgm:cxn modelId="{89EEF474-E08A-47D6-8219-5521CA98351B}" type="presOf" srcId="{8FC4C172-896E-4C5F-9764-C4045F2725F5}" destId="{D1BAF727-0704-4AE0-913F-1E168DA4110A}" srcOrd="1" destOrd="0" presId="urn:microsoft.com/office/officeart/2005/8/layout/orgChart1"/>
    <dgm:cxn modelId="{A7071A55-C308-47A3-8BCB-BA329834A584}" type="presOf" srcId="{B91DBADF-50DA-42E9-84D8-68FC507996F6}" destId="{CC26AB3A-9D5C-4581-9D2B-BD2D53D36980}" srcOrd="0" destOrd="0" presId="urn:microsoft.com/office/officeart/2005/8/layout/orgChart1"/>
    <dgm:cxn modelId="{5B0F1A55-5DA1-4BB5-B589-77151BEFAD0A}" type="presOf" srcId="{CDA10ADC-F257-4B01-81B5-311D0E96D4CF}" destId="{676A2F32-22A2-4646-B9E8-0ED58B01DFCB}" srcOrd="0" destOrd="0" presId="urn:microsoft.com/office/officeart/2005/8/layout/orgChart1"/>
    <dgm:cxn modelId="{54061257-D4AB-414E-8F24-5C9BE9151598}" type="presOf" srcId="{FA213747-6F65-4E97-9132-4CF834BBBC21}" destId="{CC2C1CCC-1725-4363-92BD-ABA663034F1B}" srcOrd="1" destOrd="0" presId="urn:microsoft.com/office/officeart/2005/8/layout/orgChart1"/>
    <dgm:cxn modelId="{77856A7B-C245-4A3B-9061-AF1DD3EE1DA0}" type="presOf" srcId="{C97E3A57-6920-4525-B611-994014831B3A}" destId="{271C8A78-6096-497B-B7F0-581AF4EF7641}" srcOrd="0" destOrd="0" presId="urn:microsoft.com/office/officeart/2005/8/layout/orgChart1"/>
    <dgm:cxn modelId="{1D30C47C-1F4C-4B28-8718-7ED365182F8F}" srcId="{BAD1FB1A-E057-4FDF-8C2C-90305E9CC485}" destId="{CDA10ADC-F257-4B01-81B5-311D0E96D4CF}" srcOrd="0" destOrd="0" parTransId="{F7F10B3D-E1AB-4791-866D-C3A69206A1D5}" sibTransId="{001597EF-489E-40EC-B110-1B16BC85E8B5}"/>
    <dgm:cxn modelId="{89B39482-5AD6-4413-A652-16EF5923F8AE}" type="presOf" srcId="{26FE200D-45B8-4CDE-8FCB-7DDCB03B20E1}" destId="{3E3EADC4-25B6-4DAA-8302-D2D1112D7E95}" srcOrd="0" destOrd="0" presId="urn:microsoft.com/office/officeart/2005/8/layout/orgChart1"/>
    <dgm:cxn modelId="{99B4DF89-2239-42A1-9B3A-38A1C47922BE}" type="presOf" srcId="{CDA10ADC-F257-4B01-81B5-311D0E96D4CF}" destId="{533DA68D-ACB1-4E42-B66B-0E88A61B1EDB}" srcOrd="1" destOrd="0" presId="urn:microsoft.com/office/officeart/2005/8/layout/orgChart1"/>
    <dgm:cxn modelId="{F0B1B392-7419-4036-A2FC-97995A66D984}" type="presOf" srcId="{5E2E4F1B-150C-45B1-B104-169AC08E2B05}" destId="{2A26DE92-757A-4685-832B-E933FC7D0F35}" srcOrd="0" destOrd="0" presId="urn:microsoft.com/office/officeart/2005/8/layout/orgChart1"/>
    <dgm:cxn modelId="{104C9E95-8B0B-4714-84B7-FDF022E280C9}" type="presOf" srcId="{D7E3F3F4-94B7-440C-9C1C-D7D36B8C38BF}" destId="{D3364D21-3E3C-451A-B4F1-43FE8FC2D7A7}" srcOrd="0" destOrd="0" presId="urn:microsoft.com/office/officeart/2005/8/layout/orgChart1"/>
    <dgm:cxn modelId="{CA6C4BA6-FF5E-4357-B183-B204A2FDCA57}" srcId="{B91DBADF-50DA-42E9-84D8-68FC507996F6}" destId="{BDECD9FB-7A51-473F-B348-CACF23BD39ED}" srcOrd="3" destOrd="0" parTransId="{DF1791DF-90BD-4901-BFFE-7033053D4CF6}" sibTransId="{510A8B9B-335C-4D27-8AB1-850FD198667B}"/>
    <dgm:cxn modelId="{D4899DA9-69FB-4EB7-B494-00F99F0F27A5}" srcId="{B91DBADF-50DA-42E9-84D8-68FC507996F6}" destId="{FA213747-6F65-4E97-9132-4CF834BBBC21}" srcOrd="0" destOrd="0" parTransId="{638C08C4-6F0A-49EC-84E4-E4CCF8B82E61}" sibTransId="{18114926-B16E-41E1-8BB2-4837B34A8650}"/>
    <dgm:cxn modelId="{7E84C1AA-0CF0-4303-B262-4725241B2F6C}" type="presOf" srcId="{BDECD9FB-7A51-473F-B348-CACF23BD39ED}" destId="{08E1892D-B4A5-4A12-A7BB-39E13419A61C}" srcOrd="1" destOrd="0" presId="urn:microsoft.com/office/officeart/2005/8/layout/orgChart1"/>
    <dgm:cxn modelId="{E40D4EAC-516A-47F7-A6AC-4104ECEC92E2}" type="presOf" srcId="{63D74A77-5067-4123-976F-320C34E85B61}" destId="{C07ABF09-6610-404C-926B-DE57CFB6880F}" srcOrd="0" destOrd="0" presId="urn:microsoft.com/office/officeart/2005/8/layout/orgChart1"/>
    <dgm:cxn modelId="{1FB4FBC1-1114-40DF-BB6E-D496D64B7223}" type="presOf" srcId="{638C08C4-6F0A-49EC-84E4-E4CCF8B82E61}" destId="{CB911B0F-D0A3-4B11-8508-4A706E0867CC}" srcOrd="0" destOrd="0" presId="urn:microsoft.com/office/officeart/2005/8/layout/orgChart1"/>
    <dgm:cxn modelId="{ADB57EC9-605F-487C-A866-9AEB8E1511F6}" srcId="{4C2EDC30-85C3-4758-9018-B2D6F8041440}" destId="{BAD1FB1A-E057-4FDF-8C2C-90305E9CC485}" srcOrd="1" destOrd="0" parTransId="{26FE200D-45B8-4CDE-8FCB-7DDCB03B20E1}" sibTransId="{FAEAD8E4-6ECD-4443-AC1E-7C59EF014B5D}"/>
    <dgm:cxn modelId="{D79AA0E1-C28B-4D1C-964D-5CBC9ABF654F}" type="presOf" srcId="{51815BE3-6613-4C9D-84FE-DC5ADB30DCB1}" destId="{277A5157-C99E-49BB-8C67-993C30026009}" srcOrd="1" destOrd="0" presId="urn:microsoft.com/office/officeart/2005/8/layout/orgChart1"/>
    <dgm:cxn modelId="{74E829EC-948D-4B4A-89D6-692F3043EF19}" type="presOf" srcId="{4C2EDC30-85C3-4758-9018-B2D6F8041440}" destId="{460FC1B4-3167-4288-A9A6-1447C60617CC}" srcOrd="0" destOrd="0" presId="urn:microsoft.com/office/officeart/2005/8/layout/orgChart1"/>
    <dgm:cxn modelId="{9EEE23EC-D7BD-4100-B17C-5E746237E1F3}" type="presParOf" srcId="{0FB3C89E-A4C0-48E7-91EE-A21CAD7C9C94}" destId="{CC545506-0E7C-40A8-AAE5-ADD6B16CF9B4}" srcOrd="0" destOrd="0" presId="urn:microsoft.com/office/officeart/2005/8/layout/orgChart1"/>
    <dgm:cxn modelId="{3C071F02-2392-4C97-9AB3-D7E350CE101A}" type="presParOf" srcId="{CC545506-0E7C-40A8-AAE5-ADD6B16CF9B4}" destId="{408E3CC4-97F3-435F-AB11-FD0F40DA51C1}" srcOrd="0" destOrd="0" presId="urn:microsoft.com/office/officeart/2005/8/layout/orgChart1"/>
    <dgm:cxn modelId="{4E9CDF27-ABC1-400E-9895-3ECA91D15C29}" type="presParOf" srcId="{408E3CC4-97F3-435F-AB11-FD0F40DA51C1}" destId="{CC26AB3A-9D5C-4581-9D2B-BD2D53D36980}" srcOrd="0" destOrd="0" presId="urn:microsoft.com/office/officeart/2005/8/layout/orgChart1"/>
    <dgm:cxn modelId="{6284942A-EB9F-4A1C-9E83-2CB32BE3B49C}" type="presParOf" srcId="{408E3CC4-97F3-435F-AB11-FD0F40DA51C1}" destId="{AE805180-41DD-480E-80A6-76F5D18EEACC}" srcOrd="1" destOrd="0" presId="urn:microsoft.com/office/officeart/2005/8/layout/orgChart1"/>
    <dgm:cxn modelId="{6381E5C2-C158-496D-BC99-3B59F4F54F7A}" type="presParOf" srcId="{CC545506-0E7C-40A8-AAE5-ADD6B16CF9B4}" destId="{8037BC9A-7748-41AF-9A6A-A5EC8E4384D7}" srcOrd="1" destOrd="0" presId="urn:microsoft.com/office/officeart/2005/8/layout/orgChart1"/>
    <dgm:cxn modelId="{41258A6D-CB5A-455E-B28B-E51A6EC3061F}" type="presParOf" srcId="{8037BC9A-7748-41AF-9A6A-A5EC8E4384D7}" destId="{271C8A78-6096-497B-B7F0-581AF4EF7641}" srcOrd="0" destOrd="0" presId="urn:microsoft.com/office/officeart/2005/8/layout/orgChart1"/>
    <dgm:cxn modelId="{A7DFD826-DB85-47E6-A63D-68DF862ED5AD}" type="presParOf" srcId="{8037BC9A-7748-41AF-9A6A-A5EC8E4384D7}" destId="{156B52CB-28A2-442A-AAC1-9AC302C5C9B7}" srcOrd="1" destOrd="0" presId="urn:microsoft.com/office/officeart/2005/8/layout/orgChart1"/>
    <dgm:cxn modelId="{65CAD08F-E2E8-4F73-A0A8-08A950BE2820}" type="presParOf" srcId="{156B52CB-28A2-442A-AAC1-9AC302C5C9B7}" destId="{F0EDDC3E-4FD1-4F39-AD43-E5A661D1FAB2}" srcOrd="0" destOrd="0" presId="urn:microsoft.com/office/officeart/2005/8/layout/orgChart1"/>
    <dgm:cxn modelId="{D88FCF6C-E2BF-462E-A41D-EA0690E4B70C}" type="presParOf" srcId="{F0EDDC3E-4FD1-4F39-AD43-E5A661D1FAB2}" destId="{7AD595E5-F4AB-4C51-8844-B2A9F4AB8B53}" srcOrd="0" destOrd="0" presId="urn:microsoft.com/office/officeart/2005/8/layout/orgChart1"/>
    <dgm:cxn modelId="{BB15FD39-FA6E-40C1-AF39-D4370FF05CD4}" type="presParOf" srcId="{F0EDDC3E-4FD1-4F39-AD43-E5A661D1FAB2}" destId="{277A5157-C99E-49BB-8C67-993C30026009}" srcOrd="1" destOrd="0" presId="urn:microsoft.com/office/officeart/2005/8/layout/orgChart1"/>
    <dgm:cxn modelId="{713AE73D-717B-4211-829E-AD3C521DCA6D}" type="presParOf" srcId="{156B52CB-28A2-442A-AAC1-9AC302C5C9B7}" destId="{7D798F87-3E6A-470D-9704-1AD921E5579A}" srcOrd="1" destOrd="0" presId="urn:microsoft.com/office/officeart/2005/8/layout/orgChart1"/>
    <dgm:cxn modelId="{7A6F3411-2AA7-4DFE-9479-432F5EB1E01C}" type="presParOf" srcId="{156B52CB-28A2-442A-AAC1-9AC302C5C9B7}" destId="{49C9FB94-E89D-4871-98FD-5B07F77F2430}" srcOrd="2" destOrd="0" presId="urn:microsoft.com/office/officeart/2005/8/layout/orgChart1"/>
    <dgm:cxn modelId="{C4B01792-8618-498D-B3B1-8566B4D8DFFD}" type="presParOf" srcId="{8037BC9A-7748-41AF-9A6A-A5EC8E4384D7}" destId="{C07ABF09-6610-404C-926B-DE57CFB6880F}" srcOrd="2" destOrd="0" presId="urn:microsoft.com/office/officeart/2005/8/layout/orgChart1"/>
    <dgm:cxn modelId="{8492F695-B153-46E8-96CC-2BBF021E7FDF}" type="presParOf" srcId="{8037BC9A-7748-41AF-9A6A-A5EC8E4384D7}" destId="{30AF2DE5-D230-40B4-8741-E5F4F4C3CAEB}" srcOrd="3" destOrd="0" presId="urn:microsoft.com/office/officeart/2005/8/layout/orgChart1"/>
    <dgm:cxn modelId="{FE249E87-0E81-4290-8590-BD2C85839514}" type="presParOf" srcId="{30AF2DE5-D230-40B4-8741-E5F4F4C3CAEB}" destId="{ED9FBDE2-F858-41E9-99A8-3F6A52882564}" srcOrd="0" destOrd="0" presId="urn:microsoft.com/office/officeart/2005/8/layout/orgChart1"/>
    <dgm:cxn modelId="{27393304-258C-4FE8-ACA0-C10C9C5BD5AB}" type="presParOf" srcId="{ED9FBDE2-F858-41E9-99A8-3F6A52882564}" destId="{D3364D21-3E3C-451A-B4F1-43FE8FC2D7A7}" srcOrd="0" destOrd="0" presId="urn:microsoft.com/office/officeart/2005/8/layout/orgChart1"/>
    <dgm:cxn modelId="{B4FB9821-CC6E-4931-A84D-7915AFA61B4E}" type="presParOf" srcId="{ED9FBDE2-F858-41E9-99A8-3F6A52882564}" destId="{26DD778F-2CEB-45AC-93B4-37B364552E1D}" srcOrd="1" destOrd="0" presId="urn:microsoft.com/office/officeart/2005/8/layout/orgChart1"/>
    <dgm:cxn modelId="{5EACA441-C4E0-4D79-9AD7-F45EB09B79DF}" type="presParOf" srcId="{30AF2DE5-D230-40B4-8741-E5F4F4C3CAEB}" destId="{A5D302D3-DA94-4EBA-86DF-C7567B966DA0}" srcOrd="1" destOrd="0" presId="urn:microsoft.com/office/officeart/2005/8/layout/orgChart1"/>
    <dgm:cxn modelId="{DCBCF4CA-47DC-4F91-9905-A952352FE7F4}" type="presParOf" srcId="{30AF2DE5-D230-40B4-8741-E5F4F4C3CAEB}" destId="{C34A2255-8901-44B7-903B-F0378AE90B7D}" srcOrd="2" destOrd="0" presId="urn:microsoft.com/office/officeart/2005/8/layout/orgChart1"/>
    <dgm:cxn modelId="{D3040312-77D8-4637-98AA-51DE1308EA08}" type="presParOf" srcId="{8037BC9A-7748-41AF-9A6A-A5EC8E4384D7}" destId="{FDB69B31-67A6-4FCD-BCF9-70C5262196DC}" srcOrd="4" destOrd="0" presId="urn:microsoft.com/office/officeart/2005/8/layout/orgChart1"/>
    <dgm:cxn modelId="{41FF2951-8286-462D-86AB-0CFD3B18A115}" type="presParOf" srcId="{8037BC9A-7748-41AF-9A6A-A5EC8E4384D7}" destId="{EE328C5C-F596-4DEB-9A0C-02D7B45BB500}" srcOrd="5" destOrd="0" presId="urn:microsoft.com/office/officeart/2005/8/layout/orgChart1"/>
    <dgm:cxn modelId="{A7D5EAB1-198B-4012-829C-5700497EE45C}" type="presParOf" srcId="{EE328C5C-F596-4DEB-9A0C-02D7B45BB500}" destId="{AADFFDC3-2AE8-4726-A89A-AFF9B624F2B0}" srcOrd="0" destOrd="0" presId="urn:microsoft.com/office/officeart/2005/8/layout/orgChart1"/>
    <dgm:cxn modelId="{8F0460D3-64FE-4316-A06F-BDDA66B603AA}" type="presParOf" srcId="{AADFFDC3-2AE8-4726-A89A-AFF9B624F2B0}" destId="{EA8C1ADF-0665-4F23-A5BC-55F8B354A6BD}" srcOrd="0" destOrd="0" presId="urn:microsoft.com/office/officeart/2005/8/layout/orgChart1"/>
    <dgm:cxn modelId="{FB8E287F-0EFD-4C29-86AF-730A9A1F276C}" type="presParOf" srcId="{AADFFDC3-2AE8-4726-A89A-AFF9B624F2B0}" destId="{08E1892D-B4A5-4A12-A7BB-39E13419A61C}" srcOrd="1" destOrd="0" presId="urn:microsoft.com/office/officeart/2005/8/layout/orgChart1"/>
    <dgm:cxn modelId="{7EF639DD-4536-4009-BBE0-471328F02E0D}" type="presParOf" srcId="{EE328C5C-F596-4DEB-9A0C-02D7B45BB500}" destId="{FF505753-0D00-4FDF-929E-EAE709EE2D67}" srcOrd="1" destOrd="0" presId="urn:microsoft.com/office/officeart/2005/8/layout/orgChart1"/>
    <dgm:cxn modelId="{387654F0-4F35-4CF2-A333-314E1AB98F47}" type="presParOf" srcId="{EE328C5C-F596-4DEB-9A0C-02D7B45BB500}" destId="{0110365B-54A3-4AAA-A355-F391709EDEF5}" srcOrd="2" destOrd="0" presId="urn:microsoft.com/office/officeart/2005/8/layout/orgChart1"/>
    <dgm:cxn modelId="{AB5F33AD-46FB-4949-989F-EB14E286F844}" type="presParOf" srcId="{CC545506-0E7C-40A8-AAE5-ADD6B16CF9B4}" destId="{99B9CC4B-FD7A-498C-87CC-015287155036}" srcOrd="2" destOrd="0" presId="urn:microsoft.com/office/officeart/2005/8/layout/orgChart1"/>
    <dgm:cxn modelId="{F9D82D78-1057-481F-ABBD-24C761A29448}" type="presParOf" srcId="{99B9CC4B-FD7A-498C-87CC-015287155036}" destId="{CB911B0F-D0A3-4B11-8508-4A706E0867CC}" srcOrd="0" destOrd="0" presId="urn:microsoft.com/office/officeart/2005/8/layout/orgChart1"/>
    <dgm:cxn modelId="{DB8DB8B6-5CE1-4E72-9FC3-077028B48E95}" type="presParOf" srcId="{99B9CC4B-FD7A-498C-87CC-015287155036}" destId="{89DC4B31-B2C4-4165-8C75-67288AEFBCEC}" srcOrd="1" destOrd="0" presId="urn:microsoft.com/office/officeart/2005/8/layout/orgChart1"/>
    <dgm:cxn modelId="{D1DE264E-483A-46FA-93BF-08BE0D5DB713}" type="presParOf" srcId="{89DC4B31-B2C4-4165-8C75-67288AEFBCEC}" destId="{C5DDE919-FBEB-4630-9423-2011ECDE3433}" srcOrd="0" destOrd="0" presId="urn:microsoft.com/office/officeart/2005/8/layout/orgChart1"/>
    <dgm:cxn modelId="{A66A1CC5-C566-40FD-A01F-BDD1B41E52E3}" type="presParOf" srcId="{C5DDE919-FBEB-4630-9423-2011ECDE3433}" destId="{03A45C9F-733B-4BDA-96B5-1BD272209F7C}" srcOrd="0" destOrd="0" presId="urn:microsoft.com/office/officeart/2005/8/layout/orgChart1"/>
    <dgm:cxn modelId="{C4F9BDA1-C76C-4B31-AF83-86037F7832D0}" type="presParOf" srcId="{C5DDE919-FBEB-4630-9423-2011ECDE3433}" destId="{CC2C1CCC-1725-4363-92BD-ABA663034F1B}" srcOrd="1" destOrd="0" presId="urn:microsoft.com/office/officeart/2005/8/layout/orgChart1"/>
    <dgm:cxn modelId="{BD4DE80D-7619-42FE-9461-18748F4197CA}" type="presParOf" srcId="{89DC4B31-B2C4-4165-8C75-67288AEFBCEC}" destId="{7A09221F-70F4-4648-AD90-CC0349DBDB19}" srcOrd="1" destOrd="0" presId="urn:microsoft.com/office/officeart/2005/8/layout/orgChart1"/>
    <dgm:cxn modelId="{E035DB83-FEF3-4490-9B87-4A2A0C281A8C}" type="presParOf" srcId="{89DC4B31-B2C4-4165-8C75-67288AEFBCEC}" destId="{F7291177-C28A-4B7A-BB42-A71371B7E4AA}" srcOrd="2" destOrd="0" presId="urn:microsoft.com/office/officeart/2005/8/layout/orgChart1"/>
    <dgm:cxn modelId="{0E68CA56-4E50-41B0-91EE-5FEAD50D33F1}" type="presParOf" srcId="{0FB3C89E-A4C0-48E7-91EE-A21CAD7C9C94}" destId="{4C9B26FB-C2BA-4E96-B8E5-E7856DCF055F}" srcOrd="1" destOrd="0" presId="urn:microsoft.com/office/officeart/2005/8/layout/orgChart1"/>
    <dgm:cxn modelId="{E0C0FD59-3B94-4CC8-AB77-FCA7D911B3AA}" type="presParOf" srcId="{4C9B26FB-C2BA-4E96-B8E5-E7856DCF055F}" destId="{A93FC7DE-6490-4006-B882-012E36B25590}" srcOrd="0" destOrd="0" presId="urn:microsoft.com/office/officeart/2005/8/layout/orgChart1"/>
    <dgm:cxn modelId="{6C7D98E5-E8A8-4E05-AFFC-C489D128EF7C}" type="presParOf" srcId="{A93FC7DE-6490-4006-B882-012E36B25590}" destId="{460FC1B4-3167-4288-A9A6-1447C60617CC}" srcOrd="0" destOrd="0" presId="urn:microsoft.com/office/officeart/2005/8/layout/orgChart1"/>
    <dgm:cxn modelId="{F5D42F61-88BA-4BCA-A1EB-CF427E9D08FF}" type="presParOf" srcId="{A93FC7DE-6490-4006-B882-012E36B25590}" destId="{D6F2EEBB-A273-4635-9181-21703ABF1825}" srcOrd="1" destOrd="0" presId="urn:microsoft.com/office/officeart/2005/8/layout/orgChart1"/>
    <dgm:cxn modelId="{FAE7CE3F-393C-49AA-BC5F-319AE07AE3F0}" type="presParOf" srcId="{4C9B26FB-C2BA-4E96-B8E5-E7856DCF055F}" destId="{B52FA419-EED8-4F39-9123-AEF95DD72739}" srcOrd="1" destOrd="0" presId="urn:microsoft.com/office/officeart/2005/8/layout/orgChart1"/>
    <dgm:cxn modelId="{C86BCCE4-80F3-4DDD-8864-393219935763}" type="presParOf" srcId="{B52FA419-EED8-4F39-9123-AEF95DD72739}" destId="{C003D364-6EC9-4304-8661-6C043C6D549B}" srcOrd="0" destOrd="0" presId="urn:microsoft.com/office/officeart/2005/8/layout/orgChart1"/>
    <dgm:cxn modelId="{095D5407-EFB7-4900-B4BD-720F0992714F}" type="presParOf" srcId="{B52FA419-EED8-4F39-9123-AEF95DD72739}" destId="{3680BE0F-05DA-4647-8DD7-1F540C8BEC35}" srcOrd="1" destOrd="0" presId="urn:microsoft.com/office/officeart/2005/8/layout/orgChart1"/>
    <dgm:cxn modelId="{50705E79-6062-48C9-83FC-35C5DEF61B0D}" type="presParOf" srcId="{3680BE0F-05DA-4647-8DD7-1F540C8BEC35}" destId="{027D1E04-8CDD-4B3E-9DDC-4109AF4DCA87}" srcOrd="0" destOrd="0" presId="urn:microsoft.com/office/officeart/2005/8/layout/orgChart1"/>
    <dgm:cxn modelId="{54A3FF11-2E24-499B-B43A-A70BE34DCE34}" type="presParOf" srcId="{027D1E04-8CDD-4B3E-9DDC-4109AF4DCA87}" destId="{9EE7FCD1-4207-4474-90B9-0A31E1D983D4}" srcOrd="0" destOrd="0" presId="urn:microsoft.com/office/officeart/2005/8/layout/orgChart1"/>
    <dgm:cxn modelId="{000F4BBC-BFDC-49F7-B303-02BDB31AC300}" type="presParOf" srcId="{027D1E04-8CDD-4B3E-9DDC-4109AF4DCA87}" destId="{F1B05707-D291-4583-BAAC-D25A7DBC24F6}" srcOrd="1" destOrd="0" presId="urn:microsoft.com/office/officeart/2005/8/layout/orgChart1"/>
    <dgm:cxn modelId="{DAF8117A-5FDA-4940-8600-3EBED91D1A91}" type="presParOf" srcId="{3680BE0F-05DA-4647-8DD7-1F540C8BEC35}" destId="{58FDFA2B-C97E-4C3B-B903-162E94FE9D26}" srcOrd="1" destOrd="0" presId="urn:microsoft.com/office/officeart/2005/8/layout/orgChart1"/>
    <dgm:cxn modelId="{84354E4F-B300-42E9-8E54-7F97537E24E4}" type="presParOf" srcId="{3680BE0F-05DA-4647-8DD7-1F540C8BEC35}" destId="{D72450A6-825F-43D6-A9FB-7D2ED1D0D721}" srcOrd="2" destOrd="0" presId="urn:microsoft.com/office/officeart/2005/8/layout/orgChart1"/>
    <dgm:cxn modelId="{C4A6586D-F034-40D9-A06E-D12D2BF3A1BF}" type="presParOf" srcId="{B52FA419-EED8-4F39-9123-AEF95DD72739}" destId="{3E3EADC4-25B6-4DAA-8302-D2D1112D7E95}" srcOrd="2" destOrd="0" presId="urn:microsoft.com/office/officeart/2005/8/layout/orgChart1"/>
    <dgm:cxn modelId="{FA366DFA-5645-4713-8B30-7C0E054621E6}" type="presParOf" srcId="{B52FA419-EED8-4F39-9123-AEF95DD72739}" destId="{DAE139B1-F340-4429-9BAE-0AD96FAB4BA1}" srcOrd="3" destOrd="0" presId="urn:microsoft.com/office/officeart/2005/8/layout/orgChart1"/>
    <dgm:cxn modelId="{12CDC2EF-42AF-4935-88E8-F258C391E436}" type="presParOf" srcId="{DAE139B1-F340-4429-9BAE-0AD96FAB4BA1}" destId="{616A6B3E-2598-4C58-B1A2-57C4CF64E265}" srcOrd="0" destOrd="0" presId="urn:microsoft.com/office/officeart/2005/8/layout/orgChart1"/>
    <dgm:cxn modelId="{902E957A-EC58-42DC-8B95-5F98B25C6F96}" type="presParOf" srcId="{616A6B3E-2598-4C58-B1A2-57C4CF64E265}" destId="{A64A825D-4121-4BF3-81D9-6EFCE7F740D3}" srcOrd="0" destOrd="0" presId="urn:microsoft.com/office/officeart/2005/8/layout/orgChart1"/>
    <dgm:cxn modelId="{3CE72580-9EC6-4D21-A44D-340EC287D099}" type="presParOf" srcId="{616A6B3E-2598-4C58-B1A2-57C4CF64E265}" destId="{79242100-4604-4E83-A552-7B3E71BB7353}" srcOrd="1" destOrd="0" presId="urn:microsoft.com/office/officeart/2005/8/layout/orgChart1"/>
    <dgm:cxn modelId="{17DD9D6A-AF03-4FFA-A90F-B097EC9BAF52}" type="presParOf" srcId="{DAE139B1-F340-4429-9BAE-0AD96FAB4BA1}" destId="{6269616D-CA30-4ECD-A4CC-6E51C641AD9F}" srcOrd="1" destOrd="0" presId="urn:microsoft.com/office/officeart/2005/8/layout/orgChart1"/>
    <dgm:cxn modelId="{F3BE90E2-7013-4581-BA34-ED9B502941A9}" type="presParOf" srcId="{6269616D-CA30-4ECD-A4CC-6E51C641AD9F}" destId="{2297195C-0E84-42A4-B604-FC5BB0B62301}" srcOrd="0" destOrd="0" presId="urn:microsoft.com/office/officeart/2005/8/layout/orgChart1"/>
    <dgm:cxn modelId="{30BDA541-5BA4-4856-9C6D-A0988E3F0C9A}" type="presParOf" srcId="{6269616D-CA30-4ECD-A4CC-6E51C641AD9F}" destId="{EFB96D80-7B0A-41C6-943A-83D30A9FBF1E}" srcOrd="1" destOrd="0" presId="urn:microsoft.com/office/officeart/2005/8/layout/orgChart1"/>
    <dgm:cxn modelId="{1ECB9FBD-5BCA-40CB-9E9A-7DAFD37B8FF2}" type="presParOf" srcId="{EFB96D80-7B0A-41C6-943A-83D30A9FBF1E}" destId="{DE7D0C78-04FB-482A-978C-45958B850E50}" srcOrd="0" destOrd="0" presId="urn:microsoft.com/office/officeart/2005/8/layout/orgChart1"/>
    <dgm:cxn modelId="{993F623D-9E2D-4A5A-B2E0-8A3892AD33C1}" type="presParOf" srcId="{DE7D0C78-04FB-482A-978C-45958B850E50}" destId="{676A2F32-22A2-4646-B9E8-0ED58B01DFCB}" srcOrd="0" destOrd="0" presId="urn:microsoft.com/office/officeart/2005/8/layout/orgChart1"/>
    <dgm:cxn modelId="{DB0F45E6-FA24-41EE-B447-4B0C4FDFDC03}" type="presParOf" srcId="{DE7D0C78-04FB-482A-978C-45958B850E50}" destId="{533DA68D-ACB1-4E42-B66B-0E88A61B1EDB}" srcOrd="1" destOrd="0" presId="urn:microsoft.com/office/officeart/2005/8/layout/orgChart1"/>
    <dgm:cxn modelId="{D1D65059-C5FA-435F-BB94-38D7761A62F3}" type="presParOf" srcId="{EFB96D80-7B0A-41C6-943A-83D30A9FBF1E}" destId="{BB4C9EBD-28D5-4C68-860D-3FAD3DAA0D67}" srcOrd="1" destOrd="0" presId="urn:microsoft.com/office/officeart/2005/8/layout/orgChart1"/>
    <dgm:cxn modelId="{AAD0067F-75BC-4BEF-9ED5-A3A1F651FF74}" type="presParOf" srcId="{BB4C9EBD-28D5-4C68-860D-3FAD3DAA0D67}" destId="{2A26DE92-757A-4685-832B-E933FC7D0F35}" srcOrd="0" destOrd="0" presId="urn:microsoft.com/office/officeart/2005/8/layout/orgChart1"/>
    <dgm:cxn modelId="{1D4E8F90-4AC3-4239-9421-0A73C304A45A}" type="presParOf" srcId="{BB4C9EBD-28D5-4C68-860D-3FAD3DAA0D67}" destId="{197F35A8-91BD-4104-B19E-052711BB2F12}" srcOrd="1" destOrd="0" presId="urn:microsoft.com/office/officeart/2005/8/layout/orgChart1"/>
    <dgm:cxn modelId="{1908F97A-B175-4CB0-8074-3EC8F6891BDE}" type="presParOf" srcId="{197F35A8-91BD-4104-B19E-052711BB2F12}" destId="{0A7CBE43-4B5E-4A8B-BDB3-9F6C5305EEB8}" srcOrd="0" destOrd="0" presId="urn:microsoft.com/office/officeart/2005/8/layout/orgChart1"/>
    <dgm:cxn modelId="{877F3C14-FE19-4221-AF1B-55F728116872}" type="presParOf" srcId="{0A7CBE43-4B5E-4A8B-BDB3-9F6C5305EEB8}" destId="{D013BD63-AAD8-4FBC-9C8F-9A78E2BF998D}" srcOrd="0" destOrd="0" presId="urn:microsoft.com/office/officeart/2005/8/layout/orgChart1"/>
    <dgm:cxn modelId="{F9519C7B-4063-4BD5-9D8E-DC553BA2A617}" type="presParOf" srcId="{0A7CBE43-4B5E-4A8B-BDB3-9F6C5305EEB8}" destId="{D1BAF727-0704-4AE0-913F-1E168DA4110A}" srcOrd="1" destOrd="0" presId="urn:microsoft.com/office/officeart/2005/8/layout/orgChart1"/>
    <dgm:cxn modelId="{779AC47D-25C6-4DCE-A65B-67318D8EDFDD}" type="presParOf" srcId="{197F35A8-91BD-4104-B19E-052711BB2F12}" destId="{1E9D927D-74CE-4398-A5CD-80E644965B9A}" srcOrd="1" destOrd="0" presId="urn:microsoft.com/office/officeart/2005/8/layout/orgChart1"/>
    <dgm:cxn modelId="{E463BB8A-68F9-4989-9B62-5F6C38417073}" type="presParOf" srcId="{197F35A8-91BD-4104-B19E-052711BB2F12}" destId="{91D963BB-C1BB-4B62-A5F0-C77A134A0254}" srcOrd="2" destOrd="0" presId="urn:microsoft.com/office/officeart/2005/8/layout/orgChart1"/>
    <dgm:cxn modelId="{83C93A87-A16E-4173-9E29-923F34A7189C}" type="presParOf" srcId="{EFB96D80-7B0A-41C6-943A-83D30A9FBF1E}" destId="{2BDDD081-EC21-49A1-A6A0-051CA5EA1E7C}" srcOrd="2" destOrd="0" presId="urn:microsoft.com/office/officeart/2005/8/layout/orgChart1"/>
    <dgm:cxn modelId="{6B9B26B4-3CF0-4253-84D2-4CF3DEFF65C4}" type="presParOf" srcId="{DAE139B1-F340-4429-9BAE-0AD96FAB4BA1}" destId="{399BFDF5-0D8F-423A-AAB1-6734CBEFF2BD}" srcOrd="2" destOrd="0" presId="urn:microsoft.com/office/officeart/2005/8/layout/orgChart1"/>
    <dgm:cxn modelId="{D3735D09-4AF0-4C06-AE58-C9E7ACCFA258}" type="presParOf" srcId="{4C9B26FB-C2BA-4E96-B8E5-E7856DCF055F}" destId="{E7E282F6-CCC3-4381-BAD9-6EA835219A31}" srcOrd="2" destOrd="0" presId="urn:microsoft.com/office/officeart/2005/8/layout/orgChart1"/>
  </dgm:cxnLst>
  <dgm:bg/>
  <dgm:whole/>
  <dgm:extLst>
    <a:ext uri="http://schemas.microsoft.com/office/drawing/2008/diagram">
      <dsp:dataModelExt xmlns:dsp="http://schemas.microsoft.com/office/drawing/2008/diagram" relId="rId63"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1EB612E2-D2F2-4DD2-9D1B-32E27A4427C8}"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fr-FR"/>
        </a:p>
      </dgm:t>
    </dgm:pt>
    <dgm:pt modelId="{B91DBADF-50DA-42E9-84D8-68FC507996F6}">
      <dgm:prSet phldrT="[Texte]"/>
      <dgm:spPr/>
      <dgm:t>
        <a:bodyPr/>
        <a:lstStyle/>
        <a:p>
          <a:r>
            <a:rPr lang="fr-FR" dirty="0"/>
            <a:t> </a:t>
          </a:r>
        </a:p>
      </dgm:t>
    </dgm:pt>
    <dgm:pt modelId="{38102416-D1D5-4DC2-BBED-D7B17AF660F3}" type="parTrans" cxnId="{7F243330-AFF1-4644-AC37-46D0DA655257}">
      <dgm:prSet/>
      <dgm:spPr/>
      <dgm:t>
        <a:bodyPr/>
        <a:lstStyle/>
        <a:p>
          <a:endParaRPr lang="fr-FR"/>
        </a:p>
      </dgm:t>
    </dgm:pt>
    <dgm:pt modelId="{9262366E-3776-41FE-9AA8-D1991105D559}" type="sibTrans" cxnId="{7F243330-AFF1-4644-AC37-46D0DA655257}">
      <dgm:prSet/>
      <dgm:spPr/>
      <dgm:t>
        <a:bodyPr/>
        <a:lstStyle/>
        <a:p>
          <a:endParaRPr lang="fr-FR"/>
        </a:p>
      </dgm:t>
    </dgm:pt>
    <dgm:pt modelId="{FA213747-6F65-4E97-9132-4CF834BBBC21}" type="asst">
      <dgm:prSet phldrT="[Texte]"/>
      <dgm:spPr/>
      <dgm:t>
        <a:bodyPr/>
        <a:lstStyle/>
        <a:p>
          <a:r>
            <a:rPr lang="fr-FR" dirty="0"/>
            <a:t> </a:t>
          </a:r>
        </a:p>
      </dgm:t>
    </dgm:pt>
    <dgm:pt modelId="{638C08C4-6F0A-49EC-84E4-E4CCF8B82E61}" type="parTrans" cxnId="{D4899DA9-69FB-4EB7-B494-00F99F0F27A5}">
      <dgm:prSet/>
      <dgm:spPr/>
      <dgm:t>
        <a:bodyPr/>
        <a:lstStyle/>
        <a:p>
          <a:endParaRPr lang="fr-FR"/>
        </a:p>
      </dgm:t>
    </dgm:pt>
    <dgm:pt modelId="{18114926-B16E-41E1-8BB2-4837B34A8650}" type="sibTrans" cxnId="{D4899DA9-69FB-4EB7-B494-00F99F0F27A5}">
      <dgm:prSet/>
      <dgm:spPr/>
      <dgm:t>
        <a:bodyPr/>
        <a:lstStyle/>
        <a:p>
          <a:endParaRPr lang="fr-FR"/>
        </a:p>
      </dgm:t>
    </dgm:pt>
    <dgm:pt modelId="{51815BE3-6613-4C9D-84FE-DC5ADB30DCB1}">
      <dgm:prSet phldrT="[Texte]"/>
      <dgm:spPr/>
      <dgm:t>
        <a:bodyPr/>
        <a:lstStyle/>
        <a:p>
          <a:r>
            <a:rPr lang="fr-FR" dirty="0"/>
            <a:t> </a:t>
          </a:r>
        </a:p>
      </dgm:t>
    </dgm:pt>
    <dgm:pt modelId="{C97E3A57-6920-4525-B611-994014831B3A}" type="parTrans" cxnId="{B095CE30-A306-4C22-97DC-1AA8498992AE}">
      <dgm:prSet/>
      <dgm:spPr/>
      <dgm:t>
        <a:bodyPr/>
        <a:lstStyle/>
        <a:p>
          <a:endParaRPr lang="fr-FR"/>
        </a:p>
      </dgm:t>
    </dgm:pt>
    <dgm:pt modelId="{D240AD08-CE79-45DC-B9EC-DE1316CF5F30}" type="sibTrans" cxnId="{B095CE30-A306-4C22-97DC-1AA8498992AE}">
      <dgm:prSet/>
      <dgm:spPr/>
      <dgm:t>
        <a:bodyPr/>
        <a:lstStyle/>
        <a:p>
          <a:endParaRPr lang="fr-FR"/>
        </a:p>
      </dgm:t>
    </dgm:pt>
    <dgm:pt modelId="{D7E3F3F4-94B7-440C-9C1C-D7D36B8C38BF}">
      <dgm:prSet phldrT="[Texte]"/>
      <dgm:spPr/>
      <dgm:t>
        <a:bodyPr/>
        <a:lstStyle/>
        <a:p>
          <a:r>
            <a:rPr lang="fr-FR" dirty="0"/>
            <a:t> </a:t>
          </a:r>
        </a:p>
      </dgm:t>
    </dgm:pt>
    <dgm:pt modelId="{63D74A77-5067-4123-976F-320C34E85B61}" type="parTrans" cxnId="{60A04A29-7304-4CF2-B7FC-0C123259CD9C}">
      <dgm:prSet/>
      <dgm:spPr/>
      <dgm:t>
        <a:bodyPr/>
        <a:lstStyle/>
        <a:p>
          <a:endParaRPr lang="fr-FR"/>
        </a:p>
      </dgm:t>
    </dgm:pt>
    <dgm:pt modelId="{13F004C1-A7EE-4199-A3D7-C7FC3284DA35}" type="sibTrans" cxnId="{60A04A29-7304-4CF2-B7FC-0C123259CD9C}">
      <dgm:prSet/>
      <dgm:spPr/>
      <dgm:t>
        <a:bodyPr/>
        <a:lstStyle/>
        <a:p>
          <a:endParaRPr lang="fr-FR"/>
        </a:p>
      </dgm:t>
    </dgm:pt>
    <dgm:pt modelId="{BDECD9FB-7A51-473F-B348-CACF23BD39ED}">
      <dgm:prSet phldrT="[Texte]"/>
      <dgm:spPr/>
      <dgm:t>
        <a:bodyPr/>
        <a:lstStyle/>
        <a:p>
          <a:r>
            <a:rPr lang="fr-FR" dirty="0"/>
            <a:t> </a:t>
          </a:r>
        </a:p>
      </dgm:t>
    </dgm:pt>
    <dgm:pt modelId="{DF1791DF-90BD-4901-BFFE-7033053D4CF6}" type="parTrans" cxnId="{CA6C4BA6-FF5E-4357-B183-B204A2FDCA57}">
      <dgm:prSet/>
      <dgm:spPr/>
      <dgm:t>
        <a:bodyPr/>
        <a:lstStyle/>
        <a:p>
          <a:endParaRPr lang="fr-FR"/>
        </a:p>
      </dgm:t>
    </dgm:pt>
    <dgm:pt modelId="{510A8B9B-335C-4D27-8AB1-850FD198667B}" type="sibTrans" cxnId="{CA6C4BA6-FF5E-4357-B183-B204A2FDCA57}">
      <dgm:prSet/>
      <dgm:spPr/>
      <dgm:t>
        <a:bodyPr/>
        <a:lstStyle/>
        <a:p>
          <a:endParaRPr lang="fr-FR"/>
        </a:p>
      </dgm:t>
    </dgm:pt>
    <dgm:pt modelId="{8FC4C172-896E-4C5F-9764-C4045F2725F5}">
      <dgm:prSet phldrT="[Texte]"/>
      <dgm:spPr/>
      <dgm:t>
        <a:bodyPr/>
        <a:lstStyle/>
        <a:p>
          <a:endParaRPr lang="fr-FR" dirty="0"/>
        </a:p>
      </dgm:t>
    </dgm:pt>
    <dgm:pt modelId="{5E2E4F1B-150C-45B1-B104-169AC08E2B05}" type="parTrans" cxnId="{57930621-7A57-47DB-8A71-56B4776554C2}">
      <dgm:prSet/>
      <dgm:spPr/>
      <dgm:t>
        <a:bodyPr/>
        <a:lstStyle/>
        <a:p>
          <a:endParaRPr lang="fr-FR"/>
        </a:p>
      </dgm:t>
    </dgm:pt>
    <dgm:pt modelId="{73B411B5-ECD7-46D3-91F8-548A8CC378FD}" type="sibTrans" cxnId="{57930621-7A57-47DB-8A71-56B4776554C2}">
      <dgm:prSet/>
      <dgm:spPr/>
      <dgm:t>
        <a:bodyPr/>
        <a:lstStyle/>
        <a:p>
          <a:endParaRPr lang="fr-FR"/>
        </a:p>
      </dgm:t>
    </dgm:pt>
    <dgm:pt modelId="{4C2EDC30-85C3-4758-9018-B2D6F8041440}">
      <dgm:prSet phldrT="[Texte]"/>
      <dgm:spPr/>
      <dgm:t>
        <a:bodyPr/>
        <a:lstStyle/>
        <a:p>
          <a:endParaRPr lang="fr-FR" dirty="0"/>
        </a:p>
      </dgm:t>
    </dgm:pt>
    <dgm:pt modelId="{FAA7CC82-1634-49E4-B5B6-4253E28A8DAC}" type="parTrans" cxnId="{5B2D5832-6268-41A4-9058-D605C1F4B521}">
      <dgm:prSet/>
      <dgm:spPr/>
      <dgm:t>
        <a:bodyPr/>
        <a:lstStyle/>
        <a:p>
          <a:endParaRPr lang="fr-FR"/>
        </a:p>
      </dgm:t>
    </dgm:pt>
    <dgm:pt modelId="{7476AAE2-B259-43D0-BCCE-3E2A7701FCA4}" type="sibTrans" cxnId="{5B2D5832-6268-41A4-9058-D605C1F4B521}">
      <dgm:prSet/>
      <dgm:spPr/>
      <dgm:t>
        <a:bodyPr/>
        <a:lstStyle/>
        <a:p>
          <a:endParaRPr lang="fr-FR"/>
        </a:p>
      </dgm:t>
    </dgm:pt>
    <dgm:pt modelId="{0B4BFB64-0833-4E4C-907A-EA58F14AACA5}">
      <dgm:prSet phldrT="[Texte]"/>
      <dgm:spPr/>
      <dgm:t>
        <a:bodyPr/>
        <a:lstStyle/>
        <a:p>
          <a:endParaRPr lang="fr-FR" dirty="0"/>
        </a:p>
      </dgm:t>
    </dgm:pt>
    <dgm:pt modelId="{3C2B7A5A-015E-420E-97B8-074FD41D9009}" type="parTrans" cxnId="{774D1E03-8A62-46DB-ACAB-889EBB88B5B2}">
      <dgm:prSet/>
      <dgm:spPr/>
      <dgm:t>
        <a:bodyPr/>
        <a:lstStyle/>
        <a:p>
          <a:endParaRPr lang="fr-FR"/>
        </a:p>
      </dgm:t>
    </dgm:pt>
    <dgm:pt modelId="{DBD5D85A-63FD-4A72-A65E-D304E039BABC}" type="sibTrans" cxnId="{774D1E03-8A62-46DB-ACAB-889EBB88B5B2}">
      <dgm:prSet/>
      <dgm:spPr/>
      <dgm:t>
        <a:bodyPr/>
        <a:lstStyle/>
        <a:p>
          <a:endParaRPr lang="fr-FR"/>
        </a:p>
      </dgm:t>
    </dgm:pt>
    <dgm:pt modelId="{BAD1FB1A-E057-4FDF-8C2C-90305E9CC485}">
      <dgm:prSet phldrT="[Texte]"/>
      <dgm:spPr/>
      <dgm:t>
        <a:bodyPr/>
        <a:lstStyle/>
        <a:p>
          <a:endParaRPr lang="fr-FR" dirty="0"/>
        </a:p>
      </dgm:t>
    </dgm:pt>
    <dgm:pt modelId="{26FE200D-45B8-4CDE-8FCB-7DDCB03B20E1}" type="parTrans" cxnId="{ADB57EC9-605F-487C-A866-9AEB8E1511F6}">
      <dgm:prSet/>
      <dgm:spPr/>
      <dgm:t>
        <a:bodyPr/>
        <a:lstStyle/>
        <a:p>
          <a:endParaRPr lang="fr-FR"/>
        </a:p>
      </dgm:t>
    </dgm:pt>
    <dgm:pt modelId="{FAEAD8E4-6ECD-4443-AC1E-7C59EF014B5D}" type="sibTrans" cxnId="{ADB57EC9-605F-487C-A866-9AEB8E1511F6}">
      <dgm:prSet/>
      <dgm:spPr/>
      <dgm:t>
        <a:bodyPr/>
        <a:lstStyle/>
        <a:p>
          <a:endParaRPr lang="fr-FR"/>
        </a:p>
      </dgm:t>
    </dgm:pt>
    <dgm:pt modelId="{CDA10ADC-F257-4B01-81B5-311D0E96D4CF}">
      <dgm:prSet phldrT="[Texte]"/>
      <dgm:spPr/>
      <dgm:t>
        <a:bodyPr/>
        <a:lstStyle/>
        <a:p>
          <a:endParaRPr lang="fr-FR" dirty="0"/>
        </a:p>
      </dgm:t>
    </dgm:pt>
    <dgm:pt modelId="{F7F10B3D-E1AB-4791-866D-C3A69206A1D5}" type="parTrans" cxnId="{1D30C47C-1F4C-4B28-8718-7ED365182F8F}">
      <dgm:prSet/>
      <dgm:spPr/>
      <dgm:t>
        <a:bodyPr/>
        <a:lstStyle/>
        <a:p>
          <a:endParaRPr lang="fr-FR"/>
        </a:p>
      </dgm:t>
    </dgm:pt>
    <dgm:pt modelId="{001597EF-489E-40EC-B110-1B16BC85E8B5}" type="sibTrans" cxnId="{1D30C47C-1F4C-4B28-8718-7ED365182F8F}">
      <dgm:prSet/>
      <dgm:spPr/>
      <dgm:t>
        <a:bodyPr/>
        <a:lstStyle/>
        <a:p>
          <a:endParaRPr lang="fr-FR"/>
        </a:p>
      </dgm:t>
    </dgm:pt>
    <dgm:pt modelId="{0FB3C89E-A4C0-48E7-91EE-A21CAD7C9C94}" type="pres">
      <dgm:prSet presAssocID="{1EB612E2-D2F2-4DD2-9D1B-32E27A4427C8}" presName="hierChild1" presStyleCnt="0">
        <dgm:presLayoutVars>
          <dgm:orgChart val="1"/>
          <dgm:chPref val="1"/>
          <dgm:dir/>
          <dgm:animOne val="branch"/>
          <dgm:animLvl val="lvl"/>
          <dgm:resizeHandles/>
        </dgm:presLayoutVars>
      </dgm:prSet>
      <dgm:spPr/>
    </dgm:pt>
    <dgm:pt modelId="{CC545506-0E7C-40A8-AAE5-ADD6B16CF9B4}" type="pres">
      <dgm:prSet presAssocID="{B91DBADF-50DA-42E9-84D8-68FC507996F6}" presName="hierRoot1" presStyleCnt="0">
        <dgm:presLayoutVars>
          <dgm:hierBranch val="init"/>
        </dgm:presLayoutVars>
      </dgm:prSet>
      <dgm:spPr/>
    </dgm:pt>
    <dgm:pt modelId="{408E3CC4-97F3-435F-AB11-FD0F40DA51C1}" type="pres">
      <dgm:prSet presAssocID="{B91DBADF-50DA-42E9-84D8-68FC507996F6}" presName="rootComposite1" presStyleCnt="0"/>
      <dgm:spPr/>
    </dgm:pt>
    <dgm:pt modelId="{CC26AB3A-9D5C-4581-9D2B-BD2D53D36980}" type="pres">
      <dgm:prSet presAssocID="{B91DBADF-50DA-42E9-84D8-68FC507996F6}" presName="rootText1" presStyleLbl="node0" presStyleIdx="0" presStyleCnt="2">
        <dgm:presLayoutVars>
          <dgm:chPref val="3"/>
        </dgm:presLayoutVars>
      </dgm:prSet>
      <dgm:spPr/>
    </dgm:pt>
    <dgm:pt modelId="{AE805180-41DD-480E-80A6-76F5D18EEACC}" type="pres">
      <dgm:prSet presAssocID="{B91DBADF-50DA-42E9-84D8-68FC507996F6}" presName="rootConnector1" presStyleLbl="node1" presStyleIdx="0" presStyleCnt="0"/>
      <dgm:spPr/>
    </dgm:pt>
    <dgm:pt modelId="{8037BC9A-7748-41AF-9A6A-A5EC8E4384D7}" type="pres">
      <dgm:prSet presAssocID="{B91DBADF-50DA-42E9-84D8-68FC507996F6}" presName="hierChild2" presStyleCnt="0"/>
      <dgm:spPr/>
    </dgm:pt>
    <dgm:pt modelId="{271C8A78-6096-497B-B7F0-581AF4EF7641}" type="pres">
      <dgm:prSet presAssocID="{C97E3A57-6920-4525-B611-994014831B3A}" presName="Name37" presStyleLbl="parChTrans1D2" presStyleIdx="0" presStyleCnt="6"/>
      <dgm:spPr/>
    </dgm:pt>
    <dgm:pt modelId="{156B52CB-28A2-442A-AAC1-9AC302C5C9B7}" type="pres">
      <dgm:prSet presAssocID="{51815BE3-6613-4C9D-84FE-DC5ADB30DCB1}" presName="hierRoot2" presStyleCnt="0">
        <dgm:presLayoutVars>
          <dgm:hierBranch val="init"/>
        </dgm:presLayoutVars>
      </dgm:prSet>
      <dgm:spPr/>
    </dgm:pt>
    <dgm:pt modelId="{F0EDDC3E-4FD1-4F39-AD43-E5A661D1FAB2}" type="pres">
      <dgm:prSet presAssocID="{51815BE3-6613-4C9D-84FE-DC5ADB30DCB1}" presName="rootComposite" presStyleCnt="0"/>
      <dgm:spPr/>
    </dgm:pt>
    <dgm:pt modelId="{7AD595E5-F4AB-4C51-8844-B2A9F4AB8B53}" type="pres">
      <dgm:prSet presAssocID="{51815BE3-6613-4C9D-84FE-DC5ADB30DCB1}" presName="rootText" presStyleLbl="node2" presStyleIdx="0" presStyleCnt="5">
        <dgm:presLayoutVars>
          <dgm:chPref val="3"/>
        </dgm:presLayoutVars>
      </dgm:prSet>
      <dgm:spPr/>
    </dgm:pt>
    <dgm:pt modelId="{277A5157-C99E-49BB-8C67-993C30026009}" type="pres">
      <dgm:prSet presAssocID="{51815BE3-6613-4C9D-84FE-DC5ADB30DCB1}" presName="rootConnector" presStyleLbl="node2" presStyleIdx="0" presStyleCnt="5"/>
      <dgm:spPr/>
    </dgm:pt>
    <dgm:pt modelId="{7D798F87-3E6A-470D-9704-1AD921E5579A}" type="pres">
      <dgm:prSet presAssocID="{51815BE3-6613-4C9D-84FE-DC5ADB30DCB1}" presName="hierChild4" presStyleCnt="0"/>
      <dgm:spPr/>
    </dgm:pt>
    <dgm:pt modelId="{49C9FB94-E89D-4871-98FD-5B07F77F2430}" type="pres">
      <dgm:prSet presAssocID="{51815BE3-6613-4C9D-84FE-DC5ADB30DCB1}" presName="hierChild5" presStyleCnt="0"/>
      <dgm:spPr/>
    </dgm:pt>
    <dgm:pt modelId="{C07ABF09-6610-404C-926B-DE57CFB6880F}" type="pres">
      <dgm:prSet presAssocID="{63D74A77-5067-4123-976F-320C34E85B61}" presName="Name37" presStyleLbl="parChTrans1D2" presStyleIdx="1" presStyleCnt="6"/>
      <dgm:spPr/>
    </dgm:pt>
    <dgm:pt modelId="{30AF2DE5-D230-40B4-8741-E5F4F4C3CAEB}" type="pres">
      <dgm:prSet presAssocID="{D7E3F3F4-94B7-440C-9C1C-D7D36B8C38BF}" presName="hierRoot2" presStyleCnt="0">
        <dgm:presLayoutVars>
          <dgm:hierBranch val="init"/>
        </dgm:presLayoutVars>
      </dgm:prSet>
      <dgm:spPr/>
    </dgm:pt>
    <dgm:pt modelId="{ED9FBDE2-F858-41E9-99A8-3F6A52882564}" type="pres">
      <dgm:prSet presAssocID="{D7E3F3F4-94B7-440C-9C1C-D7D36B8C38BF}" presName="rootComposite" presStyleCnt="0"/>
      <dgm:spPr/>
    </dgm:pt>
    <dgm:pt modelId="{D3364D21-3E3C-451A-B4F1-43FE8FC2D7A7}" type="pres">
      <dgm:prSet presAssocID="{D7E3F3F4-94B7-440C-9C1C-D7D36B8C38BF}" presName="rootText" presStyleLbl="node2" presStyleIdx="1" presStyleCnt="5">
        <dgm:presLayoutVars>
          <dgm:chPref val="3"/>
        </dgm:presLayoutVars>
      </dgm:prSet>
      <dgm:spPr/>
    </dgm:pt>
    <dgm:pt modelId="{26DD778F-2CEB-45AC-93B4-37B364552E1D}" type="pres">
      <dgm:prSet presAssocID="{D7E3F3F4-94B7-440C-9C1C-D7D36B8C38BF}" presName="rootConnector" presStyleLbl="node2" presStyleIdx="1" presStyleCnt="5"/>
      <dgm:spPr/>
    </dgm:pt>
    <dgm:pt modelId="{A5D302D3-DA94-4EBA-86DF-C7567B966DA0}" type="pres">
      <dgm:prSet presAssocID="{D7E3F3F4-94B7-440C-9C1C-D7D36B8C38BF}" presName="hierChild4" presStyleCnt="0"/>
      <dgm:spPr/>
    </dgm:pt>
    <dgm:pt modelId="{C34A2255-8901-44B7-903B-F0378AE90B7D}" type="pres">
      <dgm:prSet presAssocID="{D7E3F3F4-94B7-440C-9C1C-D7D36B8C38BF}" presName="hierChild5" presStyleCnt="0"/>
      <dgm:spPr/>
    </dgm:pt>
    <dgm:pt modelId="{FDB69B31-67A6-4FCD-BCF9-70C5262196DC}" type="pres">
      <dgm:prSet presAssocID="{DF1791DF-90BD-4901-BFFE-7033053D4CF6}" presName="Name37" presStyleLbl="parChTrans1D2" presStyleIdx="2" presStyleCnt="6"/>
      <dgm:spPr/>
    </dgm:pt>
    <dgm:pt modelId="{EE328C5C-F596-4DEB-9A0C-02D7B45BB500}" type="pres">
      <dgm:prSet presAssocID="{BDECD9FB-7A51-473F-B348-CACF23BD39ED}" presName="hierRoot2" presStyleCnt="0">
        <dgm:presLayoutVars>
          <dgm:hierBranch val="init"/>
        </dgm:presLayoutVars>
      </dgm:prSet>
      <dgm:spPr/>
    </dgm:pt>
    <dgm:pt modelId="{AADFFDC3-2AE8-4726-A89A-AFF9B624F2B0}" type="pres">
      <dgm:prSet presAssocID="{BDECD9FB-7A51-473F-B348-CACF23BD39ED}" presName="rootComposite" presStyleCnt="0"/>
      <dgm:spPr/>
    </dgm:pt>
    <dgm:pt modelId="{EA8C1ADF-0665-4F23-A5BC-55F8B354A6BD}" type="pres">
      <dgm:prSet presAssocID="{BDECD9FB-7A51-473F-B348-CACF23BD39ED}" presName="rootText" presStyleLbl="node2" presStyleIdx="2" presStyleCnt="5">
        <dgm:presLayoutVars>
          <dgm:chPref val="3"/>
        </dgm:presLayoutVars>
      </dgm:prSet>
      <dgm:spPr/>
    </dgm:pt>
    <dgm:pt modelId="{08E1892D-B4A5-4A12-A7BB-39E13419A61C}" type="pres">
      <dgm:prSet presAssocID="{BDECD9FB-7A51-473F-B348-CACF23BD39ED}" presName="rootConnector" presStyleLbl="node2" presStyleIdx="2" presStyleCnt="5"/>
      <dgm:spPr/>
    </dgm:pt>
    <dgm:pt modelId="{FF505753-0D00-4FDF-929E-EAE709EE2D67}" type="pres">
      <dgm:prSet presAssocID="{BDECD9FB-7A51-473F-B348-CACF23BD39ED}" presName="hierChild4" presStyleCnt="0"/>
      <dgm:spPr/>
    </dgm:pt>
    <dgm:pt modelId="{0110365B-54A3-4AAA-A355-F391709EDEF5}" type="pres">
      <dgm:prSet presAssocID="{BDECD9FB-7A51-473F-B348-CACF23BD39ED}" presName="hierChild5" presStyleCnt="0"/>
      <dgm:spPr/>
    </dgm:pt>
    <dgm:pt modelId="{99B9CC4B-FD7A-498C-87CC-015287155036}" type="pres">
      <dgm:prSet presAssocID="{B91DBADF-50DA-42E9-84D8-68FC507996F6}" presName="hierChild3" presStyleCnt="0"/>
      <dgm:spPr/>
    </dgm:pt>
    <dgm:pt modelId="{CB911B0F-D0A3-4B11-8508-4A706E0867CC}" type="pres">
      <dgm:prSet presAssocID="{638C08C4-6F0A-49EC-84E4-E4CCF8B82E61}" presName="Name111" presStyleLbl="parChTrans1D2" presStyleIdx="3" presStyleCnt="6"/>
      <dgm:spPr/>
    </dgm:pt>
    <dgm:pt modelId="{89DC4B31-B2C4-4165-8C75-67288AEFBCEC}" type="pres">
      <dgm:prSet presAssocID="{FA213747-6F65-4E97-9132-4CF834BBBC21}" presName="hierRoot3" presStyleCnt="0">
        <dgm:presLayoutVars>
          <dgm:hierBranch val="init"/>
        </dgm:presLayoutVars>
      </dgm:prSet>
      <dgm:spPr/>
    </dgm:pt>
    <dgm:pt modelId="{C5DDE919-FBEB-4630-9423-2011ECDE3433}" type="pres">
      <dgm:prSet presAssocID="{FA213747-6F65-4E97-9132-4CF834BBBC21}" presName="rootComposite3" presStyleCnt="0"/>
      <dgm:spPr/>
    </dgm:pt>
    <dgm:pt modelId="{03A45C9F-733B-4BDA-96B5-1BD272209F7C}" type="pres">
      <dgm:prSet presAssocID="{FA213747-6F65-4E97-9132-4CF834BBBC21}" presName="rootText3" presStyleLbl="asst1" presStyleIdx="0" presStyleCnt="1">
        <dgm:presLayoutVars>
          <dgm:chPref val="3"/>
        </dgm:presLayoutVars>
      </dgm:prSet>
      <dgm:spPr/>
    </dgm:pt>
    <dgm:pt modelId="{CC2C1CCC-1725-4363-92BD-ABA663034F1B}" type="pres">
      <dgm:prSet presAssocID="{FA213747-6F65-4E97-9132-4CF834BBBC21}" presName="rootConnector3" presStyleLbl="asst1" presStyleIdx="0" presStyleCnt="1"/>
      <dgm:spPr/>
    </dgm:pt>
    <dgm:pt modelId="{7A09221F-70F4-4648-AD90-CC0349DBDB19}" type="pres">
      <dgm:prSet presAssocID="{FA213747-6F65-4E97-9132-4CF834BBBC21}" presName="hierChild6" presStyleCnt="0"/>
      <dgm:spPr/>
    </dgm:pt>
    <dgm:pt modelId="{F7291177-C28A-4B7A-BB42-A71371B7E4AA}" type="pres">
      <dgm:prSet presAssocID="{FA213747-6F65-4E97-9132-4CF834BBBC21}" presName="hierChild7" presStyleCnt="0"/>
      <dgm:spPr/>
    </dgm:pt>
    <dgm:pt modelId="{4C9B26FB-C2BA-4E96-B8E5-E7856DCF055F}" type="pres">
      <dgm:prSet presAssocID="{4C2EDC30-85C3-4758-9018-B2D6F8041440}" presName="hierRoot1" presStyleCnt="0">
        <dgm:presLayoutVars>
          <dgm:hierBranch val="init"/>
        </dgm:presLayoutVars>
      </dgm:prSet>
      <dgm:spPr/>
    </dgm:pt>
    <dgm:pt modelId="{A93FC7DE-6490-4006-B882-012E36B25590}" type="pres">
      <dgm:prSet presAssocID="{4C2EDC30-85C3-4758-9018-B2D6F8041440}" presName="rootComposite1" presStyleCnt="0"/>
      <dgm:spPr/>
    </dgm:pt>
    <dgm:pt modelId="{460FC1B4-3167-4288-A9A6-1447C60617CC}" type="pres">
      <dgm:prSet presAssocID="{4C2EDC30-85C3-4758-9018-B2D6F8041440}" presName="rootText1" presStyleLbl="node0" presStyleIdx="1" presStyleCnt="2">
        <dgm:presLayoutVars>
          <dgm:chPref val="3"/>
        </dgm:presLayoutVars>
      </dgm:prSet>
      <dgm:spPr/>
    </dgm:pt>
    <dgm:pt modelId="{D6F2EEBB-A273-4635-9181-21703ABF1825}" type="pres">
      <dgm:prSet presAssocID="{4C2EDC30-85C3-4758-9018-B2D6F8041440}" presName="rootConnector1" presStyleLbl="node1" presStyleIdx="0" presStyleCnt="0"/>
      <dgm:spPr/>
    </dgm:pt>
    <dgm:pt modelId="{B52FA419-EED8-4F39-9123-AEF95DD72739}" type="pres">
      <dgm:prSet presAssocID="{4C2EDC30-85C3-4758-9018-B2D6F8041440}" presName="hierChild2" presStyleCnt="0"/>
      <dgm:spPr/>
    </dgm:pt>
    <dgm:pt modelId="{C003D364-6EC9-4304-8661-6C043C6D549B}" type="pres">
      <dgm:prSet presAssocID="{3C2B7A5A-015E-420E-97B8-074FD41D9009}" presName="Name37" presStyleLbl="parChTrans1D2" presStyleIdx="4" presStyleCnt="6"/>
      <dgm:spPr/>
    </dgm:pt>
    <dgm:pt modelId="{3680BE0F-05DA-4647-8DD7-1F540C8BEC35}" type="pres">
      <dgm:prSet presAssocID="{0B4BFB64-0833-4E4C-907A-EA58F14AACA5}" presName="hierRoot2" presStyleCnt="0">
        <dgm:presLayoutVars>
          <dgm:hierBranch val="init"/>
        </dgm:presLayoutVars>
      </dgm:prSet>
      <dgm:spPr/>
    </dgm:pt>
    <dgm:pt modelId="{027D1E04-8CDD-4B3E-9DDC-4109AF4DCA87}" type="pres">
      <dgm:prSet presAssocID="{0B4BFB64-0833-4E4C-907A-EA58F14AACA5}" presName="rootComposite" presStyleCnt="0"/>
      <dgm:spPr/>
    </dgm:pt>
    <dgm:pt modelId="{9EE7FCD1-4207-4474-90B9-0A31E1D983D4}" type="pres">
      <dgm:prSet presAssocID="{0B4BFB64-0833-4E4C-907A-EA58F14AACA5}" presName="rootText" presStyleLbl="node2" presStyleIdx="3" presStyleCnt="5">
        <dgm:presLayoutVars>
          <dgm:chPref val="3"/>
        </dgm:presLayoutVars>
      </dgm:prSet>
      <dgm:spPr/>
    </dgm:pt>
    <dgm:pt modelId="{F1B05707-D291-4583-BAAC-D25A7DBC24F6}" type="pres">
      <dgm:prSet presAssocID="{0B4BFB64-0833-4E4C-907A-EA58F14AACA5}" presName="rootConnector" presStyleLbl="node2" presStyleIdx="3" presStyleCnt="5"/>
      <dgm:spPr/>
    </dgm:pt>
    <dgm:pt modelId="{58FDFA2B-C97E-4C3B-B903-162E94FE9D26}" type="pres">
      <dgm:prSet presAssocID="{0B4BFB64-0833-4E4C-907A-EA58F14AACA5}" presName="hierChild4" presStyleCnt="0"/>
      <dgm:spPr/>
    </dgm:pt>
    <dgm:pt modelId="{D72450A6-825F-43D6-A9FB-7D2ED1D0D721}" type="pres">
      <dgm:prSet presAssocID="{0B4BFB64-0833-4E4C-907A-EA58F14AACA5}" presName="hierChild5" presStyleCnt="0"/>
      <dgm:spPr/>
    </dgm:pt>
    <dgm:pt modelId="{3E3EADC4-25B6-4DAA-8302-D2D1112D7E95}" type="pres">
      <dgm:prSet presAssocID="{26FE200D-45B8-4CDE-8FCB-7DDCB03B20E1}" presName="Name37" presStyleLbl="parChTrans1D2" presStyleIdx="5" presStyleCnt="6"/>
      <dgm:spPr/>
    </dgm:pt>
    <dgm:pt modelId="{DAE139B1-F340-4429-9BAE-0AD96FAB4BA1}" type="pres">
      <dgm:prSet presAssocID="{BAD1FB1A-E057-4FDF-8C2C-90305E9CC485}" presName="hierRoot2" presStyleCnt="0">
        <dgm:presLayoutVars>
          <dgm:hierBranch val="init"/>
        </dgm:presLayoutVars>
      </dgm:prSet>
      <dgm:spPr/>
    </dgm:pt>
    <dgm:pt modelId="{616A6B3E-2598-4C58-B1A2-57C4CF64E265}" type="pres">
      <dgm:prSet presAssocID="{BAD1FB1A-E057-4FDF-8C2C-90305E9CC485}" presName="rootComposite" presStyleCnt="0"/>
      <dgm:spPr/>
    </dgm:pt>
    <dgm:pt modelId="{A64A825D-4121-4BF3-81D9-6EFCE7F740D3}" type="pres">
      <dgm:prSet presAssocID="{BAD1FB1A-E057-4FDF-8C2C-90305E9CC485}" presName="rootText" presStyleLbl="node2" presStyleIdx="4" presStyleCnt="5">
        <dgm:presLayoutVars>
          <dgm:chPref val="3"/>
        </dgm:presLayoutVars>
      </dgm:prSet>
      <dgm:spPr/>
    </dgm:pt>
    <dgm:pt modelId="{79242100-4604-4E83-A552-7B3E71BB7353}" type="pres">
      <dgm:prSet presAssocID="{BAD1FB1A-E057-4FDF-8C2C-90305E9CC485}" presName="rootConnector" presStyleLbl="node2" presStyleIdx="4" presStyleCnt="5"/>
      <dgm:spPr/>
    </dgm:pt>
    <dgm:pt modelId="{6269616D-CA30-4ECD-A4CC-6E51C641AD9F}" type="pres">
      <dgm:prSet presAssocID="{BAD1FB1A-E057-4FDF-8C2C-90305E9CC485}" presName="hierChild4" presStyleCnt="0"/>
      <dgm:spPr/>
    </dgm:pt>
    <dgm:pt modelId="{2297195C-0E84-42A4-B604-FC5BB0B62301}" type="pres">
      <dgm:prSet presAssocID="{F7F10B3D-E1AB-4791-866D-C3A69206A1D5}" presName="Name37" presStyleLbl="parChTrans1D3" presStyleIdx="0" presStyleCnt="1"/>
      <dgm:spPr/>
    </dgm:pt>
    <dgm:pt modelId="{EFB96D80-7B0A-41C6-943A-83D30A9FBF1E}" type="pres">
      <dgm:prSet presAssocID="{CDA10ADC-F257-4B01-81B5-311D0E96D4CF}" presName="hierRoot2" presStyleCnt="0">
        <dgm:presLayoutVars>
          <dgm:hierBranch val="init"/>
        </dgm:presLayoutVars>
      </dgm:prSet>
      <dgm:spPr/>
    </dgm:pt>
    <dgm:pt modelId="{DE7D0C78-04FB-482A-978C-45958B850E50}" type="pres">
      <dgm:prSet presAssocID="{CDA10ADC-F257-4B01-81B5-311D0E96D4CF}" presName="rootComposite" presStyleCnt="0"/>
      <dgm:spPr/>
    </dgm:pt>
    <dgm:pt modelId="{676A2F32-22A2-4646-B9E8-0ED58B01DFCB}" type="pres">
      <dgm:prSet presAssocID="{CDA10ADC-F257-4B01-81B5-311D0E96D4CF}" presName="rootText" presStyleLbl="node3" presStyleIdx="0" presStyleCnt="1">
        <dgm:presLayoutVars>
          <dgm:chPref val="3"/>
        </dgm:presLayoutVars>
      </dgm:prSet>
      <dgm:spPr/>
    </dgm:pt>
    <dgm:pt modelId="{533DA68D-ACB1-4E42-B66B-0E88A61B1EDB}" type="pres">
      <dgm:prSet presAssocID="{CDA10ADC-F257-4B01-81B5-311D0E96D4CF}" presName="rootConnector" presStyleLbl="node3" presStyleIdx="0" presStyleCnt="1"/>
      <dgm:spPr/>
    </dgm:pt>
    <dgm:pt modelId="{BB4C9EBD-28D5-4C68-860D-3FAD3DAA0D67}" type="pres">
      <dgm:prSet presAssocID="{CDA10ADC-F257-4B01-81B5-311D0E96D4CF}" presName="hierChild4" presStyleCnt="0"/>
      <dgm:spPr/>
    </dgm:pt>
    <dgm:pt modelId="{2A26DE92-757A-4685-832B-E933FC7D0F35}" type="pres">
      <dgm:prSet presAssocID="{5E2E4F1B-150C-45B1-B104-169AC08E2B05}" presName="Name37" presStyleLbl="parChTrans1D4" presStyleIdx="0" presStyleCnt="1"/>
      <dgm:spPr/>
    </dgm:pt>
    <dgm:pt modelId="{197F35A8-91BD-4104-B19E-052711BB2F12}" type="pres">
      <dgm:prSet presAssocID="{8FC4C172-896E-4C5F-9764-C4045F2725F5}" presName="hierRoot2" presStyleCnt="0">
        <dgm:presLayoutVars>
          <dgm:hierBranch val="init"/>
        </dgm:presLayoutVars>
      </dgm:prSet>
      <dgm:spPr/>
    </dgm:pt>
    <dgm:pt modelId="{0A7CBE43-4B5E-4A8B-BDB3-9F6C5305EEB8}" type="pres">
      <dgm:prSet presAssocID="{8FC4C172-896E-4C5F-9764-C4045F2725F5}" presName="rootComposite" presStyleCnt="0"/>
      <dgm:spPr/>
    </dgm:pt>
    <dgm:pt modelId="{D013BD63-AAD8-4FBC-9C8F-9A78E2BF998D}" type="pres">
      <dgm:prSet presAssocID="{8FC4C172-896E-4C5F-9764-C4045F2725F5}" presName="rootText" presStyleLbl="node4" presStyleIdx="0" presStyleCnt="1">
        <dgm:presLayoutVars>
          <dgm:chPref val="3"/>
        </dgm:presLayoutVars>
      </dgm:prSet>
      <dgm:spPr/>
    </dgm:pt>
    <dgm:pt modelId="{D1BAF727-0704-4AE0-913F-1E168DA4110A}" type="pres">
      <dgm:prSet presAssocID="{8FC4C172-896E-4C5F-9764-C4045F2725F5}" presName="rootConnector" presStyleLbl="node4" presStyleIdx="0" presStyleCnt="1"/>
      <dgm:spPr/>
    </dgm:pt>
    <dgm:pt modelId="{1E9D927D-74CE-4398-A5CD-80E644965B9A}" type="pres">
      <dgm:prSet presAssocID="{8FC4C172-896E-4C5F-9764-C4045F2725F5}" presName="hierChild4" presStyleCnt="0"/>
      <dgm:spPr/>
    </dgm:pt>
    <dgm:pt modelId="{91D963BB-C1BB-4B62-A5F0-C77A134A0254}" type="pres">
      <dgm:prSet presAssocID="{8FC4C172-896E-4C5F-9764-C4045F2725F5}" presName="hierChild5" presStyleCnt="0"/>
      <dgm:spPr/>
    </dgm:pt>
    <dgm:pt modelId="{2BDDD081-EC21-49A1-A6A0-051CA5EA1E7C}" type="pres">
      <dgm:prSet presAssocID="{CDA10ADC-F257-4B01-81B5-311D0E96D4CF}" presName="hierChild5" presStyleCnt="0"/>
      <dgm:spPr/>
    </dgm:pt>
    <dgm:pt modelId="{399BFDF5-0D8F-423A-AAB1-6734CBEFF2BD}" type="pres">
      <dgm:prSet presAssocID="{BAD1FB1A-E057-4FDF-8C2C-90305E9CC485}" presName="hierChild5" presStyleCnt="0"/>
      <dgm:spPr/>
    </dgm:pt>
    <dgm:pt modelId="{E7E282F6-CCC3-4381-BAD9-6EA835219A31}" type="pres">
      <dgm:prSet presAssocID="{4C2EDC30-85C3-4758-9018-B2D6F8041440}" presName="hierChild3" presStyleCnt="0"/>
      <dgm:spPr/>
    </dgm:pt>
  </dgm:ptLst>
  <dgm:cxnLst>
    <dgm:cxn modelId="{3F8C8C00-5FC9-4279-8135-1D417D1D0767}" type="presOf" srcId="{3C2B7A5A-015E-420E-97B8-074FD41D9009}" destId="{C003D364-6EC9-4304-8661-6C043C6D549B}" srcOrd="0" destOrd="0" presId="urn:microsoft.com/office/officeart/2005/8/layout/orgChart1"/>
    <dgm:cxn modelId="{774D1E03-8A62-46DB-ACAB-889EBB88B5B2}" srcId="{4C2EDC30-85C3-4758-9018-B2D6F8041440}" destId="{0B4BFB64-0833-4E4C-907A-EA58F14AACA5}" srcOrd="0" destOrd="0" parTransId="{3C2B7A5A-015E-420E-97B8-074FD41D9009}" sibTransId="{DBD5D85A-63FD-4A72-A65E-D304E039BABC}"/>
    <dgm:cxn modelId="{CDE65606-70B4-4AAF-95B5-E921AF2CC16F}" type="presOf" srcId="{FA213747-6F65-4E97-9132-4CF834BBBC21}" destId="{03A45C9F-733B-4BDA-96B5-1BD272209F7C}" srcOrd="0" destOrd="0" presId="urn:microsoft.com/office/officeart/2005/8/layout/orgChart1"/>
    <dgm:cxn modelId="{072FE007-3743-49FE-A6BD-0518419B84A1}" type="presOf" srcId="{B91DBADF-50DA-42E9-84D8-68FC507996F6}" destId="{AE805180-41DD-480E-80A6-76F5D18EEACC}" srcOrd="1" destOrd="0" presId="urn:microsoft.com/office/officeart/2005/8/layout/orgChart1"/>
    <dgm:cxn modelId="{ED1C0E0F-A552-4757-9A37-ACAA932D1EBC}" type="presOf" srcId="{F7F10B3D-E1AB-4791-866D-C3A69206A1D5}" destId="{2297195C-0E84-42A4-B604-FC5BB0B62301}" srcOrd="0" destOrd="0" presId="urn:microsoft.com/office/officeart/2005/8/layout/orgChart1"/>
    <dgm:cxn modelId="{782EFD1C-89D6-45CE-AD4E-83FB567F7F17}" type="presOf" srcId="{0B4BFB64-0833-4E4C-907A-EA58F14AACA5}" destId="{9EE7FCD1-4207-4474-90B9-0A31E1D983D4}" srcOrd="0" destOrd="0" presId="urn:microsoft.com/office/officeart/2005/8/layout/orgChart1"/>
    <dgm:cxn modelId="{57930621-7A57-47DB-8A71-56B4776554C2}" srcId="{CDA10ADC-F257-4B01-81B5-311D0E96D4CF}" destId="{8FC4C172-896E-4C5F-9764-C4045F2725F5}" srcOrd="0" destOrd="0" parTransId="{5E2E4F1B-150C-45B1-B104-169AC08E2B05}" sibTransId="{73B411B5-ECD7-46D3-91F8-548A8CC378FD}"/>
    <dgm:cxn modelId="{314FD224-E988-4B11-B2BD-CBA1BB92CD82}" type="presOf" srcId="{BAD1FB1A-E057-4FDF-8C2C-90305E9CC485}" destId="{A64A825D-4121-4BF3-81D9-6EFCE7F740D3}" srcOrd="0" destOrd="0" presId="urn:microsoft.com/office/officeart/2005/8/layout/orgChart1"/>
    <dgm:cxn modelId="{60A04A29-7304-4CF2-B7FC-0C123259CD9C}" srcId="{B91DBADF-50DA-42E9-84D8-68FC507996F6}" destId="{D7E3F3F4-94B7-440C-9C1C-D7D36B8C38BF}" srcOrd="2" destOrd="0" parTransId="{63D74A77-5067-4123-976F-320C34E85B61}" sibTransId="{13F004C1-A7EE-4199-A3D7-C7FC3284DA35}"/>
    <dgm:cxn modelId="{7F243330-AFF1-4644-AC37-46D0DA655257}" srcId="{1EB612E2-D2F2-4DD2-9D1B-32E27A4427C8}" destId="{B91DBADF-50DA-42E9-84D8-68FC507996F6}" srcOrd="0" destOrd="0" parTransId="{38102416-D1D5-4DC2-BBED-D7B17AF660F3}" sibTransId="{9262366E-3776-41FE-9AA8-D1991105D559}"/>
    <dgm:cxn modelId="{B095CE30-A306-4C22-97DC-1AA8498992AE}" srcId="{B91DBADF-50DA-42E9-84D8-68FC507996F6}" destId="{51815BE3-6613-4C9D-84FE-DC5ADB30DCB1}" srcOrd="1" destOrd="0" parTransId="{C97E3A57-6920-4525-B611-994014831B3A}" sibTransId="{D240AD08-CE79-45DC-B9EC-DE1316CF5F30}"/>
    <dgm:cxn modelId="{5B2D5832-6268-41A4-9058-D605C1F4B521}" srcId="{1EB612E2-D2F2-4DD2-9D1B-32E27A4427C8}" destId="{4C2EDC30-85C3-4758-9018-B2D6F8041440}" srcOrd="1" destOrd="0" parTransId="{FAA7CC82-1634-49E4-B5B6-4253E28A8DAC}" sibTransId="{7476AAE2-B259-43D0-BCCE-3E2A7701FCA4}"/>
    <dgm:cxn modelId="{29C07E34-F70C-406A-9C97-AE7EF18C1002}" type="presOf" srcId="{4C2EDC30-85C3-4758-9018-B2D6F8041440}" destId="{D6F2EEBB-A273-4635-9181-21703ABF1825}" srcOrd="1" destOrd="0" presId="urn:microsoft.com/office/officeart/2005/8/layout/orgChart1"/>
    <dgm:cxn modelId="{2E5C6339-A12F-4DF2-AEB2-9D0615D75276}" type="presOf" srcId="{DF1791DF-90BD-4901-BFFE-7033053D4CF6}" destId="{FDB69B31-67A6-4FCD-BCF9-70C5262196DC}" srcOrd="0" destOrd="0" presId="urn:microsoft.com/office/officeart/2005/8/layout/orgChart1"/>
    <dgm:cxn modelId="{F3168A39-7246-45AC-95F9-E479577C6710}" type="presOf" srcId="{1EB612E2-D2F2-4DD2-9D1B-32E27A4427C8}" destId="{0FB3C89E-A4C0-48E7-91EE-A21CAD7C9C94}" srcOrd="0" destOrd="0" presId="urn:microsoft.com/office/officeart/2005/8/layout/orgChart1"/>
    <dgm:cxn modelId="{87161D3A-7BB2-4C7B-9C01-28170AE91C01}" type="presOf" srcId="{BAD1FB1A-E057-4FDF-8C2C-90305E9CC485}" destId="{79242100-4604-4E83-A552-7B3E71BB7353}" srcOrd="1" destOrd="0" presId="urn:microsoft.com/office/officeart/2005/8/layout/orgChart1"/>
    <dgm:cxn modelId="{CF2B4262-4F1B-423F-9ADC-0A5C7FB2088B}" type="presOf" srcId="{D7E3F3F4-94B7-440C-9C1C-D7D36B8C38BF}" destId="{26DD778F-2CEB-45AC-93B4-37B364552E1D}" srcOrd="1" destOrd="0" presId="urn:microsoft.com/office/officeart/2005/8/layout/orgChart1"/>
    <dgm:cxn modelId="{DEEA3068-E451-4399-A8AF-5827D1DE4992}" type="presOf" srcId="{8FC4C172-896E-4C5F-9764-C4045F2725F5}" destId="{D013BD63-AAD8-4FBC-9C8F-9A78E2BF998D}" srcOrd="0" destOrd="0" presId="urn:microsoft.com/office/officeart/2005/8/layout/orgChart1"/>
    <dgm:cxn modelId="{F01E3249-CA19-4268-BA82-16330A89D2EF}" type="presOf" srcId="{0B4BFB64-0833-4E4C-907A-EA58F14AACA5}" destId="{F1B05707-D291-4583-BAAC-D25A7DBC24F6}" srcOrd="1" destOrd="0" presId="urn:microsoft.com/office/officeart/2005/8/layout/orgChart1"/>
    <dgm:cxn modelId="{42ED2A4A-E8CE-4F84-8A82-3E3A3D4D8B53}" type="presOf" srcId="{51815BE3-6613-4C9D-84FE-DC5ADB30DCB1}" destId="{7AD595E5-F4AB-4C51-8844-B2A9F4AB8B53}" srcOrd="0" destOrd="0" presId="urn:microsoft.com/office/officeart/2005/8/layout/orgChart1"/>
    <dgm:cxn modelId="{02F2DF71-9352-4867-95D2-7CE824215D21}" type="presOf" srcId="{BDECD9FB-7A51-473F-B348-CACF23BD39ED}" destId="{EA8C1ADF-0665-4F23-A5BC-55F8B354A6BD}" srcOrd="0" destOrd="0" presId="urn:microsoft.com/office/officeart/2005/8/layout/orgChart1"/>
    <dgm:cxn modelId="{89EEF474-E08A-47D6-8219-5521CA98351B}" type="presOf" srcId="{8FC4C172-896E-4C5F-9764-C4045F2725F5}" destId="{D1BAF727-0704-4AE0-913F-1E168DA4110A}" srcOrd="1" destOrd="0" presId="urn:microsoft.com/office/officeart/2005/8/layout/orgChart1"/>
    <dgm:cxn modelId="{A7071A55-C308-47A3-8BCB-BA329834A584}" type="presOf" srcId="{B91DBADF-50DA-42E9-84D8-68FC507996F6}" destId="{CC26AB3A-9D5C-4581-9D2B-BD2D53D36980}" srcOrd="0" destOrd="0" presId="urn:microsoft.com/office/officeart/2005/8/layout/orgChart1"/>
    <dgm:cxn modelId="{5B0F1A55-5DA1-4BB5-B589-77151BEFAD0A}" type="presOf" srcId="{CDA10ADC-F257-4B01-81B5-311D0E96D4CF}" destId="{676A2F32-22A2-4646-B9E8-0ED58B01DFCB}" srcOrd="0" destOrd="0" presId="urn:microsoft.com/office/officeart/2005/8/layout/orgChart1"/>
    <dgm:cxn modelId="{54061257-D4AB-414E-8F24-5C9BE9151598}" type="presOf" srcId="{FA213747-6F65-4E97-9132-4CF834BBBC21}" destId="{CC2C1CCC-1725-4363-92BD-ABA663034F1B}" srcOrd="1" destOrd="0" presId="urn:microsoft.com/office/officeart/2005/8/layout/orgChart1"/>
    <dgm:cxn modelId="{77856A7B-C245-4A3B-9061-AF1DD3EE1DA0}" type="presOf" srcId="{C97E3A57-6920-4525-B611-994014831B3A}" destId="{271C8A78-6096-497B-B7F0-581AF4EF7641}" srcOrd="0" destOrd="0" presId="urn:microsoft.com/office/officeart/2005/8/layout/orgChart1"/>
    <dgm:cxn modelId="{1D30C47C-1F4C-4B28-8718-7ED365182F8F}" srcId="{BAD1FB1A-E057-4FDF-8C2C-90305E9CC485}" destId="{CDA10ADC-F257-4B01-81B5-311D0E96D4CF}" srcOrd="0" destOrd="0" parTransId="{F7F10B3D-E1AB-4791-866D-C3A69206A1D5}" sibTransId="{001597EF-489E-40EC-B110-1B16BC85E8B5}"/>
    <dgm:cxn modelId="{89B39482-5AD6-4413-A652-16EF5923F8AE}" type="presOf" srcId="{26FE200D-45B8-4CDE-8FCB-7DDCB03B20E1}" destId="{3E3EADC4-25B6-4DAA-8302-D2D1112D7E95}" srcOrd="0" destOrd="0" presId="urn:microsoft.com/office/officeart/2005/8/layout/orgChart1"/>
    <dgm:cxn modelId="{99B4DF89-2239-42A1-9B3A-38A1C47922BE}" type="presOf" srcId="{CDA10ADC-F257-4B01-81B5-311D0E96D4CF}" destId="{533DA68D-ACB1-4E42-B66B-0E88A61B1EDB}" srcOrd="1" destOrd="0" presId="urn:microsoft.com/office/officeart/2005/8/layout/orgChart1"/>
    <dgm:cxn modelId="{F0B1B392-7419-4036-A2FC-97995A66D984}" type="presOf" srcId="{5E2E4F1B-150C-45B1-B104-169AC08E2B05}" destId="{2A26DE92-757A-4685-832B-E933FC7D0F35}" srcOrd="0" destOrd="0" presId="urn:microsoft.com/office/officeart/2005/8/layout/orgChart1"/>
    <dgm:cxn modelId="{104C9E95-8B0B-4714-84B7-FDF022E280C9}" type="presOf" srcId="{D7E3F3F4-94B7-440C-9C1C-D7D36B8C38BF}" destId="{D3364D21-3E3C-451A-B4F1-43FE8FC2D7A7}" srcOrd="0" destOrd="0" presId="urn:microsoft.com/office/officeart/2005/8/layout/orgChart1"/>
    <dgm:cxn modelId="{CA6C4BA6-FF5E-4357-B183-B204A2FDCA57}" srcId="{B91DBADF-50DA-42E9-84D8-68FC507996F6}" destId="{BDECD9FB-7A51-473F-B348-CACF23BD39ED}" srcOrd="3" destOrd="0" parTransId="{DF1791DF-90BD-4901-BFFE-7033053D4CF6}" sibTransId="{510A8B9B-335C-4D27-8AB1-850FD198667B}"/>
    <dgm:cxn modelId="{D4899DA9-69FB-4EB7-B494-00F99F0F27A5}" srcId="{B91DBADF-50DA-42E9-84D8-68FC507996F6}" destId="{FA213747-6F65-4E97-9132-4CF834BBBC21}" srcOrd="0" destOrd="0" parTransId="{638C08C4-6F0A-49EC-84E4-E4CCF8B82E61}" sibTransId="{18114926-B16E-41E1-8BB2-4837B34A8650}"/>
    <dgm:cxn modelId="{7E84C1AA-0CF0-4303-B262-4725241B2F6C}" type="presOf" srcId="{BDECD9FB-7A51-473F-B348-CACF23BD39ED}" destId="{08E1892D-B4A5-4A12-A7BB-39E13419A61C}" srcOrd="1" destOrd="0" presId="urn:microsoft.com/office/officeart/2005/8/layout/orgChart1"/>
    <dgm:cxn modelId="{E40D4EAC-516A-47F7-A6AC-4104ECEC92E2}" type="presOf" srcId="{63D74A77-5067-4123-976F-320C34E85B61}" destId="{C07ABF09-6610-404C-926B-DE57CFB6880F}" srcOrd="0" destOrd="0" presId="urn:microsoft.com/office/officeart/2005/8/layout/orgChart1"/>
    <dgm:cxn modelId="{1FB4FBC1-1114-40DF-BB6E-D496D64B7223}" type="presOf" srcId="{638C08C4-6F0A-49EC-84E4-E4CCF8B82E61}" destId="{CB911B0F-D0A3-4B11-8508-4A706E0867CC}" srcOrd="0" destOrd="0" presId="urn:microsoft.com/office/officeart/2005/8/layout/orgChart1"/>
    <dgm:cxn modelId="{ADB57EC9-605F-487C-A866-9AEB8E1511F6}" srcId="{4C2EDC30-85C3-4758-9018-B2D6F8041440}" destId="{BAD1FB1A-E057-4FDF-8C2C-90305E9CC485}" srcOrd="1" destOrd="0" parTransId="{26FE200D-45B8-4CDE-8FCB-7DDCB03B20E1}" sibTransId="{FAEAD8E4-6ECD-4443-AC1E-7C59EF014B5D}"/>
    <dgm:cxn modelId="{D79AA0E1-C28B-4D1C-964D-5CBC9ABF654F}" type="presOf" srcId="{51815BE3-6613-4C9D-84FE-DC5ADB30DCB1}" destId="{277A5157-C99E-49BB-8C67-993C30026009}" srcOrd="1" destOrd="0" presId="urn:microsoft.com/office/officeart/2005/8/layout/orgChart1"/>
    <dgm:cxn modelId="{74E829EC-948D-4B4A-89D6-692F3043EF19}" type="presOf" srcId="{4C2EDC30-85C3-4758-9018-B2D6F8041440}" destId="{460FC1B4-3167-4288-A9A6-1447C60617CC}" srcOrd="0" destOrd="0" presId="urn:microsoft.com/office/officeart/2005/8/layout/orgChart1"/>
    <dgm:cxn modelId="{9EEE23EC-D7BD-4100-B17C-5E746237E1F3}" type="presParOf" srcId="{0FB3C89E-A4C0-48E7-91EE-A21CAD7C9C94}" destId="{CC545506-0E7C-40A8-AAE5-ADD6B16CF9B4}" srcOrd="0" destOrd="0" presId="urn:microsoft.com/office/officeart/2005/8/layout/orgChart1"/>
    <dgm:cxn modelId="{3C071F02-2392-4C97-9AB3-D7E350CE101A}" type="presParOf" srcId="{CC545506-0E7C-40A8-AAE5-ADD6B16CF9B4}" destId="{408E3CC4-97F3-435F-AB11-FD0F40DA51C1}" srcOrd="0" destOrd="0" presId="urn:microsoft.com/office/officeart/2005/8/layout/orgChart1"/>
    <dgm:cxn modelId="{4E9CDF27-ABC1-400E-9895-3ECA91D15C29}" type="presParOf" srcId="{408E3CC4-97F3-435F-AB11-FD0F40DA51C1}" destId="{CC26AB3A-9D5C-4581-9D2B-BD2D53D36980}" srcOrd="0" destOrd="0" presId="urn:microsoft.com/office/officeart/2005/8/layout/orgChart1"/>
    <dgm:cxn modelId="{6284942A-EB9F-4A1C-9E83-2CB32BE3B49C}" type="presParOf" srcId="{408E3CC4-97F3-435F-AB11-FD0F40DA51C1}" destId="{AE805180-41DD-480E-80A6-76F5D18EEACC}" srcOrd="1" destOrd="0" presId="urn:microsoft.com/office/officeart/2005/8/layout/orgChart1"/>
    <dgm:cxn modelId="{6381E5C2-C158-496D-BC99-3B59F4F54F7A}" type="presParOf" srcId="{CC545506-0E7C-40A8-AAE5-ADD6B16CF9B4}" destId="{8037BC9A-7748-41AF-9A6A-A5EC8E4384D7}" srcOrd="1" destOrd="0" presId="urn:microsoft.com/office/officeart/2005/8/layout/orgChart1"/>
    <dgm:cxn modelId="{41258A6D-CB5A-455E-B28B-E51A6EC3061F}" type="presParOf" srcId="{8037BC9A-7748-41AF-9A6A-A5EC8E4384D7}" destId="{271C8A78-6096-497B-B7F0-581AF4EF7641}" srcOrd="0" destOrd="0" presId="urn:microsoft.com/office/officeart/2005/8/layout/orgChart1"/>
    <dgm:cxn modelId="{A7DFD826-DB85-47E6-A63D-68DF862ED5AD}" type="presParOf" srcId="{8037BC9A-7748-41AF-9A6A-A5EC8E4384D7}" destId="{156B52CB-28A2-442A-AAC1-9AC302C5C9B7}" srcOrd="1" destOrd="0" presId="urn:microsoft.com/office/officeart/2005/8/layout/orgChart1"/>
    <dgm:cxn modelId="{65CAD08F-E2E8-4F73-A0A8-08A950BE2820}" type="presParOf" srcId="{156B52CB-28A2-442A-AAC1-9AC302C5C9B7}" destId="{F0EDDC3E-4FD1-4F39-AD43-E5A661D1FAB2}" srcOrd="0" destOrd="0" presId="urn:microsoft.com/office/officeart/2005/8/layout/orgChart1"/>
    <dgm:cxn modelId="{D88FCF6C-E2BF-462E-A41D-EA0690E4B70C}" type="presParOf" srcId="{F0EDDC3E-4FD1-4F39-AD43-E5A661D1FAB2}" destId="{7AD595E5-F4AB-4C51-8844-B2A9F4AB8B53}" srcOrd="0" destOrd="0" presId="urn:microsoft.com/office/officeart/2005/8/layout/orgChart1"/>
    <dgm:cxn modelId="{BB15FD39-FA6E-40C1-AF39-D4370FF05CD4}" type="presParOf" srcId="{F0EDDC3E-4FD1-4F39-AD43-E5A661D1FAB2}" destId="{277A5157-C99E-49BB-8C67-993C30026009}" srcOrd="1" destOrd="0" presId="urn:microsoft.com/office/officeart/2005/8/layout/orgChart1"/>
    <dgm:cxn modelId="{713AE73D-717B-4211-829E-AD3C521DCA6D}" type="presParOf" srcId="{156B52CB-28A2-442A-AAC1-9AC302C5C9B7}" destId="{7D798F87-3E6A-470D-9704-1AD921E5579A}" srcOrd="1" destOrd="0" presId="urn:microsoft.com/office/officeart/2005/8/layout/orgChart1"/>
    <dgm:cxn modelId="{7A6F3411-2AA7-4DFE-9479-432F5EB1E01C}" type="presParOf" srcId="{156B52CB-28A2-442A-AAC1-9AC302C5C9B7}" destId="{49C9FB94-E89D-4871-98FD-5B07F77F2430}" srcOrd="2" destOrd="0" presId="urn:microsoft.com/office/officeart/2005/8/layout/orgChart1"/>
    <dgm:cxn modelId="{C4B01792-8618-498D-B3B1-8566B4D8DFFD}" type="presParOf" srcId="{8037BC9A-7748-41AF-9A6A-A5EC8E4384D7}" destId="{C07ABF09-6610-404C-926B-DE57CFB6880F}" srcOrd="2" destOrd="0" presId="urn:microsoft.com/office/officeart/2005/8/layout/orgChart1"/>
    <dgm:cxn modelId="{8492F695-B153-46E8-96CC-2BBF021E7FDF}" type="presParOf" srcId="{8037BC9A-7748-41AF-9A6A-A5EC8E4384D7}" destId="{30AF2DE5-D230-40B4-8741-E5F4F4C3CAEB}" srcOrd="3" destOrd="0" presId="urn:microsoft.com/office/officeart/2005/8/layout/orgChart1"/>
    <dgm:cxn modelId="{FE249E87-0E81-4290-8590-BD2C85839514}" type="presParOf" srcId="{30AF2DE5-D230-40B4-8741-E5F4F4C3CAEB}" destId="{ED9FBDE2-F858-41E9-99A8-3F6A52882564}" srcOrd="0" destOrd="0" presId="urn:microsoft.com/office/officeart/2005/8/layout/orgChart1"/>
    <dgm:cxn modelId="{27393304-258C-4FE8-ACA0-C10C9C5BD5AB}" type="presParOf" srcId="{ED9FBDE2-F858-41E9-99A8-3F6A52882564}" destId="{D3364D21-3E3C-451A-B4F1-43FE8FC2D7A7}" srcOrd="0" destOrd="0" presId="urn:microsoft.com/office/officeart/2005/8/layout/orgChart1"/>
    <dgm:cxn modelId="{B4FB9821-CC6E-4931-A84D-7915AFA61B4E}" type="presParOf" srcId="{ED9FBDE2-F858-41E9-99A8-3F6A52882564}" destId="{26DD778F-2CEB-45AC-93B4-37B364552E1D}" srcOrd="1" destOrd="0" presId="urn:microsoft.com/office/officeart/2005/8/layout/orgChart1"/>
    <dgm:cxn modelId="{5EACA441-C4E0-4D79-9AD7-F45EB09B79DF}" type="presParOf" srcId="{30AF2DE5-D230-40B4-8741-E5F4F4C3CAEB}" destId="{A5D302D3-DA94-4EBA-86DF-C7567B966DA0}" srcOrd="1" destOrd="0" presId="urn:microsoft.com/office/officeart/2005/8/layout/orgChart1"/>
    <dgm:cxn modelId="{DCBCF4CA-47DC-4F91-9905-A952352FE7F4}" type="presParOf" srcId="{30AF2DE5-D230-40B4-8741-E5F4F4C3CAEB}" destId="{C34A2255-8901-44B7-903B-F0378AE90B7D}" srcOrd="2" destOrd="0" presId="urn:microsoft.com/office/officeart/2005/8/layout/orgChart1"/>
    <dgm:cxn modelId="{D3040312-77D8-4637-98AA-51DE1308EA08}" type="presParOf" srcId="{8037BC9A-7748-41AF-9A6A-A5EC8E4384D7}" destId="{FDB69B31-67A6-4FCD-BCF9-70C5262196DC}" srcOrd="4" destOrd="0" presId="urn:microsoft.com/office/officeart/2005/8/layout/orgChart1"/>
    <dgm:cxn modelId="{41FF2951-8286-462D-86AB-0CFD3B18A115}" type="presParOf" srcId="{8037BC9A-7748-41AF-9A6A-A5EC8E4384D7}" destId="{EE328C5C-F596-4DEB-9A0C-02D7B45BB500}" srcOrd="5" destOrd="0" presId="urn:microsoft.com/office/officeart/2005/8/layout/orgChart1"/>
    <dgm:cxn modelId="{A7D5EAB1-198B-4012-829C-5700497EE45C}" type="presParOf" srcId="{EE328C5C-F596-4DEB-9A0C-02D7B45BB500}" destId="{AADFFDC3-2AE8-4726-A89A-AFF9B624F2B0}" srcOrd="0" destOrd="0" presId="urn:microsoft.com/office/officeart/2005/8/layout/orgChart1"/>
    <dgm:cxn modelId="{8F0460D3-64FE-4316-A06F-BDDA66B603AA}" type="presParOf" srcId="{AADFFDC3-2AE8-4726-A89A-AFF9B624F2B0}" destId="{EA8C1ADF-0665-4F23-A5BC-55F8B354A6BD}" srcOrd="0" destOrd="0" presId="urn:microsoft.com/office/officeart/2005/8/layout/orgChart1"/>
    <dgm:cxn modelId="{FB8E287F-0EFD-4C29-86AF-730A9A1F276C}" type="presParOf" srcId="{AADFFDC3-2AE8-4726-A89A-AFF9B624F2B0}" destId="{08E1892D-B4A5-4A12-A7BB-39E13419A61C}" srcOrd="1" destOrd="0" presId="urn:microsoft.com/office/officeart/2005/8/layout/orgChart1"/>
    <dgm:cxn modelId="{7EF639DD-4536-4009-BBE0-471328F02E0D}" type="presParOf" srcId="{EE328C5C-F596-4DEB-9A0C-02D7B45BB500}" destId="{FF505753-0D00-4FDF-929E-EAE709EE2D67}" srcOrd="1" destOrd="0" presId="urn:microsoft.com/office/officeart/2005/8/layout/orgChart1"/>
    <dgm:cxn modelId="{387654F0-4F35-4CF2-A333-314E1AB98F47}" type="presParOf" srcId="{EE328C5C-F596-4DEB-9A0C-02D7B45BB500}" destId="{0110365B-54A3-4AAA-A355-F391709EDEF5}" srcOrd="2" destOrd="0" presId="urn:microsoft.com/office/officeart/2005/8/layout/orgChart1"/>
    <dgm:cxn modelId="{AB5F33AD-46FB-4949-989F-EB14E286F844}" type="presParOf" srcId="{CC545506-0E7C-40A8-AAE5-ADD6B16CF9B4}" destId="{99B9CC4B-FD7A-498C-87CC-015287155036}" srcOrd="2" destOrd="0" presId="urn:microsoft.com/office/officeart/2005/8/layout/orgChart1"/>
    <dgm:cxn modelId="{F9D82D78-1057-481F-ABBD-24C761A29448}" type="presParOf" srcId="{99B9CC4B-FD7A-498C-87CC-015287155036}" destId="{CB911B0F-D0A3-4B11-8508-4A706E0867CC}" srcOrd="0" destOrd="0" presId="urn:microsoft.com/office/officeart/2005/8/layout/orgChart1"/>
    <dgm:cxn modelId="{DB8DB8B6-5CE1-4E72-9FC3-077028B48E95}" type="presParOf" srcId="{99B9CC4B-FD7A-498C-87CC-015287155036}" destId="{89DC4B31-B2C4-4165-8C75-67288AEFBCEC}" srcOrd="1" destOrd="0" presId="urn:microsoft.com/office/officeart/2005/8/layout/orgChart1"/>
    <dgm:cxn modelId="{D1DE264E-483A-46FA-93BF-08BE0D5DB713}" type="presParOf" srcId="{89DC4B31-B2C4-4165-8C75-67288AEFBCEC}" destId="{C5DDE919-FBEB-4630-9423-2011ECDE3433}" srcOrd="0" destOrd="0" presId="urn:microsoft.com/office/officeart/2005/8/layout/orgChart1"/>
    <dgm:cxn modelId="{A66A1CC5-C566-40FD-A01F-BDD1B41E52E3}" type="presParOf" srcId="{C5DDE919-FBEB-4630-9423-2011ECDE3433}" destId="{03A45C9F-733B-4BDA-96B5-1BD272209F7C}" srcOrd="0" destOrd="0" presId="urn:microsoft.com/office/officeart/2005/8/layout/orgChart1"/>
    <dgm:cxn modelId="{C4F9BDA1-C76C-4B31-AF83-86037F7832D0}" type="presParOf" srcId="{C5DDE919-FBEB-4630-9423-2011ECDE3433}" destId="{CC2C1CCC-1725-4363-92BD-ABA663034F1B}" srcOrd="1" destOrd="0" presId="urn:microsoft.com/office/officeart/2005/8/layout/orgChart1"/>
    <dgm:cxn modelId="{BD4DE80D-7619-42FE-9461-18748F4197CA}" type="presParOf" srcId="{89DC4B31-B2C4-4165-8C75-67288AEFBCEC}" destId="{7A09221F-70F4-4648-AD90-CC0349DBDB19}" srcOrd="1" destOrd="0" presId="urn:microsoft.com/office/officeart/2005/8/layout/orgChart1"/>
    <dgm:cxn modelId="{E035DB83-FEF3-4490-9B87-4A2A0C281A8C}" type="presParOf" srcId="{89DC4B31-B2C4-4165-8C75-67288AEFBCEC}" destId="{F7291177-C28A-4B7A-BB42-A71371B7E4AA}" srcOrd="2" destOrd="0" presId="urn:microsoft.com/office/officeart/2005/8/layout/orgChart1"/>
    <dgm:cxn modelId="{0E68CA56-4E50-41B0-91EE-5FEAD50D33F1}" type="presParOf" srcId="{0FB3C89E-A4C0-48E7-91EE-A21CAD7C9C94}" destId="{4C9B26FB-C2BA-4E96-B8E5-E7856DCF055F}" srcOrd="1" destOrd="0" presId="urn:microsoft.com/office/officeart/2005/8/layout/orgChart1"/>
    <dgm:cxn modelId="{E0C0FD59-3B94-4CC8-AB77-FCA7D911B3AA}" type="presParOf" srcId="{4C9B26FB-C2BA-4E96-B8E5-E7856DCF055F}" destId="{A93FC7DE-6490-4006-B882-012E36B25590}" srcOrd="0" destOrd="0" presId="urn:microsoft.com/office/officeart/2005/8/layout/orgChart1"/>
    <dgm:cxn modelId="{6C7D98E5-E8A8-4E05-AFFC-C489D128EF7C}" type="presParOf" srcId="{A93FC7DE-6490-4006-B882-012E36B25590}" destId="{460FC1B4-3167-4288-A9A6-1447C60617CC}" srcOrd="0" destOrd="0" presId="urn:microsoft.com/office/officeart/2005/8/layout/orgChart1"/>
    <dgm:cxn modelId="{F5D42F61-88BA-4BCA-A1EB-CF427E9D08FF}" type="presParOf" srcId="{A93FC7DE-6490-4006-B882-012E36B25590}" destId="{D6F2EEBB-A273-4635-9181-21703ABF1825}" srcOrd="1" destOrd="0" presId="urn:microsoft.com/office/officeart/2005/8/layout/orgChart1"/>
    <dgm:cxn modelId="{FAE7CE3F-393C-49AA-BC5F-319AE07AE3F0}" type="presParOf" srcId="{4C9B26FB-C2BA-4E96-B8E5-E7856DCF055F}" destId="{B52FA419-EED8-4F39-9123-AEF95DD72739}" srcOrd="1" destOrd="0" presId="urn:microsoft.com/office/officeart/2005/8/layout/orgChart1"/>
    <dgm:cxn modelId="{C86BCCE4-80F3-4DDD-8864-393219935763}" type="presParOf" srcId="{B52FA419-EED8-4F39-9123-AEF95DD72739}" destId="{C003D364-6EC9-4304-8661-6C043C6D549B}" srcOrd="0" destOrd="0" presId="urn:microsoft.com/office/officeart/2005/8/layout/orgChart1"/>
    <dgm:cxn modelId="{095D5407-EFB7-4900-B4BD-720F0992714F}" type="presParOf" srcId="{B52FA419-EED8-4F39-9123-AEF95DD72739}" destId="{3680BE0F-05DA-4647-8DD7-1F540C8BEC35}" srcOrd="1" destOrd="0" presId="urn:microsoft.com/office/officeart/2005/8/layout/orgChart1"/>
    <dgm:cxn modelId="{50705E79-6062-48C9-83FC-35C5DEF61B0D}" type="presParOf" srcId="{3680BE0F-05DA-4647-8DD7-1F540C8BEC35}" destId="{027D1E04-8CDD-4B3E-9DDC-4109AF4DCA87}" srcOrd="0" destOrd="0" presId="urn:microsoft.com/office/officeart/2005/8/layout/orgChart1"/>
    <dgm:cxn modelId="{54A3FF11-2E24-499B-B43A-A70BE34DCE34}" type="presParOf" srcId="{027D1E04-8CDD-4B3E-9DDC-4109AF4DCA87}" destId="{9EE7FCD1-4207-4474-90B9-0A31E1D983D4}" srcOrd="0" destOrd="0" presId="urn:microsoft.com/office/officeart/2005/8/layout/orgChart1"/>
    <dgm:cxn modelId="{000F4BBC-BFDC-49F7-B303-02BDB31AC300}" type="presParOf" srcId="{027D1E04-8CDD-4B3E-9DDC-4109AF4DCA87}" destId="{F1B05707-D291-4583-BAAC-D25A7DBC24F6}" srcOrd="1" destOrd="0" presId="urn:microsoft.com/office/officeart/2005/8/layout/orgChart1"/>
    <dgm:cxn modelId="{DAF8117A-5FDA-4940-8600-3EBED91D1A91}" type="presParOf" srcId="{3680BE0F-05DA-4647-8DD7-1F540C8BEC35}" destId="{58FDFA2B-C97E-4C3B-B903-162E94FE9D26}" srcOrd="1" destOrd="0" presId="urn:microsoft.com/office/officeart/2005/8/layout/orgChart1"/>
    <dgm:cxn modelId="{84354E4F-B300-42E9-8E54-7F97537E24E4}" type="presParOf" srcId="{3680BE0F-05DA-4647-8DD7-1F540C8BEC35}" destId="{D72450A6-825F-43D6-A9FB-7D2ED1D0D721}" srcOrd="2" destOrd="0" presId="urn:microsoft.com/office/officeart/2005/8/layout/orgChart1"/>
    <dgm:cxn modelId="{C4A6586D-F034-40D9-A06E-D12D2BF3A1BF}" type="presParOf" srcId="{B52FA419-EED8-4F39-9123-AEF95DD72739}" destId="{3E3EADC4-25B6-4DAA-8302-D2D1112D7E95}" srcOrd="2" destOrd="0" presId="urn:microsoft.com/office/officeart/2005/8/layout/orgChart1"/>
    <dgm:cxn modelId="{FA366DFA-5645-4713-8B30-7C0E054621E6}" type="presParOf" srcId="{B52FA419-EED8-4F39-9123-AEF95DD72739}" destId="{DAE139B1-F340-4429-9BAE-0AD96FAB4BA1}" srcOrd="3" destOrd="0" presId="urn:microsoft.com/office/officeart/2005/8/layout/orgChart1"/>
    <dgm:cxn modelId="{12CDC2EF-42AF-4935-88E8-F258C391E436}" type="presParOf" srcId="{DAE139B1-F340-4429-9BAE-0AD96FAB4BA1}" destId="{616A6B3E-2598-4C58-B1A2-57C4CF64E265}" srcOrd="0" destOrd="0" presId="urn:microsoft.com/office/officeart/2005/8/layout/orgChart1"/>
    <dgm:cxn modelId="{902E957A-EC58-42DC-8B95-5F98B25C6F96}" type="presParOf" srcId="{616A6B3E-2598-4C58-B1A2-57C4CF64E265}" destId="{A64A825D-4121-4BF3-81D9-6EFCE7F740D3}" srcOrd="0" destOrd="0" presId="urn:microsoft.com/office/officeart/2005/8/layout/orgChart1"/>
    <dgm:cxn modelId="{3CE72580-9EC6-4D21-A44D-340EC287D099}" type="presParOf" srcId="{616A6B3E-2598-4C58-B1A2-57C4CF64E265}" destId="{79242100-4604-4E83-A552-7B3E71BB7353}" srcOrd="1" destOrd="0" presId="urn:microsoft.com/office/officeart/2005/8/layout/orgChart1"/>
    <dgm:cxn modelId="{17DD9D6A-AF03-4FFA-A90F-B097EC9BAF52}" type="presParOf" srcId="{DAE139B1-F340-4429-9BAE-0AD96FAB4BA1}" destId="{6269616D-CA30-4ECD-A4CC-6E51C641AD9F}" srcOrd="1" destOrd="0" presId="urn:microsoft.com/office/officeart/2005/8/layout/orgChart1"/>
    <dgm:cxn modelId="{F3BE90E2-7013-4581-BA34-ED9B502941A9}" type="presParOf" srcId="{6269616D-CA30-4ECD-A4CC-6E51C641AD9F}" destId="{2297195C-0E84-42A4-B604-FC5BB0B62301}" srcOrd="0" destOrd="0" presId="urn:microsoft.com/office/officeart/2005/8/layout/orgChart1"/>
    <dgm:cxn modelId="{30BDA541-5BA4-4856-9C6D-A0988E3F0C9A}" type="presParOf" srcId="{6269616D-CA30-4ECD-A4CC-6E51C641AD9F}" destId="{EFB96D80-7B0A-41C6-943A-83D30A9FBF1E}" srcOrd="1" destOrd="0" presId="urn:microsoft.com/office/officeart/2005/8/layout/orgChart1"/>
    <dgm:cxn modelId="{1ECB9FBD-5BCA-40CB-9E9A-7DAFD37B8FF2}" type="presParOf" srcId="{EFB96D80-7B0A-41C6-943A-83D30A9FBF1E}" destId="{DE7D0C78-04FB-482A-978C-45958B850E50}" srcOrd="0" destOrd="0" presId="urn:microsoft.com/office/officeart/2005/8/layout/orgChart1"/>
    <dgm:cxn modelId="{993F623D-9E2D-4A5A-B2E0-8A3892AD33C1}" type="presParOf" srcId="{DE7D0C78-04FB-482A-978C-45958B850E50}" destId="{676A2F32-22A2-4646-B9E8-0ED58B01DFCB}" srcOrd="0" destOrd="0" presId="urn:microsoft.com/office/officeart/2005/8/layout/orgChart1"/>
    <dgm:cxn modelId="{DB0F45E6-FA24-41EE-B447-4B0C4FDFDC03}" type="presParOf" srcId="{DE7D0C78-04FB-482A-978C-45958B850E50}" destId="{533DA68D-ACB1-4E42-B66B-0E88A61B1EDB}" srcOrd="1" destOrd="0" presId="urn:microsoft.com/office/officeart/2005/8/layout/orgChart1"/>
    <dgm:cxn modelId="{D1D65059-C5FA-435F-BB94-38D7761A62F3}" type="presParOf" srcId="{EFB96D80-7B0A-41C6-943A-83D30A9FBF1E}" destId="{BB4C9EBD-28D5-4C68-860D-3FAD3DAA0D67}" srcOrd="1" destOrd="0" presId="urn:microsoft.com/office/officeart/2005/8/layout/orgChart1"/>
    <dgm:cxn modelId="{AAD0067F-75BC-4BEF-9ED5-A3A1F651FF74}" type="presParOf" srcId="{BB4C9EBD-28D5-4C68-860D-3FAD3DAA0D67}" destId="{2A26DE92-757A-4685-832B-E933FC7D0F35}" srcOrd="0" destOrd="0" presId="urn:microsoft.com/office/officeart/2005/8/layout/orgChart1"/>
    <dgm:cxn modelId="{1D4E8F90-4AC3-4239-9421-0A73C304A45A}" type="presParOf" srcId="{BB4C9EBD-28D5-4C68-860D-3FAD3DAA0D67}" destId="{197F35A8-91BD-4104-B19E-052711BB2F12}" srcOrd="1" destOrd="0" presId="urn:microsoft.com/office/officeart/2005/8/layout/orgChart1"/>
    <dgm:cxn modelId="{1908F97A-B175-4CB0-8074-3EC8F6891BDE}" type="presParOf" srcId="{197F35A8-91BD-4104-B19E-052711BB2F12}" destId="{0A7CBE43-4B5E-4A8B-BDB3-9F6C5305EEB8}" srcOrd="0" destOrd="0" presId="urn:microsoft.com/office/officeart/2005/8/layout/orgChart1"/>
    <dgm:cxn modelId="{877F3C14-FE19-4221-AF1B-55F728116872}" type="presParOf" srcId="{0A7CBE43-4B5E-4A8B-BDB3-9F6C5305EEB8}" destId="{D013BD63-AAD8-4FBC-9C8F-9A78E2BF998D}" srcOrd="0" destOrd="0" presId="urn:microsoft.com/office/officeart/2005/8/layout/orgChart1"/>
    <dgm:cxn modelId="{F9519C7B-4063-4BD5-9D8E-DC553BA2A617}" type="presParOf" srcId="{0A7CBE43-4B5E-4A8B-BDB3-9F6C5305EEB8}" destId="{D1BAF727-0704-4AE0-913F-1E168DA4110A}" srcOrd="1" destOrd="0" presId="urn:microsoft.com/office/officeart/2005/8/layout/orgChart1"/>
    <dgm:cxn modelId="{779AC47D-25C6-4DCE-A65B-67318D8EDFDD}" type="presParOf" srcId="{197F35A8-91BD-4104-B19E-052711BB2F12}" destId="{1E9D927D-74CE-4398-A5CD-80E644965B9A}" srcOrd="1" destOrd="0" presId="urn:microsoft.com/office/officeart/2005/8/layout/orgChart1"/>
    <dgm:cxn modelId="{E463BB8A-68F9-4989-9B62-5F6C38417073}" type="presParOf" srcId="{197F35A8-91BD-4104-B19E-052711BB2F12}" destId="{91D963BB-C1BB-4B62-A5F0-C77A134A0254}" srcOrd="2" destOrd="0" presId="urn:microsoft.com/office/officeart/2005/8/layout/orgChart1"/>
    <dgm:cxn modelId="{83C93A87-A16E-4173-9E29-923F34A7189C}" type="presParOf" srcId="{EFB96D80-7B0A-41C6-943A-83D30A9FBF1E}" destId="{2BDDD081-EC21-49A1-A6A0-051CA5EA1E7C}" srcOrd="2" destOrd="0" presId="urn:microsoft.com/office/officeart/2005/8/layout/orgChart1"/>
    <dgm:cxn modelId="{6B9B26B4-3CF0-4253-84D2-4CF3DEFF65C4}" type="presParOf" srcId="{DAE139B1-F340-4429-9BAE-0AD96FAB4BA1}" destId="{399BFDF5-0D8F-423A-AAB1-6734CBEFF2BD}" srcOrd="2" destOrd="0" presId="urn:microsoft.com/office/officeart/2005/8/layout/orgChart1"/>
    <dgm:cxn modelId="{D3735D09-4AF0-4C06-AE58-C9E7ACCFA258}" type="presParOf" srcId="{4C9B26FB-C2BA-4E96-B8E5-E7856DCF055F}" destId="{E7E282F6-CCC3-4381-BAD9-6EA835219A31}" srcOrd="2" destOrd="0" presId="urn:microsoft.com/office/officeart/2005/8/layout/orgChart1"/>
  </dgm:cxnLst>
  <dgm:bg/>
  <dgm:whole/>
  <dgm:extLst>
    <a:ext uri="http://schemas.microsoft.com/office/drawing/2008/diagram">
      <dsp:dataModelExt xmlns:dsp="http://schemas.microsoft.com/office/drawing/2008/diagram" relId="rId6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1EB612E2-D2F2-4DD2-9D1B-32E27A4427C8}"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fr-FR"/>
        </a:p>
      </dgm:t>
    </dgm:pt>
    <dgm:pt modelId="{B91DBADF-50DA-42E9-84D8-68FC507996F6}">
      <dgm:prSet phldrT="[Texte]"/>
      <dgm:spPr/>
      <dgm:t>
        <a:bodyPr/>
        <a:lstStyle/>
        <a:p>
          <a:r>
            <a:rPr lang="fr-FR" dirty="0"/>
            <a:t> </a:t>
          </a:r>
        </a:p>
      </dgm:t>
    </dgm:pt>
    <dgm:pt modelId="{38102416-D1D5-4DC2-BBED-D7B17AF660F3}" type="parTrans" cxnId="{7F243330-AFF1-4644-AC37-46D0DA655257}">
      <dgm:prSet/>
      <dgm:spPr/>
      <dgm:t>
        <a:bodyPr/>
        <a:lstStyle/>
        <a:p>
          <a:endParaRPr lang="fr-FR"/>
        </a:p>
      </dgm:t>
    </dgm:pt>
    <dgm:pt modelId="{9262366E-3776-41FE-9AA8-D1991105D559}" type="sibTrans" cxnId="{7F243330-AFF1-4644-AC37-46D0DA655257}">
      <dgm:prSet/>
      <dgm:spPr/>
      <dgm:t>
        <a:bodyPr/>
        <a:lstStyle/>
        <a:p>
          <a:endParaRPr lang="fr-FR"/>
        </a:p>
      </dgm:t>
    </dgm:pt>
    <dgm:pt modelId="{FA213747-6F65-4E97-9132-4CF834BBBC21}" type="asst">
      <dgm:prSet phldrT="[Texte]"/>
      <dgm:spPr/>
      <dgm:t>
        <a:bodyPr/>
        <a:lstStyle/>
        <a:p>
          <a:r>
            <a:rPr lang="fr-FR" dirty="0"/>
            <a:t> </a:t>
          </a:r>
        </a:p>
      </dgm:t>
    </dgm:pt>
    <dgm:pt modelId="{638C08C4-6F0A-49EC-84E4-E4CCF8B82E61}" type="parTrans" cxnId="{D4899DA9-69FB-4EB7-B494-00F99F0F27A5}">
      <dgm:prSet/>
      <dgm:spPr/>
      <dgm:t>
        <a:bodyPr/>
        <a:lstStyle/>
        <a:p>
          <a:endParaRPr lang="fr-FR"/>
        </a:p>
      </dgm:t>
    </dgm:pt>
    <dgm:pt modelId="{18114926-B16E-41E1-8BB2-4837B34A8650}" type="sibTrans" cxnId="{D4899DA9-69FB-4EB7-B494-00F99F0F27A5}">
      <dgm:prSet/>
      <dgm:spPr/>
      <dgm:t>
        <a:bodyPr/>
        <a:lstStyle/>
        <a:p>
          <a:endParaRPr lang="fr-FR"/>
        </a:p>
      </dgm:t>
    </dgm:pt>
    <dgm:pt modelId="{51815BE3-6613-4C9D-84FE-DC5ADB30DCB1}">
      <dgm:prSet phldrT="[Texte]"/>
      <dgm:spPr/>
      <dgm:t>
        <a:bodyPr/>
        <a:lstStyle/>
        <a:p>
          <a:r>
            <a:rPr lang="fr-FR" dirty="0"/>
            <a:t> </a:t>
          </a:r>
        </a:p>
      </dgm:t>
    </dgm:pt>
    <dgm:pt modelId="{C97E3A57-6920-4525-B611-994014831B3A}" type="parTrans" cxnId="{B095CE30-A306-4C22-97DC-1AA8498992AE}">
      <dgm:prSet/>
      <dgm:spPr/>
      <dgm:t>
        <a:bodyPr/>
        <a:lstStyle/>
        <a:p>
          <a:endParaRPr lang="fr-FR"/>
        </a:p>
      </dgm:t>
    </dgm:pt>
    <dgm:pt modelId="{D240AD08-CE79-45DC-B9EC-DE1316CF5F30}" type="sibTrans" cxnId="{B095CE30-A306-4C22-97DC-1AA8498992AE}">
      <dgm:prSet/>
      <dgm:spPr/>
      <dgm:t>
        <a:bodyPr/>
        <a:lstStyle/>
        <a:p>
          <a:endParaRPr lang="fr-FR"/>
        </a:p>
      </dgm:t>
    </dgm:pt>
    <dgm:pt modelId="{D7E3F3F4-94B7-440C-9C1C-D7D36B8C38BF}">
      <dgm:prSet phldrT="[Texte]"/>
      <dgm:spPr/>
      <dgm:t>
        <a:bodyPr/>
        <a:lstStyle/>
        <a:p>
          <a:r>
            <a:rPr lang="fr-FR" dirty="0"/>
            <a:t> </a:t>
          </a:r>
        </a:p>
      </dgm:t>
    </dgm:pt>
    <dgm:pt modelId="{63D74A77-5067-4123-976F-320C34E85B61}" type="parTrans" cxnId="{60A04A29-7304-4CF2-B7FC-0C123259CD9C}">
      <dgm:prSet/>
      <dgm:spPr/>
      <dgm:t>
        <a:bodyPr/>
        <a:lstStyle/>
        <a:p>
          <a:endParaRPr lang="fr-FR"/>
        </a:p>
      </dgm:t>
    </dgm:pt>
    <dgm:pt modelId="{13F004C1-A7EE-4199-A3D7-C7FC3284DA35}" type="sibTrans" cxnId="{60A04A29-7304-4CF2-B7FC-0C123259CD9C}">
      <dgm:prSet/>
      <dgm:spPr/>
      <dgm:t>
        <a:bodyPr/>
        <a:lstStyle/>
        <a:p>
          <a:endParaRPr lang="fr-FR"/>
        </a:p>
      </dgm:t>
    </dgm:pt>
    <dgm:pt modelId="{BDECD9FB-7A51-473F-B348-CACF23BD39ED}">
      <dgm:prSet phldrT="[Texte]"/>
      <dgm:spPr/>
      <dgm:t>
        <a:bodyPr/>
        <a:lstStyle/>
        <a:p>
          <a:r>
            <a:rPr lang="fr-FR" dirty="0"/>
            <a:t> </a:t>
          </a:r>
        </a:p>
      </dgm:t>
    </dgm:pt>
    <dgm:pt modelId="{DF1791DF-90BD-4901-BFFE-7033053D4CF6}" type="parTrans" cxnId="{CA6C4BA6-FF5E-4357-B183-B204A2FDCA57}">
      <dgm:prSet/>
      <dgm:spPr/>
      <dgm:t>
        <a:bodyPr/>
        <a:lstStyle/>
        <a:p>
          <a:endParaRPr lang="fr-FR"/>
        </a:p>
      </dgm:t>
    </dgm:pt>
    <dgm:pt modelId="{510A8B9B-335C-4D27-8AB1-850FD198667B}" type="sibTrans" cxnId="{CA6C4BA6-FF5E-4357-B183-B204A2FDCA57}">
      <dgm:prSet/>
      <dgm:spPr/>
      <dgm:t>
        <a:bodyPr/>
        <a:lstStyle/>
        <a:p>
          <a:endParaRPr lang="fr-FR"/>
        </a:p>
      </dgm:t>
    </dgm:pt>
    <dgm:pt modelId="{8FC4C172-896E-4C5F-9764-C4045F2725F5}">
      <dgm:prSet phldrT="[Texte]"/>
      <dgm:spPr/>
      <dgm:t>
        <a:bodyPr/>
        <a:lstStyle/>
        <a:p>
          <a:endParaRPr lang="fr-FR" dirty="0"/>
        </a:p>
      </dgm:t>
    </dgm:pt>
    <dgm:pt modelId="{5E2E4F1B-150C-45B1-B104-169AC08E2B05}" type="parTrans" cxnId="{57930621-7A57-47DB-8A71-56B4776554C2}">
      <dgm:prSet/>
      <dgm:spPr/>
      <dgm:t>
        <a:bodyPr/>
        <a:lstStyle/>
        <a:p>
          <a:endParaRPr lang="fr-FR"/>
        </a:p>
      </dgm:t>
    </dgm:pt>
    <dgm:pt modelId="{73B411B5-ECD7-46D3-91F8-548A8CC378FD}" type="sibTrans" cxnId="{57930621-7A57-47DB-8A71-56B4776554C2}">
      <dgm:prSet/>
      <dgm:spPr/>
      <dgm:t>
        <a:bodyPr/>
        <a:lstStyle/>
        <a:p>
          <a:endParaRPr lang="fr-FR"/>
        </a:p>
      </dgm:t>
    </dgm:pt>
    <dgm:pt modelId="{4C2EDC30-85C3-4758-9018-B2D6F8041440}">
      <dgm:prSet phldrT="[Texte]"/>
      <dgm:spPr/>
      <dgm:t>
        <a:bodyPr/>
        <a:lstStyle/>
        <a:p>
          <a:endParaRPr lang="fr-FR" dirty="0"/>
        </a:p>
      </dgm:t>
    </dgm:pt>
    <dgm:pt modelId="{FAA7CC82-1634-49E4-B5B6-4253E28A8DAC}" type="parTrans" cxnId="{5B2D5832-6268-41A4-9058-D605C1F4B521}">
      <dgm:prSet/>
      <dgm:spPr/>
      <dgm:t>
        <a:bodyPr/>
        <a:lstStyle/>
        <a:p>
          <a:endParaRPr lang="fr-FR"/>
        </a:p>
      </dgm:t>
    </dgm:pt>
    <dgm:pt modelId="{7476AAE2-B259-43D0-BCCE-3E2A7701FCA4}" type="sibTrans" cxnId="{5B2D5832-6268-41A4-9058-D605C1F4B521}">
      <dgm:prSet/>
      <dgm:spPr/>
      <dgm:t>
        <a:bodyPr/>
        <a:lstStyle/>
        <a:p>
          <a:endParaRPr lang="fr-FR"/>
        </a:p>
      </dgm:t>
    </dgm:pt>
    <dgm:pt modelId="{0B4BFB64-0833-4E4C-907A-EA58F14AACA5}">
      <dgm:prSet phldrT="[Texte]"/>
      <dgm:spPr/>
      <dgm:t>
        <a:bodyPr/>
        <a:lstStyle/>
        <a:p>
          <a:endParaRPr lang="fr-FR" dirty="0"/>
        </a:p>
      </dgm:t>
    </dgm:pt>
    <dgm:pt modelId="{3C2B7A5A-015E-420E-97B8-074FD41D9009}" type="parTrans" cxnId="{774D1E03-8A62-46DB-ACAB-889EBB88B5B2}">
      <dgm:prSet/>
      <dgm:spPr/>
      <dgm:t>
        <a:bodyPr/>
        <a:lstStyle/>
        <a:p>
          <a:endParaRPr lang="fr-FR"/>
        </a:p>
      </dgm:t>
    </dgm:pt>
    <dgm:pt modelId="{DBD5D85A-63FD-4A72-A65E-D304E039BABC}" type="sibTrans" cxnId="{774D1E03-8A62-46DB-ACAB-889EBB88B5B2}">
      <dgm:prSet/>
      <dgm:spPr/>
      <dgm:t>
        <a:bodyPr/>
        <a:lstStyle/>
        <a:p>
          <a:endParaRPr lang="fr-FR"/>
        </a:p>
      </dgm:t>
    </dgm:pt>
    <dgm:pt modelId="{BAD1FB1A-E057-4FDF-8C2C-90305E9CC485}">
      <dgm:prSet phldrT="[Texte]"/>
      <dgm:spPr/>
      <dgm:t>
        <a:bodyPr/>
        <a:lstStyle/>
        <a:p>
          <a:endParaRPr lang="fr-FR" dirty="0"/>
        </a:p>
      </dgm:t>
    </dgm:pt>
    <dgm:pt modelId="{26FE200D-45B8-4CDE-8FCB-7DDCB03B20E1}" type="parTrans" cxnId="{ADB57EC9-605F-487C-A866-9AEB8E1511F6}">
      <dgm:prSet/>
      <dgm:spPr/>
      <dgm:t>
        <a:bodyPr/>
        <a:lstStyle/>
        <a:p>
          <a:endParaRPr lang="fr-FR"/>
        </a:p>
      </dgm:t>
    </dgm:pt>
    <dgm:pt modelId="{FAEAD8E4-6ECD-4443-AC1E-7C59EF014B5D}" type="sibTrans" cxnId="{ADB57EC9-605F-487C-A866-9AEB8E1511F6}">
      <dgm:prSet/>
      <dgm:spPr/>
      <dgm:t>
        <a:bodyPr/>
        <a:lstStyle/>
        <a:p>
          <a:endParaRPr lang="fr-FR"/>
        </a:p>
      </dgm:t>
    </dgm:pt>
    <dgm:pt modelId="{CDA10ADC-F257-4B01-81B5-311D0E96D4CF}">
      <dgm:prSet phldrT="[Texte]"/>
      <dgm:spPr/>
      <dgm:t>
        <a:bodyPr/>
        <a:lstStyle/>
        <a:p>
          <a:endParaRPr lang="fr-FR" dirty="0"/>
        </a:p>
      </dgm:t>
    </dgm:pt>
    <dgm:pt modelId="{F7F10B3D-E1AB-4791-866D-C3A69206A1D5}" type="parTrans" cxnId="{1D30C47C-1F4C-4B28-8718-7ED365182F8F}">
      <dgm:prSet/>
      <dgm:spPr/>
      <dgm:t>
        <a:bodyPr/>
        <a:lstStyle/>
        <a:p>
          <a:endParaRPr lang="fr-FR"/>
        </a:p>
      </dgm:t>
    </dgm:pt>
    <dgm:pt modelId="{001597EF-489E-40EC-B110-1B16BC85E8B5}" type="sibTrans" cxnId="{1D30C47C-1F4C-4B28-8718-7ED365182F8F}">
      <dgm:prSet/>
      <dgm:spPr/>
      <dgm:t>
        <a:bodyPr/>
        <a:lstStyle/>
        <a:p>
          <a:endParaRPr lang="fr-FR"/>
        </a:p>
      </dgm:t>
    </dgm:pt>
    <dgm:pt modelId="{0FB3C89E-A4C0-48E7-91EE-A21CAD7C9C94}" type="pres">
      <dgm:prSet presAssocID="{1EB612E2-D2F2-4DD2-9D1B-32E27A4427C8}" presName="hierChild1" presStyleCnt="0">
        <dgm:presLayoutVars>
          <dgm:orgChart val="1"/>
          <dgm:chPref val="1"/>
          <dgm:dir/>
          <dgm:animOne val="branch"/>
          <dgm:animLvl val="lvl"/>
          <dgm:resizeHandles/>
        </dgm:presLayoutVars>
      </dgm:prSet>
      <dgm:spPr/>
    </dgm:pt>
    <dgm:pt modelId="{CC545506-0E7C-40A8-AAE5-ADD6B16CF9B4}" type="pres">
      <dgm:prSet presAssocID="{B91DBADF-50DA-42E9-84D8-68FC507996F6}" presName="hierRoot1" presStyleCnt="0">
        <dgm:presLayoutVars>
          <dgm:hierBranch val="init"/>
        </dgm:presLayoutVars>
      </dgm:prSet>
      <dgm:spPr/>
    </dgm:pt>
    <dgm:pt modelId="{408E3CC4-97F3-435F-AB11-FD0F40DA51C1}" type="pres">
      <dgm:prSet presAssocID="{B91DBADF-50DA-42E9-84D8-68FC507996F6}" presName="rootComposite1" presStyleCnt="0"/>
      <dgm:spPr/>
    </dgm:pt>
    <dgm:pt modelId="{CC26AB3A-9D5C-4581-9D2B-BD2D53D36980}" type="pres">
      <dgm:prSet presAssocID="{B91DBADF-50DA-42E9-84D8-68FC507996F6}" presName="rootText1" presStyleLbl="node0" presStyleIdx="0" presStyleCnt="2">
        <dgm:presLayoutVars>
          <dgm:chPref val="3"/>
        </dgm:presLayoutVars>
      </dgm:prSet>
      <dgm:spPr/>
    </dgm:pt>
    <dgm:pt modelId="{AE805180-41DD-480E-80A6-76F5D18EEACC}" type="pres">
      <dgm:prSet presAssocID="{B91DBADF-50DA-42E9-84D8-68FC507996F6}" presName="rootConnector1" presStyleLbl="node1" presStyleIdx="0" presStyleCnt="0"/>
      <dgm:spPr/>
    </dgm:pt>
    <dgm:pt modelId="{8037BC9A-7748-41AF-9A6A-A5EC8E4384D7}" type="pres">
      <dgm:prSet presAssocID="{B91DBADF-50DA-42E9-84D8-68FC507996F6}" presName="hierChild2" presStyleCnt="0"/>
      <dgm:spPr/>
    </dgm:pt>
    <dgm:pt modelId="{271C8A78-6096-497B-B7F0-581AF4EF7641}" type="pres">
      <dgm:prSet presAssocID="{C97E3A57-6920-4525-B611-994014831B3A}" presName="Name37" presStyleLbl="parChTrans1D2" presStyleIdx="0" presStyleCnt="6"/>
      <dgm:spPr/>
    </dgm:pt>
    <dgm:pt modelId="{156B52CB-28A2-442A-AAC1-9AC302C5C9B7}" type="pres">
      <dgm:prSet presAssocID="{51815BE3-6613-4C9D-84FE-DC5ADB30DCB1}" presName="hierRoot2" presStyleCnt="0">
        <dgm:presLayoutVars>
          <dgm:hierBranch val="init"/>
        </dgm:presLayoutVars>
      </dgm:prSet>
      <dgm:spPr/>
    </dgm:pt>
    <dgm:pt modelId="{F0EDDC3E-4FD1-4F39-AD43-E5A661D1FAB2}" type="pres">
      <dgm:prSet presAssocID="{51815BE3-6613-4C9D-84FE-DC5ADB30DCB1}" presName="rootComposite" presStyleCnt="0"/>
      <dgm:spPr/>
    </dgm:pt>
    <dgm:pt modelId="{7AD595E5-F4AB-4C51-8844-B2A9F4AB8B53}" type="pres">
      <dgm:prSet presAssocID="{51815BE3-6613-4C9D-84FE-DC5ADB30DCB1}" presName="rootText" presStyleLbl="node2" presStyleIdx="0" presStyleCnt="5">
        <dgm:presLayoutVars>
          <dgm:chPref val="3"/>
        </dgm:presLayoutVars>
      </dgm:prSet>
      <dgm:spPr/>
    </dgm:pt>
    <dgm:pt modelId="{277A5157-C99E-49BB-8C67-993C30026009}" type="pres">
      <dgm:prSet presAssocID="{51815BE3-6613-4C9D-84FE-DC5ADB30DCB1}" presName="rootConnector" presStyleLbl="node2" presStyleIdx="0" presStyleCnt="5"/>
      <dgm:spPr/>
    </dgm:pt>
    <dgm:pt modelId="{7D798F87-3E6A-470D-9704-1AD921E5579A}" type="pres">
      <dgm:prSet presAssocID="{51815BE3-6613-4C9D-84FE-DC5ADB30DCB1}" presName="hierChild4" presStyleCnt="0"/>
      <dgm:spPr/>
    </dgm:pt>
    <dgm:pt modelId="{49C9FB94-E89D-4871-98FD-5B07F77F2430}" type="pres">
      <dgm:prSet presAssocID="{51815BE3-6613-4C9D-84FE-DC5ADB30DCB1}" presName="hierChild5" presStyleCnt="0"/>
      <dgm:spPr/>
    </dgm:pt>
    <dgm:pt modelId="{C07ABF09-6610-404C-926B-DE57CFB6880F}" type="pres">
      <dgm:prSet presAssocID="{63D74A77-5067-4123-976F-320C34E85B61}" presName="Name37" presStyleLbl="parChTrans1D2" presStyleIdx="1" presStyleCnt="6"/>
      <dgm:spPr/>
    </dgm:pt>
    <dgm:pt modelId="{30AF2DE5-D230-40B4-8741-E5F4F4C3CAEB}" type="pres">
      <dgm:prSet presAssocID="{D7E3F3F4-94B7-440C-9C1C-D7D36B8C38BF}" presName="hierRoot2" presStyleCnt="0">
        <dgm:presLayoutVars>
          <dgm:hierBranch val="init"/>
        </dgm:presLayoutVars>
      </dgm:prSet>
      <dgm:spPr/>
    </dgm:pt>
    <dgm:pt modelId="{ED9FBDE2-F858-41E9-99A8-3F6A52882564}" type="pres">
      <dgm:prSet presAssocID="{D7E3F3F4-94B7-440C-9C1C-D7D36B8C38BF}" presName="rootComposite" presStyleCnt="0"/>
      <dgm:spPr/>
    </dgm:pt>
    <dgm:pt modelId="{D3364D21-3E3C-451A-B4F1-43FE8FC2D7A7}" type="pres">
      <dgm:prSet presAssocID="{D7E3F3F4-94B7-440C-9C1C-D7D36B8C38BF}" presName="rootText" presStyleLbl="node2" presStyleIdx="1" presStyleCnt="5">
        <dgm:presLayoutVars>
          <dgm:chPref val="3"/>
        </dgm:presLayoutVars>
      </dgm:prSet>
      <dgm:spPr/>
    </dgm:pt>
    <dgm:pt modelId="{26DD778F-2CEB-45AC-93B4-37B364552E1D}" type="pres">
      <dgm:prSet presAssocID="{D7E3F3F4-94B7-440C-9C1C-D7D36B8C38BF}" presName="rootConnector" presStyleLbl="node2" presStyleIdx="1" presStyleCnt="5"/>
      <dgm:spPr/>
    </dgm:pt>
    <dgm:pt modelId="{A5D302D3-DA94-4EBA-86DF-C7567B966DA0}" type="pres">
      <dgm:prSet presAssocID="{D7E3F3F4-94B7-440C-9C1C-D7D36B8C38BF}" presName="hierChild4" presStyleCnt="0"/>
      <dgm:spPr/>
    </dgm:pt>
    <dgm:pt modelId="{C34A2255-8901-44B7-903B-F0378AE90B7D}" type="pres">
      <dgm:prSet presAssocID="{D7E3F3F4-94B7-440C-9C1C-D7D36B8C38BF}" presName="hierChild5" presStyleCnt="0"/>
      <dgm:spPr/>
    </dgm:pt>
    <dgm:pt modelId="{FDB69B31-67A6-4FCD-BCF9-70C5262196DC}" type="pres">
      <dgm:prSet presAssocID="{DF1791DF-90BD-4901-BFFE-7033053D4CF6}" presName="Name37" presStyleLbl="parChTrans1D2" presStyleIdx="2" presStyleCnt="6"/>
      <dgm:spPr/>
    </dgm:pt>
    <dgm:pt modelId="{EE328C5C-F596-4DEB-9A0C-02D7B45BB500}" type="pres">
      <dgm:prSet presAssocID="{BDECD9FB-7A51-473F-B348-CACF23BD39ED}" presName="hierRoot2" presStyleCnt="0">
        <dgm:presLayoutVars>
          <dgm:hierBranch val="init"/>
        </dgm:presLayoutVars>
      </dgm:prSet>
      <dgm:spPr/>
    </dgm:pt>
    <dgm:pt modelId="{AADFFDC3-2AE8-4726-A89A-AFF9B624F2B0}" type="pres">
      <dgm:prSet presAssocID="{BDECD9FB-7A51-473F-B348-CACF23BD39ED}" presName="rootComposite" presStyleCnt="0"/>
      <dgm:spPr/>
    </dgm:pt>
    <dgm:pt modelId="{EA8C1ADF-0665-4F23-A5BC-55F8B354A6BD}" type="pres">
      <dgm:prSet presAssocID="{BDECD9FB-7A51-473F-B348-CACF23BD39ED}" presName="rootText" presStyleLbl="node2" presStyleIdx="2" presStyleCnt="5">
        <dgm:presLayoutVars>
          <dgm:chPref val="3"/>
        </dgm:presLayoutVars>
      </dgm:prSet>
      <dgm:spPr/>
    </dgm:pt>
    <dgm:pt modelId="{08E1892D-B4A5-4A12-A7BB-39E13419A61C}" type="pres">
      <dgm:prSet presAssocID="{BDECD9FB-7A51-473F-B348-CACF23BD39ED}" presName="rootConnector" presStyleLbl="node2" presStyleIdx="2" presStyleCnt="5"/>
      <dgm:spPr/>
    </dgm:pt>
    <dgm:pt modelId="{FF505753-0D00-4FDF-929E-EAE709EE2D67}" type="pres">
      <dgm:prSet presAssocID="{BDECD9FB-7A51-473F-B348-CACF23BD39ED}" presName="hierChild4" presStyleCnt="0"/>
      <dgm:spPr/>
    </dgm:pt>
    <dgm:pt modelId="{0110365B-54A3-4AAA-A355-F391709EDEF5}" type="pres">
      <dgm:prSet presAssocID="{BDECD9FB-7A51-473F-B348-CACF23BD39ED}" presName="hierChild5" presStyleCnt="0"/>
      <dgm:spPr/>
    </dgm:pt>
    <dgm:pt modelId="{99B9CC4B-FD7A-498C-87CC-015287155036}" type="pres">
      <dgm:prSet presAssocID="{B91DBADF-50DA-42E9-84D8-68FC507996F6}" presName="hierChild3" presStyleCnt="0"/>
      <dgm:spPr/>
    </dgm:pt>
    <dgm:pt modelId="{CB911B0F-D0A3-4B11-8508-4A706E0867CC}" type="pres">
      <dgm:prSet presAssocID="{638C08C4-6F0A-49EC-84E4-E4CCF8B82E61}" presName="Name111" presStyleLbl="parChTrans1D2" presStyleIdx="3" presStyleCnt="6"/>
      <dgm:spPr/>
    </dgm:pt>
    <dgm:pt modelId="{89DC4B31-B2C4-4165-8C75-67288AEFBCEC}" type="pres">
      <dgm:prSet presAssocID="{FA213747-6F65-4E97-9132-4CF834BBBC21}" presName="hierRoot3" presStyleCnt="0">
        <dgm:presLayoutVars>
          <dgm:hierBranch val="init"/>
        </dgm:presLayoutVars>
      </dgm:prSet>
      <dgm:spPr/>
    </dgm:pt>
    <dgm:pt modelId="{C5DDE919-FBEB-4630-9423-2011ECDE3433}" type="pres">
      <dgm:prSet presAssocID="{FA213747-6F65-4E97-9132-4CF834BBBC21}" presName="rootComposite3" presStyleCnt="0"/>
      <dgm:spPr/>
    </dgm:pt>
    <dgm:pt modelId="{03A45C9F-733B-4BDA-96B5-1BD272209F7C}" type="pres">
      <dgm:prSet presAssocID="{FA213747-6F65-4E97-9132-4CF834BBBC21}" presName="rootText3" presStyleLbl="asst1" presStyleIdx="0" presStyleCnt="1">
        <dgm:presLayoutVars>
          <dgm:chPref val="3"/>
        </dgm:presLayoutVars>
      </dgm:prSet>
      <dgm:spPr/>
    </dgm:pt>
    <dgm:pt modelId="{CC2C1CCC-1725-4363-92BD-ABA663034F1B}" type="pres">
      <dgm:prSet presAssocID="{FA213747-6F65-4E97-9132-4CF834BBBC21}" presName="rootConnector3" presStyleLbl="asst1" presStyleIdx="0" presStyleCnt="1"/>
      <dgm:spPr/>
    </dgm:pt>
    <dgm:pt modelId="{7A09221F-70F4-4648-AD90-CC0349DBDB19}" type="pres">
      <dgm:prSet presAssocID="{FA213747-6F65-4E97-9132-4CF834BBBC21}" presName="hierChild6" presStyleCnt="0"/>
      <dgm:spPr/>
    </dgm:pt>
    <dgm:pt modelId="{F7291177-C28A-4B7A-BB42-A71371B7E4AA}" type="pres">
      <dgm:prSet presAssocID="{FA213747-6F65-4E97-9132-4CF834BBBC21}" presName="hierChild7" presStyleCnt="0"/>
      <dgm:spPr/>
    </dgm:pt>
    <dgm:pt modelId="{4C9B26FB-C2BA-4E96-B8E5-E7856DCF055F}" type="pres">
      <dgm:prSet presAssocID="{4C2EDC30-85C3-4758-9018-B2D6F8041440}" presName="hierRoot1" presStyleCnt="0">
        <dgm:presLayoutVars>
          <dgm:hierBranch val="init"/>
        </dgm:presLayoutVars>
      </dgm:prSet>
      <dgm:spPr/>
    </dgm:pt>
    <dgm:pt modelId="{A93FC7DE-6490-4006-B882-012E36B25590}" type="pres">
      <dgm:prSet presAssocID="{4C2EDC30-85C3-4758-9018-B2D6F8041440}" presName="rootComposite1" presStyleCnt="0"/>
      <dgm:spPr/>
    </dgm:pt>
    <dgm:pt modelId="{460FC1B4-3167-4288-A9A6-1447C60617CC}" type="pres">
      <dgm:prSet presAssocID="{4C2EDC30-85C3-4758-9018-B2D6F8041440}" presName="rootText1" presStyleLbl="node0" presStyleIdx="1" presStyleCnt="2">
        <dgm:presLayoutVars>
          <dgm:chPref val="3"/>
        </dgm:presLayoutVars>
      </dgm:prSet>
      <dgm:spPr/>
    </dgm:pt>
    <dgm:pt modelId="{D6F2EEBB-A273-4635-9181-21703ABF1825}" type="pres">
      <dgm:prSet presAssocID="{4C2EDC30-85C3-4758-9018-B2D6F8041440}" presName="rootConnector1" presStyleLbl="node1" presStyleIdx="0" presStyleCnt="0"/>
      <dgm:spPr/>
    </dgm:pt>
    <dgm:pt modelId="{B52FA419-EED8-4F39-9123-AEF95DD72739}" type="pres">
      <dgm:prSet presAssocID="{4C2EDC30-85C3-4758-9018-B2D6F8041440}" presName="hierChild2" presStyleCnt="0"/>
      <dgm:spPr/>
    </dgm:pt>
    <dgm:pt modelId="{C003D364-6EC9-4304-8661-6C043C6D549B}" type="pres">
      <dgm:prSet presAssocID="{3C2B7A5A-015E-420E-97B8-074FD41D9009}" presName="Name37" presStyleLbl="parChTrans1D2" presStyleIdx="4" presStyleCnt="6"/>
      <dgm:spPr/>
    </dgm:pt>
    <dgm:pt modelId="{3680BE0F-05DA-4647-8DD7-1F540C8BEC35}" type="pres">
      <dgm:prSet presAssocID="{0B4BFB64-0833-4E4C-907A-EA58F14AACA5}" presName="hierRoot2" presStyleCnt="0">
        <dgm:presLayoutVars>
          <dgm:hierBranch val="init"/>
        </dgm:presLayoutVars>
      </dgm:prSet>
      <dgm:spPr/>
    </dgm:pt>
    <dgm:pt modelId="{027D1E04-8CDD-4B3E-9DDC-4109AF4DCA87}" type="pres">
      <dgm:prSet presAssocID="{0B4BFB64-0833-4E4C-907A-EA58F14AACA5}" presName="rootComposite" presStyleCnt="0"/>
      <dgm:spPr/>
    </dgm:pt>
    <dgm:pt modelId="{9EE7FCD1-4207-4474-90B9-0A31E1D983D4}" type="pres">
      <dgm:prSet presAssocID="{0B4BFB64-0833-4E4C-907A-EA58F14AACA5}" presName="rootText" presStyleLbl="node2" presStyleIdx="3" presStyleCnt="5">
        <dgm:presLayoutVars>
          <dgm:chPref val="3"/>
        </dgm:presLayoutVars>
      </dgm:prSet>
      <dgm:spPr/>
    </dgm:pt>
    <dgm:pt modelId="{F1B05707-D291-4583-BAAC-D25A7DBC24F6}" type="pres">
      <dgm:prSet presAssocID="{0B4BFB64-0833-4E4C-907A-EA58F14AACA5}" presName="rootConnector" presStyleLbl="node2" presStyleIdx="3" presStyleCnt="5"/>
      <dgm:spPr/>
    </dgm:pt>
    <dgm:pt modelId="{58FDFA2B-C97E-4C3B-B903-162E94FE9D26}" type="pres">
      <dgm:prSet presAssocID="{0B4BFB64-0833-4E4C-907A-EA58F14AACA5}" presName="hierChild4" presStyleCnt="0"/>
      <dgm:spPr/>
    </dgm:pt>
    <dgm:pt modelId="{D72450A6-825F-43D6-A9FB-7D2ED1D0D721}" type="pres">
      <dgm:prSet presAssocID="{0B4BFB64-0833-4E4C-907A-EA58F14AACA5}" presName="hierChild5" presStyleCnt="0"/>
      <dgm:spPr/>
    </dgm:pt>
    <dgm:pt modelId="{3E3EADC4-25B6-4DAA-8302-D2D1112D7E95}" type="pres">
      <dgm:prSet presAssocID="{26FE200D-45B8-4CDE-8FCB-7DDCB03B20E1}" presName="Name37" presStyleLbl="parChTrans1D2" presStyleIdx="5" presStyleCnt="6"/>
      <dgm:spPr/>
    </dgm:pt>
    <dgm:pt modelId="{DAE139B1-F340-4429-9BAE-0AD96FAB4BA1}" type="pres">
      <dgm:prSet presAssocID="{BAD1FB1A-E057-4FDF-8C2C-90305E9CC485}" presName="hierRoot2" presStyleCnt="0">
        <dgm:presLayoutVars>
          <dgm:hierBranch val="init"/>
        </dgm:presLayoutVars>
      </dgm:prSet>
      <dgm:spPr/>
    </dgm:pt>
    <dgm:pt modelId="{616A6B3E-2598-4C58-B1A2-57C4CF64E265}" type="pres">
      <dgm:prSet presAssocID="{BAD1FB1A-E057-4FDF-8C2C-90305E9CC485}" presName="rootComposite" presStyleCnt="0"/>
      <dgm:spPr/>
    </dgm:pt>
    <dgm:pt modelId="{A64A825D-4121-4BF3-81D9-6EFCE7F740D3}" type="pres">
      <dgm:prSet presAssocID="{BAD1FB1A-E057-4FDF-8C2C-90305E9CC485}" presName="rootText" presStyleLbl="node2" presStyleIdx="4" presStyleCnt="5">
        <dgm:presLayoutVars>
          <dgm:chPref val="3"/>
        </dgm:presLayoutVars>
      </dgm:prSet>
      <dgm:spPr/>
    </dgm:pt>
    <dgm:pt modelId="{79242100-4604-4E83-A552-7B3E71BB7353}" type="pres">
      <dgm:prSet presAssocID="{BAD1FB1A-E057-4FDF-8C2C-90305E9CC485}" presName="rootConnector" presStyleLbl="node2" presStyleIdx="4" presStyleCnt="5"/>
      <dgm:spPr/>
    </dgm:pt>
    <dgm:pt modelId="{6269616D-CA30-4ECD-A4CC-6E51C641AD9F}" type="pres">
      <dgm:prSet presAssocID="{BAD1FB1A-E057-4FDF-8C2C-90305E9CC485}" presName="hierChild4" presStyleCnt="0"/>
      <dgm:spPr/>
    </dgm:pt>
    <dgm:pt modelId="{2297195C-0E84-42A4-B604-FC5BB0B62301}" type="pres">
      <dgm:prSet presAssocID="{F7F10B3D-E1AB-4791-866D-C3A69206A1D5}" presName="Name37" presStyleLbl="parChTrans1D3" presStyleIdx="0" presStyleCnt="1"/>
      <dgm:spPr/>
    </dgm:pt>
    <dgm:pt modelId="{EFB96D80-7B0A-41C6-943A-83D30A9FBF1E}" type="pres">
      <dgm:prSet presAssocID="{CDA10ADC-F257-4B01-81B5-311D0E96D4CF}" presName="hierRoot2" presStyleCnt="0">
        <dgm:presLayoutVars>
          <dgm:hierBranch val="init"/>
        </dgm:presLayoutVars>
      </dgm:prSet>
      <dgm:spPr/>
    </dgm:pt>
    <dgm:pt modelId="{DE7D0C78-04FB-482A-978C-45958B850E50}" type="pres">
      <dgm:prSet presAssocID="{CDA10ADC-F257-4B01-81B5-311D0E96D4CF}" presName="rootComposite" presStyleCnt="0"/>
      <dgm:spPr/>
    </dgm:pt>
    <dgm:pt modelId="{676A2F32-22A2-4646-B9E8-0ED58B01DFCB}" type="pres">
      <dgm:prSet presAssocID="{CDA10ADC-F257-4B01-81B5-311D0E96D4CF}" presName="rootText" presStyleLbl="node3" presStyleIdx="0" presStyleCnt="1">
        <dgm:presLayoutVars>
          <dgm:chPref val="3"/>
        </dgm:presLayoutVars>
      </dgm:prSet>
      <dgm:spPr/>
    </dgm:pt>
    <dgm:pt modelId="{533DA68D-ACB1-4E42-B66B-0E88A61B1EDB}" type="pres">
      <dgm:prSet presAssocID="{CDA10ADC-F257-4B01-81B5-311D0E96D4CF}" presName="rootConnector" presStyleLbl="node3" presStyleIdx="0" presStyleCnt="1"/>
      <dgm:spPr/>
    </dgm:pt>
    <dgm:pt modelId="{BB4C9EBD-28D5-4C68-860D-3FAD3DAA0D67}" type="pres">
      <dgm:prSet presAssocID="{CDA10ADC-F257-4B01-81B5-311D0E96D4CF}" presName="hierChild4" presStyleCnt="0"/>
      <dgm:spPr/>
    </dgm:pt>
    <dgm:pt modelId="{2A26DE92-757A-4685-832B-E933FC7D0F35}" type="pres">
      <dgm:prSet presAssocID="{5E2E4F1B-150C-45B1-B104-169AC08E2B05}" presName="Name37" presStyleLbl="parChTrans1D4" presStyleIdx="0" presStyleCnt="1"/>
      <dgm:spPr/>
    </dgm:pt>
    <dgm:pt modelId="{197F35A8-91BD-4104-B19E-052711BB2F12}" type="pres">
      <dgm:prSet presAssocID="{8FC4C172-896E-4C5F-9764-C4045F2725F5}" presName="hierRoot2" presStyleCnt="0">
        <dgm:presLayoutVars>
          <dgm:hierBranch val="init"/>
        </dgm:presLayoutVars>
      </dgm:prSet>
      <dgm:spPr/>
    </dgm:pt>
    <dgm:pt modelId="{0A7CBE43-4B5E-4A8B-BDB3-9F6C5305EEB8}" type="pres">
      <dgm:prSet presAssocID="{8FC4C172-896E-4C5F-9764-C4045F2725F5}" presName="rootComposite" presStyleCnt="0"/>
      <dgm:spPr/>
    </dgm:pt>
    <dgm:pt modelId="{D013BD63-AAD8-4FBC-9C8F-9A78E2BF998D}" type="pres">
      <dgm:prSet presAssocID="{8FC4C172-896E-4C5F-9764-C4045F2725F5}" presName="rootText" presStyleLbl="node4" presStyleIdx="0" presStyleCnt="1">
        <dgm:presLayoutVars>
          <dgm:chPref val="3"/>
        </dgm:presLayoutVars>
      </dgm:prSet>
      <dgm:spPr/>
    </dgm:pt>
    <dgm:pt modelId="{D1BAF727-0704-4AE0-913F-1E168DA4110A}" type="pres">
      <dgm:prSet presAssocID="{8FC4C172-896E-4C5F-9764-C4045F2725F5}" presName="rootConnector" presStyleLbl="node4" presStyleIdx="0" presStyleCnt="1"/>
      <dgm:spPr/>
    </dgm:pt>
    <dgm:pt modelId="{1E9D927D-74CE-4398-A5CD-80E644965B9A}" type="pres">
      <dgm:prSet presAssocID="{8FC4C172-896E-4C5F-9764-C4045F2725F5}" presName="hierChild4" presStyleCnt="0"/>
      <dgm:spPr/>
    </dgm:pt>
    <dgm:pt modelId="{91D963BB-C1BB-4B62-A5F0-C77A134A0254}" type="pres">
      <dgm:prSet presAssocID="{8FC4C172-896E-4C5F-9764-C4045F2725F5}" presName="hierChild5" presStyleCnt="0"/>
      <dgm:spPr/>
    </dgm:pt>
    <dgm:pt modelId="{2BDDD081-EC21-49A1-A6A0-051CA5EA1E7C}" type="pres">
      <dgm:prSet presAssocID="{CDA10ADC-F257-4B01-81B5-311D0E96D4CF}" presName="hierChild5" presStyleCnt="0"/>
      <dgm:spPr/>
    </dgm:pt>
    <dgm:pt modelId="{399BFDF5-0D8F-423A-AAB1-6734CBEFF2BD}" type="pres">
      <dgm:prSet presAssocID="{BAD1FB1A-E057-4FDF-8C2C-90305E9CC485}" presName="hierChild5" presStyleCnt="0"/>
      <dgm:spPr/>
    </dgm:pt>
    <dgm:pt modelId="{E7E282F6-CCC3-4381-BAD9-6EA835219A31}" type="pres">
      <dgm:prSet presAssocID="{4C2EDC30-85C3-4758-9018-B2D6F8041440}" presName="hierChild3" presStyleCnt="0"/>
      <dgm:spPr/>
    </dgm:pt>
  </dgm:ptLst>
  <dgm:cxnLst>
    <dgm:cxn modelId="{3F8C8C00-5FC9-4279-8135-1D417D1D0767}" type="presOf" srcId="{3C2B7A5A-015E-420E-97B8-074FD41D9009}" destId="{C003D364-6EC9-4304-8661-6C043C6D549B}" srcOrd="0" destOrd="0" presId="urn:microsoft.com/office/officeart/2005/8/layout/orgChart1"/>
    <dgm:cxn modelId="{774D1E03-8A62-46DB-ACAB-889EBB88B5B2}" srcId="{4C2EDC30-85C3-4758-9018-B2D6F8041440}" destId="{0B4BFB64-0833-4E4C-907A-EA58F14AACA5}" srcOrd="0" destOrd="0" parTransId="{3C2B7A5A-015E-420E-97B8-074FD41D9009}" sibTransId="{DBD5D85A-63FD-4A72-A65E-D304E039BABC}"/>
    <dgm:cxn modelId="{CDE65606-70B4-4AAF-95B5-E921AF2CC16F}" type="presOf" srcId="{FA213747-6F65-4E97-9132-4CF834BBBC21}" destId="{03A45C9F-733B-4BDA-96B5-1BD272209F7C}" srcOrd="0" destOrd="0" presId="urn:microsoft.com/office/officeart/2005/8/layout/orgChart1"/>
    <dgm:cxn modelId="{072FE007-3743-49FE-A6BD-0518419B84A1}" type="presOf" srcId="{B91DBADF-50DA-42E9-84D8-68FC507996F6}" destId="{AE805180-41DD-480E-80A6-76F5D18EEACC}" srcOrd="1" destOrd="0" presId="urn:microsoft.com/office/officeart/2005/8/layout/orgChart1"/>
    <dgm:cxn modelId="{ED1C0E0F-A552-4757-9A37-ACAA932D1EBC}" type="presOf" srcId="{F7F10B3D-E1AB-4791-866D-C3A69206A1D5}" destId="{2297195C-0E84-42A4-B604-FC5BB0B62301}" srcOrd="0" destOrd="0" presId="urn:microsoft.com/office/officeart/2005/8/layout/orgChart1"/>
    <dgm:cxn modelId="{782EFD1C-89D6-45CE-AD4E-83FB567F7F17}" type="presOf" srcId="{0B4BFB64-0833-4E4C-907A-EA58F14AACA5}" destId="{9EE7FCD1-4207-4474-90B9-0A31E1D983D4}" srcOrd="0" destOrd="0" presId="urn:microsoft.com/office/officeart/2005/8/layout/orgChart1"/>
    <dgm:cxn modelId="{57930621-7A57-47DB-8A71-56B4776554C2}" srcId="{CDA10ADC-F257-4B01-81B5-311D0E96D4CF}" destId="{8FC4C172-896E-4C5F-9764-C4045F2725F5}" srcOrd="0" destOrd="0" parTransId="{5E2E4F1B-150C-45B1-B104-169AC08E2B05}" sibTransId="{73B411B5-ECD7-46D3-91F8-548A8CC378FD}"/>
    <dgm:cxn modelId="{314FD224-E988-4B11-B2BD-CBA1BB92CD82}" type="presOf" srcId="{BAD1FB1A-E057-4FDF-8C2C-90305E9CC485}" destId="{A64A825D-4121-4BF3-81D9-6EFCE7F740D3}" srcOrd="0" destOrd="0" presId="urn:microsoft.com/office/officeart/2005/8/layout/orgChart1"/>
    <dgm:cxn modelId="{60A04A29-7304-4CF2-B7FC-0C123259CD9C}" srcId="{B91DBADF-50DA-42E9-84D8-68FC507996F6}" destId="{D7E3F3F4-94B7-440C-9C1C-D7D36B8C38BF}" srcOrd="2" destOrd="0" parTransId="{63D74A77-5067-4123-976F-320C34E85B61}" sibTransId="{13F004C1-A7EE-4199-A3D7-C7FC3284DA35}"/>
    <dgm:cxn modelId="{7F243330-AFF1-4644-AC37-46D0DA655257}" srcId="{1EB612E2-D2F2-4DD2-9D1B-32E27A4427C8}" destId="{B91DBADF-50DA-42E9-84D8-68FC507996F6}" srcOrd="0" destOrd="0" parTransId="{38102416-D1D5-4DC2-BBED-D7B17AF660F3}" sibTransId="{9262366E-3776-41FE-9AA8-D1991105D559}"/>
    <dgm:cxn modelId="{B095CE30-A306-4C22-97DC-1AA8498992AE}" srcId="{B91DBADF-50DA-42E9-84D8-68FC507996F6}" destId="{51815BE3-6613-4C9D-84FE-DC5ADB30DCB1}" srcOrd="1" destOrd="0" parTransId="{C97E3A57-6920-4525-B611-994014831B3A}" sibTransId="{D240AD08-CE79-45DC-B9EC-DE1316CF5F30}"/>
    <dgm:cxn modelId="{5B2D5832-6268-41A4-9058-D605C1F4B521}" srcId="{1EB612E2-D2F2-4DD2-9D1B-32E27A4427C8}" destId="{4C2EDC30-85C3-4758-9018-B2D6F8041440}" srcOrd="1" destOrd="0" parTransId="{FAA7CC82-1634-49E4-B5B6-4253E28A8DAC}" sibTransId="{7476AAE2-B259-43D0-BCCE-3E2A7701FCA4}"/>
    <dgm:cxn modelId="{29C07E34-F70C-406A-9C97-AE7EF18C1002}" type="presOf" srcId="{4C2EDC30-85C3-4758-9018-B2D6F8041440}" destId="{D6F2EEBB-A273-4635-9181-21703ABF1825}" srcOrd="1" destOrd="0" presId="urn:microsoft.com/office/officeart/2005/8/layout/orgChart1"/>
    <dgm:cxn modelId="{2E5C6339-A12F-4DF2-AEB2-9D0615D75276}" type="presOf" srcId="{DF1791DF-90BD-4901-BFFE-7033053D4CF6}" destId="{FDB69B31-67A6-4FCD-BCF9-70C5262196DC}" srcOrd="0" destOrd="0" presId="urn:microsoft.com/office/officeart/2005/8/layout/orgChart1"/>
    <dgm:cxn modelId="{F3168A39-7246-45AC-95F9-E479577C6710}" type="presOf" srcId="{1EB612E2-D2F2-4DD2-9D1B-32E27A4427C8}" destId="{0FB3C89E-A4C0-48E7-91EE-A21CAD7C9C94}" srcOrd="0" destOrd="0" presId="urn:microsoft.com/office/officeart/2005/8/layout/orgChart1"/>
    <dgm:cxn modelId="{87161D3A-7BB2-4C7B-9C01-28170AE91C01}" type="presOf" srcId="{BAD1FB1A-E057-4FDF-8C2C-90305E9CC485}" destId="{79242100-4604-4E83-A552-7B3E71BB7353}" srcOrd="1" destOrd="0" presId="urn:microsoft.com/office/officeart/2005/8/layout/orgChart1"/>
    <dgm:cxn modelId="{CF2B4262-4F1B-423F-9ADC-0A5C7FB2088B}" type="presOf" srcId="{D7E3F3F4-94B7-440C-9C1C-D7D36B8C38BF}" destId="{26DD778F-2CEB-45AC-93B4-37B364552E1D}" srcOrd="1" destOrd="0" presId="urn:microsoft.com/office/officeart/2005/8/layout/orgChart1"/>
    <dgm:cxn modelId="{DEEA3068-E451-4399-A8AF-5827D1DE4992}" type="presOf" srcId="{8FC4C172-896E-4C5F-9764-C4045F2725F5}" destId="{D013BD63-AAD8-4FBC-9C8F-9A78E2BF998D}" srcOrd="0" destOrd="0" presId="urn:microsoft.com/office/officeart/2005/8/layout/orgChart1"/>
    <dgm:cxn modelId="{F01E3249-CA19-4268-BA82-16330A89D2EF}" type="presOf" srcId="{0B4BFB64-0833-4E4C-907A-EA58F14AACA5}" destId="{F1B05707-D291-4583-BAAC-D25A7DBC24F6}" srcOrd="1" destOrd="0" presId="urn:microsoft.com/office/officeart/2005/8/layout/orgChart1"/>
    <dgm:cxn modelId="{42ED2A4A-E8CE-4F84-8A82-3E3A3D4D8B53}" type="presOf" srcId="{51815BE3-6613-4C9D-84FE-DC5ADB30DCB1}" destId="{7AD595E5-F4AB-4C51-8844-B2A9F4AB8B53}" srcOrd="0" destOrd="0" presId="urn:microsoft.com/office/officeart/2005/8/layout/orgChart1"/>
    <dgm:cxn modelId="{02F2DF71-9352-4867-95D2-7CE824215D21}" type="presOf" srcId="{BDECD9FB-7A51-473F-B348-CACF23BD39ED}" destId="{EA8C1ADF-0665-4F23-A5BC-55F8B354A6BD}" srcOrd="0" destOrd="0" presId="urn:microsoft.com/office/officeart/2005/8/layout/orgChart1"/>
    <dgm:cxn modelId="{89EEF474-E08A-47D6-8219-5521CA98351B}" type="presOf" srcId="{8FC4C172-896E-4C5F-9764-C4045F2725F5}" destId="{D1BAF727-0704-4AE0-913F-1E168DA4110A}" srcOrd="1" destOrd="0" presId="urn:microsoft.com/office/officeart/2005/8/layout/orgChart1"/>
    <dgm:cxn modelId="{A7071A55-C308-47A3-8BCB-BA329834A584}" type="presOf" srcId="{B91DBADF-50DA-42E9-84D8-68FC507996F6}" destId="{CC26AB3A-9D5C-4581-9D2B-BD2D53D36980}" srcOrd="0" destOrd="0" presId="urn:microsoft.com/office/officeart/2005/8/layout/orgChart1"/>
    <dgm:cxn modelId="{5B0F1A55-5DA1-4BB5-B589-77151BEFAD0A}" type="presOf" srcId="{CDA10ADC-F257-4B01-81B5-311D0E96D4CF}" destId="{676A2F32-22A2-4646-B9E8-0ED58B01DFCB}" srcOrd="0" destOrd="0" presId="urn:microsoft.com/office/officeart/2005/8/layout/orgChart1"/>
    <dgm:cxn modelId="{54061257-D4AB-414E-8F24-5C9BE9151598}" type="presOf" srcId="{FA213747-6F65-4E97-9132-4CF834BBBC21}" destId="{CC2C1CCC-1725-4363-92BD-ABA663034F1B}" srcOrd="1" destOrd="0" presId="urn:microsoft.com/office/officeart/2005/8/layout/orgChart1"/>
    <dgm:cxn modelId="{77856A7B-C245-4A3B-9061-AF1DD3EE1DA0}" type="presOf" srcId="{C97E3A57-6920-4525-B611-994014831B3A}" destId="{271C8A78-6096-497B-B7F0-581AF4EF7641}" srcOrd="0" destOrd="0" presId="urn:microsoft.com/office/officeart/2005/8/layout/orgChart1"/>
    <dgm:cxn modelId="{1D30C47C-1F4C-4B28-8718-7ED365182F8F}" srcId="{BAD1FB1A-E057-4FDF-8C2C-90305E9CC485}" destId="{CDA10ADC-F257-4B01-81B5-311D0E96D4CF}" srcOrd="0" destOrd="0" parTransId="{F7F10B3D-E1AB-4791-866D-C3A69206A1D5}" sibTransId="{001597EF-489E-40EC-B110-1B16BC85E8B5}"/>
    <dgm:cxn modelId="{89B39482-5AD6-4413-A652-16EF5923F8AE}" type="presOf" srcId="{26FE200D-45B8-4CDE-8FCB-7DDCB03B20E1}" destId="{3E3EADC4-25B6-4DAA-8302-D2D1112D7E95}" srcOrd="0" destOrd="0" presId="urn:microsoft.com/office/officeart/2005/8/layout/orgChart1"/>
    <dgm:cxn modelId="{99B4DF89-2239-42A1-9B3A-38A1C47922BE}" type="presOf" srcId="{CDA10ADC-F257-4B01-81B5-311D0E96D4CF}" destId="{533DA68D-ACB1-4E42-B66B-0E88A61B1EDB}" srcOrd="1" destOrd="0" presId="urn:microsoft.com/office/officeart/2005/8/layout/orgChart1"/>
    <dgm:cxn modelId="{F0B1B392-7419-4036-A2FC-97995A66D984}" type="presOf" srcId="{5E2E4F1B-150C-45B1-B104-169AC08E2B05}" destId="{2A26DE92-757A-4685-832B-E933FC7D0F35}" srcOrd="0" destOrd="0" presId="urn:microsoft.com/office/officeart/2005/8/layout/orgChart1"/>
    <dgm:cxn modelId="{104C9E95-8B0B-4714-84B7-FDF022E280C9}" type="presOf" srcId="{D7E3F3F4-94B7-440C-9C1C-D7D36B8C38BF}" destId="{D3364D21-3E3C-451A-B4F1-43FE8FC2D7A7}" srcOrd="0" destOrd="0" presId="urn:microsoft.com/office/officeart/2005/8/layout/orgChart1"/>
    <dgm:cxn modelId="{CA6C4BA6-FF5E-4357-B183-B204A2FDCA57}" srcId="{B91DBADF-50DA-42E9-84D8-68FC507996F6}" destId="{BDECD9FB-7A51-473F-B348-CACF23BD39ED}" srcOrd="3" destOrd="0" parTransId="{DF1791DF-90BD-4901-BFFE-7033053D4CF6}" sibTransId="{510A8B9B-335C-4D27-8AB1-850FD198667B}"/>
    <dgm:cxn modelId="{D4899DA9-69FB-4EB7-B494-00F99F0F27A5}" srcId="{B91DBADF-50DA-42E9-84D8-68FC507996F6}" destId="{FA213747-6F65-4E97-9132-4CF834BBBC21}" srcOrd="0" destOrd="0" parTransId="{638C08C4-6F0A-49EC-84E4-E4CCF8B82E61}" sibTransId="{18114926-B16E-41E1-8BB2-4837B34A8650}"/>
    <dgm:cxn modelId="{7E84C1AA-0CF0-4303-B262-4725241B2F6C}" type="presOf" srcId="{BDECD9FB-7A51-473F-B348-CACF23BD39ED}" destId="{08E1892D-B4A5-4A12-A7BB-39E13419A61C}" srcOrd="1" destOrd="0" presId="urn:microsoft.com/office/officeart/2005/8/layout/orgChart1"/>
    <dgm:cxn modelId="{E40D4EAC-516A-47F7-A6AC-4104ECEC92E2}" type="presOf" srcId="{63D74A77-5067-4123-976F-320C34E85B61}" destId="{C07ABF09-6610-404C-926B-DE57CFB6880F}" srcOrd="0" destOrd="0" presId="urn:microsoft.com/office/officeart/2005/8/layout/orgChart1"/>
    <dgm:cxn modelId="{1FB4FBC1-1114-40DF-BB6E-D496D64B7223}" type="presOf" srcId="{638C08C4-6F0A-49EC-84E4-E4CCF8B82E61}" destId="{CB911B0F-D0A3-4B11-8508-4A706E0867CC}" srcOrd="0" destOrd="0" presId="urn:microsoft.com/office/officeart/2005/8/layout/orgChart1"/>
    <dgm:cxn modelId="{ADB57EC9-605F-487C-A866-9AEB8E1511F6}" srcId="{4C2EDC30-85C3-4758-9018-B2D6F8041440}" destId="{BAD1FB1A-E057-4FDF-8C2C-90305E9CC485}" srcOrd="1" destOrd="0" parTransId="{26FE200D-45B8-4CDE-8FCB-7DDCB03B20E1}" sibTransId="{FAEAD8E4-6ECD-4443-AC1E-7C59EF014B5D}"/>
    <dgm:cxn modelId="{D79AA0E1-C28B-4D1C-964D-5CBC9ABF654F}" type="presOf" srcId="{51815BE3-6613-4C9D-84FE-DC5ADB30DCB1}" destId="{277A5157-C99E-49BB-8C67-993C30026009}" srcOrd="1" destOrd="0" presId="urn:microsoft.com/office/officeart/2005/8/layout/orgChart1"/>
    <dgm:cxn modelId="{74E829EC-948D-4B4A-89D6-692F3043EF19}" type="presOf" srcId="{4C2EDC30-85C3-4758-9018-B2D6F8041440}" destId="{460FC1B4-3167-4288-A9A6-1447C60617CC}" srcOrd="0" destOrd="0" presId="urn:microsoft.com/office/officeart/2005/8/layout/orgChart1"/>
    <dgm:cxn modelId="{9EEE23EC-D7BD-4100-B17C-5E746237E1F3}" type="presParOf" srcId="{0FB3C89E-A4C0-48E7-91EE-A21CAD7C9C94}" destId="{CC545506-0E7C-40A8-AAE5-ADD6B16CF9B4}" srcOrd="0" destOrd="0" presId="urn:microsoft.com/office/officeart/2005/8/layout/orgChart1"/>
    <dgm:cxn modelId="{3C071F02-2392-4C97-9AB3-D7E350CE101A}" type="presParOf" srcId="{CC545506-0E7C-40A8-AAE5-ADD6B16CF9B4}" destId="{408E3CC4-97F3-435F-AB11-FD0F40DA51C1}" srcOrd="0" destOrd="0" presId="urn:microsoft.com/office/officeart/2005/8/layout/orgChart1"/>
    <dgm:cxn modelId="{4E9CDF27-ABC1-400E-9895-3ECA91D15C29}" type="presParOf" srcId="{408E3CC4-97F3-435F-AB11-FD0F40DA51C1}" destId="{CC26AB3A-9D5C-4581-9D2B-BD2D53D36980}" srcOrd="0" destOrd="0" presId="urn:microsoft.com/office/officeart/2005/8/layout/orgChart1"/>
    <dgm:cxn modelId="{6284942A-EB9F-4A1C-9E83-2CB32BE3B49C}" type="presParOf" srcId="{408E3CC4-97F3-435F-AB11-FD0F40DA51C1}" destId="{AE805180-41DD-480E-80A6-76F5D18EEACC}" srcOrd="1" destOrd="0" presId="urn:microsoft.com/office/officeart/2005/8/layout/orgChart1"/>
    <dgm:cxn modelId="{6381E5C2-C158-496D-BC99-3B59F4F54F7A}" type="presParOf" srcId="{CC545506-0E7C-40A8-AAE5-ADD6B16CF9B4}" destId="{8037BC9A-7748-41AF-9A6A-A5EC8E4384D7}" srcOrd="1" destOrd="0" presId="urn:microsoft.com/office/officeart/2005/8/layout/orgChart1"/>
    <dgm:cxn modelId="{41258A6D-CB5A-455E-B28B-E51A6EC3061F}" type="presParOf" srcId="{8037BC9A-7748-41AF-9A6A-A5EC8E4384D7}" destId="{271C8A78-6096-497B-B7F0-581AF4EF7641}" srcOrd="0" destOrd="0" presId="urn:microsoft.com/office/officeart/2005/8/layout/orgChart1"/>
    <dgm:cxn modelId="{A7DFD826-DB85-47E6-A63D-68DF862ED5AD}" type="presParOf" srcId="{8037BC9A-7748-41AF-9A6A-A5EC8E4384D7}" destId="{156B52CB-28A2-442A-AAC1-9AC302C5C9B7}" srcOrd="1" destOrd="0" presId="urn:microsoft.com/office/officeart/2005/8/layout/orgChart1"/>
    <dgm:cxn modelId="{65CAD08F-E2E8-4F73-A0A8-08A950BE2820}" type="presParOf" srcId="{156B52CB-28A2-442A-AAC1-9AC302C5C9B7}" destId="{F0EDDC3E-4FD1-4F39-AD43-E5A661D1FAB2}" srcOrd="0" destOrd="0" presId="urn:microsoft.com/office/officeart/2005/8/layout/orgChart1"/>
    <dgm:cxn modelId="{D88FCF6C-E2BF-462E-A41D-EA0690E4B70C}" type="presParOf" srcId="{F0EDDC3E-4FD1-4F39-AD43-E5A661D1FAB2}" destId="{7AD595E5-F4AB-4C51-8844-B2A9F4AB8B53}" srcOrd="0" destOrd="0" presId="urn:microsoft.com/office/officeart/2005/8/layout/orgChart1"/>
    <dgm:cxn modelId="{BB15FD39-FA6E-40C1-AF39-D4370FF05CD4}" type="presParOf" srcId="{F0EDDC3E-4FD1-4F39-AD43-E5A661D1FAB2}" destId="{277A5157-C99E-49BB-8C67-993C30026009}" srcOrd="1" destOrd="0" presId="urn:microsoft.com/office/officeart/2005/8/layout/orgChart1"/>
    <dgm:cxn modelId="{713AE73D-717B-4211-829E-AD3C521DCA6D}" type="presParOf" srcId="{156B52CB-28A2-442A-AAC1-9AC302C5C9B7}" destId="{7D798F87-3E6A-470D-9704-1AD921E5579A}" srcOrd="1" destOrd="0" presId="urn:microsoft.com/office/officeart/2005/8/layout/orgChart1"/>
    <dgm:cxn modelId="{7A6F3411-2AA7-4DFE-9479-432F5EB1E01C}" type="presParOf" srcId="{156B52CB-28A2-442A-AAC1-9AC302C5C9B7}" destId="{49C9FB94-E89D-4871-98FD-5B07F77F2430}" srcOrd="2" destOrd="0" presId="urn:microsoft.com/office/officeart/2005/8/layout/orgChart1"/>
    <dgm:cxn modelId="{C4B01792-8618-498D-B3B1-8566B4D8DFFD}" type="presParOf" srcId="{8037BC9A-7748-41AF-9A6A-A5EC8E4384D7}" destId="{C07ABF09-6610-404C-926B-DE57CFB6880F}" srcOrd="2" destOrd="0" presId="urn:microsoft.com/office/officeart/2005/8/layout/orgChart1"/>
    <dgm:cxn modelId="{8492F695-B153-46E8-96CC-2BBF021E7FDF}" type="presParOf" srcId="{8037BC9A-7748-41AF-9A6A-A5EC8E4384D7}" destId="{30AF2DE5-D230-40B4-8741-E5F4F4C3CAEB}" srcOrd="3" destOrd="0" presId="urn:microsoft.com/office/officeart/2005/8/layout/orgChart1"/>
    <dgm:cxn modelId="{FE249E87-0E81-4290-8590-BD2C85839514}" type="presParOf" srcId="{30AF2DE5-D230-40B4-8741-E5F4F4C3CAEB}" destId="{ED9FBDE2-F858-41E9-99A8-3F6A52882564}" srcOrd="0" destOrd="0" presId="urn:microsoft.com/office/officeart/2005/8/layout/orgChart1"/>
    <dgm:cxn modelId="{27393304-258C-4FE8-ACA0-C10C9C5BD5AB}" type="presParOf" srcId="{ED9FBDE2-F858-41E9-99A8-3F6A52882564}" destId="{D3364D21-3E3C-451A-B4F1-43FE8FC2D7A7}" srcOrd="0" destOrd="0" presId="urn:microsoft.com/office/officeart/2005/8/layout/orgChart1"/>
    <dgm:cxn modelId="{B4FB9821-CC6E-4931-A84D-7915AFA61B4E}" type="presParOf" srcId="{ED9FBDE2-F858-41E9-99A8-3F6A52882564}" destId="{26DD778F-2CEB-45AC-93B4-37B364552E1D}" srcOrd="1" destOrd="0" presId="urn:microsoft.com/office/officeart/2005/8/layout/orgChart1"/>
    <dgm:cxn modelId="{5EACA441-C4E0-4D79-9AD7-F45EB09B79DF}" type="presParOf" srcId="{30AF2DE5-D230-40B4-8741-E5F4F4C3CAEB}" destId="{A5D302D3-DA94-4EBA-86DF-C7567B966DA0}" srcOrd="1" destOrd="0" presId="urn:microsoft.com/office/officeart/2005/8/layout/orgChart1"/>
    <dgm:cxn modelId="{DCBCF4CA-47DC-4F91-9905-A952352FE7F4}" type="presParOf" srcId="{30AF2DE5-D230-40B4-8741-E5F4F4C3CAEB}" destId="{C34A2255-8901-44B7-903B-F0378AE90B7D}" srcOrd="2" destOrd="0" presId="urn:microsoft.com/office/officeart/2005/8/layout/orgChart1"/>
    <dgm:cxn modelId="{D3040312-77D8-4637-98AA-51DE1308EA08}" type="presParOf" srcId="{8037BC9A-7748-41AF-9A6A-A5EC8E4384D7}" destId="{FDB69B31-67A6-4FCD-BCF9-70C5262196DC}" srcOrd="4" destOrd="0" presId="urn:microsoft.com/office/officeart/2005/8/layout/orgChart1"/>
    <dgm:cxn modelId="{41FF2951-8286-462D-86AB-0CFD3B18A115}" type="presParOf" srcId="{8037BC9A-7748-41AF-9A6A-A5EC8E4384D7}" destId="{EE328C5C-F596-4DEB-9A0C-02D7B45BB500}" srcOrd="5" destOrd="0" presId="urn:microsoft.com/office/officeart/2005/8/layout/orgChart1"/>
    <dgm:cxn modelId="{A7D5EAB1-198B-4012-829C-5700497EE45C}" type="presParOf" srcId="{EE328C5C-F596-4DEB-9A0C-02D7B45BB500}" destId="{AADFFDC3-2AE8-4726-A89A-AFF9B624F2B0}" srcOrd="0" destOrd="0" presId="urn:microsoft.com/office/officeart/2005/8/layout/orgChart1"/>
    <dgm:cxn modelId="{8F0460D3-64FE-4316-A06F-BDDA66B603AA}" type="presParOf" srcId="{AADFFDC3-2AE8-4726-A89A-AFF9B624F2B0}" destId="{EA8C1ADF-0665-4F23-A5BC-55F8B354A6BD}" srcOrd="0" destOrd="0" presId="urn:microsoft.com/office/officeart/2005/8/layout/orgChart1"/>
    <dgm:cxn modelId="{FB8E287F-0EFD-4C29-86AF-730A9A1F276C}" type="presParOf" srcId="{AADFFDC3-2AE8-4726-A89A-AFF9B624F2B0}" destId="{08E1892D-B4A5-4A12-A7BB-39E13419A61C}" srcOrd="1" destOrd="0" presId="urn:microsoft.com/office/officeart/2005/8/layout/orgChart1"/>
    <dgm:cxn modelId="{7EF639DD-4536-4009-BBE0-471328F02E0D}" type="presParOf" srcId="{EE328C5C-F596-4DEB-9A0C-02D7B45BB500}" destId="{FF505753-0D00-4FDF-929E-EAE709EE2D67}" srcOrd="1" destOrd="0" presId="urn:microsoft.com/office/officeart/2005/8/layout/orgChart1"/>
    <dgm:cxn modelId="{387654F0-4F35-4CF2-A333-314E1AB98F47}" type="presParOf" srcId="{EE328C5C-F596-4DEB-9A0C-02D7B45BB500}" destId="{0110365B-54A3-4AAA-A355-F391709EDEF5}" srcOrd="2" destOrd="0" presId="urn:microsoft.com/office/officeart/2005/8/layout/orgChart1"/>
    <dgm:cxn modelId="{AB5F33AD-46FB-4949-989F-EB14E286F844}" type="presParOf" srcId="{CC545506-0E7C-40A8-AAE5-ADD6B16CF9B4}" destId="{99B9CC4B-FD7A-498C-87CC-015287155036}" srcOrd="2" destOrd="0" presId="urn:microsoft.com/office/officeart/2005/8/layout/orgChart1"/>
    <dgm:cxn modelId="{F9D82D78-1057-481F-ABBD-24C761A29448}" type="presParOf" srcId="{99B9CC4B-FD7A-498C-87CC-015287155036}" destId="{CB911B0F-D0A3-4B11-8508-4A706E0867CC}" srcOrd="0" destOrd="0" presId="urn:microsoft.com/office/officeart/2005/8/layout/orgChart1"/>
    <dgm:cxn modelId="{DB8DB8B6-5CE1-4E72-9FC3-077028B48E95}" type="presParOf" srcId="{99B9CC4B-FD7A-498C-87CC-015287155036}" destId="{89DC4B31-B2C4-4165-8C75-67288AEFBCEC}" srcOrd="1" destOrd="0" presId="urn:microsoft.com/office/officeart/2005/8/layout/orgChart1"/>
    <dgm:cxn modelId="{D1DE264E-483A-46FA-93BF-08BE0D5DB713}" type="presParOf" srcId="{89DC4B31-B2C4-4165-8C75-67288AEFBCEC}" destId="{C5DDE919-FBEB-4630-9423-2011ECDE3433}" srcOrd="0" destOrd="0" presId="urn:microsoft.com/office/officeart/2005/8/layout/orgChart1"/>
    <dgm:cxn modelId="{A66A1CC5-C566-40FD-A01F-BDD1B41E52E3}" type="presParOf" srcId="{C5DDE919-FBEB-4630-9423-2011ECDE3433}" destId="{03A45C9F-733B-4BDA-96B5-1BD272209F7C}" srcOrd="0" destOrd="0" presId="urn:microsoft.com/office/officeart/2005/8/layout/orgChart1"/>
    <dgm:cxn modelId="{C4F9BDA1-C76C-4B31-AF83-86037F7832D0}" type="presParOf" srcId="{C5DDE919-FBEB-4630-9423-2011ECDE3433}" destId="{CC2C1CCC-1725-4363-92BD-ABA663034F1B}" srcOrd="1" destOrd="0" presId="urn:microsoft.com/office/officeart/2005/8/layout/orgChart1"/>
    <dgm:cxn modelId="{BD4DE80D-7619-42FE-9461-18748F4197CA}" type="presParOf" srcId="{89DC4B31-B2C4-4165-8C75-67288AEFBCEC}" destId="{7A09221F-70F4-4648-AD90-CC0349DBDB19}" srcOrd="1" destOrd="0" presId="urn:microsoft.com/office/officeart/2005/8/layout/orgChart1"/>
    <dgm:cxn modelId="{E035DB83-FEF3-4490-9B87-4A2A0C281A8C}" type="presParOf" srcId="{89DC4B31-B2C4-4165-8C75-67288AEFBCEC}" destId="{F7291177-C28A-4B7A-BB42-A71371B7E4AA}" srcOrd="2" destOrd="0" presId="urn:microsoft.com/office/officeart/2005/8/layout/orgChart1"/>
    <dgm:cxn modelId="{0E68CA56-4E50-41B0-91EE-5FEAD50D33F1}" type="presParOf" srcId="{0FB3C89E-A4C0-48E7-91EE-A21CAD7C9C94}" destId="{4C9B26FB-C2BA-4E96-B8E5-E7856DCF055F}" srcOrd="1" destOrd="0" presId="urn:microsoft.com/office/officeart/2005/8/layout/orgChart1"/>
    <dgm:cxn modelId="{E0C0FD59-3B94-4CC8-AB77-FCA7D911B3AA}" type="presParOf" srcId="{4C9B26FB-C2BA-4E96-B8E5-E7856DCF055F}" destId="{A93FC7DE-6490-4006-B882-012E36B25590}" srcOrd="0" destOrd="0" presId="urn:microsoft.com/office/officeart/2005/8/layout/orgChart1"/>
    <dgm:cxn modelId="{6C7D98E5-E8A8-4E05-AFFC-C489D128EF7C}" type="presParOf" srcId="{A93FC7DE-6490-4006-B882-012E36B25590}" destId="{460FC1B4-3167-4288-A9A6-1447C60617CC}" srcOrd="0" destOrd="0" presId="urn:microsoft.com/office/officeart/2005/8/layout/orgChart1"/>
    <dgm:cxn modelId="{F5D42F61-88BA-4BCA-A1EB-CF427E9D08FF}" type="presParOf" srcId="{A93FC7DE-6490-4006-B882-012E36B25590}" destId="{D6F2EEBB-A273-4635-9181-21703ABF1825}" srcOrd="1" destOrd="0" presId="urn:microsoft.com/office/officeart/2005/8/layout/orgChart1"/>
    <dgm:cxn modelId="{FAE7CE3F-393C-49AA-BC5F-319AE07AE3F0}" type="presParOf" srcId="{4C9B26FB-C2BA-4E96-B8E5-E7856DCF055F}" destId="{B52FA419-EED8-4F39-9123-AEF95DD72739}" srcOrd="1" destOrd="0" presId="urn:microsoft.com/office/officeart/2005/8/layout/orgChart1"/>
    <dgm:cxn modelId="{C86BCCE4-80F3-4DDD-8864-393219935763}" type="presParOf" srcId="{B52FA419-EED8-4F39-9123-AEF95DD72739}" destId="{C003D364-6EC9-4304-8661-6C043C6D549B}" srcOrd="0" destOrd="0" presId="urn:microsoft.com/office/officeart/2005/8/layout/orgChart1"/>
    <dgm:cxn modelId="{095D5407-EFB7-4900-B4BD-720F0992714F}" type="presParOf" srcId="{B52FA419-EED8-4F39-9123-AEF95DD72739}" destId="{3680BE0F-05DA-4647-8DD7-1F540C8BEC35}" srcOrd="1" destOrd="0" presId="urn:microsoft.com/office/officeart/2005/8/layout/orgChart1"/>
    <dgm:cxn modelId="{50705E79-6062-48C9-83FC-35C5DEF61B0D}" type="presParOf" srcId="{3680BE0F-05DA-4647-8DD7-1F540C8BEC35}" destId="{027D1E04-8CDD-4B3E-9DDC-4109AF4DCA87}" srcOrd="0" destOrd="0" presId="urn:microsoft.com/office/officeart/2005/8/layout/orgChart1"/>
    <dgm:cxn modelId="{54A3FF11-2E24-499B-B43A-A70BE34DCE34}" type="presParOf" srcId="{027D1E04-8CDD-4B3E-9DDC-4109AF4DCA87}" destId="{9EE7FCD1-4207-4474-90B9-0A31E1D983D4}" srcOrd="0" destOrd="0" presId="urn:microsoft.com/office/officeart/2005/8/layout/orgChart1"/>
    <dgm:cxn modelId="{000F4BBC-BFDC-49F7-B303-02BDB31AC300}" type="presParOf" srcId="{027D1E04-8CDD-4B3E-9DDC-4109AF4DCA87}" destId="{F1B05707-D291-4583-BAAC-D25A7DBC24F6}" srcOrd="1" destOrd="0" presId="urn:microsoft.com/office/officeart/2005/8/layout/orgChart1"/>
    <dgm:cxn modelId="{DAF8117A-5FDA-4940-8600-3EBED91D1A91}" type="presParOf" srcId="{3680BE0F-05DA-4647-8DD7-1F540C8BEC35}" destId="{58FDFA2B-C97E-4C3B-B903-162E94FE9D26}" srcOrd="1" destOrd="0" presId="urn:microsoft.com/office/officeart/2005/8/layout/orgChart1"/>
    <dgm:cxn modelId="{84354E4F-B300-42E9-8E54-7F97537E24E4}" type="presParOf" srcId="{3680BE0F-05DA-4647-8DD7-1F540C8BEC35}" destId="{D72450A6-825F-43D6-A9FB-7D2ED1D0D721}" srcOrd="2" destOrd="0" presId="urn:microsoft.com/office/officeart/2005/8/layout/orgChart1"/>
    <dgm:cxn modelId="{C4A6586D-F034-40D9-A06E-D12D2BF3A1BF}" type="presParOf" srcId="{B52FA419-EED8-4F39-9123-AEF95DD72739}" destId="{3E3EADC4-25B6-4DAA-8302-D2D1112D7E95}" srcOrd="2" destOrd="0" presId="urn:microsoft.com/office/officeart/2005/8/layout/orgChart1"/>
    <dgm:cxn modelId="{FA366DFA-5645-4713-8B30-7C0E054621E6}" type="presParOf" srcId="{B52FA419-EED8-4F39-9123-AEF95DD72739}" destId="{DAE139B1-F340-4429-9BAE-0AD96FAB4BA1}" srcOrd="3" destOrd="0" presId="urn:microsoft.com/office/officeart/2005/8/layout/orgChart1"/>
    <dgm:cxn modelId="{12CDC2EF-42AF-4935-88E8-F258C391E436}" type="presParOf" srcId="{DAE139B1-F340-4429-9BAE-0AD96FAB4BA1}" destId="{616A6B3E-2598-4C58-B1A2-57C4CF64E265}" srcOrd="0" destOrd="0" presId="urn:microsoft.com/office/officeart/2005/8/layout/orgChart1"/>
    <dgm:cxn modelId="{902E957A-EC58-42DC-8B95-5F98B25C6F96}" type="presParOf" srcId="{616A6B3E-2598-4C58-B1A2-57C4CF64E265}" destId="{A64A825D-4121-4BF3-81D9-6EFCE7F740D3}" srcOrd="0" destOrd="0" presId="urn:microsoft.com/office/officeart/2005/8/layout/orgChart1"/>
    <dgm:cxn modelId="{3CE72580-9EC6-4D21-A44D-340EC287D099}" type="presParOf" srcId="{616A6B3E-2598-4C58-B1A2-57C4CF64E265}" destId="{79242100-4604-4E83-A552-7B3E71BB7353}" srcOrd="1" destOrd="0" presId="urn:microsoft.com/office/officeart/2005/8/layout/orgChart1"/>
    <dgm:cxn modelId="{17DD9D6A-AF03-4FFA-A90F-B097EC9BAF52}" type="presParOf" srcId="{DAE139B1-F340-4429-9BAE-0AD96FAB4BA1}" destId="{6269616D-CA30-4ECD-A4CC-6E51C641AD9F}" srcOrd="1" destOrd="0" presId="urn:microsoft.com/office/officeart/2005/8/layout/orgChart1"/>
    <dgm:cxn modelId="{F3BE90E2-7013-4581-BA34-ED9B502941A9}" type="presParOf" srcId="{6269616D-CA30-4ECD-A4CC-6E51C641AD9F}" destId="{2297195C-0E84-42A4-B604-FC5BB0B62301}" srcOrd="0" destOrd="0" presId="urn:microsoft.com/office/officeart/2005/8/layout/orgChart1"/>
    <dgm:cxn modelId="{30BDA541-5BA4-4856-9C6D-A0988E3F0C9A}" type="presParOf" srcId="{6269616D-CA30-4ECD-A4CC-6E51C641AD9F}" destId="{EFB96D80-7B0A-41C6-943A-83D30A9FBF1E}" srcOrd="1" destOrd="0" presId="urn:microsoft.com/office/officeart/2005/8/layout/orgChart1"/>
    <dgm:cxn modelId="{1ECB9FBD-5BCA-40CB-9E9A-7DAFD37B8FF2}" type="presParOf" srcId="{EFB96D80-7B0A-41C6-943A-83D30A9FBF1E}" destId="{DE7D0C78-04FB-482A-978C-45958B850E50}" srcOrd="0" destOrd="0" presId="urn:microsoft.com/office/officeart/2005/8/layout/orgChart1"/>
    <dgm:cxn modelId="{993F623D-9E2D-4A5A-B2E0-8A3892AD33C1}" type="presParOf" srcId="{DE7D0C78-04FB-482A-978C-45958B850E50}" destId="{676A2F32-22A2-4646-B9E8-0ED58B01DFCB}" srcOrd="0" destOrd="0" presId="urn:microsoft.com/office/officeart/2005/8/layout/orgChart1"/>
    <dgm:cxn modelId="{DB0F45E6-FA24-41EE-B447-4B0C4FDFDC03}" type="presParOf" srcId="{DE7D0C78-04FB-482A-978C-45958B850E50}" destId="{533DA68D-ACB1-4E42-B66B-0E88A61B1EDB}" srcOrd="1" destOrd="0" presId="urn:microsoft.com/office/officeart/2005/8/layout/orgChart1"/>
    <dgm:cxn modelId="{D1D65059-C5FA-435F-BB94-38D7761A62F3}" type="presParOf" srcId="{EFB96D80-7B0A-41C6-943A-83D30A9FBF1E}" destId="{BB4C9EBD-28D5-4C68-860D-3FAD3DAA0D67}" srcOrd="1" destOrd="0" presId="urn:microsoft.com/office/officeart/2005/8/layout/orgChart1"/>
    <dgm:cxn modelId="{AAD0067F-75BC-4BEF-9ED5-A3A1F651FF74}" type="presParOf" srcId="{BB4C9EBD-28D5-4C68-860D-3FAD3DAA0D67}" destId="{2A26DE92-757A-4685-832B-E933FC7D0F35}" srcOrd="0" destOrd="0" presId="urn:microsoft.com/office/officeart/2005/8/layout/orgChart1"/>
    <dgm:cxn modelId="{1D4E8F90-4AC3-4239-9421-0A73C304A45A}" type="presParOf" srcId="{BB4C9EBD-28D5-4C68-860D-3FAD3DAA0D67}" destId="{197F35A8-91BD-4104-B19E-052711BB2F12}" srcOrd="1" destOrd="0" presId="urn:microsoft.com/office/officeart/2005/8/layout/orgChart1"/>
    <dgm:cxn modelId="{1908F97A-B175-4CB0-8074-3EC8F6891BDE}" type="presParOf" srcId="{197F35A8-91BD-4104-B19E-052711BB2F12}" destId="{0A7CBE43-4B5E-4A8B-BDB3-9F6C5305EEB8}" srcOrd="0" destOrd="0" presId="urn:microsoft.com/office/officeart/2005/8/layout/orgChart1"/>
    <dgm:cxn modelId="{877F3C14-FE19-4221-AF1B-55F728116872}" type="presParOf" srcId="{0A7CBE43-4B5E-4A8B-BDB3-9F6C5305EEB8}" destId="{D013BD63-AAD8-4FBC-9C8F-9A78E2BF998D}" srcOrd="0" destOrd="0" presId="urn:microsoft.com/office/officeart/2005/8/layout/orgChart1"/>
    <dgm:cxn modelId="{F9519C7B-4063-4BD5-9D8E-DC553BA2A617}" type="presParOf" srcId="{0A7CBE43-4B5E-4A8B-BDB3-9F6C5305EEB8}" destId="{D1BAF727-0704-4AE0-913F-1E168DA4110A}" srcOrd="1" destOrd="0" presId="urn:microsoft.com/office/officeart/2005/8/layout/orgChart1"/>
    <dgm:cxn modelId="{779AC47D-25C6-4DCE-A65B-67318D8EDFDD}" type="presParOf" srcId="{197F35A8-91BD-4104-B19E-052711BB2F12}" destId="{1E9D927D-74CE-4398-A5CD-80E644965B9A}" srcOrd="1" destOrd="0" presId="urn:microsoft.com/office/officeart/2005/8/layout/orgChart1"/>
    <dgm:cxn modelId="{E463BB8A-68F9-4989-9B62-5F6C38417073}" type="presParOf" srcId="{197F35A8-91BD-4104-B19E-052711BB2F12}" destId="{91D963BB-C1BB-4B62-A5F0-C77A134A0254}" srcOrd="2" destOrd="0" presId="urn:microsoft.com/office/officeart/2005/8/layout/orgChart1"/>
    <dgm:cxn modelId="{83C93A87-A16E-4173-9E29-923F34A7189C}" type="presParOf" srcId="{EFB96D80-7B0A-41C6-943A-83D30A9FBF1E}" destId="{2BDDD081-EC21-49A1-A6A0-051CA5EA1E7C}" srcOrd="2" destOrd="0" presId="urn:microsoft.com/office/officeart/2005/8/layout/orgChart1"/>
    <dgm:cxn modelId="{6B9B26B4-3CF0-4253-84D2-4CF3DEFF65C4}" type="presParOf" srcId="{DAE139B1-F340-4429-9BAE-0AD96FAB4BA1}" destId="{399BFDF5-0D8F-423A-AAB1-6734CBEFF2BD}" srcOrd="2" destOrd="0" presId="urn:microsoft.com/office/officeart/2005/8/layout/orgChart1"/>
    <dgm:cxn modelId="{D3735D09-4AF0-4C06-AE58-C9E7ACCFA258}" type="presParOf" srcId="{4C9B26FB-C2BA-4E96-B8E5-E7856DCF055F}" destId="{E7E282F6-CCC3-4381-BAD9-6EA835219A31}" srcOrd="2" destOrd="0" presId="urn:microsoft.com/office/officeart/2005/8/layout/orgChart1"/>
  </dgm:cxnLst>
  <dgm:bg/>
  <dgm:whole/>
  <dgm:extLst>
    <a:ext uri="http://schemas.microsoft.com/office/drawing/2008/diagram">
      <dsp:dataModelExt xmlns:dsp="http://schemas.microsoft.com/office/drawing/2008/diagram" relId="rId73"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02D110-46F4-4251-880C-609664B9300A}">
      <dsp:nvSpPr>
        <dsp:cNvPr id="0" name=""/>
        <dsp:cNvSpPr/>
      </dsp:nvSpPr>
      <dsp:spPr>
        <a:xfrm>
          <a:off x="1119941" y="178707"/>
          <a:ext cx="2309447" cy="2309447"/>
        </a:xfrm>
        <a:prstGeom prst="pie">
          <a:avLst>
            <a:gd name="adj1" fmla="val 16200000"/>
            <a:gd name="adj2" fmla="val 18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fr-FR" sz="800" kern="1200"/>
            <a:t>Points de valeur</a:t>
          </a:r>
          <a:endParaRPr lang="en-US" sz="800" kern="1200" dirty="0"/>
        </a:p>
      </dsp:txBody>
      <dsp:txXfrm>
        <a:off x="2337075" y="668090"/>
        <a:ext cx="824802" cy="687335"/>
      </dsp:txXfrm>
    </dsp:sp>
    <dsp:sp modelId="{5F6ED84B-D504-46B2-AD4F-1E5DDFF71C3F}">
      <dsp:nvSpPr>
        <dsp:cNvPr id="0" name=""/>
        <dsp:cNvSpPr/>
      </dsp:nvSpPr>
      <dsp:spPr>
        <a:xfrm>
          <a:off x="1072378" y="261187"/>
          <a:ext cx="2309447" cy="2309447"/>
        </a:xfrm>
        <a:prstGeom prst="pie">
          <a:avLst>
            <a:gd name="adj1" fmla="val 1800000"/>
            <a:gd name="adj2" fmla="val 90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fr-FR" sz="800" kern="1200"/>
            <a:t>Recrutez et augmentez le sentiment d'appartenance grâce aux artefacts.</a:t>
          </a:r>
        </a:p>
      </dsp:txBody>
      <dsp:txXfrm>
        <a:off x="1622246" y="1759578"/>
        <a:ext cx="1237203" cy="604855"/>
      </dsp:txXfrm>
    </dsp:sp>
    <dsp:sp modelId="{1E3616D6-7DDD-4675-8B0D-E52F693E47D8}">
      <dsp:nvSpPr>
        <dsp:cNvPr id="0" name=""/>
        <dsp:cNvSpPr/>
      </dsp:nvSpPr>
      <dsp:spPr>
        <a:xfrm>
          <a:off x="1024814" y="178707"/>
          <a:ext cx="2309447" cy="2309447"/>
        </a:xfrm>
        <a:prstGeom prst="pie">
          <a:avLst>
            <a:gd name="adj1" fmla="val 90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fr-FR" sz="800" kern="1200"/>
            <a:t>Transformez votre capacité de travail en actions de dynamisation de la communauté.</a:t>
          </a:r>
        </a:p>
      </dsp:txBody>
      <dsp:txXfrm>
        <a:off x="1292325" y="668090"/>
        <a:ext cx="824802" cy="687335"/>
      </dsp:txXfrm>
    </dsp:sp>
    <dsp:sp modelId="{7566E872-52D9-4F5D-85D0-5F4458BDF39F}">
      <dsp:nvSpPr>
        <dsp:cNvPr id="0" name=""/>
        <dsp:cNvSpPr/>
      </dsp:nvSpPr>
      <dsp:spPr>
        <a:xfrm>
          <a:off x="977166" y="35741"/>
          <a:ext cx="2595378" cy="2595378"/>
        </a:xfrm>
        <a:prstGeom prst="circularArrow">
          <a:avLst>
            <a:gd name="adj1" fmla="val 5085"/>
            <a:gd name="adj2" fmla="val 327528"/>
            <a:gd name="adj3" fmla="val 1472472"/>
            <a:gd name="adj4" fmla="val 1619943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5A90C2A-1CDA-43A4-AE2B-1B9EF774C8CD}">
      <dsp:nvSpPr>
        <dsp:cNvPr id="0" name=""/>
        <dsp:cNvSpPr/>
      </dsp:nvSpPr>
      <dsp:spPr>
        <a:xfrm>
          <a:off x="929412" y="118075"/>
          <a:ext cx="2595378" cy="2595378"/>
        </a:xfrm>
        <a:prstGeom prst="circularArrow">
          <a:avLst>
            <a:gd name="adj1" fmla="val 5085"/>
            <a:gd name="adj2" fmla="val 327528"/>
            <a:gd name="adj3" fmla="val 8671970"/>
            <a:gd name="adj4" fmla="val 180050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CDBCD3C-8E0C-48CE-AE11-8F7ADD1F2FE1}">
      <dsp:nvSpPr>
        <dsp:cNvPr id="0" name=""/>
        <dsp:cNvSpPr/>
      </dsp:nvSpPr>
      <dsp:spPr>
        <a:xfrm>
          <a:off x="881658" y="35741"/>
          <a:ext cx="2595378" cy="2595378"/>
        </a:xfrm>
        <a:prstGeom prst="circularArrow">
          <a:avLst>
            <a:gd name="adj1" fmla="val 5085"/>
            <a:gd name="adj2" fmla="val 327528"/>
            <a:gd name="adj3" fmla="val 15873039"/>
            <a:gd name="adj4" fmla="val 9000000"/>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2E9B8B-557B-4C15-B3F9-111D3A838C5E}">
      <dsp:nvSpPr>
        <dsp:cNvPr id="0" name=""/>
        <dsp:cNvSpPr/>
      </dsp:nvSpPr>
      <dsp:spPr>
        <a:xfrm>
          <a:off x="877427" y="698542"/>
          <a:ext cx="91440" cy="264540"/>
        </a:xfrm>
        <a:custGeom>
          <a:avLst/>
          <a:gdLst/>
          <a:ahLst/>
          <a:cxnLst/>
          <a:rect l="0" t="0" r="0" b="0"/>
          <a:pathLst>
            <a:path>
              <a:moveTo>
                <a:pt x="106104" y="0"/>
              </a:moveTo>
              <a:lnTo>
                <a:pt x="106104" y="264540"/>
              </a:lnTo>
              <a:lnTo>
                <a:pt x="45720" y="26454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D7611E0-922C-42AF-ADD4-7260C9C0BFC2}">
      <dsp:nvSpPr>
        <dsp:cNvPr id="0" name=""/>
        <dsp:cNvSpPr/>
      </dsp:nvSpPr>
      <dsp:spPr>
        <a:xfrm>
          <a:off x="983531" y="698542"/>
          <a:ext cx="695855" cy="529080"/>
        </a:xfrm>
        <a:custGeom>
          <a:avLst/>
          <a:gdLst/>
          <a:ahLst/>
          <a:cxnLst/>
          <a:rect l="0" t="0" r="0" b="0"/>
          <a:pathLst>
            <a:path>
              <a:moveTo>
                <a:pt x="0" y="0"/>
              </a:moveTo>
              <a:lnTo>
                <a:pt x="0" y="468696"/>
              </a:lnTo>
              <a:lnTo>
                <a:pt x="695855" y="468696"/>
              </a:lnTo>
              <a:lnTo>
                <a:pt x="695855" y="52908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C710A82-12C4-4181-8586-31D4BF619055}">
      <dsp:nvSpPr>
        <dsp:cNvPr id="0" name=""/>
        <dsp:cNvSpPr/>
      </dsp:nvSpPr>
      <dsp:spPr>
        <a:xfrm>
          <a:off x="937811" y="698542"/>
          <a:ext cx="91440" cy="529080"/>
        </a:xfrm>
        <a:custGeom>
          <a:avLst/>
          <a:gdLst/>
          <a:ahLst/>
          <a:cxnLst/>
          <a:rect l="0" t="0" r="0" b="0"/>
          <a:pathLst>
            <a:path>
              <a:moveTo>
                <a:pt x="45720" y="0"/>
              </a:moveTo>
              <a:lnTo>
                <a:pt x="45720" y="52908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BF72444-068A-4BE3-9652-EAC783F12035}">
      <dsp:nvSpPr>
        <dsp:cNvPr id="0" name=""/>
        <dsp:cNvSpPr/>
      </dsp:nvSpPr>
      <dsp:spPr>
        <a:xfrm>
          <a:off x="287675" y="698542"/>
          <a:ext cx="695855" cy="529080"/>
        </a:xfrm>
        <a:custGeom>
          <a:avLst/>
          <a:gdLst/>
          <a:ahLst/>
          <a:cxnLst/>
          <a:rect l="0" t="0" r="0" b="0"/>
          <a:pathLst>
            <a:path>
              <a:moveTo>
                <a:pt x="695855" y="0"/>
              </a:moveTo>
              <a:lnTo>
                <a:pt x="695855" y="468696"/>
              </a:lnTo>
              <a:lnTo>
                <a:pt x="0" y="468696"/>
              </a:lnTo>
              <a:lnTo>
                <a:pt x="0" y="52908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8410592-EFAC-4F49-87D0-44D141F618CA}">
      <dsp:nvSpPr>
        <dsp:cNvPr id="0" name=""/>
        <dsp:cNvSpPr/>
      </dsp:nvSpPr>
      <dsp:spPr>
        <a:xfrm>
          <a:off x="695987" y="410999"/>
          <a:ext cx="575087" cy="287543"/>
        </a:xfrm>
        <a:prstGeom prst="rect">
          <a:avLst/>
        </a:prstGeom>
        <a:solidFill>
          <a:schemeClr val="tx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fr-FR" sz="1900" kern="1200" dirty="0"/>
            <a:t>A</a:t>
          </a:r>
        </a:p>
      </dsp:txBody>
      <dsp:txXfrm>
        <a:off x="695987" y="410999"/>
        <a:ext cx="575087" cy="287543"/>
      </dsp:txXfrm>
    </dsp:sp>
    <dsp:sp modelId="{EBE2F1B7-A5C1-4ADD-811E-6FBE3E1958A6}">
      <dsp:nvSpPr>
        <dsp:cNvPr id="0" name=""/>
        <dsp:cNvSpPr/>
      </dsp:nvSpPr>
      <dsp:spPr>
        <a:xfrm>
          <a:off x="132" y="1227623"/>
          <a:ext cx="575087" cy="287543"/>
        </a:xfrm>
        <a:prstGeom prst="rect">
          <a:avLst/>
        </a:prstGeom>
        <a:solidFill>
          <a:schemeClr val="bg1">
            <a:lumMod val="6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fr-FR" sz="1900" kern="1200" dirty="0"/>
            <a:t>C</a:t>
          </a:r>
        </a:p>
      </dsp:txBody>
      <dsp:txXfrm>
        <a:off x="132" y="1227623"/>
        <a:ext cx="575087" cy="287543"/>
      </dsp:txXfrm>
    </dsp:sp>
    <dsp:sp modelId="{1F08B472-E823-49D9-840D-5A2FDEC7EC38}">
      <dsp:nvSpPr>
        <dsp:cNvPr id="0" name=""/>
        <dsp:cNvSpPr/>
      </dsp:nvSpPr>
      <dsp:spPr>
        <a:xfrm>
          <a:off x="695987" y="1227623"/>
          <a:ext cx="575087" cy="287543"/>
        </a:xfrm>
        <a:prstGeom prst="rect">
          <a:avLst/>
        </a:prstGeom>
        <a:solidFill>
          <a:srgbClr val="0683AA"/>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fr-FR" sz="1900" kern="1200" dirty="0"/>
            <a:t>D</a:t>
          </a:r>
        </a:p>
      </dsp:txBody>
      <dsp:txXfrm>
        <a:off x="695987" y="1227623"/>
        <a:ext cx="575087" cy="287543"/>
      </dsp:txXfrm>
    </dsp:sp>
    <dsp:sp modelId="{696FEC7D-CEC5-446B-8B03-EC75198B8B5B}">
      <dsp:nvSpPr>
        <dsp:cNvPr id="0" name=""/>
        <dsp:cNvSpPr/>
      </dsp:nvSpPr>
      <dsp:spPr>
        <a:xfrm>
          <a:off x="1391843" y="1227623"/>
          <a:ext cx="575087" cy="287543"/>
        </a:xfrm>
        <a:prstGeom prst="rect">
          <a:avLst/>
        </a:prstGeom>
        <a:solidFill>
          <a:srgbClr val="ED7D3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fr-FR" sz="1900" kern="1200" dirty="0"/>
            <a:t>E</a:t>
          </a:r>
        </a:p>
      </dsp:txBody>
      <dsp:txXfrm>
        <a:off x="1391843" y="1227623"/>
        <a:ext cx="575087" cy="287543"/>
      </dsp:txXfrm>
    </dsp:sp>
    <dsp:sp modelId="{6C571BBA-913A-4AB6-8931-80D8742BC183}">
      <dsp:nvSpPr>
        <dsp:cNvPr id="0" name=""/>
        <dsp:cNvSpPr/>
      </dsp:nvSpPr>
      <dsp:spPr>
        <a:xfrm>
          <a:off x="348059" y="819311"/>
          <a:ext cx="575087" cy="287543"/>
        </a:xfrm>
        <a:prstGeom prst="rect">
          <a:avLst/>
        </a:prstGeom>
        <a:solidFill>
          <a:schemeClr val="bg1">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fr-FR" sz="1900" kern="1200" dirty="0"/>
            <a:t>B</a:t>
          </a:r>
        </a:p>
      </dsp:txBody>
      <dsp:txXfrm>
        <a:off x="348059" y="819311"/>
        <a:ext cx="575087" cy="28754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02D110-46F4-4251-880C-609664B9300A}">
      <dsp:nvSpPr>
        <dsp:cNvPr id="0" name=""/>
        <dsp:cNvSpPr/>
      </dsp:nvSpPr>
      <dsp:spPr>
        <a:xfrm>
          <a:off x="1119941" y="178707"/>
          <a:ext cx="2309447" cy="2309447"/>
        </a:xfrm>
        <a:prstGeom prst="pie">
          <a:avLst>
            <a:gd name="adj1" fmla="val 16200000"/>
            <a:gd name="adj2" fmla="val 18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fr-FR" sz="800" kern="1200"/>
            <a:t>Points de valeur</a:t>
          </a:r>
          <a:endParaRPr lang="en-US" sz="800" kern="1200" dirty="0"/>
        </a:p>
      </dsp:txBody>
      <dsp:txXfrm>
        <a:off x="2337075" y="668090"/>
        <a:ext cx="824802" cy="687335"/>
      </dsp:txXfrm>
    </dsp:sp>
    <dsp:sp modelId="{5F6ED84B-D504-46B2-AD4F-1E5DDFF71C3F}">
      <dsp:nvSpPr>
        <dsp:cNvPr id="0" name=""/>
        <dsp:cNvSpPr/>
      </dsp:nvSpPr>
      <dsp:spPr>
        <a:xfrm>
          <a:off x="1072378" y="261187"/>
          <a:ext cx="2309447" cy="2309447"/>
        </a:xfrm>
        <a:prstGeom prst="pie">
          <a:avLst>
            <a:gd name="adj1" fmla="val 1800000"/>
            <a:gd name="adj2" fmla="val 90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fr-FR" sz="800" kern="1200" dirty="0"/>
            <a:t>Recrutez et augmentez le sentiment d'appartenance grâce aux artefacts.</a:t>
          </a:r>
        </a:p>
      </dsp:txBody>
      <dsp:txXfrm>
        <a:off x="1622246" y="1759578"/>
        <a:ext cx="1237203" cy="604855"/>
      </dsp:txXfrm>
    </dsp:sp>
    <dsp:sp modelId="{1E3616D6-7DDD-4675-8B0D-E52F693E47D8}">
      <dsp:nvSpPr>
        <dsp:cNvPr id="0" name=""/>
        <dsp:cNvSpPr/>
      </dsp:nvSpPr>
      <dsp:spPr>
        <a:xfrm>
          <a:off x="1024814" y="178707"/>
          <a:ext cx="2309447" cy="2309447"/>
        </a:xfrm>
        <a:prstGeom prst="pie">
          <a:avLst>
            <a:gd name="adj1" fmla="val 90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fr-FR" sz="800" kern="1200" dirty="0"/>
            <a:t>Transformez votre capacité de travail en actions de dynamisation de la communauté.</a:t>
          </a:r>
        </a:p>
      </dsp:txBody>
      <dsp:txXfrm>
        <a:off x="1292325" y="668090"/>
        <a:ext cx="824802" cy="687335"/>
      </dsp:txXfrm>
    </dsp:sp>
    <dsp:sp modelId="{7566E872-52D9-4F5D-85D0-5F4458BDF39F}">
      <dsp:nvSpPr>
        <dsp:cNvPr id="0" name=""/>
        <dsp:cNvSpPr/>
      </dsp:nvSpPr>
      <dsp:spPr>
        <a:xfrm>
          <a:off x="977166" y="35741"/>
          <a:ext cx="2595378" cy="2595378"/>
        </a:xfrm>
        <a:prstGeom prst="circularArrow">
          <a:avLst>
            <a:gd name="adj1" fmla="val 5085"/>
            <a:gd name="adj2" fmla="val 327528"/>
            <a:gd name="adj3" fmla="val 1472472"/>
            <a:gd name="adj4" fmla="val 1619943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BA2CDBB-60D4-4569-B72F-DDF0CC61658E}">
      <dsp:nvSpPr>
        <dsp:cNvPr id="0" name=""/>
        <dsp:cNvSpPr/>
      </dsp:nvSpPr>
      <dsp:spPr>
        <a:xfrm>
          <a:off x="929412" y="118075"/>
          <a:ext cx="2595378" cy="2595378"/>
        </a:xfrm>
        <a:prstGeom prst="circularArrow">
          <a:avLst>
            <a:gd name="adj1" fmla="val 5085"/>
            <a:gd name="adj2" fmla="val 327528"/>
            <a:gd name="adj3" fmla="val 8671970"/>
            <a:gd name="adj4" fmla="val 180050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0DFC886-5FDC-4FEE-B62F-CC2E7B7FA47F}">
      <dsp:nvSpPr>
        <dsp:cNvPr id="0" name=""/>
        <dsp:cNvSpPr/>
      </dsp:nvSpPr>
      <dsp:spPr>
        <a:xfrm>
          <a:off x="881658" y="35741"/>
          <a:ext cx="2595378" cy="2595378"/>
        </a:xfrm>
        <a:prstGeom prst="circularArrow">
          <a:avLst>
            <a:gd name="adj1" fmla="val 5085"/>
            <a:gd name="adj2" fmla="val 327528"/>
            <a:gd name="adj3" fmla="val 15873039"/>
            <a:gd name="adj4" fmla="val 9000000"/>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536F32-7FEA-48C2-8669-56EA63027D13}">
      <dsp:nvSpPr>
        <dsp:cNvPr id="0" name=""/>
        <dsp:cNvSpPr/>
      </dsp:nvSpPr>
      <dsp:spPr>
        <a:xfrm rot="5400000">
          <a:off x="18699" y="150990"/>
          <a:ext cx="55796" cy="92844"/>
        </a:xfrm>
        <a:prstGeom prst="corner">
          <a:avLst>
            <a:gd name="adj1" fmla="val 16120"/>
            <a:gd name="adj2" fmla="val 16110"/>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8F73CF3-5C35-4D3F-9BFA-3C60D3E39869}">
      <dsp:nvSpPr>
        <dsp:cNvPr id="0" name=""/>
        <dsp:cNvSpPr/>
      </dsp:nvSpPr>
      <dsp:spPr>
        <a:xfrm>
          <a:off x="9385" y="178731"/>
          <a:ext cx="83820" cy="734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t" anchorCtr="0">
          <a:noAutofit/>
        </a:bodyPr>
        <a:lstStyle/>
        <a:p>
          <a:pPr marL="0" lvl="0" indent="0" algn="l" defTabSz="222250">
            <a:lnSpc>
              <a:spcPct val="90000"/>
            </a:lnSpc>
            <a:spcBef>
              <a:spcPct val="0"/>
            </a:spcBef>
            <a:spcAft>
              <a:spcPct val="35000"/>
            </a:spcAft>
            <a:buNone/>
          </a:pPr>
          <a:endParaRPr lang="fr-FR" sz="500" kern="1200" dirty="0"/>
        </a:p>
      </dsp:txBody>
      <dsp:txXfrm>
        <a:off x="9385" y="178731"/>
        <a:ext cx="83820" cy="73473"/>
      </dsp:txXfrm>
    </dsp:sp>
    <dsp:sp modelId="{073E1243-807D-44B9-A19F-D853AB77EB56}">
      <dsp:nvSpPr>
        <dsp:cNvPr id="0" name=""/>
        <dsp:cNvSpPr/>
      </dsp:nvSpPr>
      <dsp:spPr>
        <a:xfrm>
          <a:off x="77390" y="144155"/>
          <a:ext cx="15815" cy="15815"/>
        </a:xfrm>
        <a:prstGeom prst="triangle">
          <a:avLst>
            <a:gd name="adj" fmla="val 100000"/>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D5F48EC-0639-4D2F-820E-C3E346BBA81C}">
      <dsp:nvSpPr>
        <dsp:cNvPr id="0" name=""/>
        <dsp:cNvSpPr/>
      </dsp:nvSpPr>
      <dsp:spPr>
        <a:xfrm rot="5400000">
          <a:off x="121312" y="125598"/>
          <a:ext cx="55796" cy="92844"/>
        </a:xfrm>
        <a:prstGeom prst="corner">
          <a:avLst>
            <a:gd name="adj1" fmla="val 16120"/>
            <a:gd name="adj2" fmla="val 16110"/>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4C0ABF8-7168-4E17-9AEE-0A90D7D7B2D9}">
      <dsp:nvSpPr>
        <dsp:cNvPr id="0" name=""/>
        <dsp:cNvSpPr/>
      </dsp:nvSpPr>
      <dsp:spPr>
        <a:xfrm>
          <a:off x="111998" y="153339"/>
          <a:ext cx="83820" cy="734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t" anchorCtr="0">
          <a:noAutofit/>
        </a:bodyPr>
        <a:lstStyle/>
        <a:p>
          <a:pPr marL="0" lvl="0" indent="0" algn="l" defTabSz="222250">
            <a:lnSpc>
              <a:spcPct val="90000"/>
            </a:lnSpc>
            <a:spcBef>
              <a:spcPct val="0"/>
            </a:spcBef>
            <a:spcAft>
              <a:spcPct val="35000"/>
            </a:spcAft>
            <a:buNone/>
          </a:pPr>
          <a:endParaRPr lang="fr-FR" sz="500" kern="1200" dirty="0"/>
        </a:p>
      </dsp:txBody>
      <dsp:txXfrm>
        <a:off x="111998" y="153339"/>
        <a:ext cx="83820" cy="73473"/>
      </dsp:txXfrm>
    </dsp:sp>
    <dsp:sp modelId="{40B3F6C3-47F2-4E3A-B536-E6827E5B6D3D}">
      <dsp:nvSpPr>
        <dsp:cNvPr id="0" name=""/>
        <dsp:cNvSpPr/>
      </dsp:nvSpPr>
      <dsp:spPr>
        <a:xfrm>
          <a:off x="180003" y="118763"/>
          <a:ext cx="15815" cy="15815"/>
        </a:xfrm>
        <a:prstGeom prst="triangle">
          <a:avLst>
            <a:gd name="adj" fmla="val 100000"/>
          </a:avLst>
        </a:prstGeom>
        <a:solidFill>
          <a:srgbClr val="ED7D3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A10CCB0-E3F3-474A-AE13-813EA8EDD27C}">
      <dsp:nvSpPr>
        <dsp:cNvPr id="0" name=""/>
        <dsp:cNvSpPr/>
      </dsp:nvSpPr>
      <dsp:spPr>
        <a:xfrm rot="5400000">
          <a:off x="223925" y="100207"/>
          <a:ext cx="55796" cy="92844"/>
        </a:xfrm>
        <a:prstGeom prst="corner">
          <a:avLst>
            <a:gd name="adj1" fmla="val 16120"/>
            <a:gd name="adj2" fmla="val 16110"/>
          </a:avLst>
        </a:prstGeom>
        <a:solidFill>
          <a:srgbClr val="ED7D3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937B817-1A63-4D95-94E9-FD03A7BC1B40}">
      <dsp:nvSpPr>
        <dsp:cNvPr id="0" name=""/>
        <dsp:cNvSpPr/>
      </dsp:nvSpPr>
      <dsp:spPr>
        <a:xfrm>
          <a:off x="214611" y="127947"/>
          <a:ext cx="83820" cy="734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t" anchorCtr="0">
          <a:noAutofit/>
        </a:bodyPr>
        <a:lstStyle/>
        <a:p>
          <a:pPr marL="0" lvl="0" indent="0" algn="l" defTabSz="222250">
            <a:lnSpc>
              <a:spcPct val="90000"/>
            </a:lnSpc>
            <a:spcBef>
              <a:spcPct val="0"/>
            </a:spcBef>
            <a:spcAft>
              <a:spcPct val="35000"/>
            </a:spcAft>
            <a:buNone/>
          </a:pPr>
          <a:r>
            <a:rPr lang="fr-FR" sz="500" kern="1200" dirty="0"/>
            <a:t> </a:t>
          </a:r>
        </a:p>
      </dsp:txBody>
      <dsp:txXfrm>
        <a:off x="214611" y="127947"/>
        <a:ext cx="83820" cy="73473"/>
      </dsp:txXfrm>
    </dsp:sp>
    <dsp:sp modelId="{CEC1A658-099E-49E5-BC89-D956E9F29B72}">
      <dsp:nvSpPr>
        <dsp:cNvPr id="0" name=""/>
        <dsp:cNvSpPr/>
      </dsp:nvSpPr>
      <dsp:spPr>
        <a:xfrm>
          <a:off x="282617" y="93371"/>
          <a:ext cx="15815" cy="15815"/>
        </a:xfrm>
        <a:prstGeom prst="triangle">
          <a:avLst>
            <a:gd name="adj" fmla="val 100000"/>
          </a:avLst>
        </a:prstGeom>
        <a:solidFill>
          <a:srgbClr val="ED7D3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452FD94-10B1-4F50-B559-A8C5CE55F511}">
      <dsp:nvSpPr>
        <dsp:cNvPr id="0" name=""/>
        <dsp:cNvSpPr/>
      </dsp:nvSpPr>
      <dsp:spPr>
        <a:xfrm rot="5400000">
          <a:off x="326538" y="74815"/>
          <a:ext cx="55796" cy="92844"/>
        </a:xfrm>
        <a:prstGeom prst="corner">
          <a:avLst>
            <a:gd name="adj1" fmla="val 16120"/>
            <a:gd name="adj2" fmla="val 16110"/>
          </a:avLst>
        </a:prstGeom>
        <a:solidFill>
          <a:srgbClr val="ED7D3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1915B3A-8748-4A22-80A3-00E2828C973E}">
      <dsp:nvSpPr>
        <dsp:cNvPr id="0" name=""/>
        <dsp:cNvSpPr/>
      </dsp:nvSpPr>
      <dsp:spPr>
        <a:xfrm>
          <a:off x="426337" y="0"/>
          <a:ext cx="83820" cy="734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t" anchorCtr="0">
          <a:noAutofit/>
        </a:bodyPr>
        <a:lstStyle/>
        <a:p>
          <a:pPr marL="0" lvl="0" indent="0" algn="l" defTabSz="222250">
            <a:lnSpc>
              <a:spcPct val="90000"/>
            </a:lnSpc>
            <a:spcBef>
              <a:spcPct val="0"/>
            </a:spcBef>
            <a:spcAft>
              <a:spcPct val="35000"/>
            </a:spcAft>
            <a:buNone/>
          </a:pPr>
          <a:endParaRPr lang="fr-FR" sz="500" kern="1200" dirty="0"/>
        </a:p>
      </dsp:txBody>
      <dsp:txXfrm>
        <a:off x="426337" y="0"/>
        <a:ext cx="83820" cy="73473"/>
      </dsp:txXfrm>
    </dsp:sp>
    <dsp:sp modelId="{B4FFB1F2-72D2-443E-96C5-38A27895A5A5}">
      <dsp:nvSpPr>
        <dsp:cNvPr id="0" name=""/>
        <dsp:cNvSpPr/>
      </dsp:nvSpPr>
      <dsp:spPr>
        <a:xfrm>
          <a:off x="385230" y="67979"/>
          <a:ext cx="15815" cy="15815"/>
        </a:xfrm>
        <a:prstGeom prst="triangle">
          <a:avLst>
            <a:gd name="adj" fmla="val 100000"/>
          </a:avLst>
        </a:prstGeom>
        <a:solidFill>
          <a:srgbClr val="ED7D3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40119A0-C985-410C-80D3-5D5E2C451C54}">
      <dsp:nvSpPr>
        <dsp:cNvPr id="0" name=""/>
        <dsp:cNvSpPr/>
      </dsp:nvSpPr>
      <dsp:spPr>
        <a:xfrm rot="5400000">
          <a:off x="429151" y="49423"/>
          <a:ext cx="55796" cy="92844"/>
        </a:xfrm>
        <a:prstGeom prst="corner">
          <a:avLst>
            <a:gd name="adj1" fmla="val 16120"/>
            <a:gd name="adj2" fmla="val 16110"/>
          </a:avLst>
        </a:prstGeom>
        <a:solidFill>
          <a:srgbClr val="ED7D3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BB94EDB-46AE-42AC-8381-C2B29F768819}">
      <dsp:nvSpPr>
        <dsp:cNvPr id="0" name=""/>
        <dsp:cNvSpPr/>
      </dsp:nvSpPr>
      <dsp:spPr>
        <a:xfrm>
          <a:off x="419837" y="77164"/>
          <a:ext cx="83820" cy="734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t" anchorCtr="0">
          <a:noAutofit/>
        </a:bodyPr>
        <a:lstStyle/>
        <a:p>
          <a:pPr marL="0" lvl="0" indent="0" algn="l" defTabSz="222250">
            <a:lnSpc>
              <a:spcPct val="90000"/>
            </a:lnSpc>
            <a:spcBef>
              <a:spcPct val="0"/>
            </a:spcBef>
            <a:spcAft>
              <a:spcPct val="35000"/>
            </a:spcAft>
            <a:buNone/>
          </a:pPr>
          <a:endParaRPr lang="fr-FR" sz="500" kern="1200" dirty="0"/>
        </a:p>
      </dsp:txBody>
      <dsp:txXfrm>
        <a:off x="419837" y="77164"/>
        <a:ext cx="83820" cy="73473"/>
      </dsp:txXfrm>
    </dsp:sp>
    <dsp:sp modelId="{B61612F3-149C-445E-B77C-8D7D7291AAB9}">
      <dsp:nvSpPr>
        <dsp:cNvPr id="0" name=""/>
        <dsp:cNvSpPr/>
      </dsp:nvSpPr>
      <dsp:spPr>
        <a:xfrm>
          <a:off x="487843" y="42588"/>
          <a:ext cx="15815" cy="15815"/>
        </a:xfrm>
        <a:prstGeom prst="triangle">
          <a:avLst>
            <a:gd name="adj" fmla="val 100000"/>
          </a:avLst>
        </a:prstGeom>
        <a:solidFill>
          <a:srgbClr val="3494BA"/>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C4C1066-AF55-49D3-BE87-4178E463EF6B}">
      <dsp:nvSpPr>
        <dsp:cNvPr id="0" name=""/>
        <dsp:cNvSpPr/>
      </dsp:nvSpPr>
      <dsp:spPr>
        <a:xfrm rot="5400000">
          <a:off x="531764" y="24031"/>
          <a:ext cx="55796" cy="92844"/>
        </a:xfrm>
        <a:prstGeom prst="corner">
          <a:avLst>
            <a:gd name="adj1" fmla="val 16120"/>
            <a:gd name="adj2" fmla="val 16110"/>
          </a:avLst>
        </a:prstGeom>
        <a:solidFill>
          <a:srgbClr val="3494BA"/>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E26FCBE-40C7-4DE0-9CD7-9F29486EDACB}">
      <dsp:nvSpPr>
        <dsp:cNvPr id="0" name=""/>
        <dsp:cNvSpPr/>
      </dsp:nvSpPr>
      <dsp:spPr>
        <a:xfrm>
          <a:off x="522450" y="51772"/>
          <a:ext cx="83820" cy="734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t" anchorCtr="0">
          <a:noAutofit/>
        </a:bodyPr>
        <a:lstStyle/>
        <a:p>
          <a:pPr marL="0" lvl="0" indent="0" algn="l" defTabSz="222250">
            <a:lnSpc>
              <a:spcPct val="90000"/>
            </a:lnSpc>
            <a:spcBef>
              <a:spcPct val="0"/>
            </a:spcBef>
            <a:spcAft>
              <a:spcPct val="35000"/>
            </a:spcAft>
            <a:buNone/>
          </a:pPr>
          <a:endParaRPr lang="fr-FR" sz="500" kern="1200" dirty="0"/>
        </a:p>
      </dsp:txBody>
      <dsp:txXfrm>
        <a:off x="522450" y="51772"/>
        <a:ext cx="83820" cy="73473"/>
      </dsp:txXfrm>
    </dsp:sp>
    <dsp:sp modelId="{04931DB7-88D0-4962-8D4A-7798AC4C5BB9}">
      <dsp:nvSpPr>
        <dsp:cNvPr id="0" name=""/>
        <dsp:cNvSpPr/>
      </dsp:nvSpPr>
      <dsp:spPr>
        <a:xfrm>
          <a:off x="590456" y="17196"/>
          <a:ext cx="15815" cy="15815"/>
        </a:xfrm>
        <a:prstGeom prst="triangle">
          <a:avLst>
            <a:gd name="adj" fmla="val 100000"/>
          </a:avLst>
        </a:prstGeom>
        <a:solidFill>
          <a:srgbClr val="3494BA"/>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F7185B2-34DE-4686-8B37-8B37F9BEB4BF}">
      <dsp:nvSpPr>
        <dsp:cNvPr id="0" name=""/>
        <dsp:cNvSpPr/>
      </dsp:nvSpPr>
      <dsp:spPr>
        <a:xfrm rot="5400000">
          <a:off x="634377" y="-11848"/>
          <a:ext cx="55796" cy="92844"/>
        </a:xfrm>
        <a:prstGeom prst="corner">
          <a:avLst>
            <a:gd name="adj1" fmla="val 16120"/>
            <a:gd name="adj2" fmla="val 16110"/>
          </a:avLst>
        </a:prstGeom>
        <a:solidFill>
          <a:srgbClr val="3494BA"/>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E8C3E76-7687-4AD3-89B2-1DE96AAB1E55}">
      <dsp:nvSpPr>
        <dsp:cNvPr id="0" name=""/>
        <dsp:cNvSpPr/>
      </dsp:nvSpPr>
      <dsp:spPr>
        <a:xfrm>
          <a:off x="625239" y="16820"/>
          <a:ext cx="83820" cy="944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t" anchorCtr="0">
          <a:noAutofit/>
        </a:bodyPr>
        <a:lstStyle/>
        <a:p>
          <a:pPr marL="0" lvl="0" indent="0" algn="l" defTabSz="222250">
            <a:lnSpc>
              <a:spcPct val="90000"/>
            </a:lnSpc>
            <a:spcBef>
              <a:spcPct val="0"/>
            </a:spcBef>
            <a:spcAft>
              <a:spcPct val="35000"/>
            </a:spcAft>
            <a:buNone/>
          </a:pPr>
          <a:endParaRPr lang="fr-FR" sz="500" kern="1200" dirty="0"/>
        </a:p>
      </dsp:txBody>
      <dsp:txXfrm>
        <a:off x="625239" y="16820"/>
        <a:ext cx="83820" cy="9445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945922-C03C-4657-A906-FAA01DF0D9F9}">
      <dsp:nvSpPr>
        <dsp:cNvPr id="0" name=""/>
        <dsp:cNvSpPr/>
      </dsp:nvSpPr>
      <dsp:spPr>
        <a:xfrm>
          <a:off x="158" y="32346"/>
          <a:ext cx="92523" cy="37009"/>
        </a:xfrm>
        <a:prstGeom prst="chevron">
          <a:avLst/>
        </a:prstGeom>
        <a:solidFill>
          <a:schemeClr val="bg1">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003" tIns="6668" rIns="6668" bIns="6668"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18663" y="32346"/>
        <a:ext cx="55514" cy="37009"/>
      </dsp:txXfrm>
    </dsp:sp>
    <dsp:sp modelId="{DDCAE116-E556-438A-8CE4-1BF6BA84A0A0}">
      <dsp:nvSpPr>
        <dsp:cNvPr id="0" name=""/>
        <dsp:cNvSpPr/>
      </dsp:nvSpPr>
      <dsp:spPr>
        <a:xfrm>
          <a:off x="83430" y="32346"/>
          <a:ext cx="92523" cy="37009"/>
        </a:xfrm>
        <a:prstGeom prst="chevron">
          <a:avLst/>
        </a:prstGeom>
        <a:solidFill>
          <a:schemeClr val="bg1">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003" tIns="6668" rIns="6668" bIns="6668"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101935" y="32346"/>
        <a:ext cx="55514" cy="37009"/>
      </dsp:txXfrm>
    </dsp:sp>
    <dsp:sp modelId="{C7DB5265-0742-402E-90CE-CA6DCB437462}">
      <dsp:nvSpPr>
        <dsp:cNvPr id="0" name=""/>
        <dsp:cNvSpPr/>
      </dsp:nvSpPr>
      <dsp:spPr>
        <a:xfrm>
          <a:off x="166701" y="32346"/>
          <a:ext cx="92523" cy="37009"/>
        </a:xfrm>
        <a:prstGeom prst="chevron">
          <a:avLst/>
        </a:prstGeom>
        <a:solidFill>
          <a:srgbClr val="ED7D3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003" tIns="6668" rIns="6668" bIns="6668"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185206" y="32346"/>
        <a:ext cx="55514" cy="37009"/>
      </dsp:txXfrm>
    </dsp:sp>
    <dsp:sp modelId="{66824ADD-13FC-41E9-82DC-699CFB71ED23}">
      <dsp:nvSpPr>
        <dsp:cNvPr id="0" name=""/>
        <dsp:cNvSpPr/>
      </dsp:nvSpPr>
      <dsp:spPr>
        <a:xfrm>
          <a:off x="249973" y="32346"/>
          <a:ext cx="92523" cy="37009"/>
        </a:xfrm>
        <a:prstGeom prst="chevron">
          <a:avLst/>
        </a:prstGeom>
        <a:solidFill>
          <a:schemeClr val="bg1">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003" tIns="6668" rIns="6668" bIns="6668" numCol="1" spcCol="1270" anchor="ctr" anchorCtr="0">
          <a:noAutofit/>
        </a:bodyPr>
        <a:lstStyle/>
        <a:p>
          <a:pPr marL="0" lvl="0" indent="0" algn="ctr" defTabSz="222250">
            <a:lnSpc>
              <a:spcPct val="90000"/>
            </a:lnSpc>
            <a:spcBef>
              <a:spcPct val="0"/>
            </a:spcBef>
            <a:spcAft>
              <a:spcPct val="35000"/>
            </a:spcAft>
            <a:buNone/>
          </a:pPr>
          <a:endParaRPr lang="fr-FR" sz="500" kern="1200" dirty="0"/>
        </a:p>
      </dsp:txBody>
      <dsp:txXfrm>
        <a:off x="268478" y="32346"/>
        <a:ext cx="55514" cy="3700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26DE92-757A-4685-832B-E933FC7D0F35}">
      <dsp:nvSpPr>
        <dsp:cNvPr id="0" name=""/>
        <dsp:cNvSpPr/>
      </dsp:nvSpPr>
      <dsp:spPr>
        <a:xfrm>
          <a:off x="608187" y="338611"/>
          <a:ext cx="91440" cy="91440"/>
        </a:xfrm>
        <a:custGeom>
          <a:avLst/>
          <a:gdLst/>
          <a:ahLst/>
          <a:cxnLst/>
          <a:rect l="0" t="0" r="0" b="0"/>
          <a:pathLst>
            <a:path>
              <a:moveTo>
                <a:pt x="45720" y="45720"/>
              </a:moveTo>
              <a:lnTo>
                <a:pt x="45720" y="126325"/>
              </a:lnTo>
              <a:lnTo>
                <a:pt x="72004" y="12632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297195C-0E84-42A4-B604-FC5BB0B62301}">
      <dsp:nvSpPr>
        <dsp:cNvPr id="0" name=""/>
        <dsp:cNvSpPr/>
      </dsp:nvSpPr>
      <dsp:spPr>
        <a:xfrm>
          <a:off x="678279" y="214198"/>
          <a:ext cx="91440" cy="91440"/>
        </a:xfrm>
        <a:custGeom>
          <a:avLst/>
          <a:gdLst/>
          <a:ahLst/>
          <a:cxnLst/>
          <a:rect l="0" t="0" r="0" b="0"/>
          <a:pathLst>
            <a:path>
              <a:moveTo>
                <a:pt x="45720" y="45720"/>
              </a:moveTo>
              <a:lnTo>
                <a:pt x="45720" y="8251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E3EADC4-25B6-4DAA-8302-D2D1112D7E95}">
      <dsp:nvSpPr>
        <dsp:cNvPr id="0" name=""/>
        <dsp:cNvSpPr/>
      </dsp:nvSpPr>
      <dsp:spPr>
        <a:xfrm>
          <a:off x="617985" y="89786"/>
          <a:ext cx="106013" cy="91440"/>
        </a:xfrm>
        <a:custGeom>
          <a:avLst/>
          <a:gdLst/>
          <a:ahLst/>
          <a:cxnLst/>
          <a:rect l="0" t="0" r="0" b="0"/>
          <a:pathLst>
            <a:path>
              <a:moveTo>
                <a:pt x="0" y="45720"/>
              </a:moveTo>
              <a:lnTo>
                <a:pt x="0" y="64119"/>
              </a:lnTo>
              <a:lnTo>
                <a:pt x="106013" y="64119"/>
              </a:lnTo>
              <a:lnTo>
                <a:pt x="106013" y="8251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003D364-6EC9-4304-8661-6C043C6D549B}">
      <dsp:nvSpPr>
        <dsp:cNvPr id="0" name=""/>
        <dsp:cNvSpPr/>
      </dsp:nvSpPr>
      <dsp:spPr>
        <a:xfrm>
          <a:off x="511971" y="89786"/>
          <a:ext cx="106013" cy="91440"/>
        </a:xfrm>
        <a:custGeom>
          <a:avLst/>
          <a:gdLst/>
          <a:ahLst/>
          <a:cxnLst/>
          <a:rect l="0" t="0" r="0" b="0"/>
          <a:pathLst>
            <a:path>
              <a:moveTo>
                <a:pt x="106013" y="45720"/>
              </a:moveTo>
              <a:lnTo>
                <a:pt x="106013" y="64119"/>
              </a:lnTo>
              <a:lnTo>
                <a:pt x="0" y="64119"/>
              </a:lnTo>
              <a:lnTo>
                <a:pt x="0" y="8251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B911B0F-D0A3-4B11-8508-4A706E0867CC}">
      <dsp:nvSpPr>
        <dsp:cNvPr id="0" name=""/>
        <dsp:cNvSpPr/>
      </dsp:nvSpPr>
      <dsp:spPr>
        <a:xfrm>
          <a:off x="235825" y="89786"/>
          <a:ext cx="91440" cy="91440"/>
        </a:xfrm>
        <a:custGeom>
          <a:avLst/>
          <a:gdLst/>
          <a:ahLst/>
          <a:cxnLst/>
          <a:rect l="0" t="0" r="0" b="0"/>
          <a:pathLst>
            <a:path>
              <a:moveTo>
                <a:pt x="64119" y="45720"/>
              </a:moveTo>
              <a:lnTo>
                <a:pt x="64119" y="126325"/>
              </a:lnTo>
              <a:lnTo>
                <a:pt x="45720" y="12632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DB69B31-67A6-4FCD-BCF9-70C5262196DC}">
      <dsp:nvSpPr>
        <dsp:cNvPr id="0" name=""/>
        <dsp:cNvSpPr/>
      </dsp:nvSpPr>
      <dsp:spPr>
        <a:xfrm>
          <a:off x="299944" y="135506"/>
          <a:ext cx="212027" cy="161210"/>
        </a:xfrm>
        <a:custGeom>
          <a:avLst/>
          <a:gdLst/>
          <a:ahLst/>
          <a:cxnLst/>
          <a:rect l="0" t="0" r="0" b="0"/>
          <a:pathLst>
            <a:path>
              <a:moveTo>
                <a:pt x="0" y="0"/>
              </a:moveTo>
              <a:lnTo>
                <a:pt x="0" y="142811"/>
              </a:lnTo>
              <a:lnTo>
                <a:pt x="212027" y="142811"/>
              </a:lnTo>
              <a:lnTo>
                <a:pt x="212027" y="16121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07ABF09-6610-404C-926B-DE57CFB6880F}">
      <dsp:nvSpPr>
        <dsp:cNvPr id="0" name=""/>
        <dsp:cNvSpPr/>
      </dsp:nvSpPr>
      <dsp:spPr>
        <a:xfrm>
          <a:off x="254224" y="135506"/>
          <a:ext cx="91440" cy="161210"/>
        </a:xfrm>
        <a:custGeom>
          <a:avLst/>
          <a:gdLst/>
          <a:ahLst/>
          <a:cxnLst/>
          <a:rect l="0" t="0" r="0" b="0"/>
          <a:pathLst>
            <a:path>
              <a:moveTo>
                <a:pt x="45720" y="0"/>
              </a:moveTo>
              <a:lnTo>
                <a:pt x="45720" y="16121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71C8A78-6096-497B-B7F0-581AF4EF7641}">
      <dsp:nvSpPr>
        <dsp:cNvPr id="0" name=""/>
        <dsp:cNvSpPr/>
      </dsp:nvSpPr>
      <dsp:spPr>
        <a:xfrm>
          <a:off x="87917" y="135506"/>
          <a:ext cx="212027" cy="161210"/>
        </a:xfrm>
        <a:custGeom>
          <a:avLst/>
          <a:gdLst/>
          <a:ahLst/>
          <a:cxnLst/>
          <a:rect l="0" t="0" r="0" b="0"/>
          <a:pathLst>
            <a:path>
              <a:moveTo>
                <a:pt x="212027" y="0"/>
              </a:moveTo>
              <a:lnTo>
                <a:pt x="212027" y="142811"/>
              </a:lnTo>
              <a:lnTo>
                <a:pt x="0" y="142811"/>
              </a:lnTo>
              <a:lnTo>
                <a:pt x="0" y="16121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C26AB3A-9D5C-4581-9D2B-BD2D53D36980}">
      <dsp:nvSpPr>
        <dsp:cNvPr id="0" name=""/>
        <dsp:cNvSpPr/>
      </dsp:nvSpPr>
      <dsp:spPr>
        <a:xfrm>
          <a:off x="212330" y="47891"/>
          <a:ext cx="175229" cy="8761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212330" y="47891"/>
        <a:ext cx="175229" cy="87614"/>
      </dsp:txXfrm>
    </dsp:sp>
    <dsp:sp modelId="{7AD595E5-F4AB-4C51-8844-B2A9F4AB8B53}">
      <dsp:nvSpPr>
        <dsp:cNvPr id="0" name=""/>
        <dsp:cNvSpPr/>
      </dsp:nvSpPr>
      <dsp:spPr>
        <a:xfrm>
          <a:off x="302" y="296717"/>
          <a:ext cx="175229" cy="8761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302" y="296717"/>
        <a:ext cx="175229" cy="87614"/>
      </dsp:txXfrm>
    </dsp:sp>
    <dsp:sp modelId="{D3364D21-3E3C-451A-B4F1-43FE8FC2D7A7}">
      <dsp:nvSpPr>
        <dsp:cNvPr id="0" name=""/>
        <dsp:cNvSpPr/>
      </dsp:nvSpPr>
      <dsp:spPr>
        <a:xfrm>
          <a:off x="212330" y="296717"/>
          <a:ext cx="175229" cy="8761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212330" y="296717"/>
        <a:ext cx="175229" cy="87614"/>
      </dsp:txXfrm>
    </dsp:sp>
    <dsp:sp modelId="{EA8C1ADF-0665-4F23-A5BC-55F8B354A6BD}">
      <dsp:nvSpPr>
        <dsp:cNvPr id="0" name=""/>
        <dsp:cNvSpPr/>
      </dsp:nvSpPr>
      <dsp:spPr>
        <a:xfrm>
          <a:off x="424357" y="296717"/>
          <a:ext cx="175229" cy="8761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424357" y="296717"/>
        <a:ext cx="175229" cy="87614"/>
      </dsp:txXfrm>
    </dsp:sp>
    <dsp:sp modelId="{03A45C9F-733B-4BDA-96B5-1BD272209F7C}">
      <dsp:nvSpPr>
        <dsp:cNvPr id="0" name=""/>
        <dsp:cNvSpPr/>
      </dsp:nvSpPr>
      <dsp:spPr>
        <a:xfrm>
          <a:off x="106316" y="172304"/>
          <a:ext cx="175229" cy="8761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106316" y="172304"/>
        <a:ext cx="175229" cy="87614"/>
      </dsp:txXfrm>
    </dsp:sp>
    <dsp:sp modelId="{460FC1B4-3167-4288-A9A6-1447C60617CC}">
      <dsp:nvSpPr>
        <dsp:cNvPr id="0" name=""/>
        <dsp:cNvSpPr/>
      </dsp:nvSpPr>
      <dsp:spPr>
        <a:xfrm>
          <a:off x="530371" y="47891"/>
          <a:ext cx="175229" cy="8761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endParaRPr lang="fr-FR" sz="500" kern="1200" dirty="0"/>
        </a:p>
      </dsp:txBody>
      <dsp:txXfrm>
        <a:off x="530371" y="47891"/>
        <a:ext cx="175229" cy="87614"/>
      </dsp:txXfrm>
    </dsp:sp>
    <dsp:sp modelId="{9EE7FCD1-4207-4474-90B9-0A31E1D983D4}">
      <dsp:nvSpPr>
        <dsp:cNvPr id="0" name=""/>
        <dsp:cNvSpPr/>
      </dsp:nvSpPr>
      <dsp:spPr>
        <a:xfrm>
          <a:off x="424357" y="172304"/>
          <a:ext cx="175229" cy="8761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endParaRPr lang="fr-FR" sz="500" kern="1200" dirty="0"/>
        </a:p>
      </dsp:txBody>
      <dsp:txXfrm>
        <a:off x="424357" y="172304"/>
        <a:ext cx="175229" cy="87614"/>
      </dsp:txXfrm>
    </dsp:sp>
    <dsp:sp modelId="{A64A825D-4121-4BF3-81D9-6EFCE7F740D3}">
      <dsp:nvSpPr>
        <dsp:cNvPr id="0" name=""/>
        <dsp:cNvSpPr/>
      </dsp:nvSpPr>
      <dsp:spPr>
        <a:xfrm>
          <a:off x="636384" y="172304"/>
          <a:ext cx="175229" cy="8761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endParaRPr lang="fr-FR" sz="500" kern="1200" dirty="0"/>
        </a:p>
      </dsp:txBody>
      <dsp:txXfrm>
        <a:off x="636384" y="172304"/>
        <a:ext cx="175229" cy="87614"/>
      </dsp:txXfrm>
    </dsp:sp>
    <dsp:sp modelId="{676A2F32-22A2-4646-B9E8-0ED58B01DFCB}">
      <dsp:nvSpPr>
        <dsp:cNvPr id="0" name=""/>
        <dsp:cNvSpPr/>
      </dsp:nvSpPr>
      <dsp:spPr>
        <a:xfrm>
          <a:off x="636384" y="296717"/>
          <a:ext cx="175229" cy="8761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endParaRPr lang="fr-FR" sz="500" kern="1200" dirty="0"/>
        </a:p>
      </dsp:txBody>
      <dsp:txXfrm>
        <a:off x="636384" y="296717"/>
        <a:ext cx="175229" cy="87614"/>
      </dsp:txXfrm>
    </dsp:sp>
    <dsp:sp modelId="{D013BD63-AAD8-4FBC-9C8F-9A78E2BF998D}">
      <dsp:nvSpPr>
        <dsp:cNvPr id="0" name=""/>
        <dsp:cNvSpPr/>
      </dsp:nvSpPr>
      <dsp:spPr>
        <a:xfrm>
          <a:off x="680191" y="421129"/>
          <a:ext cx="175229" cy="8761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endParaRPr lang="fr-FR" sz="500" kern="1200" dirty="0"/>
        </a:p>
      </dsp:txBody>
      <dsp:txXfrm>
        <a:off x="680191" y="421129"/>
        <a:ext cx="175229" cy="8761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26DE92-757A-4685-832B-E933FC7D0F35}">
      <dsp:nvSpPr>
        <dsp:cNvPr id="0" name=""/>
        <dsp:cNvSpPr/>
      </dsp:nvSpPr>
      <dsp:spPr>
        <a:xfrm>
          <a:off x="265126" y="136978"/>
          <a:ext cx="91440" cy="91440"/>
        </a:xfrm>
        <a:custGeom>
          <a:avLst/>
          <a:gdLst/>
          <a:ahLst/>
          <a:cxnLst/>
          <a:rect l="0" t="0" r="0" b="0"/>
          <a:pathLst>
            <a:path>
              <a:moveTo>
                <a:pt x="45720" y="45720"/>
              </a:moveTo>
              <a:lnTo>
                <a:pt x="45720" y="84037"/>
              </a:lnTo>
              <a:lnTo>
                <a:pt x="58214" y="8403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297195C-0E84-42A4-B604-FC5BB0B62301}">
      <dsp:nvSpPr>
        <dsp:cNvPr id="0" name=""/>
        <dsp:cNvSpPr/>
      </dsp:nvSpPr>
      <dsp:spPr>
        <a:xfrm>
          <a:off x="298445" y="77837"/>
          <a:ext cx="91440" cy="91440"/>
        </a:xfrm>
        <a:custGeom>
          <a:avLst/>
          <a:gdLst/>
          <a:ahLst/>
          <a:cxnLst/>
          <a:rect l="0" t="0" r="0" b="0"/>
          <a:pathLst>
            <a:path>
              <a:moveTo>
                <a:pt x="45720" y="45720"/>
              </a:moveTo>
              <a:lnTo>
                <a:pt x="45720" y="6321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E3EADC4-25B6-4DAA-8302-D2D1112D7E95}">
      <dsp:nvSpPr>
        <dsp:cNvPr id="0" name=""/>
        <dsp:cNvSpPr/>
      </dsp:nvSpPr>
      <dsp:spPr>
        <a:xfrm>
          <a:off x="248049" y="18695"/>
          <a:ext cx="91440" cy="91440"/>
        </a:xfrm>
        <a:custGeom>
          <a:avLst/>
          <a:gdLst/>
          <a:ahLst/>
          <a:cxnLst/>
          <a:rect l="0" t="0" r="0" b="0"/>
          <a:pathLst>
            <a:path>
              <a:moveTo>
                <a:pt x="45720" y="45720"/>
              </a:moveTo>
              <a:lnTo>
                <a:pt x="45720" y="54466"/>
              </a:lnTo>
              <a:lnTo>
                <a:pt x="96115" y="54466"/>
              </a:lnTo>
              <a:lnTo>
                <a:pt x="96115" y="6321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003D364-6EC9-4304-8661-6C043C6D549B}">
      <dsp:nvSpPr>
        <dsp:cNvPr id="0" name=""/>
        <dsp:cNvSpPr/>
      </dsp:nvSpPr>
      <dsp:spPr>
        <a:xfrm>
          <a:off x="197654" y="18695"/>
          <a:ext cx="91440" cy="91440"/>
        </a:xfrm>
        <a:custGeom>
          <a:avLst/>
          <a:gdLst/>
          <a:ahLst/>
          <a:cxnLst/>
          <a:rect l="0" t="0" r="0" b="0"/>
          <a:pathLst>
            <a:path>
              <a:moveTo>
                <a:pt x="96115" y="45720"/>
              </a:moveTo>
              <a:lnTo>
                <a:pt x="96115" y="54466"/>
              </a:lnTo>
              <a:lnTo>
                <a:pt x="45720" y="54466"/>
              </a:lnTo>
              <a:lnTo>
                <a:pt x="45720" y="6321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B911B0F-D0A3-4B11-8508-4A706E0867CC}">
      <dsp:nvSpPr>
        <dsp:cNvPr id="0" name=""/>
        <dsp:cNvSpPr/>
      </dsp:nvSpPr>
      <dsp:spPr>
        <a:xfrm>
          <a:off x="88117" y="18695"/>
          <a:ext cx="91440" cy="91440"/>
        </a:xfrm>
        <a:custGeom>
          <a:avLst/>
          <a:gdLst/>
          <a:ahLst/>
          <a:cxnLst/>
          <a:rect l="0" t="0" r="0" b="0"/>
          <a:pathLst>
            <a:path>
              <a:moveTo>
                <a:pt x="54466" y="45720"/>
              </a:moveTo>
              <a:lnTo>
                <a:pt x="54466" y="84037"/>
              </a:lnTo>
              <a:lnTo>
                <a:pt x="45720" y="8403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DB69B31-67A6-4FCD-BCF9-70C5262196DC}">
      <dsp:nvSpPr>
        <dsp:cNvPr id="0" name=""/>
        <dsp:cNvSpPr/>
      </dsp:nvSpPr>
      <dsp:spPr>
        <a:xfrm>
          <a:off x="142583" y="18695"/>
          <a:ext cx="100790" cy="91440"/>
        </a:xfrm>
        <a:custGeom>
          <a:avLst/>
          <a:gdLst/>
          <a:ahLst/>
          <a:cxnLst/>
          <a:rect l="0" t="0" r="0" b="0"/>
          <a:pathLst>
            <a:path>
              <a:moveTo>
                <a:pt x="0" y="45720"/>
              </a:moveTo>
              <a:lnTo>
                <a:pt x="0" y="113607"/>
              </a:lnTo>
              <a:lnTo>
                <a:pt x="100790" y="113607"/>
              </a:lnTo>
              <a:lnTo>
                <a:pt x="100790" y="12235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07ABF09-6610-404C-926B-DE57CFB6880F}">
      <dsp:nvSpPr>
        <dsp:cNvPr id="0" name=""/>
        <dsp:cNvSpPr/>
      </dsp:nvSpPr>
      <dsp:spPr>
        <a:xfrm>
          <a:off x="96863" y="18695"/>
          <a:ext cx="91440" cy="91440"/>
        </a:xfrm>
        <a:custGeom>
          <a:avLst/>
          <a:gdLst/>
          <a:ahLst/>
          <a:cxnLst/>
          <a:rect l="0" t="0" r="0" b="0"/>
          <a:pathLst>
            <a:path>
              <a:moveTo>
                <a:pt x="45720" y="45720"/>
              </a:moveTo>
              <a:lnTo>
                <a:pt x="45720" y="12235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71C8A78-6096-497B-B7F0-581AF4EF7641}">
      <dsp:nvSpPr>
        <dsp:cNvPr id="0" name=""/>
        <dsp:cNvSpPr/>
      </dsp:nvSpPr>
      <dsp:spPr>
        <a:xfrm>
          <a:off x="41793" y="18695"/>
          <a:ext cx="100790" cy="91440"/>
        </a:xfrm>
        <a:custGeom>
          <a:avLst/>
          <a:gdLst/>
          <a:ahLst/>
          <a:cxnLst/>
          <a:rect l="0" t="0" r="0" b="0"/>
          <a:pathLst>
            <a:path>
              <a:moveTo>
                <a:pt x="100790" y="45720"/>
              </a:moveTo>
              <a:lnTo>
                <a:pt x="100790" y="113607"/>
              </a:lnTo>
              <a:lnTo>
                <a:pt x="0" y="113607"/>
              </a:lnTo>
              <a:lnTo>
                <a:pt x="0" y="12235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C26AB3A-9D5C-4581-9D2B-BD2D53D36980}">
      <dsp:nvSpPr>
        <dsp:cNvPr id="0" name=""/>
        <dsp:cNvSpPr/>
      </dsp:nvSpPr>
      <dsp:spPr>
        <a:xfrm>
          <a:off x="100934" y="22766"/>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100934" y="22766"/>
        <a:ext cx="83298" cy="41649"/>
      </dsp:txXfrm>
    </dsp:sp>
    <dsp:sp modelId="{7AD595E5-F4AB-4C51-8844-B2A9F4AB8B53}">
      <dsp:nvSpPr>
        <dsp:cNvPr id="0" name=""/>
        <dsp:cNvSpPr/>
      </dsp:nvSpPr>
      <dsp:spPr>
        <a:xfrm>
          <a:off x="144" y="141049"/>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144" y="141049"/>
        <a:ext cx="83298" cy="41649"/>
      </dsp:txXfrm>
    </dsp:sp>
    <dsp:sp modelId="{D3364D21-3E3C-451A-B4F1-43FE8FC2D7A7}">
      <dsp:nvSpPr>
        <dsp:cNvPr id="0" name=""/>
        <dsp:cNvSpPr/>
      </dsp:nvSpPr>
      <dsp:spPr>
        <a:xfrm>
          <a:off x="100934" y="141049"/>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100934" y="141049"/>
        <a:ext cx="83298" cy="41649"/>
      </dsp:txXfrm>
    </dsp:sp>
    <dsp:sp modelId="{EA8C1ADF-0665-4F23-A5BC-55F8B354A6BD}">
      <dsp:nvSpPr>
        <dsp:cNvPr id="0" name=""/>
        <dsp:cNvSpPr/>
      </dsp:nvSpPr>
      <dsp:spPr>
        <a:xfrm>
          <a:off x="201725" y="141049"/>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201725" y="141049"/>
        <a:ext cx="83298" cy="41649"/>
      </dsp:txXfrm>
    </dsp:sp>
    <dsp:sp modelId="{03A45C9F-733B-4BDA-96B5-1BD272209F7C}">
      <dsp:nvSpPr>
        <dsp:cNvPr id="0" name=""/>
        <dsp:cNvSpPr/>
      </dsp:nvSpPr>
      <dsp:spPr>
        <a:xfrm>
          <a:off x="50539" y="81908"/>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50539" y="81908"/>
        <a:ext cx="83298" cy="41649"/>
      </dsp:txXfrm>
    </dsp:sp>
    <dsp:sp modelId="{460FC1B4-3167-4288-A9A6-1447C60617CC}">
      <dsp:nvSpPr>
        <dsp:cNvPr id="0" name=""/>
        <dsp:cNvSpPr/>
      </dsp:nvSpPr>
      <dsp:spPr>
        <a:xfrm>
          <a:off x="252120" y="22766"/>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endParaRPr lang="fr-FR" sz="500" kern="1200" dirty="0"/>
        </a:p>
      </dsp:txBody>
      <dsp:txXfrm>
        <a:off x="252120" y="22766"/>
        <a:ext cx="83298" cy="41649"/>
      </dsp:txXfrm>
    </dsp:sp>
    <dsp:sp modelId="{9EE7FCD1-4207-4474-90B9-0A31E1D983D4}">
      <dsp:nvSpPr>
        <dsp:cNvPr id="0" name=""/>
        <dsp:cNvSpPr/>
      </dsp:nvSpPr>
      <dsp:spPr>
        <a:xfrm>
          <a:off x="201725" y="81908"/>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endParaRPr lang="fr-FR" sz="500" kern="1200" dirty="0"/>
        </a:p>
      </dsp:txBody>
      <dsp:txXfrm>
        <a:off x="201725" y="81908"/>
        <a:ext cx="83298" cy="41649"/>
      </dsp:txXfrm>
    </dsp:sp>
    <dsp:sp modelId="{A64A825D-4121-4BF3-81D9-6EFCE7F740D3}">
      <dsp:nvSpPr>
        <dsp:cNvPr id="0" name=""/>
        <dsp:cNvSpPr/>
      </dsp:nvSpPr>
      <dsp:spPr>
        <a:xfrm>
          <a:off x="302516" y="81908"/>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endParaRPr lang="fr-FR" sz="500" kern="1200" dirty="0"/>
        </a:p>
      </dsp:txBody>
      <dsp:txXfrm>
        <a:off x="302516" y="81908"/>
        <a:ext cx="83298" cy="41649"/>
      </dsp:txXfrm>
    </dsp:sp>
    <dsp:sp modelId="{676A2F32-22A2-4646-B9E8-0ED58B01DFCB}">
      <dsp:nvSpPr>
        <dsp:cNvPr id="0" name=""/>
        <dsp:cNvSpPr/>
      </dsp:nvSpPr>
      <dsp:spPr>
        <a:xfrm>
          <a:off x="302516" y="141049"/>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endParaRPr lang="fr-FR" sz="500" kern="1200" dirty="0"/>
        </a:p>
      </dsp:txBody>
      <dsp:txXfrm>
        <a:off x="302516" y="141049"/>
        <a:ext cx="83298" cy="41649"/>
      </dsp:txXfrm>
    </dsp:sp>
    <dsp:sp modelId="{D013BD63-AAD8-4FBC-9C8F-9A78E2BF998D}">
      <dsp:nvSpPr>
        <dsp:cNvPr id="0" name=""/>
        <dsp:cNvSpPr/>
      </dsp:nvSpPr>
      <dsp:spPr>
        <a:xfrm>
          <a:off x="323340" y="200191"/>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endParaRPr lang="fr-FR" sz="500" kern="1200" dirty="0"/>
        </a:p>
      </dsp:txBody>
      <dsp:txXfrm>
        <a:off x="323340" y="200191"/>
        <a:ext cx="83298" cy="4164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26DE92-757A-4685-832B-E933FC7D0F35}">
      <dsp:nvSpPr>
        <dsp:cNvPr id="0" name=""/>
        <dsp:cNvSpPr/>
      </dsp:nvSpPr>
      <dsp:spPr>
        <a:xfrm>
          <a:off x="265126" y="136978"/>
          <a:ext cx="91440" cy="91440"/>
        </a:xfrm>
        <a:custGeom>
          <a:avLst/>
          <a:gdLst/>
          <a:ahLst/>
          <a:cxnLst/>
          <a:rect l="0" t="0" r="0" b="0"/>
          <a:pathLst>
            <a:path>
              <a:moveTo>
                <a:pt x="45720" y="45720"/>
              </a:moveTo>
              <a:lnTo>
                <a:pt x="45720" y="84037"/>
              </a:lnTo>
              <a:lnTo>
                <a:pt x="58214" y="8403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297195C-0E84-42A4-B604-FC5BB0B62301}">
      <dsp:nvSpPr>
        <dsp:cNvPr id="0" name=""/>
        <dsp:cNvSpPr/>
      </dsp:nvSpPr>
      <dsp:spPr>
        <a:xfrm>
          <a:off x="298445" y="77837"/>
          <a:ext cx="91440" cy="91440"/>
        </a:xfrm>
        <a:custGeom>
          <a:avLst/>
          <a:gdLst/>
          <a:ahLst/>
          <a:cxnLst/>
          <a:rect l="0" t="0" r="0" b="0"/>
          <a:pathLst>
            <a:path>
              <a:moveTo>
                <a:pt x="45720" y="45720"/>
              </a:moveTo>
              <a:lnTo>
                <a:pt x="45720" y="6321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E3EADC4-25B6-4DAA-8302-D2D1112D7E95}">
      <dsp:nvSpPr>
        <dsp:cNvPr id="0" name=""/>
        <dsp:cNvSpPr/>
      </dsp:nvSpPr>
      <dsp:spPr>
        <a:xfrm>
          <a:off x="248049" y="18695"/>
          <a:ext cx="91440" cy="91440"/>
        </a:xfrm>
        <a:custGeom>
          <a:avLst/>
          <a:gdLst/>
          <a:ahLst/>
          <a:cxnLst/>
          <a:rect l="0" t="0" r="0" b="0"/>
          <a:pathLst>
            <a:path>
              <a:moveTo>
                <a:pt x="45720" y="45720"/>
              </a:moveTo>
              <a:lnTo>
                <a:pt x="45720" y="54466"/>
              </a:lnTo>
              <a:lnTo>
                <a:pt x="96115" y="54466"/>
              </a:lnTo>
              <a:lnTo>
                <a:pt x="96115" y="6321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003D364-6EC9-4304-8661-6C043C6D549B}">
      <dsp:nvSpPr>
        <dsp:cNvPr id="0" name=""/>
        <dsp:cNvSpPr/>
      </dsp:nvSpPr>
      <dsp:spPr>
        <a:xfrm>
          <a:off x="197654" y="18695"/>
          <a:ext cx="91440" cy="91440"/>
        </a:xfrm>
        <a:custGeom>
          <a:avLst/>
          <a:gdLst/>
          <a:ahLst/>
          <a:cxnLst/>
          <a:rect l="0" t="0" r="0" b="0"/>
          <a:pathLst>
            <a:path>
              <a:moveTo>
                <a:pt x="96115" y="45720"/>
              </a:moveTo>
              <a:lnTo>
                <a:pt x="96115" y="54466"/>
              </a:lnTo>
              <a:lnTo>
                <a:pt x="45720" y="54466"/>
              </a:lnTo>
              <a:lnTo>
                <a:pt x="45720" y="6321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B911B0F-D0A3-4B11-8508-4A706E0867CC}">
      <dsp:nvSpPr>
        <dsp:cNvPr id="0" name=""/>
        <dsp:cNvSpPr/>
      </dsp:nvSpPr>
      <dsp:spPr>
        <a:xfrm>
          <a:off x="88117" y="18695"/>
          <a:ext cx="91440" cy="91440"/>
        </a:xfrm>
        <a:custGeom>
          <a:avLst/>
          <a:gdLst/>
          <a:ahLst/>
          <a:cxnLst/>
          <a:rect l="0" t="0" r="0" b="0"/>
          <a:pathLst>
            <a:path>
              <a:moveTo>
                <a:pt x="54466" y="45720"/>
              </a:moveTo>
              <a:lnTo>
                <a:pt x="54466" y="84037"/>
              </a:lnTo>
              <a:lnTo>
                <a:pt x="45720" y="8403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DB69B31-67A6-4FCD-BCF9-70C5262196DC}">
      <dsp:nvSpPr>
        <dsp:cNvPr id="0" name=""/>
        <dsp:cNvSpPr/>
      </dsp:nvSpPr>
      <dsp:spPr>
        <a:xfrm>
          <a:off x="142583" y="18695"/>
          <a:ext cx="100790" cy="91440"/>
        </a:xfrm>
        <a:custGeom>
          <a:avLst/>
          <a:gdLst/>
          <a:ahLst/>
          <a:cxnLst/>
          <a:rect l="0" t="0" r="0" b="0"/>
          <a:pathLst>
            <a:path>
              <a:moveTo>
                <a:pt x="0" y="45720"/>
              </a:moveTo>
              <a:lnTo>
                <a:pt x="0" y="113607"/>
              </a:lnTo>
              <a:lnTo>
                <a:pt x="100790" y="113607"/>
              </a:lnTo>
              <a:lnTo>
                <a:pt x="100790" y="12235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07ABF09-6610-404C-926B-DE57CFB6880F}">
      <dsp:nvSpPr>
        <dsp:cNvPr id="0" name=""/>
        <dsp:cNvSpPr/>
      </dsp:nvSpPr>
      <dsp:spPr>
        <a:xfrm>
          <a:off x="96863" y="18695"/>
          <a:ext cx="91440" cy="91440"/>
        </a:xfrm>
        <a:custGeom>
          <a:avLst/>
          <a:gdLst/>
          <a:ahLst/>
          <a:cxnLst/>
          <a:rect l="0" t="0" r="0" b="0"/>
          <a:pathLst>
            <a:path>
              <a:moveTo>
                <a:pt x="45720" y="45720"/>
              </a:moveTo>
              <a:lnTo>
                <a:pt x="45720" y="12235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71C8A78-6096-497B-B7F0-581AF4EF7641}">
      <dsp:nvSpPr>
        <dsp:cNvPr id="0" name=""/>
        <dsp:cNvSpPr/>
      </dsp:nvSpPr>
      <dsp:spPr>
        <a:xfrm>
          <a:off x="41793" y="18695"/>
          <a:ext cx="100790" cy="91440"/>
        </a:xfrm>
        <a:custGeom>
          <a:avLst/>
          <a:gdLst/>
          <a:ahLst/>
          <a:cxnLst/>
          <a:rect l="0" t="0" r="0" b="0"/>
          <a:pathLst>
            <a:path>
              <a:moveTo>
                <a:pt x="100790" y="45720"/>
              </a:moveTo>
              <a:lnTo>
                <a:pt x="100790" y="113607"/>
              </a:lnTo>
              <a:lnTo>
                <a:pt x="0" y="113607"/>
              </a:lnTo>
              <a:lnTo>
                <a:pt x="0" y="12235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C26AB3A-9D5C-4581-9D2B-BD2D53D36980}">
      <dsp:nvSpPr>
        <dsp:cNvPr id="0" name=""/>
        <dsp:cNvSpPr/>
      </dsp:nvSpPr>
      <dsp:spPr>
        <a:xfrm>
          <a:off x="100934" y="22766"/>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100934" y="22766"/>
        <a:ext cx="83298" cy="41649"/>
      </dsp:txXfrm>
    </dsp:sp>
    <dsp:sp modelId="{7AD595E5-F4AB-4C51-8844-B2A9F4AB8B53}">
      <dsp:nvSpPr>
        <dsp:cNvPr id="0" name=""/>
        <dsp:cNvSpPr/>
      </dsp:nvSpPr>
      <dsp:spPr>
        <a:xfrm>
          <a:off x="144" y="141049"/>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144" y="141049"/>
        <a:ext cx="83298" cy="41649"/>
      </dsp:txXfrm>
    </dsp:sp>
    <dsp:sp modelId="{D3364D21-3E3C-451A-B4F1-43FE8FC2D7A7}">
      <dsp:nvSpPr>
        <dsp:cNvPr id="0" name=""/>
        <dsp:cNvSpPr/>
      </dsp:nvSpPr>
      <dsp:spPr>
        <a:xfrm>
          <a:off x="100934" y="141049"/>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100934" y="141049"/>
        <a:ext cx="83298" cy="41649"/>
      </dsp:txXfrm>
    </dsp:sp>
    <dsp:sp modelId="{EA8C1ADF-0665-4F23-A5BC-55F8B354A6BD}">
      <dsp:nvSpPr>
        <dsp:cNvPr id="0" name=""/>
        <dsp:cNvSpPr/>
      </dsp:nvSpPr>
      <dsp:spPr>
        <a:xfrm>
          <a:off x="201725" y="141049"/>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201725" y="141049"/>
        <a:ext cx="83298" cy="41649"/>
      </dsp:txXfrm>
    </dsp:sp>
    <dsp:sp modelId="{03A45C9F-733B-4BDA-96B5-1BD272209F7C}">
      <dsp:nvSpPr>
        <dsp:cNvPr id="0" name=""/>
        <dsp:cNvSpPr/>
      </dsp:nvSpPr>
      <dsp:spPr>
        <a:xfrm>
          <a:off x="50539" y="81908"/>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50539" y="81908"/>
        <a:ext cx="83298" cy="41649"/>
      </dsp:txXfrm>
    </dsp:sp>
    <dsp:sp modelId="{460FC1B4-3167-4288-A9A6-1447C60617CC}">
      <dsp:nvSpPr>
        <dsp:cNvPr id="0" name=""/>
        <dsp:cNvSpPr/>
      </dsp:nvSpPr>
      <dsp:spPr>
        <a:xfrm>
          <a:off x="252120" y="22766"/>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endParaRPr lang="fr-FR" sz="500" kern="1200" dirty="0"/>
        </a:p>
      </dsp:txBody>
      <dsp:txXfrm>
        <a:off x="252120" y="22766"/>
        <a:ext cx="83298" cy="41649"/>
      </dsp:txXfrm>
    </dsp:sp>
    <dsp:sp modelId="{9EE7FCD1-4207-4474-90B9-0A31E1D983D4}">
      <dsp:nvSpPr>
        <dsp:cNvPr id="0" name=""/>
        <dsp:cNvSpPr/>
      </dsp:nvSpPr>
      <dsp:spPr>
        <a:xfrm>
          <a:off x="201725" y="81908"/>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endParaRPr lang="fr-FR" sz="500" kern="1200" dirty="0"/>
        </a:p>
      </dsp:txBody>
      <dsp:txXfrm>
        <a:off x="201725" y="81908"/>
        <a:ext cx="83298" cy="41649"/>
      </dsp:txXfrm>
    </dsp:sp>
    <dsp:sp modelId="{A64A825D-4121-4BF3-81D9-6EFCE7F740D3}">
      <dsp:nvSpPr>
        <dsp:cNvPr id="0" name=""/>
        <dsp:cNvSpPr/>
      </dsp:nvSpPr>
      <dsp:spPr>
        <a:xfrm>
          <a:off x="302516" y="81908"/>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endParaRPr lang="fr-FR" sz="500" kern="1200" dirty="0"/>
        </a:p>
      </dsp:txBody>
      <dsp:txXfrm>
        <a:off x="302516" y="81908"/>
        <a:ext cx="83298" cy="41649"/>
      </dsp:txXfrm>
    </dsp:sp>
    <dsp:sp modelId="{676A2F32-22A2-4646-B9E8-0ED58B01DFCB}">
      <dsp:nvSpPr>
        <dsp:cNvPr id="0" name=""/>
        <dsp:cNvSpPr/>
      </dsp:nvSpPr>
      <dsp:spPr>
        <a:xfrm>
          <a:off x="302516" y="141049"/>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endParaRPr lang="fr-FR" sz="500" kern="1200" dirty="0"/>
        </a:p>
      </dsp:txBody>
      <dsp:txXfrm>
        <a:off x="302516" y="141049"/>
        <a:ext cx="83298" cy="41649"/>
      </dsp:txXfrm>
    </dsp:sp>
    <dsp:sp modelId="{D013BD63-AAD8-4FBC-9C8F-9A78E2BF998D}">
      <dsp:nvSpPr>
        <dsp:cNvPr id="0" name=""/>
        <dsp:cNvSpPr/>
      </dsp:nvSpPr>
      <dsp:spPr>
        <a:xfrm>
          <a:off x="323340" y="200191"/>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endParaRPr lang="fr-FR" sz="500" kern="1200" dirty="0"/>
        </a:p>
      </dsp:txBody>
      <dsp:txXfrm>
        <a:off x="323340" y="200191"/>
        <a:ext cx="83298" cy="4164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26DE92-757A-4685-832B-E933FC7D0F35}">
      <dsp:nvSpPr>
        <dsp:cNvPr id="0" name=""/>
        <dsp:cNvSpPr/>
      </dsp:nvSpPr>
      <dsp:spPr>
        <a:xfrm>
          <a:off x="265126" y="136978"/>
          <a:ext cx="91440" cy="91440"/>
        </a:xfrm>
        <a:custGeom>
          <a:avLst/>
          <a:gdLst/>
          <a:ahLst/>
          <a:cxnLst/>
          <a:rect l="0" t="0" r="0" b="0"/>
          <a:pathLst>
            <a:path>
              <a:moveTo>
                <a:pt x="45720" y="45720"/>
              </a:moveTo>
              <a:lnTo>
                <a:pt x="45720" y="84037"/>
              </a:lnTo>
              <a:lnTo>
                <a:pt x="58214" y="8403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297195C-0E84-42A4-B604-FC5BB0B62301}">
      <dsp:nvSpPr>
        <dsp:cNvPr id="0" name=""/>
        <dsp:cNvSpPr/>
      </dsp:nvSpPr>
      <dsp:spPr>
        <a:xfrm>
          <a:off x="298445" y="77837"/>
          <a:ext cx="91440" cy="91440"/>
        </a:xfrm>
        <a:custGeom>
          <a:avLst/>
          <a:gdLst/>
          <a:ahLst/>
          <a:cxnLst/>
          <a:rect l="0" t="0" r="0" b="0"/>
          <a:pathLst>
            <a:path>
              <a:moveTo>
                <a:pt x="45720" y="45720"/>
              </a:moveTo>
              <a:lnTo>
                <a:pt x="45720" y="6321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E3EADC4-25B6-4DAA-8302-D2D1112D7E95}">
      <dsp:nvSpPr>
        <dsp:cNvPr id="0" name=""/>
        <dsp:cNvSpPr/>
      </dsp:nvSpPr>
      <dsp:spPr>
        <a:xfrm>
          <a:off x="248049" y="18695"/>
          <a:ext cx="91440" cy="91440"/>
        </a:xfrm>
        <a:custGeom>
          <a:avLst/>
          <a:gdLst/>
          <a:ahLst/>
          <a:cxnLst/>
          <a:rect l="0" t="0" r="0" b="0"/>
          <a:pathLst>
            <a:path>
              <a:moveTo>
                <a:pt x="45720" y="45720"/>
              </a:moveTo>
              <a:lnTo>
                <a:pt x="45720" y="54466"/>
              </a:lnTo>
              <a:lnTo>
                <a:pt x="96115" y="54466"/>
              </a:lnTo>
              <a:lnTo>
                <a:pt x="96115" y="6321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003D364-6EC9-4304-8661-6C043C6D549B}">
      <dsp:nvSpPr>
        <dsp:cNvPr id="0" name=""/>
        <dsp:cNvSpPr/>
      </dsp:nvSpPr>
      <dsp:spPr>
        <a:xfrm>
          <a:off x="197654" y="18695"/>
          <a:ext cx="91440" cy="91440"/>
        </a:xfrm>
        <a:custGeom>
          <a:avLst/>
          <a:gdLst/>
          <a:ahLst/>
          <a:cxnLst/>
          <a:rect l="0" t="0" r="0" b="0"/>
          <a:pathLst>
            <a:path>
              <a:moveTo>
                <a:pt x="96115" y="45720"/>
              </a:moveTo>
              <a:lnTo>
                <a:pt x="96115" y="54466"/>
              </a:lnTo>
              <a:lnTo>
                <a:pt x="45720" y="54466"/>
              </a:lnTo>
              <a:lnTo>
                <a:pt x="45720" y="6321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B911B0F-D0A3-4B11-8508-4A706E0867CC}">
      <dsp:nvSpPr>
        <dsp:cNvPr id="0" name=""/>
        <dsp:cNvSpPr/>
      </dsp:nvSpPr>
      <dsp:spPr>
        <a:xfrm>
          <a:off x="88117" y="18695"/>
          <a:ext cx="91440" cy="91440"/>
        </a:xfrm>
        <a:custGeom>
          <a:avLst/>
          <a:gdLst/>
          <a:ahLst/>
          <a:cxnLst/>
          <a:rect l="0" t="0" r="0" b="0"/>
          <a:pathLst>
            <a:path>
              <a:moveTo>
                <a:pt x="54466" y="45720"/>
              </a:moveTo>
              <a:lnTo>
                <a:pt x="54466" y="84037"/>
              </a:lnTo>
              <a:lnTo>
                <a:pt x="45720" y="8403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DB69B31-67A6-4FCD-BCF9-70C5262196DC}">
      <dsp:nvSpPr>
        <dsp:cNvPr id="0" name=""/>
        <dsp:cNvSpPr/>
      </dsp:nvSpPr>
      <dsp:spPr>
        <a:xfrm>
          <a:off x="142583" y="18695"/>
          <a:ext cx="100790" cy="91440"/>
        </a:xfrm>
        <a:custGeom>
          <a:avLst/>
          <a:gdLst/>
          <a:ahLst/>
          <a:cxnLst/>
          <a:rect l="0" t="0" r="0" b="0"/>
          <a:pathLst>
            <a:path>
              <a:moveTo>
                <a:pt x="0" y="45720"/>
              </a:moveTo>
              <a:lnTo>
                <a:pt x="0" y="113607"/>
              </a:lnTo>
              <a:lnTo>
                <a:pt x="100790" y="113607"/>
              </a:lnTo>
              <a:lnTo>
                <a:pt x="100790" y="12235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07ABF09-6610-404C-926B-DE57CFB6880F}">
      <dsp:nvSpPr>
        <dsp:cNvPr id="0" name=""/>
        <dsp:cNvSpPr/>
      </dsp:nvSpPr>
      <dsp:spPr>
        <a:xfrm>
          <a:off x="96863" y="18695"/>
          <a:ext cx="91440" cy="91440"/>
        </a:xfrm>
        <a:custGeom>
          <a:avLst/>
          <a:gdLst/>
          <a:ahLst/>
          <a:cxnLst/>
          <a:rect l="0" t="0" r="0" b="0"/>
          <a:pathLst>
            <a:path>
              <a:moveTo>
                <a:pt x="45720" y="45720"/>
              </a:moveTo>
              <a:lnTo>
                <a:pt x="45720" y="12235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71C8A78-6096-497B-B7F0-581AF4EF7641}">
      <dsp:nvSpPr>
        <dsp:cNvPr id="0" name=""/>
        <dsp:cNvSpPr/>
      </dsp:nvSpPr>
      <dsp:spPr>
        <a:xfrm>
          <a:off x="41793" y="18695"/>
          <a:ext cx="100790" cy="91440"/>
        </a:xfrm>
        <a:custGeom>
          <a:avLst/>
          <a:gdLst/>
          <a:ahLst/>
          <a:cxnLst/>
          <a:rect l="0" t="0" r="0" b="0"/>
          <a:pathLst>
            <a:path>
              <a:moveTo>
                <a:pt x="100790" y="45720"/>
              </a:moveTo>
              <a:lnTo>
                <a:pt x="100790" y="113607"/>
              </a:lnTo>
              <a:lnTo>
                <a:pt x="0" y="113607"/>
              </a:lnTo>
              <a:lnTo>
                <a:pt x="0" y="12235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C26AB3A-9D5C-4581-9D2B-BD2D53D36980}">
      <dsp:nvSpPr>
        <dsp:cNvPr id="0" name=""/>
        <dsp:cNvSpPr/>
      </dsp:nvSpPr>
      <dsp:spPr>
        <a:xfrm>
          <a:off x="100934" y="22766"/>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100934" y="22766"/>
        <a:ext cx="83298" cy="41649"/>
      </dsp:txXfrm>
    </dsp:sp>
    <dsp:sp modelId="{7AD595E5-F4AB-4C51-8844-B2A9F4AB8B53}">
      <dsp:nvSpPr>
        <dsp:cNvPr id="0" name=""/>
        <dsp:cNvSpPr/>
      </dsp:nvSpPr>
      <dsp:spPr>
        <a:xfrm>
          <a:off x="144" y="141049"/>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144" y="141049"/>
        <a:ext cx="83298" cy="41649"/>
      </dsp:txXfrm>
    </dsp:sp>
    <dsp:sp modelId="{D3364D21-3E3C-451A-B4F1-43FE8FC2D7A7}">
      <dsp:nvSpPr>
        <dsp:cNvPr id="0" name=""/>
        <dsp:cNvSpPr/>
      </dsp:nvSpPr>
      <dsp:spPr>
        <a:xfrm>
          <a:off x="100934" y="141049"/>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100934" y="141049"/>
        <a:ext cx="83298" cy="41649"/>
      </dsp:txXfrm>
    </dsp:sp>
    <dsp:sp modelId="{EA8C1ADF-0665-4F23-A5BC-55F8B354A6BD}">
      <dsp:nvSpPr>
        <dsp:cNvPr id="0" name=""/>
        <dsp:cNvSpPr/>
      </dsp:nvSpPr>
      <dsp:spPr>
        <a:xfrm>
          <a:off x="201725" y="141049"/>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201725" y="141049"/>
        <a:ext cx="83298" cy="41649"/>
      </dsp:txXfrm>
    </dsp:sp>
    <dsp:sp modelId="{03A45C9F-733B-4BDA-96B5-1BD272209F7C}">
      <dsp:nvSpPr>
        <dsp:cNvPr id="0" name=""/>
        <dsp:cNvSpPr/>
      </dsp:nvSpPr>
      <dsp:spPr>
        <a:xfrm>
          <a:off x="50539" y="81908"/>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50539" y="81908"/>
        <a:ext cx="83298" cy="41649"/>
      </dsp:txXfrm>
    </dsp:sp>
    <dsp:sp modelId="{460FC1B4-3167-4288-A9A6-1447C60617CC}">
      <dsp:nvSpPr>
        <dsp:cNvPr id="0" name=""/>
        <dsp:cNvSpPr/>
      </dsp:nvSpPr>
      <dsp:spPr>
        <a:xfrm>
          <a:off x="252120" y="22766"/>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endParaRPr lang="fr-FR" sz="500" kern="1200" dirty="0"/>
        </a:p>
      </dsp:txBody>
      <dsp:txXfrm>
        <a:off x="252120" y="22766"/>
        <a:ext cx="83298" cy="41649"/>
      </dsp:txXfrm>
    </dsp:sp>
    <dsp:sp modelId="{9EE7FCD1-4207-4474-90B9-0A31E1D983D4}">
      <dsp:nvSpPr>
        <dsp:cNvPr id="0" name=""/>
        <dsp:cNvSpPr/>
      </dsp:nvSpPr>
      <dsp:spPr>
        <a:xfrm>
          <a:off x="201725" y="81908"/>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endParaRPr lang="fr-FR" sz="500" kern="1200" dirty="0"/>
        </a:p>
      </dsp:txBody>
      <dsp:txXfrm>
        <a:off x="201725" y="81908"/>
        <a:ext cx="83298" cy="41649"/>
      </dsp:txXfrm>
    </dsp:sp>
    <dsp:sp modelId="{A64A825D-4121-4BF3-81D9-6EFCE7F740D3}">
      <dsp:nvSpPr>
        <dsp:cNvPr id="0" name=""/>
        <dsp:cNvSpPr/>
      </dsp:nvSpPr>
      <dsp:spPr>
        <a:xfrm>
          <a:off x="302516" y="81908"/>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endParaRPr lang="fr-FR" sz="500" kern="1200" dirty="0"/>
        </a:p>
      </dsp:txBody>
      <dsp:txXfrm>
        <a:off x="302516" y="81908"/>
        <a:ext cx="83298" cy="41649"/>
      </dsp:txXfrm>
    </dsp:sp>
    <dsp:sp modelId="{676A2F32-22A2-4646-B9E8-0ED58B01DFCB}">
      <dsp:nvSpPr>
        <dsp:cNvPr id="0" name=""/>
        <dsp:cNvSpPr/>
      </dsp:nvSpPr>
      <dsp:spPr>
        <a:xfrm>
          <a:off x="302516" y="141049"/>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endParaRPr lang="fr-FR" sz="500" kern="1200" dirty="0"/>
        </a:p>
      </dsp:txBody>
      <dsp:txXfrm>
        <a:off x="302516" y="141049"/>
        <a:ext cx="83298" cy="41649"/>
      </dsp:txXfrm>
    </dsp:sp>
    <dsp:sp modelId="{D013BD63-AAD8-4FBC-9C8F-9A78E2BF998D}">
      <dsp:nvSpPr>
        <dsp:cNvPr id="0" name=""/>
        <dsp:cNvSpPr/>
      </dsp:nvSpPr>
      <dsp:spPr>
        <a:xfrm>
          <a:off x="323340" y="200191"/>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endParaRPr lang="fr-FR" sz="500" kern="1200" dirty="0"/>
        </a:p>
      </dsp:txBody>
      <dsp:txXfrm>
        <a:off x="323340" y="200191"/>
        <a:ext cx="83298" cy="41649"/>
      </dsp:txXfrm>
    </dsp:sp>
  </dsp:spTree>
</dsp:drawing>
</file>

<file path=ppt/diagrams/layout1.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6.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D226AC-8069-465F-BE35-AC5AC6A5824B}" type="datetimeFigureOut">
              <a:rPr lang="fr-FR" smtClean="0"/>
              <a:t>07/01/2022</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F5F71A-6683-4344-8A86-B72493AD35FC}" type="slidenum">
              <a:rPr lang="fr-FR" smtClean="0"/>
              <a:t>‹N°›</a:t>
            </a:fld>
            <a:endParaRPr lang="fr-FR"/>
          </a:p>
        </p:txBody>
      </p:sp>
    </p:spTree>
    <p:extLst>
      <p:ext uri="{BB962C8B-B14F-4D97-AF65-F5344CB8AC3E}">
        <p14:creationId xmlns:p14="http://schemas.microsoft.com/office/powerpoint/2010/main" val="7284272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a:t>
            </a:fld>
            <a:endParaRPr lang="fr-FR"/>
          </a:p>
        </p:txBody>
      </p:sp>
    </p:spTree>
    <p:extLst>
      <p:ext uri="{BB962C8B-B14F-4D97-AF65-F5344CB8AC3E}">
        <p14:creationId xmlns:p14="http://schemas.microsoft.com/office/powerpoint/2010/main" val="16840062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7</a:t>
            </a:fld>
            <a:endParaRPr lang="fr-FR"/>
          </a:p>
        </p:txBody>
      </p:sp>
    </p:spTree>
    <p:extLst>
      <p:ext uri="{BB962C8B-B14F-4D97-AF65-F5344CB8AC3E}">
        <p14:creationId xmlns:p14="http://schemas.microsoft.com/office/powerpoint/2010/main" val="25986589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9</a:t>
            </a:fld>
            <a:endParaRPr lang="fr-FR"/>
          </a:p>
        </p:txBody>
      </p:sp>
    </p:spTree>
    <p:extLst>
      <p:ext uri="{BB962C8B-B14F-4D97-AF65-F5344CB8AC3E}">
        <p14:creationId xmlns:p14="http://schemas.microsoft.com/office/powerpoint/2010/main" val="28759649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33</a:t>
            </a:fld>
            <a:endParaRPr lang="fr-FR"/>
          </a:p>
        </p:txBody>
      </p:sp>
    </p:spTree>
    <p:extLst>
      <p:ext uri="{BB962C8B-B14F-4D97-AF65-F5344CB8AC3E}">
        <p14:creationId xmlns:p14="http://schemas.microsoft.com/office/powerpoint/2010/main" val="41762400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38</a:t>
            </a:fld>
            <a:endParaRPr lang="fr-FR"/>
          </a:p>
        </p:txBody>
      </p:sp>
    </p:spTree>
    <p:extLst>
      <p:ext uri="{BB962C8B-B14F-4D97-AF65-F5344CB8AC3E}">
        <p14:creationId xmlns:p14="http://schemas.microsoft.com/office/powerpoint/2010/main" val="33543194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1/7/2022</a:t>
            </a:fld>
            <a:endParaRPr lang="en-US"/>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‹N°›</a:t>
            </a:fld>
            <a:endParaRPr lang="en-US"/>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47898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1/7/2022</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34534279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02AC24A9-CCB6-4F8D-B8DB-C2F3692CFA5A}" type="datetimeFigureOut">
              <a:rPr lang="en-US" smtClean="0"/>
              <a:t>1/7/2022</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6508519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1/7/2022</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23425832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1/7/2022</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3021186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02AC24A9-CCB6-4F8D-B8DB-C2F3692CFA5A}" type="datetimeFigureOut">
              <a:rPr lang="en-US" smtClean="0"/>
              <a:t>1/7/2022</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26437557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2AC24A9-CCB6-4F8D-B8DB-C2F3692CFA5A}" type="datetimeFigureOut">
              <a:rPr lang="en-US" smtClean="0"/>
              <a:t>1/7/2022</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42327478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1/7/2022</a:t>
            </a:fld>
            <a:endParaRPr lang="en-US"/>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24672197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1/7/2022</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7762900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02AC24A9-CCB6-4F8D-B8DB-C2F3692CFA5A}" type="datetimeFigureOut">
              <a:rPr lang="en-US" smtClean="0"/>
              <a:t>1/7/2022</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41884421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02AC24A9-CCB6-4F8D-B8DB-C2F3692CFA5A}" type="datetimeFigureOut">
              <a:rPr lang="en-US" smtClean="0"/>
              <a:t>1/7/2022</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430557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1/7/2022</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‹N°›</a:t>
            </a:fld>
            <a:endParaRPr lang="en-US"/>
          </a:p>
        </p:txBody>
      </p:sp>
    </p:spTree>
    <p:extLst>
      <p:ext uri="{BB962C8B-B14F-4D97-AF65-F5344CB8AC3E}">
        <p14:creationId xmlns:p14="http://schemas.microsoft.com/office/powerpoint/2010/main" val="1904633910"/>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2" r:id="rId6"/>
    <p:sldLayoutId id="2147483708" r:id="rId7"/>
    <p:sldLayoutId id="2147483709" r:id="rId8"/>
    <p:sldLayoutId id="2147483710" r:id="rId9"/>
    <p:sldLayoutId id="2147483711" r:id="rId10"/>
    <p:sldLayoutId id="2147483713" r:id="rId11"/>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svg"/><Relationship Id="rId3" Type="http://schemas.openxmlformats.org/officeDocument/2006/relationships/hyperlink" Target="https://pixabay.com/fr/carte-monde-terre-continents-bleu-307442/" TargetMode="External"/><Relationship Id="rId7" Type="http://schemas.openxmlformats.org/officeDocument/2006/relationships/image" Target="../media/image8.svg"/><Relationship Id="rId12" Type="http://schemas.openxmlformats.org/officeDocument/2006/relationships/image" Target="../media/image13.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2.svg"/><Relationship Id="rId5" Type="http://schemas.openxmlformats.org/officeDocument/2006/relationships/image" Target="../media/image6.sv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svg"/></Relationships>
</file>

<file path=ppt/slides/_rels/slide5.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svg"/><Relationship Id="rId3" Type="http://schemas.openxmlformats.org/officeDocument/2006/relationships/image" Target="../media/image15.svg"/><Relationship Id="rId7" Type="http://schemas.openxmlformats.org/officeDocument/2006/relationships/image" Target="../media/image19.svg"/><Relationship Id="rId12" Type="http://schemas.openxmlformats.org/officeDocument/2006/relationships/image" Target="../media/image24.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8.svg"/><Relationship Id="rId11" Type="http://schemas.openxmlformats.org/officeDocument/2006/relationships/image" Target="../media/image23.svg"/><Relationship Id="rId5" Type="http://schemas.openxmlformats.org/officeDocument/2006/relationships/image" Target="../media/image17.sv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svg"/><Relationship Id="rId14" Type="http://schemas.openxmlformats.org/officeDocument/2006/relationships/image" Target="../media/image26.png"/></Relationships>
</file>

<file path=ppt/slides/_rels/slide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27.png"/><Relationship Id="rId7" Type="http://schemas.openxmlformats.org/officeDocument/2006/relationships/image" Target="../media/image13.png"/><Relationship Id="rId12" Type="http://schemas.openxmlformats.org/officeDocument/2006/relationships/image" Target="../media/image34.sv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30.svg"/><Relationship Id="rId11" Type="http://schemas.openxmlformats.org/officeDocument/2006/relationships/image" Target="../media/image33.png"/><Relationship Id="rId5" Type="http://schemas.openxmlformats.org/officeDocument/2006/relationships/image" Target="../media/image29.png"/><Relationship Id="rId10" Type="http://schemas.openxmlformats.org/officeDocument/2006/relationships/image" Target="../media/image32.svg"/><Relationship Id="rId4" Type="http://schemas.openxmlformats.org/officeDocument/2006/relationships/image" Target="../media/image28.svg"/><Relationship Id="rId9" Type="http://schemas.openxmlformats.org/officeDocument/2006/relationships/image" Target="../media/image31.png"/></Relationships>
</file>

<file path=ppt/slides/_rels/slide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10" Type="http://schemas.openxmlformats.org/officeDocument/2006/relationships/image" Target="../media/image43.png"/><Relationship Id="rId4" Type="http://schemas.openxmlformats.org/officeDocument/2006/relationships/image" Target="../media/image37.png"/><Relationship Id="rId9" Type="http://schemas.openxmlformats.org/officeDocument/2006/relationships/image" Target="../media/image42.png"/></Relationships>
</file>

<file path=ppt/slides/_rels/slide10.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image" Target="../media/image37.png"/><Relationship Id="rId18" Type="http://schemas.openxmlformats.org/officeDocument/2006/relationships/image" Target="../media/image42.png"/><Relationship Id="rId3" Type="http://schemas.openxmlformats.org/officeDocument/2006/relationships/image" Target="../media/image30.svg"/><Relationship Id="rId7" Type="http://schemas.openxmlformats.org/officeDocument/2006/relationships/image" Target="../media/image28.svg"/><Relationship Id="rId12" Type="http://schemas.openxmlformats.org/officeDocument/2006/relationships/image" Target="../media/image36.png"/><Relationship Id="rId17" Type="http://schemas.openxmlformats.org/officeDocument/2006/relationships/image" Target="../media/image41.png"/><Relationship Id="rId2" Type="http://schemas.openxmlformats.org/officeDocument/2006/relationships/image" Target="../media/image29.png"/><Relationship Id="rId16"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27.png"/><Relationship Id="rId11" Type="http://schemas.openxmlformats.org/officeDocument/2006/relationships/image" Target="../media/image34.svg"/><Relationship Id="rId5" Type="http://schemas.openxmlformats.org/officeDocument/2006/relationships/image" Target="../media/image14.svg"/><Relationship Id="rId15" Type="http://schemas.openxmlformats.org/officeDocument/2006/relationships/image" Target="../media/image39.png"/><Relationship Id="rId10" Type="http://schemas.openxmlformats.org/officeDocument/2006/relationships/image" Target="../media/image33.png"/><Relationship Id="rId19" Type="http://schemas.openxmlformats.org/officeDocument/2006/relationships/image" Target="../media/image43.png"/><Relationship Id="rId4" Type="http://schemas.openxmlformats.org/officeDocument/2006/relationships/image" Target="../media/image13.png"/><Relationship Id="rId9" Type="http://schemas.openxmlformats.org/officeDocument/2006/relationships/image" Target="../media/image32.svg"/><Relationship Id="rId14" Type="http://schemas.openxmlformats.org/officeDocument/2006/relationships/image" Target="../media/image3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image" Target="../media/image45.svg"/><Relationship Id="rId18" Type="http://schemas.openxmlformats.org/officeDocument/2006/relationships/image" Target="../media/image50.png"/><Relationship Id="rId3" Type="http://schemas.openxmlformats.org/officeDocument/2006/relationships/image" Target="../media/image30.svg"/><Relationship Id="rId21" Type="http://schemas.openxmlformats.org/officeDocument/2006/relationships/image" Target="../media/image53.jpg"/><Relationship Id="rId7" Type="http://schemas.openxmlformats.org/officeDocument/2006/relationships/image" Target="../media/image28.svg"/><Relationship Id="rId12" Type="http://schemas.openxmlformats.org/officeDocument/2006/relationships/image" Target="../media/image44.png"/><Relationship Id="rId17" Type="http://schemas.openxmlformats.org/officeDocument/2006/relationships/image" Target="../media/image49.svg"/><Relationship Id="rId2" Type="http://schemas.openxmlformats.org/officeDocument/2006/relationships/image" Target="../media/image29.png"/><Relationship Id="rId16" Type="http://schemas.openxmlformats.org/officeDocument/2006/relationships/image" Target="../media/image48.png"/><Relationship Id="rId20" Type="http://schemas.openxmlformats.org/officeDocument/2006/relationships/image" Target="../media/image52.png"/><Relationship Id="rId1" Type="http://schemas.openxmlformats.org/officeDocument/2006/relationships/slideLayout" Target="../slideLayouts/slideLayout2.xml"/><Relationship Id="rId6" Type="http://schemas.openxmlformats.org/officeDocument/2006/relationships/image" Target="../media/image27.png"/><Relationship Id="rId11" Type="http://schemas.openxmlformats.org/officeDocument/2006/relationships/image" Target="../media/image34.svg"/><Relationship Id="rId5" Type="http://schemas.openxmlformats.org/officeDocument/2006/relationships/image" Target="../media/image14.svg"/><Relationship Id="rId15" Type="http://schemas.openxmlformats.org/officeDocument/2006/relationships/image" Target="../media/image47.svg"/><Relationship Id="rId10" Type="http://schemas.openxmlformats.org/officeDocument/2006/relationships/image" Target="../media/image33.png"/><Relationship Id="rId19" Type="http://schemas.openxmlformats.org/officeDocument/2006/relationships/image" Target="../media/image51.svg"/><Relationship Id="rId4" Type="http://schemas.openxmlformats.org/officeDocument/2006/relationships/image" Target="../media/image13.png"/><Relationship Id="rId9" Type="http://schemas.openxmlformats.org/officeDocument/2006/relationships/image" Target="../media/image32.svg"/><Relationship Id="rId14" Type="http://schemas.openxmlformats.org/officeDocument/2006/relationships/image" Target="../media/image46.png"/><Relationship Id="rId22" Type="http://schemas.openxmlformats.org/officeDocument/2006/relationships/image" Target="../media/image54.jpg"/></Relationships>
</file>

<file path=ppt/slides/_rels/slide13.xml.rels><?xml version="1.0" encoding="UTF-8" standalone="yes"?>
<Relationships xmlns="http://schemas.openxmlformats.org/package/2006/relationships"><Relationship Id="rId8" Type="http://schemas.openxmlformats.org/officeDocument/2006/relationships/image" Target="../media/image45.svg"/><Relationship Id="rId13" Type="http://schemas.openxmlformats.org/officeDocument/2006/relationships/image" Target="../media/image27.png"/><Relationship Id="rId18" Type="http://schemas.openxmlformats.org/officeDocument/2006/relationships/image" Target="../media/image34.svg"/><Relationship Id="rId26" Type="http://schemas.openxmlformats.org/officeDocument/2006/relationships/image" Target="../media/image55.jpg"/><Relationship Id="rId3" Type="http://schemas.openxmlformats.org/officeDocument/2006/relationships/diagramLayout" Target="../diagrams/layout1.xml"/><Relationship Id="rId21" Type="http://schemas.openxmlformats.org/officeDocument/2006/relationships/image" Target="../media/image48.png"/><Relationship Id="rId7" Type="http://schemas.openxmlformats.org/officeDocument/2006/relationships/image" Target="../media/image44.png"/><Relationship Id="rId12" Type="http://schemas.openxmlformats.org/officeDocument/2006/relationships/image" Target="../media/image14.svg"/><Relationship Id="rId17" Type="http://schemas.openxmlformats.org/officeDocument/2006/relationships/image" Target="../media/image33.png"/><Relationship Id="rId25" Type="http://schemas.openxmlformats.org/officeDocument/2006/relationships/image" Target="../media/image53.jpg"/><Relationship Id="rId2" Type="http://schemas.openxmlformats.org/officeDocument/2006/relationships/diagramData" Target="../diagrams/data1.xml"/><Relationship Id="rId16" Type="http://schemas.openxmlformats.org/officeDocument/2006/relationships/image" Target="../media/image32.svg"/><Relationship Id="rId20" Type="http://schemas.openxmlformats.org/officeDocument/2006/relationships/image" Target="../media/image47.svg"/><Relationship Id="rId1" Type="http://schemas.openxmlformats.org/officeDocument/2006/relationships/slideLayout" Target="../slideLayouts/slideLayout2.xml"/><Relationship Id="rId6" Type="http://schemas.microsoft.com/office/2007/relationships/diagramDrawing" Target="../diagrams/drawing1.xml"/><Relationship Id="rId11" Type="http://schemas.openxmlformats.org/officeDocument/2006/relationships/image" Target="../media/image13.png"/><Relationship Id="rId24" Type="http://schemas.openxmlformats.org/officeDocument/2006/relationships/image" Target="../media/image51.svg"/><Relationship Id="rId5" Type="http://schemas.openxmlformats.org/officeDocument/2006/relationships/diagramColors" Target="../diagrams/colors1.xml"/><Relationship Id="rId15" Type="http://schemas.openxmlformats.org/officeDocument/2006/relationships/image" Target="../media/image31.png"/><Relationship Id="rId23" Type="http://schemas.openxmlformats.org/officeDocument/2006/relationships/image" Target="../media/image50.png"/><Relationship Id="rId10" Type="http://schemas.openxmlformats.org/officeDocument/2006/relationships/image" Target="../media/image30.svg"/><Relationship Id="rId19" Type="http://schemas.openxmlformats.org/officeDocument/2006/relationships/image" Target="../media/image46.png"/><Relationship Id="rId4" Type="http://schemas.openxmlformats.org/officeDocument/2006/relationships/diagramQuickStyle" Target="../diagrams/quickStyle1.xml"/><Relationship Id="rId9" Type="http://schemas.openxmlformats.org/officeDocument/2006/relationships/image" Target="../media/image29.png"/><Relationship Id="rId14" Type="http://schemas.openxmlformats.org/officeDocument/2006/relationships/image" Target="../media/image28.svg"/><Relationship Id="rId22" Type="http://schemas.openxmlformats.org/officeDocument/2006/relationships/image" Target="../media/image49.svg"/><Relationship Id="rId27" Type="http://schemas.openxmlformats.org/officeDocument/2006/relationships/image" Target="../media/image56.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45.svg"/><Relationship Id="rId7" Type="http://schemas.openxmlformats.org/officeDocument/2006/relationships/image" Target="../media/image49.svg"/><Relationship Id="rId2" Type="http://schemas.openxmlformats.org/officeDocument/2006/relationships/image" Target="../media/image44.png"/><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14.svg"/><Relationship Id="rId10" Type="http://schemas.openxmlformats.org/officeDocument/2006/relationships/image" Target="../media/image54.jpg"/><Relationship Id="rId4" Type="http://schemas.openxmlformats.org/officeDocument/2006/relationships/image" Target="../media/image13.png"/><Relationship Id="rId9" Type="http://schemas.openxmlformats.org/officeDocument/2006/relationships/image" Target="../media/image51.svg"/></Relationships>
</file>

<file path=ppt/slides/_rels/slide16.xml.rels><?xml version="1.0" encoding="UTF-8" standalone="yes"?>
<Relationships xmlns="http://schemas.openxmlformats.org/package/2006/relationships"><Relationship Id="rId3" Type="http://schemas.openxmlformats.org/officeDocument/2006/relationships/image" Target="../media/image58.svg"/><Relationship Id="rId7" Type="http://schemas.openxmlformats.org/officeDocument/2006/relationships/image" Target="../media/image62.svg"/><Relationship Id="rId2" Type="http://schemas.openxmlformats.org/officeDocument/2006/relationships/image" Target="../media/image57.png"/><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0.svg"/><Relationship Id="rId4" Type="http://schemas.openxmlformats.org/officeDocument/2006/relationships/image" Target="../media/image59.png"/></Relationships>
</file>

<file path=ppt/slides/_rels/slide17.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image" Target="../media/image44.png"/><Relationship Id="rId1" Type="http://schemas.openxmlformats.org/officeDocument/2006/relationships/slideLayout" Target="../slideLayouts/slideLayout4.xml"/><Relationship Id="rId6" Type="http://schemas.openxmlformats.org/officeDocument/2006/relationships/image" Target="../media/image55.jpg"/><Relationship Id="rId5" Type="http://schemas.openxmlformats.org/officeDocument/2006/relationships/image" Target="../media/image30.svg"/><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image" Target="../media/image44.png"/><Relationship Id="rId1" Type="http://schemas.openxmlformats.org/officeDocument/2006/relationships/slideLayout" Target="../slideLayouts/slideLayout4.xml"/><Relationship Id="rId6" Type="http://schemas.openxmlformats.org/officeDocument/2006/relationships/image" Target="../media/image53.jpg"/><Relationship Id="rId5" Type="http://schemas.openxmlformats.org/officeDocument/2006/relationships/image" Target="../media/image30.sv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55.jpg"/><Relationship Id="rId2" Type="http://schemas.openxmlformats.org/officeDocument/2006/relationships/image" Target="../media/image53.jpg"/><Relationship Id="rId1" Type="http://schemas.openxmlformats.org/officeDocument/2006/relationships/slideLayout" Target="../slideLayouts/slideLayout2.xml"/><Relationship Id="rId4" Type="http://schemas.openxmlformats.org/officeDocument/2006/relationships/image" Target="../media/image54.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30.svg"/><Relationship Id="rId7" Type="http://schemas.openxmlformats.org/officeDocument/2006/relationships/image" Target="../media/image34.svg"/><Relationship Id="rId2"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svg"/><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47.svg"/><Relationship Id="rId7" Type="http://schemas.openxmlformats.org/officeDocument/2006/relationships/image" Target="../media/image51.svg"/><Relationship Id="rId2" Type="http://schemas.openxmlformats.org/officeDocument/2006/relationships/image" Target="../media/image46.png"/><Relationship Id="rId1" Type="http://schemas.openxmlformats.org/officeDocument/2006/relationships/slideLayout" Target="../slideLayouts/slideLayout7.xml"/><Relationship Id="rId6" Type="http://schemas.openxmlformats.org/officeDocument/2006/relationships/image" Target="../media/image50.png"/><Relationship Id="rId5" Type="http://schemas.openxmlformats.org/officeDocument/2006/relationships/image" Target="../media/image49.svg"/><Relationship Id="rId4" Type="http://schemas.openxmlformats.org/officeDocument/2006/relationships/image" Target="../media/image48.png"/><Relationship Id="rId9" Type="http://schemas.openxmlformats.org/officeDocument/2006/relationships/image" Target="../media/image45.svg"/></Relationships>
</file>

<file path=ppt/slides/_rels/slide25.xml.rels><?xml version="1.0" encoding="UTF-8" standalone="yes"?>
<Relationships xmlns="http://schemas.openxmlformats.org/package/2006/relationships"><Relationship Id="rId8" Type="http://schemas.openxmlformats.org/officeDocument/2006/relationships/image" Target="../media/image63.png"/><Relationship Id="rId13" Type="http://schemas.openxmlformats.org/officeDocument/2006/relationships/image" Target="../media/image68.svg"/><Relationship Id="rId3" Type="http://schemas.openxmlformats.org/officeDocument/2006/relationships/image" Target="../media/image47.svg"/><Relationship Id="rId7" Type="http://schemas.openxmlformats.org/officeDocument/2006/relationships/image" Target="../media/image51.svg"/><Relationship Id="rId12" Type="http://schemas.openxmlformats.org/officeDocument/2006/relationships/image" Target="../media/image67.png"/><Relationship Id="rId17" Type="http://schemas.openxmlformats.org/officeDocument/2006/relationships/image" Target="../media/image70.svg"/><Relationship Id="rId2" Type="http://schemas.openxmlformats.org/officeDocument/2006/relationships/image" Target="../media/image46.png"/><Relationship Id="rId16" Type="http://schemas.openxmlformats.org/officeDocument/2006/relationships/image" Target="../media/image69.png"/><Relationship Id="rId1" Type="http://schemas.openxmlformats.org/officeDocument/2006/relationships/slideLayout" Target="../slideLayouts/slideLayout7.xml"/><Relationship Id="rId6" Type="http://schemas.openxmlformats.org/officeDocument/2006/relationships/image" Target="../media/image50.png"/><Relationship Id="rId11" Type="http://schemas.openxmlformats.org/officeDocument/2006/relationships/image" Target="../media/image66.svg"/><Relationship Id="rId5" Type="http://schemas.openxmlformats.org/officeDocument/2006/relationships/image" Target="../media/image49.svg"/><Relationship Id="rId15" Type="http://schemas.openxmlformats.org/officeDocument/2006/relationships/image" Target="../media/image45.svg"/><Relationship Id="rId10" Type="http://schemas.openxmlformats.org/officeDocument/2006/relationships/image" Target="../media/image65.png"/><Relationship Id="rId4" Type="http://schemas.openxmlformats.org/officeDocument/2006/relationships/image" Target="../media/image48.png"/><Relationship Id="rId9" Type="http://schemas.openxmlformats.org/officeDocument/2006/relationships/image" Target="../media/image64.svg"/><Relationship Id="rId14" Type="http://schemas.openxmlformats.org/officeDocument/2006/relationships/image" Target="../media/image4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72.svg"/><Relationship Id="rId7" Type="http://schemas.openxmlformats.org/officeDocument/2006/relationships/image" Target="../media/image74.svg"/><Relationship Id="rId12" Type="http://schemas.openxmlformats.org/officeDocument/2006/relationships/image" Target="../media/image78.svg"/><Relationship Id="rId2" Type="http://schemas.openxmlformats.org/officeDocument/2006/relationships/image" Target="../media/image71.png"/><Relationship Id="rId1" Type="http://schemas.openxmlformats.org/officeDocument/2006/relationships/slideLayout" Target="../slideLayouts/slideLayout1.xml"/><Relationship Id="rId6" Type="http://schemas.openxmlformats.org/officeDocument/2006/relationships/image" Target="../media/image73.png"/><Relationship Id="rId11" Type="http://schemas.openxmlformats.org/officeDocument/2006/relationships/image" Target="../media/image77.png"/><Relationship Id="rId5" Type="http://schemas.openxmlformats.org/officeDocument/2006/relationships/image" Target="../media/image28.svg"/><Relationship Id="rId10" Type="http://schemas.openxmlformats.org/officeDocument/2006/relationships/image" Target="../media/image76.svg"/><Relationship Id="rId4" Type="http://schemas.openxmlformats.org/officeDocument/2006/relationships/image" Target="../media/image27.png"/><Relationship Id="rId9" Type="http://schemas.openxmlformats.org/officeDocument/2006/relationships/image" Target="../media/image75.png"/></Relationships>
</file>

<file path=ppt/slides/_rels/slide2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81.svg"/><Relationship Id="rId2" Type="http://schemas.openxmlformats.org/officeDocument/2006/relationships/image" Target="../media/image80.png"/><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82.svg"/><Relationship Id="rId4" Type="http://schemas.openxmlformats.org/officeDocument/2006/relationships/image" Target="../media/image20.png"/></Relationships>
</file>

<file path=ppt/slides/_rels/slide32.xml.rels><?xml version="1.0" encoding="UTF-8" standalone="yes"?>
<Relationships xmlns="http://schemas.openxmlformats.org/package/2006/relationships"><Relationship Id="rId8" Type="http://schemas.openxmlformats.org/officeDocument/2006/relationships/diagramQuickStyle" Target="../diagrams/quickStyle2.xml"/><Relationship Id="rId13" Type="http://schemas.openxmlformats.org/officeDocument/2006/relationships/image" Target="../media/image89.png"/><Relationship Id="rId18" Type="http://schemas.openxmlformats.org/officeDocument/2006/relationships/image" Target="../media/image94.svg"/><Relationship Id="rId3" Type="http://schemas.openxmlformats.org/officeDocument/2006/relationships/image" Target="../media/image84.svg"/><Relationship Id="rId21" Type="http://schemas.openxmlformats.org/officeDocument/2006/relationships/image" Target="../media/image95.png"/><Relationship Id="rId7" Type="http://schemas.openxmlformats.org/officeDocument/2006/relationships/diagramLayout" Target="../diagrams/layout2.xml"/><Relationship Id="rId12" Type="http://schemas.openxmlformats.org/officeDocument/2006/relationships/image" Target="../media/image88.svg"/><Relationship Id="rId17" Type="http://schemas.openxmlformats.org/officeDocument/2006/relationships/image" Target="../media/image93.png"/><Relationship Id="rId2" Type="http://schemas.openxmlformats.org/officeDocument/2006/relationships/image" Target="../media/image83.png"/><Relationship Id="rId16" Type="http://schemas.openxmlformats.org/officeDocument/2006/relationships/image" Target="../media/image92.svg"/><Relationship Id="rId20" Type="http://schemas.openxmlformats.org/officeDocument/2006/relationships/image" Target="../media/image30.svg"/><Relationship Id="rId1" Type="http://schemas.openxmlformats.org/officeDocument/2006/relationships/slideLayout" Target="../slideLayouts/slideLayout2.xml"/><Relationship Id="rId6" Type="http://schemas.openxmlformats.org/officeDocument/2006/relationships/diagramData" Target="../diagrams/data2.xml"/><Relationship Id="rId11" Type="http://schemas.openxmlformats.org/officeDocument/2006/relationships/image" Target="../media/image87.png"/><Relationship Id="rId5" Type="http://schemas.openxmlformats.org/officeDocument/2006/relationships/image" Target="../media/image86.svg"/><Relationship Id="rId15" Type="http://schemas.openxmlformats.org/officeDocument/2006/relationships/image" Target="../media/image91.png"/><Relationship Id="rId10" Type="http://schemas.microsoft.com/office/2007/relationships/diagramDrawing" Target="../diagrams/drawing2.xml"/><Relationship Id="rId19" Type="http://schemas.openxmlformats.org/officeDocument/2006/relationships/image" Target="../media/image29.png"/><Relationship Id="rId4" Type="http://schemas.openxmlformats.org/officeDocument/2006/relationships/image" Target="../media/image85.png"/><Relationship Id="rId9" Type="http://schemas.openxmlformats.org/officeDocument/2006/relationships/diagramColors" Target="../diagrams/colors2.xml"/><Relationship Id="rId14" Type="http://schemas.openxmlformats.org/officeDocument/2006/relationships/image" Target="../media/image90.svg"/><Relationship Id="rId22" Type="http://schemas.openxmlformats.org/officeDocument/2006/relationships/image" Target="../media/image96.svg"/></Relationships>
</file>

<file path=ppt/slides/_rels/slide33.xml.rels><?xml version="1.0" encoding="UTF-8" standalone="yes"?>
<Relationships xmlns="http://schemas.openxmlformats.org/package/2006/relationships"><Relationship Id="rId8" Type="http://schemas.openxmlformats.org/officeDocument/2006/relationships/image" Target="../media/image28.svg"/><Relationship Id="rId13" Type="http://schemas.openxmlformats.org/officeDocument/2006/relationships/image" Target="../media/image1.png"/><Relationship Id="rId3" Type="http://schemas.openxmlformats.org/officeDocument/2006/relationships/image" Target="../media/image97.png"/><Relationship Id="rId7" Type="http://schemas.openxmlformats.org/officeDocument/2006/relationships/image" Target="../media/image98.png"/><Relationship Id="rId12" Type="http://schemas.openxmlformats.org/officeDocument/2006/relationships/image" Target="../media/image100.svg"/><Relationship Id="rId17" Type="http://schemas.openxmlformats.org/officeDocument/2006/relationships/image" Target="../media/image102.svg"/><Relationship Id="rId2" Type="http://schemas.openxmlformats.org/officeDocument/2006/relationships/notesSlide" Target="../notesSlides/notesSlide4.xml"/><Relationship Id="rId16" Type="http://schemas.openxmlformats.org/officeDocument/2006/relationships/image" Target="../media/image101.png"/><Relationship Id="rId1" Type="http://schemas.openxmlformats.org/officeDocument/2006/relationships/slideLayout" Target="../slideLayouts/slideLayout2.xml"/><Relationship Id="rId6" Type="http://schemas.openxmlformats.org/officeDocument/2006/relationships/image" Target="../media/image88.svg"/><Relationship Id="rId11" Type="http://schemas.openxmlformats.org/officeDocument/2006/relationships/image" Target="../media/image99.png"/><Relationship Id="rId5" Type="http://schemas.openxmlformats.org/officeDocument/2006/relationships/image" Target="../media/image87.png"/><Relationship Id="rId15" Type="http://schemas.openxmlformats.org/officeDocument/2006/relationships/image" Target="../media/image32.svg"/><Relationship Id="rId10" Type="http://schemas.openxmlformats.org/officeDocument/2006/relationships/image" Target="../media/image14.svg"/><Relationship Id="rId4" Type="http://schemas.openxmlformats.org/officeDocument/2006/relationships/image" Target="../media/image30.svg"/><Relationship Id="rId9" Type="http://schemas.openxmlformats.org/officeDocument/2006/relationships/image" Target="../media/image16.png"/><Relationship Id="rId14" Type="http://schemas.openxmlformats.org/officeDocument/2006/relationships/image" Target="../media/image31.png"/></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5.xml.rels><?xml version="1.0" encoding="UTF-8" standalone="yes"?>
<Relationships xmlns="http://schemas.openxmlformats.org/package/2006/relationships"><Relationship Id="rId3" Type="http://schemas.openxmlformats.org/officeDocument/2006/relationships/hyperlink" Target="https://www.linkedin.com/in/vanessa-hellebuyck/" TargetMode="External"/><Relationship Id="rId2" Type="http://schemas.openxmlformats.org/officeDocument/2006/relationships/hyperlink" Target="https://www.linkedin.com/in/alexandrequach/" TargetMode="External"/><Relationship Id="rId1" Type="http://schemas.openxmlformats.org/officeDocument/2006/relationships/slideLayout" Target="../slideLayouts/slideLayout2.xml"/><Relationship Id="rId6" Type="http://schemas.openxmlformats.org/officeDocument/2006/relationships/image" Target="../media/image79.png"/><Relationship Id="rId5" Type="http://schemas.openxmlformats.org/officeDocument/2006/relationships/hyperlink" Target="http://www.openseriousgames.org/" TargetMode="External"/><Relationship Id="rId4" Type="http://schemas.openxmlformats.org/officeDocument/2006/relationships/hyperlink" Target="https://creativecommons.org/licenses/by/3.0/"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17" Type="http://schemas.openxmlformats.org/officeDocument/2006/relationships/image" Target="../media/image32.svg"/><Relationship Id="rId21" Type="http://schemas.openxmlformats.org/officeDocument/2006/relationships/image" Target="../media/image24.png"/><Relationship Id="rId42" Type="http://schemas.openxmlformats.org/officeDocument/2006/relationships/image" Target="../media/image130.png"/><Relationship Id="rId63" Type="http://schemas.openxmlformats.org/officeDocument/2006/relationships/image" Target="../media/image135.svg"/><Relationship Id="rId84" Type="http://schemas.openxmlformats.org/officeDocument/2006/relationships/image" Target="../media/image152.png"/><Relationship Id="rId138" Type="http://schemas.openxmlformats.org/officeDocument/2006/relationships/diagramQuickStyle" Target="../diagrams/quickStyle5.xml"/><Relationship Id="rId159" Type="http://schemas.openxmlformats.org/officeDocument/2006/relationships/image" Target="../media/image216.png"/><Relationship Id="rId170" Type="http://schemas.openxmlformats.org/officeDocument/2006/relationships/image" Target="../media/image225.svg"/><Relationship Id="rId191" Type="http://schemas.openxmlformats.org/officeDocument/2006/relationships/image" Target="../media/image246.png"/><Relationship Id="rId205" Type="http://schemas.openxmlformats.org/officeDocument/2006/relationships/image" Target="../media/image259.svg"/><Relationship Id="rId226" Type="http://schemas.openxmlformats.org/officeDocument/2006/relationships/image" Target="../media/image280.png"/><Relationship Id="rId107" Type="http://schemas.openxmlformats.org/officeDocument/2006/relationships/image" Target="../media/image175.svg"/><Relationship Id="rId11" Type="http://schemas.openxmlformats.org/officeDocument/2006/relationships/image" Target="../media/image111.png"/><Relationship Id="rId32" Type="http://schemas.openxmlformats.org/officeDocument/2006/relationships/image" Target="../media/image123.png"/><Relationship Id="rId53" Type="http://schemas.openxmlformats.org/officeDocument/2006/relationships/image" Target="../media/image75.png"/><Relationship Id="rId74" Type="http://schemas.openxmlformats.org/officeDocument/2006/relationships/image" Target="../media/image146.png"/><Relationship Id="rId128" Type="http://schemas.openxmlformats.org/officeDocument/2006/relationships/image" Target="../media/image190.png"/><Relationship Id="rId149" Type="http://schemas.openxmlformats.org/officeDocument/2006/relationships/image" Target="../media/image206.png"/><Relationship Id="rId5" Type="http://schemas.openxmlformats.org/officeDocument/2006/relationships/image" Target="../media/image105.png"/><Relationship Id="rId95" Type="http://schemas.openxmlformats.org/officeDocument/2006/relationships/image" Target="../media/image163.svg"/><Relationship Id="rId160" Type="http://schemas.openxmlformats.org/officeDocument/2006/relationships/image" Target="../media/image217.svg"/><Relationship Id="rId181" Type="http://schemas.openxmlformats.org/officeDocument/2006/relationships/image" Target="../media/image236.png"/><Relationship Id="rId216" Type="http://schemas.openxmlformats.org/officeDocument/2006/relationships/image" Target="../media/image270.png"/><Relationship Id="rId237" Type="http://schemas.openxmlformats.org/officeDocument/2006/relationships/image" Target="../media/image291.svg"/><Relationship Id="rId22" Type="http://schemas.openxmlformats.org/officeDocument/2006/relationships/image" Target="../media/image25.svg"/><Relationship Id="rId43" Type="http://schemas.openxmlformats.org/officeDocument/2006/relationships/image" Target="../media/image131.svg"/><Relationship Id="rId64" Type="http://schemas.openxmlformats.org/officeDocument/2006/relationships/image" Target="../media/image136.png"/><Relationship Id="rId118" Type="http://schemas.openxmlformats.org/officeDocument/2006/relationships/image" Target="../media/image33.png"/><Relationship Id="rId139" Type="http://schemas.openxmlformats.org/officeDocument/2006/relationships/diagramColors" Target="../diagrams/colors5.xml"/><Relationship Id="rId85" Type="http://schemas.openxmlformats.org/officeDocument/2006/relationships/image" Target="../media/image153.svg"/><Relationship Id="rId150" Type="http://schemas.openxmlformats.org/officeDocument/2006/relationships/image" Target="../media/image207.svg"/><Relationship Id="rId171" Type="http://schemas.openxmlformats.org/officeDocument/2006/relationships/image" Target="../media/image226.png"/><Relationship Id="rId192" Type="http://schemas.openxmlformats.org/officeDocument/2006/relationships/hyperlink" Target="https://commons.wikimedia.org/wiki/File:Coffee_cup_flat.svg" TargetMode="External"/><Relationship Id="rId206" Type="http://schemas.openxmlformats.org/officeDocument/2006/relationships/image" Target="../media/image260.png"/><Relationship Id="rId227" Type="http://schemas.openxmlformats.org/officeDocument/2006/relationships/image" Target="../media/image281.svg"/><Relationship Id="rId12" Type="http://schemas.openxmlformats.org/officeDocument/2006/relationships/image" Target="../media/image112.svg"/><Relationship Id="rId33" Type="http://schemas.openxmlformats.org/officeDocument/2006/relationships/image" Target="../media/image124.svg"/><Relationship Id="rId108" Type="http://schemas.openxmlformats.org/officeDocument/2006/relationships/image" Target="../media/image176.png"/><Relationship Id="rId129" Type="http://schemas.openxmlformats.org/officeDocument/2006/relationships/image" Target="../media/image191.svg"/><Relationship Id="rId54" Type="http://schemas.openxmlformats.org/officeDocument/2006/relationships/image" Target="../media/image76.svg"/><Relationship Id="rId75" Type="http://schemas.openxmlformats.org/officeDocument/2006/relationships/image" Target="../media/image147.svg"/><Relationship Id="rId96" Type="http://schemas.openxmlformats.org/officeDocument/2006/relationships/image" Target="../media/image164.png"/><Relationship Id="rId140" Type="http://schemas.microsoft.com/office/2007/relationships/diagramDrawing" Target="../diagrams/drawing5.xml"/><Relationship Id="rId161" Type="http://schemas.openxmlformats.org/officeDocument/2006/relationships/image" Target="../media/image218.png"/><Relationship Id="rId182" Type="http://schemas.openxmlformats.org/officeDocument/2006/relationships/image" Target="../media/image237.svg"/><Relationship Id="rId217" Type="http://schemas.openxmlformats.org/officeDocument/2006/relationships/image" Target="../media/image271.svg"/><Relationship Id="rId6" Type="http://schemas.openxmlformats.org/officeDocument/2006/relationships/image" Target="../media/image106.svg"/><Relationship Id="rId238" Type="http://schemas.openxmlformats.org/officeDocument/2006/relationships/image" Target="../media/image292.png"/><Relationship Id="rId23" Type="http://schemas.openxmlformats.org/officeDocument/2006/relationships/image" Target="../media/image26.png"/><Relationship Id="rId119" Type="http://schemas.openxmlformats.org/officeDocument/2006/relationships/image" Target="../media/image34.svg"/><Relationship Id="rId44" Type="http://schemas.openxmlformats.org/officeDocument/2006/relationships/image" Target="../media/image132.svg"/><Relationship Id="rId65" Type="http://schemas.openxmlformats.org/officeDocument/2006/relationships/image" Target="../media/image137.svg"/><Relationship Id="rId86" Type="http://schemas.openxmlformats.org/officeDocument/2006/relationships/image" Target="../media/image154.png"/><Relationship Id="rId130" Type="http://schemas.openxmlformats.org/officeDocument/2006/relationships/image" Target="../media/image192.png"/><Relationship Id="rId151" Type="http://schemas.openxmlformats.org/officeDocument/2006/relationships/image" Target="../media/image208.png"/><Relationship Id="rId172" Type="http://schemas.openxmlformats.org/officeDocument/2006/relationships/image" Target="../media/image227.svg"/><Relationship Id="rId193" Type="http://schemas.openxmlformats.org/officeDocument/2006/relationships/image" Target="../media/image247.png"/><Relationship Id="rId207" Type="http://schemas.openxmlformats.org/officeDocument/2006/relationships/image" Target="../media/image261.svg"/><Relationship Id="rId228" Type="http://schemas.openxmlformats.org/officeDocument/2006/relationships/image" Target="../media/image282.png"/><Relationship Id="rId13" Type="http://schemas.openxmlformats.org/officeDocument/2006/relationships/image" Target="../media/image113.png"/><Relationship Id="rId109" Type="http://schemas.openxmlformats.org/officeDocument/2006/relationships/image" Target="../media/image177.svg"/><Relationship Id="rId34" Type="http://schemas.openxmlformats.org/officeDocument/2006/relationships/image" Target="../media/image125.png"/><Relationship Id="rId55" Type="http://schemas.openxmlformats.org/officeDocument/2006/relationships/image" Target="../media/image77.png"/><Relationship Id="rId76" Type="http://schemas.openxmlformats.org/officeDocument/2006/relationships/image" Target="../media/image87.png"/><Relationship Id="rId97" Type="http://schemas.openxmlformats.org/officeDocument/2006/relationships/image" Target="../media/image165.svg"/><Relationship Id="rId120" Type="http://schemas.openxmlformats.org/officeDocument/2006/relationships/image" Target="../media/image184.png"/><Relationship Id="rId141" Type="http://schemas.openxmlformats.org/officeDocument/2006/relationships/image" Target="../media/image198.png"/><Relationship Id="rId7" Type="http://schemas.openxmlformats.org/officeDocument/2006/relationships/image" Target="../media/image107.png"/><Relationship Id="rId162" Type="http://schemas.openxmlformats.org/officeDocument/2006/relationships/image" Target="../media/image219.svg"/><Relationship Id="rId183" Type="http://schemas.openxmlformats.org/officeDocument/2006/relationships/image" Target="../media/image238.png"/><Relationship Id="rId218" Type="http://schemas.openxmlformats.org/officeDocument/2006/relationships/image" Target="../media/image272.png"/><Relationship Id="rId239" Type="http://schemas.openxmlformats.org/officeDocument/2006/relationships/image" Target="../media/image293.svg"/><Relationship Id="rId24" Type="http://schemas.openxmlformats.org/officeDocument/2006/relationships/image" Target="../media/image91.png"/><Relationship Id="rId45" Type="http://schemas.openxmlformats.org/officeDocument/2006/relationships/image" Target="../media/image133.svg"/><Relationship Id="rId66" Type="http://schemas.openxmlformats.org/officeDocument/2006/relationships/image" Target="../media/image138.png"/><Relationship Id="rId87" Type="http://schemas.openxmlformats.org/officeDocument/2006/relationships/image" Target="../media/image155.svg"/><Relationship Id="rId110" Type="http://schemas.openxmlformats.org/officeDocument/2006/relationships/image" Target="../media/image178.png"/><Relationship Id="rId131" Type="http://schemas.openxmlformats.org/officeDocument/2006/relationships/image" Target="../media/image193.svg"/><Relationship Id="rId152" Type="http://schemas.openxmlformats.org/officeDocument/2006/relationships/image" Target="../media/image209.svg"/><Relationship Id="rId173" Type="http://schemas.openxmlformats.org/officeDocument/2006/relationships/image" Target="../media/image228.png"/><Relationship Id="rId194" Type="http://schemas.openxmlformats.org/officeDocument/2006/relationships/image" Target="../media/image248.svg"/><Relationship Id="rId208" Type="http://schemas.openxmlformats.org/officeDocument/2006/relationships/image" Target="../media/image262.png"/><Relationship Id="rId229" Type="http://schemas.openxmlformats.org/officeDocument/2006/relationships/image" Target="../media/image283.svg"/><Relationship Id="rId240" Type="http://schemas.openxmlformats.org/officeDocument/2006/relationships/image" Target="../media/image294.png"/><Relationship Id="rId14" Type="http://schemas.openxmlformats.org/officeDocument/2006/relationships/image" Target="../media/image114.svg"/><Relationship Id="rId35" Type="http://schemas.openxmlformats.org/officeDocument/2006/relationships/image" Target="../media/image126.svg"/><Relationship Id="rId56" Type="http://schemas.openxmlformats.org/officeDocument/2006/relationships/image" Target="../media/image78.svg"/><Relationship Id="rId77" Type="http://schemas.openxmlformats.org/officeDocument/2006/relationships/image" Target="../media/image88.svg"/><Relationship Id="rId100" Type="http://schemas.openxmlformats.org/officeDocument/2006/relationships/image" Target="../media/image168.png"/><Relationship Id="rId8" Type="http://schemas.openxmlformats.org/officeDocument/2006/relationships/image" Target="../media/image108.svg"/><Relationship Id="rId98" Type="http://schemas.openxmlformats.org/officeDocument/2006/relationships/image" Target="../media/image166.png"/><Relationship Id="rId121" Type="http://schemas.openxmlformats.org/officeDocument/2006/relationships/image" Target="../media/image185.svg"/><Relationship Id="rId142" Type="http://schemas.openxmlformats.org/officeDocument/2006/relationships/image" Target="../media/image199.svg"/><Relationship Id="rId163" Type="http://schemas.openxmlformats.org/officeDocument/2006/relationships/image" Target="../media/image220.png"/><Relationship Id="rId184" Type="http://schemas.openxmlformats.org/officeDocument/2006/relationships/image" Target="../media/image239.svg"/><Relationship Id="rId219" Type="http://schemas.openxmlformats.org/officeDocument/2006/relationships/image" Target="../media/image273.svg"/><Relationship Id="rId230" Type="http://schemas.openxmlformats.org/officeDocument/2006/relationships/image" Target="../media/image284.png"/><Relationship Id="rId25" Type="http://schemas.openxmlformats.org/officeDocument/2006/relationships/image" Target="../media/image92.svg"/><Relationship Id="rId46" Type="http://schemas.openxmlformats.org/officeDocument/2006/relationships/image" Target="../media/image80.png"/><Relationship Id="rId67" Type="http://schemas.openxmlformats.org/officeDocument/2006/relationships/image" Target="../media/image139.svg"/><Relationship Id="rId88" Type="http://schemas.openxmlformats.org/officeDocument/2006/relationships/image" Target="../media/image156.png"/><Relationship Id="rId111" Type="http://schemas.openxmlformats.org/officeDocument/2006/relationships/image" Target="../media/image179.svg"/><Relationship Id="rId132" Type="http://schemas.openxmlformats.org/officeDocument/2006/relationships/image" Target="../media/image194.png"/><Relationship Id="rId153" Type="http://schemas.openxmlformats.org/officeDocument/2006/relationships/image" Target="../media/image210.png"/><Relationship Id="rId174" Type="http://schemas.openxmlformats.org/officeDocument/2006/relationships/image" Target="../media/image229.svg"/><Relationship Id="rId195" Type="http://schemas.openxmlformats.org/officeDocument/2006/relationships/image" Target="../media/image249.png"/><Relationship Id="rId209" Type="http://schemas.openxmlformats.org/officeDocument/2006/relationships/image" Target="../media/image263.svg"/><Relationship Id="rId220" Type="http://schemas.openxmlformats.org/officeDocument/2006/relationships/image" Target="../media/image274.png"/><Relationship Id="rId241" Type="http://schemas.openxmlformats.org/officeDocument/2006/relationships/image" Target="../media/image295.svg"/><Relationship Id="rId15" Type="http://schemas.openxmlformats.org/officeDocument/2006/relationships/image" Target="../media/image115.png"/><Relationship Id="rId36" Type="http://schemas.openxmlformats.org/officeDocument/2006/relationships/image" Target="../media/image27.png"/><Relationship Id="rId57" Type="http://schemas.openxmlformats.org/officeDocument/2006/relationships/diagramData" Target="../diagrams/data4.xml"/><Relationship Id="rId106" Type="http://schemas.openxmlformats.org/officeDocument/2006/relationships/image" Target="../media/image174.png"/><Relationship Id="rId127" Type="http://schemas.openxmlformats.org/officeDocument/2006/relationships/image" Target="../media/image14.svg"/><Relationship Id="rId10" Type="http://schemas.openxmlformats.org/officeDocument/2006/relationships/image" Target="../media/image110.svg"/><Relationship Id="rId31" Type="http://schemas.openxmlformats.org/officeDocument/2006/relationships/image" Target="../media/image122.svg"/><Relationship Id="rId52" Type="http://schemas.openxmlformats.org/officeDocument/2006/relationships/image" Target="../media/image74.svg"/><Relationship Id="rId73" Type="http://schemas.openxmlformats.org/officeDocument/2006/relationships/image" Target="../media/image145.svg"/><Relationship Id="rId78" Type="http://schemas.openxmlformats.org/officeDocument/2006/relationships/image" Target="../media/image57.png"/><Relationship Id="rId94" Type="http://schemas.openxmlformats.org/officeDocument/2006/relationships/image" Target="../media/image162.png"/><Relationship Id="rId99" Type="http://schemas.openxmlformats.org/officeDocument/2006/relationships/image" Target="../media/image167.svg"/><Relationship Id="rId101" Type="http://schemas.openxmlformats.org/officeDocument/2006/relationships/image" Target="../media/image169.svg"/><Relationship Id="rId122" Type="http://schemas.openxmlformats.org/officeDocument/2006/relationships/image" Target="../media/image186.png"/><Relationship Id="rId143" Type="http://schemas.openxmlformats.org/officeDocument/2006/relationships/image" Target="../media/image200.png"/><Relationship Id="rId148" Type="http://schemas.openxmlformats.org/officeDocument/2006/relationships/image" Target="../media/image205.svg"/><Relationship Id="rId164" Type="http://schemas.openxmlformats.org/officeDocument/2006/relationships/image" Target="../media/image221.svg"/><Relationship Id="rId169" Type="http://schemas.openxmlformats.org/officeDocument/2006/relationships/image" Target="../media/image224.png"/><Relationship Id="rId185" Type="http://schemas.openxmlformats.org/officeDocument/2006/relationships/image" Target="../media/image240.png"/><Relationship Id="rId4" Type="http://schemas.openxmlformats.org/officeDocument/2006/relationships/image" Target="../media/image104.svg"/><Relationship Id="rId9" Type="http://schemas.openxmlformats.org/officeDocument/2006/relationships/image" Target="../media/image109.png"/><Relationship Id="rId180" Type="http://schemas.openxmlformats.org/officeDocument/2006/relationships/image" Target="../media/image235.svg"/><Relationship Id="rId210" Type="http://schemas.openxmlformats.org/officeDocument/2006/relationships/image" Target="../media/image264.png"/><Relationship Id="rId215" Type="http://schemas.openxmlformats.org/officeDocument/2006/relationships/image" Target="../media/image269.svg"/><Relationship Id="rId236" Type="http://schemas.openxmlformats.org/officeDocument/2006/relationships/image" Target="../media/image290.png"/><Relationship Id="rId26" Type="http://schemas.openxmlformats.org/officeDocument/2006/relationships/image" Target="../media/image117.png"/><Relationship Id="rId231" Type="http://schemas.openxmlformats.org/officeDocument/2006/relationships/image" Target="../media/image285.svg"/><Relationship Id="rId47" Type="http://schemas.openxmlformats.org/officeDocument/2006/relationships/image" Target="../media/image81.svg"/><Relationship Id="rId68" Type="http://schemas.openxmlformats.org/officeDocument/2006/relationships/image" Target="../media/image140.png"/><Relationship Id="rId89" Type="http://schemas.openxmlformats.org/officeDocument/2006/relationships/image" Target="../media/image157.svg"/><Relationship Id="rId112" Type="http://schemas.openxmlformats.org/officeDocument/2006/relationships/image" Target="../media/image180.png"/><Relationship Id="rId133" Type="http://schemas.openxmlformats.org/officeDocument/2006/relationships/image" Target="../media/image195.svg"/><Relationship Id="rId154" Type="http://schemas.openxmlformats.org/officeDocument/2006/relationships/image" Target="../media/image211.svg"/><Relationship Id="rId175" Type="http://schemas.openxmlformats.org/officeDocument/2006/relationships/image" Target="../media/image230.png"/><Relationship Id="rId196" Type="http://schemas.openxmlformats.org/officeDocument/2006/relationships/image" Target="../media/image250.svg"/><Relationship Id="rId200" Type="http://schemas.openxmlformats.org/officeDocument/2006/relationships/image" Target="../media/image254.svg"/><Relationship Id="rId16" Type="http://schemas.openxmlformats.org/officeDocument/2006/relationships/image" Target="../media/image116.svg"/><Relationship Id="rId221" Type="http://schemas.openxmlformats.org/officeDocument/2006/relationships/image" Target="../media/image275.svg"/><Relationship Id="rId242" Type="http://schemas.openxmlformats.org/officeDocument/2006/relationships/image" Target="../media/image296.png"/><Relationship Id="rId37" Type="http://schemas.openxmlformats.org/officeDocument/2006/relationships/image" Target="../media/image28.svg"/><Relationship Id="rId58" Type="http://schemas.openxmlformats.org/officeDocument/2006/relationships/diagramLayout" Target="../diagrams/layout4.xml"/><Relationship Id="rId79" Type="http://schemas.openxmlformats.org/officeDocument/2006/relationships/image" Target="../media/image58.svg"/><Relationship Id="rId102" Type="http://schemas.openxmlformats.org/officeDocument/2006/relationships/image" Target="../media/image170.png"/><Relationship Id="rId123" Type="http://schemas.openxmlformats.org/officeDocument/2006/relationships/image" Target="../media/image187.svg"/><Relationship Id="rId144" Type="http://schemas.openxmlformats.org/officeDocument/2006/relationships/image" Target="../media/image201.svg"/><Relationship Id="rId90" Type="http://schemas.openxmlformats.org/officeDocument/2006/relationships/image" Target="../media/image158.png"/><Relationship Id="rId165" Type="http://schemas.openxmlformats.org/officeDocument/2006/relationships/image" Target="../media/image29.png"/><Relationship Id="rId186" Type="http://schemas.openxmlformats.org/officeDocument/2006/relationships/image" Target="../media/image241.svg"/><Relationship Id="rId211" Type="http://schemas.openxmlformats.org/officeDocument/2006/relationships/image" Target="../media/image265.svg"/><Relationship Id="rId232" Type="http://schemas.openxmlformats.org/officeDocument/2006/relationships/image" Target="../media/image286.png"/><Relationship Id="rId27" Type="http://schemas.openxmlformats.org/officeDocument/2006/relationships/image" Target="../media/image118.svg"/><Relationship Id="rId48" Type="http://schemas.openxmlformats.org/officeDocument/2006/relationships/image" Target="../media/image82.svg"/><Relationship Id="rId69" Type="http://schemas.openxmlformats.org/officeDocument/2006/relationships/image" Target="../media/image141.svg"/><Relationship Id="rId113" Type="http://schemas.openxmlformats.org/officeDocument/2006/relationships/image" Target="../media/image181.svg"/><Relationship Id="rId134" Type="http://schemas.openxmlformats.org/officeDocument/2006/relationships/image" Target="../media/image196.png"/><Relationship Id="rId80" Type="http://schemas.openxmlformats.org/officeDocument/2006/relationships/image" Target="../media/image148.png"/><Relationship Id="rId155" Type="http://schemas.openxmlformats.org/officeDocument/2006/relationships/image" Target="../media/image212.png"/><Relationship Id="rId176" Type="http://schemas.openxmlformats.org/officeDocument/2006/relationships/image" Target="../media/image231.svg"/><Relationship Id="rId197" Type="http://schemas.openxmlformats.org/officeDocument/2006/relationships/image" Target="../media/image251.png"/><Relationship Id="rId201" Type="http://schemas.openxmlformats.org/officeDocument/2006/relationships/image" Target="../media/image255.png"/><Relationship Id="rId222" Type="http://schemas.openxmlformats.org/officeDocument/2006/relationships/image" Target="../media/image276.png"/><Relationship Id="rId243" Type="http://schemas.openxmlformats.org/officeDocument/2006/relationships/image" Target="../media/image297.svg"/><Relationship Id="rId17" Type="http://schemas.openxmlformats.org/officeDocument/2006/relationships/image" Target="../media/image20.png"/><Relationship Id="rId38" Type="http://schemas.openxmlformats.org/officeDocument/2006/relationships/image" Target="../media/image127.png"/><Relationship Id="rId59" Type="http://schemas.openxmlformats.org/officeDocument/2006/relationships/diagramQuickStyle" Target="../diagrams/quickStyle4.xml"/><Relationship Id="rId103" Type="http://schemas.openxmlformats.org/officeDocument/2006/relationships/image" Target="../media/image171.svg"/><Relationship Id="rId124" Type="http://schemas.openxmlformats.org/officeDocument/2006/relationships/image" Target="../media/image188.png"/><Relationship Id="rId70" Type="http://schemas.openxmlformats.org/officeDocument/2006/relationships/image" Target="../media/image142.png"/><Relationship Id="rId91" Type="http://schemas.openxmlformats.org/officeDocument/2006/relationships/image" Target="../media/image159.svg"/><Relationship Id="rId145" Type="http://schemas.openxmlformats.org/officeDocument/2006/relationships/image" Target="../media/image202.png"/><Relationship Id="rId166" Type="http://schemas.openxmlformats.org/officeDocument/2006/relationships/image" Target="../media/image30.svg"/><Relationship Id="rId187" Type="http://schemas.openxmlformats.org/officeDocument/2006/relationships/image" Target="../media/image242.png"/><Relationship Id="rId1" Type="http://schemas.openxmlformats.org/officeDocument/2006/relationships/slideLayout" Target="../slideLayouts/slideLayout7.xml"/><Relationship Id="rId212" Type="http://schemas.openxmlformats.org/officeDocument/2006/relationships/image" Target="../media/image266.png"/><Relationship Id="rId233" Type="http://schemas.openxmlformats.org/officeDocument/2006/relationships/image" Target="../media/image287.svg"/><Relationship Id="rId28" Type="http://schemas.openxmlformats.org/officeDocument/2006/relationships/image" Target="../media/image119.png"/><Relationship Id="rId49" Type="http://schemas.openxmlformats.org/officeDocument/2006/relationships/image" Target="../media/image71.png"/><Relationship Id="rId114" Type="http://schemas.openxmlformats.org/officeDocument/2006/relationships/image" Target="../media/image182.png"/><Relationship Id="rId60" Type="http://schemas.openxmlformats.org/officeDocument/2006/relationships/diagramColors" Target="../diagrams/colors4.xml"/><Relationship Id="rId81" Type="http://schemas.openxmlformats.org/officeDocument/2006/relationships/image" Target="../media/image149.svg"/><Relationship Id="rId135" Type="http://schemas.openxmlformats.org/officeDocument/2006/relationships/image" Target="../media/image197.svg"/><Relationship Id="rId156" Type="http://schemas.openxmlformats.org/officeDocument/2006/relationships/image" Target="../media/image213.svg"/><Relationship Id="rId177" Type="http://schemas.openxmlformats.org/officeDocument/2006/relationships/image" Target="../media/image232.png"/><Relationship Id="rId198" Type="http://schemas.openxmlformats.org/officeDocument/2006/relationships/image" Target="../media/image252.svg"/><Relationship Id="rId202" Type="http://schemas.openxmlformats.org/officeDocument/2006/relationships/image" Target="../media/image256.svg"/><Relationship Id="rId223" Type="http://schemas.openxmlformats.org/officeDocument/2006/relationships/image" Target="../media/image277.svg"/><Relationship Id="rId18" Type="http://schemas.openxmlformats.org/officeDocument/2006/relationships/image" Target="../media/image21.svg"/><Relationship Id="rId39" Type="http://schemas.microsoft.com/office/2007/relationships/hdphoto" Target="../media/hdphoto1.wdp"/><Relationship Id="rId50" Type="http://schemas.openxmlformats.org/officeDocument/2006/relationships/image" Target="../media/image72.svg"/><Relationship Id="rId104" Type="http://schemas.openxmlformats.org/officeDocument/2006/relationships/image" Target="../media/image172.png"/><Relationship Id="rId125" Type="http://schemas.openxmlformats.org/officeDocument/2006/relationships/image" Target="../media/image189.svg"/><Relationship Id="rId146" Type="http://schemas.openxmlformats.org/officeDocument/2006/relationships/image" Target="../media/image203.svg"/><Relationship Id="rId167" Type="http://schemas.openxmlformats.org/officeDocument/2006/relationships/image" Target="../media/image222.png"/><Relationship Id="rId188" Type="http://schemas.openxmlformats.org/officeDocument/2006/relationships/image" Target="../media/image243.svg"/><Relationship Id="rId71" Type="http://schemas.openxmlformats.org/officeDocument/2006/relationships/image" Target="../media/image143.svg"/><Relationship Id="rId92" Type="http://schemas.openxmlformats.org/officeDocument/2006/relationships/image" Target="../media/image160.png"/><Relationship Id="rId213" Type="http://schemas.openxmlformats.org/officeDocument/2006/relationships/image" Target="../media/image267.svg"/><Relationship Id="rId234" Type="http://schemas.openxmlformats.org/officeDocument/2006/relationships/image" Target="../media/image288.png"/><Relationship Id="rId2" Type="http://schemas.openxmlformats.org/officeDocument/2006/relationships/notesSlide" Target="../notesSlides/notesSlide5.xml"/><Relationship Id="rId29" Type="http://schemas.openxmlformats.org/officeDocument/2006/relationships/image" Target="../media/image120.svg"/><Relationship Id="rId40" Type="http://schemas.openxmlformats.org/officeDocument/2006/relationships/image" Target="../media/image128.png"/><Relationship Id="rId115" Type="http://schemas.openxmlformats.org/officeDocument/2006/relationships/image" Target="../media/image183.svg"/><Relationship Id="rId136" Type="http://schemas.openxmlformats.org/officeDocument/2006/relationships/diagramData" Target="../diagrams/data5.xml"/><Relationship Id="rId157" Type="http://schemas.openxmlformats.org/officeDocument/2006/relationships/image" Target="../media/image214.png"/><Relationship Id="rId178" Type="http://schemas.openxmlformats.org/officeDocument/2006/relationships/image" Target="../media/image233.svg"/><Relationship Id="rId61" Type="http://schemas.microsoft.com/office/2007/relationships/diagramDrawing" Target="../diagrams/drawing4.xml"/><Relationship Id="rId82" Type="http://schemas.openxmlformats.org/officeDocument/2006/relationships/image" Target="../media/image150.png"/><Relationship Id="rId199" Type="http://schemas.openxmlformats.org/officeDocument/2006/relationships/image" Target="../media/image253.png"/><Relationship Id="rId203" Type="http://schemas.openxmlformats.org/officeDocument/2006/relationships/image" Target="../media/image257.png"/><Relationship Id="rId19" Type="http://schemas.openxmlformats.org/officeDocument/2006/relationships/image" Target="../media/image22.png"/><Relationship Id="rId224" Type="http://schemas.openxmlformats.org/officeDocument/2006/relationships/image" Target="../media/image278.png"/><Relationship Id="rId30" Type="http://schemas.openxmlformats.org/officeDocument/2006/relationships/image" Target="../media/image121.png"/><Relationship Id="rId105" Type="http://schemas.openxmlformats.org/officeDocument/2006/relationships/image" Target="../media/image173.svg"/><Relationship Id="rId126" Type="http://schemas.openxmlformats.org/officeDocument/2006/relationships/image" Target="../media/image13.png"/><Relationship Id="rId147" Type="http://schemas.openxmlformats.org/officeDocument/2006/relationships/image" Target="../media/image204.png"/><Relationship Id="rId168" Type="http://schemas.openxmlformats.org/officeDocument/2006/relationships/image" Target="../media/image223.svg"/><Relationship Id="rId51" Type="http://schemas.openxmlformats.org/officeDocument/2006/relationships/image" Target="../media/image73.png"/><Relationship Id="rId72" Type="http://schemas.openxmlformats.org/officeDocument/2006/relationships/image" Target="../media/image144.png"/><Relationship Id="rId93" Type="http://schemas.openxmlformats.org/officeDocument/2006/relationships/image" Target="../media/image161.svg"/><Relationship Id="rId189" Type="http://schemas.openxmlformats.org/officeDocument/2006/relationships/image" Target="../media/image244.png"/><Relationship Id="rId3" Type="http://schemas.openxmlformats.org/officeDocument/2006/relationships/image" Target="../media/image103.png"/><Relationship Id="rId214" Type="http://schemas.openxmlformats.org/officeDocument/2006/relationships/image" Target="../media/image268.png"/><Relationship Id="rId235" Type="http://schemas.openxmlformats.org/officeDocument/2006/relationships/image" Target="../media/image289.svg"/><Relationship Id="rId116" Type="http://schemas.openxmlformats.org/officeDocument/2006/relationships/image" Target="../media/image31.png"/><Relationship Id="rId137" Type="http://schemas.openxmlformats.org/officeDocument/2006/relationships/diagramLayout" Target="../diagrams/layout5.xml"/><Relationship Id="rId158" Type="http://schemas.openxmlformats.org/officeDocument/2006/relationships/image" Target="../media/image215.svg"/><Relationship Id="rId20" Type="http://schemas.openxmlformats.org/officeDocument/2006/relationships/image" Target="../media/image23.svg"/><Relationship Id="rId41" Type="http://schemas.openxmlformats.org/officeDocument/2006/relationships/image" Target="../media/image129.svg"/><Relationship Id="rId62" Type="http://schemas.openxmlformats.org/officeDocument/2006/relationships/image" Target="../media/image134.png"/><Relationship Id="rId83" Type="http://schemas.openxmlformats.org/officeDocument/2006/relationships/image" Target="../media/image151.svg"/><Relationship Id="rId179" Type="http://schemas.openxmlformats.org/officeDocument/2006/relationships/image" Target="../media/image234.png"/><Relationship Id="rId190" Type="http://schemas.openxmlformats.org/officeDocument/2006/relationships/image" Target="../media/image245.svg"/><Relationship Id="rId204" Type="http://schemas.openxmlformats.org/officeDocument/2006/relationships/image" Target="../media/image258.png"/><Relationship Id="rId225" Type="http://schemas.openxmlformats.org/officeDocument/2006/relationships/image" Target="../media/image279.svg"/></Relationships>
</file>

<file path=ppt/slides/_rels/slide39.xml.rels><?xml version="1.0" encoding="UTF-8" standalone="yes"?>
<Relationships xmlns="http://schemas.openxmlformats.org/package/2006/relationships"><Relationship Id="rId8" Type="http://schemas.openxmlformats.org/officeDocument/2006/relationships/image" Target="../media/image300.png"/><Relationship Id="rId13" Type="http://schemas.openxmlformats.org/officeDocument/2006/relationships/image" Target="../media/image305.svg"/><Relationship Id="rId18" Type="http://schemas.openxmlformats.org/officeDocument/2006/relationships/image" Target="../media/image310.png"/><Relationship Id="rId26" Type="http://schemas.openxmlformats.org/officeDocument/2006/relationships/image" Target="../media/image29.png"/><Relationship Id="rId3" Type="http://schemas.openxmlformats.org/officeDocument/2006/relationships/image" Target="../media/image243.svg"/><Relationship Id="rId21" Type="http://schemas.openxmlformats.org/officeDocument/2006/relationships/image" Target="../media/image312.svg"/><Relationship Id="rId7" Type="http://schemas.openxmlformats.org/officeDocument/2006/relationships/hyperlink" Target="https://commons.wikimedia.org/wiki/File:Coffee_cup_flat.svg" TargetMode="External"/><Relationship Id="rId12" Type="http://schemas.openxmlformats.org/officeDocument/2006/relationships/image" Target="../media/image304.png"/><Relationship Id="rId17" Type="http://schemas.openxmlformats.org/officeDocument/2006/relationships/image" Target="../media/image309.svg"/><Relationship Id="rId25" Type="http://schemas.openxmlformats.org/officeDocument/2006/relationships/image" Target="../media/image316.svg"/><Relationship Id="rId2" Type="http://schemas.openxmlformats.org/officeDocument/2006/relationships/image" Target="../media/image242.png"/><Relationship Id="rId16" Type="http://schemas.openxmlformats.org/officeDocument/2006/relationships/image" Target="../media/image308.png"/><Relationship Id="rId20" Type="http://schemas.openxmlformats.org/officeDocument/2006/relationships/image" Target="../media/image311.png"/><Relationship Id="rId1" Type="http://schemas.openxmlformats.org/officeDocument/2006/relationships/slideLayout" Target="../slideLayouts/slideLayout7.xml"/><Relationship Id="rId6" Type="http://schemas.openxmlformats.org/officeDocument/2006/relationships/image" Target="../media/image246.png"/><Relationship Id="rId11" Type="http://schemas.openxmlformats.org/officeDocument/2006/relationships/image" Target="../media/image303.svg"/><Relationship Id="rId24" Type="http://schemas.openxmlformats.org/officeDocument/2006/relationships/image" Target="../media/image315.png"/><Relationship Id="rId5" Type="http://schemas.openxmlformats.org/officeDocument/2006/relationships/image" Target="../media/image299.svg"/><Relationship Id="rId15" Type="http://schemas.openxmlformats.org/officeDocument/2006/relationships/image" Target="../media/image307.svg"/><Relationship Id="rId23" Type="http://schemas.openxmlformats.org/officeDocument/2006/relationships/image" Target="../media/image314.svg"/><Relationship Id="rId10" Type="http://schemas.openxmlformats.org/officeDocument/2006/relationships/image" Target="../media/image302.png"/><Relationship Id="rId19" Type="http://schemas.openxmlformats.org/officeDocument/2006/relationships/image" Target="../media/image233.svg"/><Relationship Id="rId4" Type="http://schemas.openxmlformats.org/officeDocument/2006/relationships/image" Target="../media/image298.png"/><Relationship Id="rId9" Type="http://schemas.openxmlformats.org/officeDocument/2006/relationships/image" Target="../media/image301.svg"/><Relationship Id="rId14" Type="http://schemas.openxmlformats.org/officeDocument/2006/relationships/image" Target="../media/image306.png"/><Relationship Id="rId22" Type="http://schemas.openxmlformats.org/officeDocument/2006/relationships/image" Target="../media/image313.svg"/><Relationship Id="rId27" Type="http://schemas.openxmlformats.org/officeDocument/2006/relationships/image" Target="../media/image30.svg"/></Relationships>
</file>

<file path=ppt/slides/_rels/slide40.xml.rels><?xml version="1.0" encoding="UTF-8" standalone="yes"?>
<Relationships xmlns="http://schemas.openxmlformats.org/package/2006/relationships"><Relationship Id="rId8" Type="http://schemas.openxmlformats.org/officeDocument/2006/relationships/image" Target="../media/image323.png"/><Relationship Id="rId13" Type="http://schemas.openxmlformats.org/officeDocument/2006/relationships/image" Target="../media/image326.svg"/><Relationship Id="rId18" Type="http://schemas.openxmlformats.org/officeDocument/2006/relationships/image" Target="../media/image330.png"/><Relationship Id="rId3" Type="http://schemas.openxmlformats.org/officeDocument/2006/relationships/image" Target="../media/image318.svg"/><Relationship Id="rId21" Type="http://schemas.openxmlformats.org/officeDocument/2006/relationships/image" Target="../media/image333.svg"/><Relationship Id="rId7" Type="http://schemas.openxmlformats.org/officeDocument/2006/relationships/image" Target="../media/image322.svg"/><Relationship Id="rId12" Type="http://schemas.openxmlformats.org/officeDocument/2006/relationships/image" Target="../media/image325.png"/><Relationship Id="rId17" Type="http://schemas.openxmlformats.org/officeDocument/2006/relationships/image" Target="../media/image329.svg"/><Relationship Id="rId2" Type="http://schemas.openxmlformats.org/officeDocument/2006/relationships/image" Target="../media/image317.png"/><Relationship Id="rId16" Type="http://schemas.openxmlformats.org/officeDocument/2006/relationships/image" Target="../media/image328.png"/><Relationship Id="rId20" Type="http://schemas.openxmlformats.org/officeDocument/2006/relationships/image" Target="../media/image332.png"/><Relationship Id="rId1" Type="http://schemas.openxmlformats.org/officeDocument/2006/relationships/slideLayout" Target="../slideLayouts/slideLayout7.xml"/><Relationship Id="rId6" Type="http://schemas.openxmlformats.org/officeDocument/2006/relationships/image" Target="../media/image321.png"/><Relationship Id="rId11" Type="http://schemas.openxmlformats.org/officeDocument/2006/relationships/image" Target="../media/image313.svg"/><Relationship Id="rId5" Type="http://schemas.openxmlformats.org/officeDocument/2006/relationships/image" Target="../media/image320.svg"/><Relationship Id="rId15" Type="http://schemas.openxmlformats.org/officeDocument/2006/relationships/image" Target="../media/image327.svg"/><Relationship Id="rId23" Type="http://schemas.openxmlformats.org/officeDocument/2006/relationships/image" Target="../media/image335.svg"/><Relationship Id="rId10" Type="http://schemas.openxmlformats.org/officeDocument/2006/relationships/image" Target="../media/image310.png"/><Relationship Id="rId19" Type="http://schemas.openxmlformats.org/officeDocument/2006/relationships/image" Target="../media/image331.svg"/><Relationship Id="rId4" Type="http://schemas.openxmlformats.org/officeDocument/2006/relationships/image" Target="../media/image319.png"/><Relationship Id="rId9" Type="http://schemas.openxmlformats.org/officeDocument/2006/relationships/image" Target="../media/image324.svg"/><Relationship Id="rId14" Type="http://schemas.openxmlformats.org/officeDocument/2006/relationships/image" Target="../media/image192.png"/><Relationship Id="rId22" Type="http://schemas.openxmlformats.org/officeDocument/2006/relationships/image" Target="../media/image334.png"/></Relationships>
</file>

<file path=ppt/slides/_rels/slide41.xml.rels><?xml version="1.0" encoding="UTF-8" standalone="yes"?>
<Relationships xmlns="http://schemas.openxmlformats.org/package/2006/relationships"><Relationship Id="rId13" Type="http://schemas.openxmlformats.org/officeDocument/2006/relationships/image" Target="../media/image345.svg"/><Relationship Id="rId18" Type="http://schemas.openxmlformats.org/officeDocument/2006/relationships/image" Target="../media/image350.png"/><Relationship Id="rId26" Type="http://schemas.openxmlformats.org/officeDocument/2006/relationships/image" Target="../media/image358.png"/><Relationship Id="rId39" Type="http://schemas.openxmlformats.org/officeDocument/2006/relationships/image" Target="../media/image371.svg"/><Relationship Id="rId21" Type="http://schemas.openxmlformats.org/officeDocument/2006/relationships/image" Target="../media/image353.svg"/><Relationship Id="rId34" Type="http://schemas.openxmlformats.org/officeDocument/2006/relationships/image" Target="../media/image366.png"/><Relationship Id="rId7" Type="http://schemas.openxmlformats.org/officeDocument/2006/relationships/image" Target="../media/image340.svg"/><Relationship Id="rId12" Type="http://schemas.openxmlformats.org/officeDocument/2006/relationships/image" Target="../media/image344.png"/><Relationship Id="rId17" Type="http://schemas.openxmlformats.org/officeDocument/2006/relationships/image" Target="../media/image349.svg"/><Relationship Id="rId25" Type="http://schemas.openxmlformats.org/officeDocument/2006/relationships/image" Target="../media/image357.svg"/><Relationship Id="rId33" Type="http://schemas.openxmlformats.org/officeDocument/2006/relationships/image" Target="../media/image365.svg"/><Relationship Id="rId38" Type="http://schemas.openxmlformats.org/officeDocument/2006/relationships/image" Target="../media/image370.png"/><Relationship Id="rId2" Type="http://schemas.openxmlformats.org/officeDocument/2006/relationships/image" Target="../media/image336.png"/><Relationship Id="rId16" Type="http://schemas.openxmlformats.org/officeDocument/2006/relationships/image" Target="../media/image348.png"/><Relationship Id="rId20" Type="http://schemas.openxmlformats.org/officeDocument/2006/relationships/image" Target="../media/image352.png"/><Relationship Id="rId29" Type="http://schemas.openxmlformats.org/officeDocument/2006/relationships/image" Target="../media/image361.svg"/><Relationship Id="rId1" Type="http://schemas.openxmlformats.org/officeDocument/2006/relationships/slideLayout" Target="../slideLayouts/slideLayout7.xml"/><Relationship Id="rId6" Type="http://schemas.openxmlformats.org/officeDocument/2006/relationships/image" Target="../media/image339.png"/><Relationship Id="rId11" Type="http://schemas.openxmlformats.org/officeDocument/2006/relationships/image" Target="../media/image343.svg"/><Relationship Id="rId24" Type="http://schemas.openxmlformats.org/officeDocument/2006/relationships/image" Target="../media/image356.png"/><Relationship Id="rId32" Type="http://schemas.openxmlformats.org/officeDocument/2006/relationships/image" Target="../media/image364.png"/><Relationship Id="rId37" Type="http://schemas.openxmlformats.org/officeDocument/2006/relationships/image" Target="../media/image369.svg"/><Relationship Id="rId5" Type="http://schemas.openxmlformats.org/officeDocument/2006/relationships/image" Target="../media/image338.svg"/><Relationship Id="rId15" Type="http://schemas.openxmlformats.org/officeDocument/2006/relationships/image" Target="../media/image347.svg"/><Relationship Id="rId23" Type="http://schemas.openxmlformats.org/officeDocument/2006/relationships/image" Target="../media/image355.svg"/><Relationship Id="rId28" Type="http://schemas.openxmlformats.org/officeDocument/2006/relationships/image" Target="../media/image360.png"/><Relationship Id="rId36" Type="http://schemas.openxmlformats.org/officeDocument/2006/relationships/image" Target="../media/image368.png"/><Relationship Id="rId10" Type="http://schemas.openxmlformats.org/officeDocument/2006/relationships/image" Target="../media/image342.png"/><Relationship Id="rId19" Type="http://schemas.openxmlformats.org/officeDocument/2006/relationships/image" Target="../media/image351.svg"/><Relationship Id="rId31" Type="http://schemas.openxmlformats.org/officeDocument/2006/relationships/image" Target="../media/image363.svg"/><Relationship Id="rId4" Type="http://schemas.openxmlformats.org/officeDocument/2006/relationships/image" Target="../media/image337.png"/><Relationship Id="rId9" Type="http://schemas.openxmlformats.org/officeDocument/2006/relationships/image" Target="../media/image341.svg"/><Relationship Id="rId14" Type="http://schemas.openxmlformats.org/officeDocument/2006/relationships/image" Target="../media/image346.png"/><Relationship Id="rId22" Type="http://schemas.openxmlformats.org/officeDocument/2006/relationships/image" Target="../media/image354.png"/><Relationship Id="rId27" Type="http://schemas.openxmlformats.org/officeDocument/2006/relationships/image" Target="../media/image359.svg"/><Relationship Id="rId30" Type="http://schemas.openxmlformats.org/officeDocument/2006/relationships/image" Target="../media/image362.png"/><Relationship Id="rId35" Type="http://schemas.openxmlformats.org/officeDocument/2006/relationships/image" Target="../media/image367.svg"/><Relationship Id="rId8" Type="http://schemas.openxmlformats.org/officeDocument/2006/relationships/image" Target="../media/image109.png"/><Relationship Id="rId3" Type="http://schemas.openxmlformats.org/officeDocument/2006/relationships/image" Target="../media/image326.svg"/></Relationships>
</file>

<file path=ppt/slides/_rels/slide42.xml.rels><?xml version="1.0" encoding="UTF-8" standalone="yes"?>
<Relationships xmlns="http://schemas.openxmlformats.org/package/2006/relationships"><Relationship Id="rId13" Type="http://schemas.openxmlformats.org/officeDocument/2006/relationships/image" Target="../media/image379.svg"/><Relationship Id="rId18" Type="http://schemas.openxmlformats.org/officeDocument/2006/relationships/image" Target="../media/image384.png"/><Relationship Id="rId26" Type="http://schemas.openxmlformats.org/officeDocument/2006/relationships/image" Target="../media/image392.svg"/><Relationship Id="rId3" Type="http://schemas.openxmlformats.org/officeDocument/2006/relationships/image" Target="../media/image373.svg"/><Relationship Id="rId21" Type="http://schemas.openxmlformats.org/officeDocument/2006/relationships/image" Target="../media/image387.png"/><Relationship Id="rId34" Type="http://schemas.openxmlformats.org/officeDocument/2006/relationships/image" Target="../media/image398.svg"/><Relationship Id="rId7" Type="http://schemas.openxmlformats.org/officeDocument/2006/relationships/image" Target="../media/image375.svg"/><Relationship Id="rId12" Type="http://schemas.openxmlformats.org/officeDocument/2006/relationships/image" Target="../media/image378.png"/><Relationship Id="rId17" Type="http://schemas.openxmlformats.org/officeDocument/2006/relationships/image" Target="../media/image383.svg"/><Relationship Id="rId25" Type="http://schemas.openxmlformats.org/officeDocument/2006/relationships/image" Target="../media/image391.png"/><Relationship Id="rId33" Type="http://schemas.openxmlformats.org/officeDocument/2006/relationships/image" Target="../media/image397.png"/><Relationship Id="rId2" Type="http://schemas.openxmlformats.org/officeDocument/2006/relationships/image" Target="../media/image372.png"/><Relationship Id="rId16" Type="http://schemas.openxmlformats.org/officeDocument/2006/relationships/image" Target="../media/image382.png"/><Relationship Id="rId20" Type="http://schemas.openxmlformats.org/officeDocument/2006/relationships/image" Target="../media/image386.svg"/><Relationship Id="rId29" Type="http://schemas.openxmlformats.org/officeDocument/2006/relationships/image" Target="../media/image310.png"/><Relationship Id="rId1" Type="http://schemas.openxmlformats.org/officeDocument/2006/relationships/slideLayout" Target="../slideLayouts/slideLayout7.xml"/><Relationship Id="rId6" Type="http://schemas.openxmlformats.org/officeDocument/2006/relationships/image" Target="../media/image374.png"/><Relationship Id="rId11" Type="http://schemas.openxmlformats.org/officeDocument/2006/relationships/image" Target="../media/image28.svg"/><Relationship Id="rId24" Type="http://schemas.openxmlformats.org/officeDocument/2006/relationships/image" Target="../media/image390.svg"/><Relationship Id="rId32" Type="http://schemas.openxmlformats.org/officeDocument/2006/relationships/image" Target="../media/image396.svg"/><Relationship Id="rId5" Type="http://schemas.openxmlformats.org/officeDocument/2006/relationships/image" Target="../media/image215.svg"/><Relationship Id="rId15" Type="http://schemas.openxmlformats.org/officeDocument/2006/relationships/image" Target="../media/image381.svg"/><Relationship Id="rId23" Type="http://schemas.openxmlformats.org/officeDocument/2006/relationships/image" Target="../media/image389.png"/><Relationship Id="rId28" Type="http://schemas.openxmlformats.org/officeDocument/2006/relationships/image" Target="../media/image394.svg"/><Relationship Id="rId36" Type="http://schemas.openxmlformats.org/officeDocument/2006/relationships/image" Target="../media/image400.svg"/><Relationship Id="rId10" Type="http://schemas.openxmlformats.org/officeDocument/2006/relationships/image" Target="../media/image27.png"/><Relationship Id="rId19" Type="http://schemas.openxmlformats.org/officeDocument/2006/relationships/image" Target="../media/image385.svg"/><Relationship Id="rId31" Type="http://schemas.openxmlformats.org/officeDocument/2006/relationships/image" Target="../media/image395.png"/><Relationship Id="rId4" Type="http://schemas.openxmlformats.org/officeDocument/2006/relationships/image" Target="../media/image214.png"/><Relationship Id="rId9" Type="http://schemas.openxmlformats.org/officeDocument/2006/relationships/image" Target="../media/image377.svg"/><Relationship Id="rId14" Type="http://schemas.openxmlformats.org/officeDocument/2006/relationships/image" Target="../media/image380.png"/><Relationship Id="rId22" Type="http://schemas.openxmlformats.org/officeDocument/2006/relationships/image" Target="../media/image388.svg"/><Relationship Id="rId27" Type="http://schemas.openxmlformats.org/officeDocument/2006/relationships/image" Target="../media/image393.png"/><Relationship Id="rId30" Type="http://schemas.openxmlformats.org/officeDocument/2006/relationships/image" Target="../media/image313.svg"/><Relationship Id="rId35" Type="http://schemas.openxmlformats.org/officeDocument/2006/relationships/image" Target="../media/image399.png"/><Relationship Id="rId8" Type="http://schemas.openxmlformats.org/officeDocument/2006/relationships/image" Target="../media/image376.png"/></Relationships>
</file>

<file path=ppt/slides/_rels/slide43.xml.rels><?xml version="1.0" encoding="UTF-8" standalone="yes"?>
<Relationships xmlns="http://schemas.openxmlformats.org/package/2006/relationships"><Relationship Id="rId8" Type="http://schemas.openxmlformats.org/officeDocument/2006/relationships/image" Target="../media/image401.png"/><Relationship Id="rId13" Type="http://schemas.openxmlformats.org/officeDocument/2006/relationships/image" Target="../media/image343.svg"/><Relationship Id="rId18" Type="http://schemas.openxmlformats.org/officeDocument/2006/relationships/image" Target="../media/image409.png"/><Relationship Id="rId3" Type="http://schemas.openxmlformats.org/officeDocument/2006/relationships/image" Target="../media/image390.svg"/><Relationship Id="rId21" Type="http://schemas.openxmlformats.org/officeDocument/2006/relationships/image" Target="../media/image412.svg"/><Relationship Id="rId7" Type="http://schemas.openxmlformats.org/officeDocument/2006/relationships/image" Target="../media/image215.svg"/><Relationship Id="rId12" Type="http://schemas.openxmlformats.org/officeDocument/2006/relationships/image" Target="../media/image342.png"/><Relationship Id="rId17" Type="http://schemas.openxmlformats.org/officeDocument/2006/relationships/image" Target="../media/image408.svg"/><Relationship Id="rId25" Type="http://schemas.openxmlformats.org/officeDocument/2006/relationships/image" Target="../media/image416.svg"/><Relationship Id="rId2" Type="http://schemas.openxmlformats.org/officeDocument/2006/relationships/image" Target="../media/image389.png"/><Relationship Id="rId16" Type="http://schemas.openxmlformats.org/officeDocument/2006/relationships/image" Target="../media/image407.png"/><Relationship Id="rId20" Type="http://schemas.openxmlformats.org/officeDocument/2006/relationships/image" Target="../media/image411.png"/><Relationship Id="rId1" Type="http://schemas.openxmlformats.org/officeDocument/2006/relationships/slideLayout" Target="../slideLayouts/slideLayout7.xml"/><Relationship Id="rId6" Type="http://schemas.openxmlformats.org/officeDocument/2006/relationships/image" Target="../media/image214.png"/><Relationship Id="rId11" Type="http://schemas.openxmlformats.org/officeDocument/2006/relationships/image" Target="../media/image404.svg"/><Relationship Id="rId24" Type="http://schemas.openxmlformats.org/officeDocument/2006/relationships/image" Target="../media/image415.png"/><Relationship Id="rId5" Type="http://schemas.openxmlformats.org/officeDocument/2006/relationships/image" Target="../media/image392.svg"/><Relationship Id="rId15" Type="http://schemas.openxmlformats.org/officeDocument/2006/relationships/image" Target="../media/image406.svg"/><Relationship Id="rId23" Type="http://schemas.openxmlformats.org/officeDocument/2006/relationships/image" Target="../media/image414.svg"/><Relationship Id="rId10" Type="http://schemas.openxmlformats.org/officeDocument/2006/relationships/image" Target="../media/image403.png"/><Relationship Id="rId19" Type="http://schemas.openxmlformats.org/officeDocument/2006/relationships/image" Target="../media/image410.svg"/><Relationship Id="rId4" Type="http://schemas.openxmlformats.org/officeDocument/2006/relationships/image" Target="../media/image391.png"/><Relationship Id="rId9" Type="http://schemas.openxmlformats.org/officeDocument/2006/relationships/image" Target="../media/image402.svg"/><Relationship Id="rId14" Type="http://schemas.openxmlformats.org/officeDocument/2006/relationships/image" Target="../media/image405.png"/><Relationship Id="rId22" Type="http://schemas.openxmlformats.org/officeDocument/2006/relationships/image" Target="../media/image413.png"/></Relationships>
</file>

<file path=ppt/slides/_rels/slide44.xml.rels><?xml version="1.0" encoding="UTF-8" standalone="yes"?>
<Relationships xmlns="http://schemas.openxmlformats.org/package/2006/relationships"><Relationship Id="rId13" Type="http://schemas.openxmlformats.org/officeDocument/2006/relationships/image" Target="../media/image381.svg"/><Relationship Id="rId18" Type="http://schemas.openxmlformats.org/officeDocument/2006/relationships/image" Target="../media/image385.svg"/><Relationship Id="rId26" Type="http://schemas.openxmlformats.org/officeDocument/2006/relationships/image" Target="../media/image333.svg"/><Relationship Id="rId39" Type="http://schemas.openxmlformats.org/officeDocument/2006/relationships/image" Target="../media/image409.png"/><Relationship Id="rId21" Type="http://schemas.openxmlformats.org/officeDocument/2006/relationships/image" Target="../media/image417.png"/><Relationship Id="rId34" Type="http://schemas.openxmlformats.org/officeDocument/2006/relationships/image" Target="../media/image343.svg"/><Relationship Id="rId42" Type="http://schemas.openxmlformats.org/officeDocument/2006/relationships/image" Target="../media/image422.svg"/><Relationship Id="rId7" Type="http://schemas.openxmlformats.org/officeDocument/2006/relationships/image" Target="../media/image215.svg"/><Relationship Id="rId2" Type="http://schemas.openxmlformats.org/officeDocument/2006/relationships/image" Target="../media/image389.png"/><Relationship Id="rId16" Type="http://schemas.openxmlformats.org/officeDocument/2006/relationships/image" Target="../media/image386.svg"/><Relationship Id="rId29" Type="http://schemas.openxmlformats.org/officeDocument/2006/relationships/image" Target="../media/image419.png"/><Relationship Id="rId1" Type="http://schemas.openxmlformats.org/officeDocument/2006/relationships/slideLayout" Target="../slideLayouts/slideLayout7.xml"/><Relationship Id="rId6" Type="http://schemas.openxmlformats.org/officeDocument/2006/relationships/image" Target="../media/image214.png"/><Relationship Id="rId11" Type="http://schemas.openxmlformats.org/officeDocument/2006/relationships/image" Target="../media/image379.svg"/><Relationship Id="rId24" Type="http://schemas.openxmlformats.org/officeDocument/2006/relationships/image" Target="../media/image116.svg"/><Relationship Id="rId32" Type="http://schemas.openxmlformats.org/officeDocument/2006/relationships/image" Target="../media/image373.svg"/><Relationship Id="rId37" Type="http://schemas.openxmlformats.org/officeDocument/2006/relationships/image" Target="../media/image407.png"/><Relationship Id="rId40" Type="http://schemas.openxmlformats.org/officeDocument/2006/relationships/image" Target="../media/image410.svg"/><Relationship Id="rId45" Type="http://schemas.openxmlformats.org/officeDocument/2006/relationships/image" Target="../media/image425.png"/><Relationship Id="rId5" Type="http://schemas.openxmlformats.org/officeDocument/2006/relationships/image" Target="../media/image392.svg"/><Relationship Id="rId15" Type="http://schemas.openxmlformats.org/officeDocument/2006/relationships/image" Target="../media/image383.svg"/><Relationship Id="rId23" Type="http://schemas.openxmlformats.org/officeDocument/2006/relationships/image" Target="../media/image115.png"/><Relationship Id="rId28" Type="http://schemas.openxmlformats.org/officeDocument/2006/relationships/image" Target="../media/image416.svg"/><Relationship Id="rId36" Type="http://schemas.openxmlformats.org/officeDocument/2006/relationships/image" Target="../media/image406.svg"/><Relationship Id="rId10" Type="http://schemas.openxmlformats.org/officeDocument/2006/relationships/image" Target="../media/image378.png"/><Relationship Id="rId19" Type="http://schemas.openxmlformats.org/officeDocument/2006/relationships/image" Target="../media/image387.png"/><Relationship Id="rId31" Type="http://schemas.openxmlformats.org/officeDocument/2006/relationships/image" Target="../media/image372.png"/><Relationship Id="rId44" Type="http://schemas.openxmlformats.org/officeDocument/2006/relationships/image" Target="../media/image424.svg"/><Relationship Id="rId4" Type="http://schemas.openxmlformats.org/officeDocument/2006/relationships/image" Target="../media/image391.png"/><Relationship Id="rId9" Type="http://schemas.openxmlformats.org/officeDocument/2006/relationships/image" Target="../media/image28.svg"/><Relationship Id="rId14" Type="http://schemas.openxmlformats.org/officeDocument/2006/relationships/image" Target="../media/image382.png"/><Relationship Id="rId22" Type="http://schemas.openxmlformats.org/officeDocument/2006/relationships/image" Target="../media/image418.svg"/><Relationship Id="rId27" Type="http://schemas.openxmlformats.org/officeDocument/2006/relationships/image" Target="../media/image415.png"/><Relationship Id="rId30" Type="http://schemas.openxmlformats.org/officeDocument/2006/relationships/image" Target="../media/image420.svg"/><Relationship Id="rId35" Type="http://schemas.openxmlformats.org/officeDocument/2006/relationships/image" Target="../media/image405.png"/><Relationship Id="rId43" Type="http://schemas.openxmlformats.org/officeDocument/2006/relationships/image" Target="../media/image423.png"/><Relationship Id="rId8" Type="http://schemas.openxmlformats.org/officeDocument/2006/relationships/image" Target="../media/image27.png"/><Relationship Id="rId3" Type="http://schemas.openxmlformats.org/officeDocument/2006/relationships/image" Target="../media/image390.svg"/><Relationship Id="rId12" Type="http://schemas.openxmlformats.org/officeDocument/2006/relationships/image" Target="../media/image380.png"/><Relationship Id="rId17" Type="http://schemas.openxmlformats.org/officeDocument/2006/relationships/image" Target="../media/image384.png"/><Relationship Id="rId25" Type="http://schemas.openxmlformats.org/officeDocument/2006/relationships/image" Target="../media/image332.png"/><Relationship Id="rId33" Type="http://schemas.openxmlformats.org/officeDocument/2006/relationships/image" Target="../media/image342.png"/><Relationship Id="rId38" Type="http://schemas.openxmlformats.org/officeDocument/2006/relationships/image" Target="../media/image408.svg"/><Relationship Id="rId46" Type="http://schemas.openxmlformats.org/officeDocument/2006/relationships/image" Target="../media/image426.svg"/><Relationship Id="rId20" Type="http://schemas.openxmlformats.org/officeDocument/2006/relationships/image" Target="../media/image388.svg"/><Relationship Id="rId41" Type="http://schemas.openxmlformats.org/officeDocument/2006/relationships/image" Target="../media/image421.png"/></Relationships>
</file>

<file path=ppt/slides/_rels/slide45.xml.rels><?xml version="1.0" encoding="UTF-8" standalone="yes"?>
<Relationships xmlns="http://schemas.openxmlformats.org/package/2006/relationships"><Relationship Id="rId8" Type="http://schemas.openxmlformats.org/officeDocument/2006/relationships/image" Target="../media/image427.png"/><Relationship Id="rId13" Type="http://schemas.openxmlformats.org/officeDocument/2006/relationships/image" Target="../media/image343.svg"/><Relationship Id="rId18" Type="http://schemas.openxmlformats.org/officeDocument/2006/relationships/image" Target="../media/image334.png"/><Relationship Id="rId26" Type="http://schemas.openxmlformats.org/officeDocument/2006/relationships/image" Target="../media/image437.png"/><Relationship Id="rId3" Type="http://schemas.openxmlformats.org/officeDocument/2006/relationships/image" Target="../media/image392.svg"/><Relationship Id="rId21" Type="http://schemas.openxmlformats.org/officeDocument/2006/relationships/image" Target="../media/image432.svg"/><Relationship Id="rId7" Type="http://schemas.openxmlformats.org/officeDocument/2006/relationships/image" Target="../media/image254.svg"/><Relationship Id="rId12" Type="http://schemas.openxmlformats.org/officeDocument/2006/relationships/image" Target="../media/image342.png"/><Relationship Id="rId17" Type="http://schemas.openxmlformats.org/officeDocument/2006/relationships/image" Target="../media/image34.svg"/><Relationship Id="rId25" Type="http://schemas.openxmlformats.org/officeDocument/2006/relationships/image" Target="../media/image436.svg"/><Relationship Id="rId2" Type="http://schemas.openxmlformats.org/officeDocument/2006/relationships/image" Target="../media/image391.png"/><Relationship Id="rId16" Type="http://schemas.openxmlformats.org/officeDocument/2006/relationships/image" Target="../media/image33.png"/><Relationship Id="rId20" Type="http://schemas.openxmlformats.org/officeDocument/2006/relationships/image" Target="../media/image431.png"/><Relationship Id="rId1" Type="http://schemas.openxmlformats.org/officeDocument/2006/relationships/slideLayout" Target="../slideLayouts/slideLayout7.xml"/><Relationship Id="rId6" Type="http://schemas.openxmlformats.org/officeDocument/2006/relationships/image" Target="../media/image253.png"/><Relationship Id="rId11" Type="http://schemas.openxmlformats.org/officeDocument/2006/relationships/image" Target="../media/image430.svg"/><Relationship Id="rId24" Type="http://schemas.openxmlformats.org/officeDocument/2006/relationships/image" Target="../media/image435.png"/><Relationship Id="rId5" Type="http://schemas.openxmlformats.org/officeDocument/2006/relationships/image" Target="../media/image215.svg"/><Relationship Id="rId15" Type="http://schemas.openxmlformats.org/officeDocument/2006/relationships/image" Target="../media/image32.svg"/><Relationship Id="rId23" Type="http://schemas.openxmlformats.org/officeDocument/2006/relationships/image" Target="../media/image434.svg"/><Relationship Id="rId10" Type="http://schemas.openxmlformats.org/officeDocument/2006/relationships/image" Target="../media/image429.png"/><Relationship Id="rId19" Type="http://schemas.openxmlformats.org/officeDocument/2006/relationships/image" Target="../media/image335.svg"/><Relationship Id="rId4" Type="http://schemas.openxmlformats.org/officeDocument/2006/relationships/image" Target="../media/image214.png"/><Relationship Id="rId9" Type="http://schemas.openxmlformats.org/officeDocument/2006/relationships/image" Target="../media/image428.svg"/><Relationship Id="rId14" Type="http://schemas.openxmlformats.org/officeDocument/2006/relationships/image" Target="../media/image31.png"/><Relationship Id="rId22" Type="http://schemas.openxmlformats.org/officeDocument/2006/relationships/image" Target="../media/image433.png"/><Relationship Id="rId27" Type="http://schemas.openxmlformats.org/officeDocument/2006/relationships/image" Target="../media/image438.svg"/></Relationships>
</file>

<file path=ppt/slides/_rels/slide46.xml.rels><?xml version="1.0" encoding="UTF-8" standalone="yes"?>
<Relationships xmlns="http://schemas.openxmlformats.org/package/2006/relationships"><Relationship Id="rId8" Type="http://schemas.openxmlformats.org/officeDocument/2006/relationships/image" Target="../media/image443.png"/><Relationship Id="rId3" Type="http://schemas.openxmlformats.org/officeDocument/2006/relationships/image" Target="../media/image335.svg"/><Relationship Id="rId7" Type="http://schemas.openxmlformats.org/officeDocument/2006/relationships/image" Target="../media/image442.svg"/><Relationship Id="rId2" Type="http://schemas.openxmlformats.org/officeDocument/2006/relationships/image" Target="../media/image334.png"/><Relationship Id="rId1" Type="http://schemas.openxmlformats.org/officeDocument/2006/relationships/slideLayout" Target="../slideLayouts/slideLayout7.xml"/><Relationship Id="rId6" Type="http://schemas.openxmlformats.org/officeDocument/2006/relationships/image" Target="../media/image441.png"/><Relationship Id="rId5" Type="http://schemas.openxmlformats.org/officeDocument/2006/relationships/image" Target="../media/image440.svg"/><Relationship Id="rId4" Type="http://schemas.openxmlformats.org/officeDocument/2006/relationships/image" Target="../media/image439.png"/><Relationship Id="rId9" Type="http://schemas.openxmlformats.org/officeDocument/2006/relationships/image" Target="../media/image444.svg"/></Relationships>
</file>

<file path=ppt/slides/_rels/slide47.xml.rels><?xml version="1.0" encoding="UTF-8" standalone="yes"?>
<Relationships xmlns="http://schemas.openxmlformats.org/package/2006/relationships"><Relationship Id="rId3" Type="http://schemas.openxmlformats.org/officeDocument/2006/relationships/image" Target="../media/image446.svg"/><Relationship Id="rId7" Type="http://schemas.openxmlformats.org/officeDocument/2006/relationships/image" Target="../media/image450.svg"/><Relationship Id="rId2" Type="http://schemas.openxmlformats.org/officeDocument/2006/relationships/image" Target="../media/image445.png"/><Relationship Id="rId1" Type="http://schemas.openxmlformats.org/officeDocument/2006/relationships/slideLayout" Target="../slideLayouts/slideLayout7.xml"/><Relationship Id="rId6" Type="http://schemas.openxmlformats.org/officeDocument/2006/relationships/image" Target="../media/image449.png"/><Relationship Id="rId5" Type="http://schemas.openxmlformats.org/officeDocument/2006/relationships/image" Target="../media/image448.svg"/><Relationship Id="rId4" Type="http://schemas.openxmlformats.org/officeDocument/2006/relationships/image" Target="../media/image447.png"/></Relationships>
</file>

<file path=ppt/slides/_rels/slide48.xml.rels><?xml version="1.0" encoding="UTF-8" standalone="yes"?>
<Relationships xmlns="http://schemas.openxmlformats.org/package/2006/relationships"><Relationship Id="rId13" Type="http://schemas.openxmlformats.org/officeDocument/2006/relationships/image" Target="../media/image462.svg"/><Relationship Id="rId18" Type="http://schemas.openxmlformats.org/officeDocument/2006/relationships/image" Target="../media/image467.png"/><Relationship Id="rId26" Type="http://schemas.openxmlformats.org/officeDocument/2006/relationships/image" Target="../media/image24.png"/><Relationship Id="rId39" Type="http://schemas.openxmlformats.org/officeDocument/2006/relationships/image" Target="../media/image125.png"/><Relationship Id="rId21" Type="http://schemas.openxmlformats.org/officeDocument/2006/relationships/image" Target="../media/image30.svg"/><Relationship Id="rId34" Type="http://schemas.openxmlformats.org/officeDocument/2006/relationships/image" Target="../media/image120.svg"/><Relationship Id="rId42" Type="http://schemas.openxmlformats.org/officeDocument/2006/relationships/image" Target="../media/image28.svg"/><Relationship Id="rId47" Type="http://schemas.openxmlformats.org/officeDocument/2006/relationships/image" Target="../media/image130.png"/><Relationship Id="rId50" Type="http://schemas.openxmlformats.org/officeDocument/2006/relationships/image" Target="../media/image133.svg"/><Relationship Id="rId55" Type="http://schemas.openxmlformats.org/officeDocument/2006/relationships/image" Target="../media/image72.svg"/><Relationship Id="rId63" Type="http://schemas.openxmlformats.org/officeDocument/2006/relationships/image" Target="../media/image14.svg"/><Relationship Id="rId7" Type="http://schemas.openxmlformats.org/officeDocument/2006/relationships/image" Target="../media/image456.svg"/><Relationship Id="rId2" Type="http://schemas.openxmlformats.org/officeDocument/2006/relationships/image" Target="../media/image451.png"/><Relationship Id="rId16" Type="http://schemas.openxmlformats.org/officeDocument/2006/relationships/image" Target="../media/image465.png"/><Relationship Id="rId29" Type="http://schemas.openxmlformats.org/officeDocument/2006/relationships/image" Target="../media/image91.png"/><Relationship Id="rId11" Type="http://schemas.openxmlformats.org/officeDocument/2006/relationships/image" Target="../media/image460.svg"/><Relationship Id="rId24" Type="http://schemas.openxmlformats.org/officeDocument/2006/relationships/image" Target="../media/image22.png"/><Relationship Id="rId32" Type="http://schemas.openxmlformats.org/officeDocument/2006/relationships/image" Target="../media/image118.svg"/><Relationship Id="rId37" Type="http://schemas.openxmlformats.org/officeDocument/2006/relationships/image" Target="../media/image123.png"/><Relationship Id="rId40" Type="http://schemas.openxmlformats.org/officeDocument/2006/relationships/image" Target="../media/image126.svg"/><Relationship Id="rId45" Type="http://schemas.openxmlformats.org/officeDocument/2006/relationships/image" Target="../media/image128.png"/><Relationship Id="rId53" Type="http://schemas.openxmlformats.org/officeDocument/2006/relationships/image" Target="../media/image82.svg"/><Relationship Id="rId58" Type="http://schemas.openxmlformats.org/officeDocument/2006/relationships/image" Target="../media/image75.png"/><Relationship Id="rId5" Type="http://schemas.openxmlformats.org/officeDocument/2006/relationships/image" Target="../media/image454.svg"/><Relationship Id="rId61" Type="http://schemas.openxmlformats.org/officeDocument/2006/relationships/image" Target="../media/image78.svg"/><Relationship Id="rId19" Type="http://schemas.openxmlformats.org/officeDocument/2006/relationships/image" Target="../media/image468.svg"/><Relationship Id="rId14" Type="http://schemas.openxmlformats.org/officeDocument/2006/relationships/image" Target="../media/image463.png"/><Relationship Id="rId22" Type="http://schemas.openxmlformats.org/officeDocument/2006/relationships/image" Target="../media/image20.png"/><Relationship Id="rId27" Type="http://schemas.openxmlformats.org/officeDocument/2006/relationships/image" Target="../media/image25.svg"/><Relationship Id="rId30" Type="http://schemas.openxmlformats.org/officeDocument/2006/relationships/image" Target="../media/image92.svg"/><Relationship Id="rId35" Type="http://schemas.openxmlformats.org/officeDocument/2006/relationships/image" Target="../media/image121.png"/><Relationship Id="rId43" Type="http://schemas.openxmlformats.org/officeDocument/2006/relationships/image" Target="../media/image127.png"/><Relationship Id="rId48" Type="http://schemas.openxmlformats.org/officeDocument/2006/relationships/image" Target="../media/image131.svg"/><Relationship Id="rId56" Type="http://schemas.openxmlformats.org/officeDocument/2006/relationships/image" Target="../media/image73.png"/><Relationship Id="rId8" Type="http://schemas.openxmlformats.org/officeDocument/2006/relationships/image" Target="../media/image457.png"/><Relationship Id="rId51" Type="http://schemas.openxmlformats.org/officeDocument/2006/relationships/image" Target="../media/image80.png"/><Relationship Id="rId3" Type="http://schemas.openxmlformats.org/officeDocument/2006/relationships/image" Target="../media/image452.svg"/><Relationship Id="rId12" Type="http://schemas.openxmlformats.org/officeDocument/2006/relationships/image" Target="../media/image461.png"/><Relationship Id="rId17" Type="http://schemas.openxmlformats.org/officeDocument/2006/relationships/image" Target="../media/image466.svg"/><Relationship Id="rId25" Type="http://schemas.openxmlformats.org/officeDocument/2006/relationships/image" Target="../media/image23.svg"/><Relationship Id="rId33" Type="http://schemas.openxmlformats.org/officeDocument/2006/relationships/image" Target="../media/image119.png"/><Relationship Id="rId38" Type="http://schemas.openxmlformats.org/officeDocument/2006/relationships/image" Target="../media/image124.svg"/><Relationship Id="rId46" Type="http://schemas.openxmlformats.org/officeDocument/2006/relationships/image" Target="../media/image129.svg"/><Relationship Id="rId59" Type="http://schemas.openxmlformats.org/officeDocument/2006/relationships/image" Target="../media/image76.svg"/><Relationship Id="rId20" Type="http://schemas.openxmlformats.org/officeDocument/2006/relationships/image" Target="../media/image29.png"/><Relationship Id="rId41" Type="http://schemas.openxmlformats.org/officeDocument/2006/relationships/image" Target="../media/image27.png"/><Relationship Id="rId54" Type="http://schemas.openxmlformats.org/officeDocument/2006/relationships/image" Target="../media/image71.png"/><Relationship Id="rId6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455.png"/><Relationship Id="rId15" Type="http://schemas.openxmlformats.org/officeDocument/2006/relationships/image" Target="../media/image464.svg"/><Relationship Id="rId23" Type="http://schemas.openxmlformats.org/officeDocument/2006/relationships/image" Target="../media/image21.svg"/><Relationship Id="rId28" Type="http://schemas.openxmlformats.org/officeDocument/2006/relationships/image" Target="../media/image26.png"/><Relationship Id="rId36" Type="http://schemas.openxmlformats.org/officeDocument/2006/relationships/image" Target="../media/image122.svg"/><Relationship Id="rId49" Type="http://schemas.openxmlformats.org/officeDocument/2006/relationships/image" Target="../media/image132.svg"/><Relationship Id="rId57" Type="http://schemas.openxmlformats.org/officeDocument/2006/relationships/image" Target="../media/image74.svg"/><Relationship Id="rId10" Type="http://schemas.openxmlformats.org/officeDocument/2006/relationships/image" Target="../media/image459.png"/><Relationship Id="rId31" Type="http://schemas.openxmlformats.org/officeDocument/2006/relationships/image" Target="../media/image117.png"/><Relationship Id="rId44" Type="http://schemas.microsoft.com/office/2007/relationships/hdphoto" Target="../media/hdphoto1.wdp"/><Relationship Id="rId52" Type="http://schemas.openxmlformats.org/officeDocument/2006/relationships/image" Target="../media/image81.svg"/><Relationship Id="rId60" Type="http://schemas.openxmlformats.org/officeDocument/2006/relationships/image" Target="../media/image77.png"/><Relationship Id="rId4" Type="http://schemas.openxmlformats.org/officeDocument/2006/relationships/image" Target="../media/image453.png"/><Relationship Id="rId9" Type="http://schemas.openxmlformats.org/officeDocument/2006/relationships/image" Target="../media/image458.svg"/></Relationships>
</file>

<file path=ppt/slides/_rels/slide49.xml.rels><?xml version="1.0" encoding="UTF-8" standalone="yes"?>
<Relationships xmlns="http://schemas.openxmlformats.org/package/2006/relationships"><Relationship Id="rId117" Type="http://schemas.openxmlformats.org/officeDocument/2006/relationships/image" Target="../media/image542.svg"/><Relationship Id="rId21" Type="http://schemas.openxmlformats.org/officeDocument/2006/relationships/image" Target="../media/image343.svg"/><Relationship Id="rId42" Type="http://schemas.openxmlformats.org/officeDocument/2006/relationships/image" Target="../media/image495.png"/><Relationship Id="rId63" Type="http://schemas.microsoft.com/office/2007/relationships/diagramDrawing" Target="../diagrams/drawing7.xml"/><Relationship Id="rId84" Type="http://schemas.openxmlformats.org/officeDocument/2006/relationships/image" Target="../media/image251.png"/><Relationship Id="rId138" Type="http://schemas.openxmlformats.org/officeDocument/2006/relationships/image" Target="../media/image560.png"/><Relationship Id="rId159" Type="http://schemas.openxmlformats.org/officeDocument/2006/relationships/image" Target="../media/image580.svg"/><Relationship Id="rId107" Type="http://schemas.openxmlformats.org/officeDocument/2006/relationships/image" Target="../media/image110.svg"/><Relationship Id="rId11" Type="http://schemas.openxmlformats.org/officeDocument/2006/relationships/image" Target="../media/image32.svg"/><Relationship Id="rId32" Type="http://schemas.openxmlformats.org/officeDocument/2006/relationships/image" Target="../media/image75.png"/><Relationship Id="rId53" Type="http://schemas.openxmlformats.org/officeDocument/2006/relationships/image" Target="../media/image501.png"/><Relationship Id="rId74" Type="http://schemas.openxmlformats.org/officeDocument/2006/relationships/image" Target="../media/image507.png"/><Relationship Id="rId128" Type="http://schemas.openxmlformats.org/officeDocument/2006/relationships/image" Target="../media/image552.png"/><Relationship Id="rId149" Type="http://schemas.openxmlformats.org/officeDocument/2006/relationships/image" Target="../media/image571.svg"/><Relationship Id="rId5" Type="http://schemas.openxmlformats.org/officeDocument/2006/relationships/image" Target="../media/image472.svg"/><Relationship Id="rId95" Type="http://schemas.openxmlformats.org/officeDocument/2006/relationships/image" Target="../media/image526.svg"/><Relationship Id="rId160" Type="http://schemas.openxmlformats.org/officeDocument/2006/relationships/image" Target="../media/image581.png"/><Relationship Id="rId22" Type="http://schemas.openxmlformats.org/officeDocument/2006/relationships/image" Target="../media/image123.png"/><Relationship Id="rId43" Type="http://schemas.openxmlformats.org/officeDocument/2006/relationships/image" Target="../media/image496.svg"/><Relationship Id="rId64" Type="http://schemas.openxmlformats.org/officeDocument/2006/relationships/diagramData" Target="../diagrams/data8.xml"/><Relationship Id="rId118" Type="http://schemas.openxmlformats.org/officeDocument/2006/relationships/image" Target="../media/image415.png"/><Relationship Id="rId139" Type="http://schemas.openxmlformats.org/officeDocument/2006/relationships/image" Target="../media/image561.svg"/><Relationship Id="rId85" Type="http://schemas.openxmlformats.org/officeDocument/2006/relationships/image" Target="../media/image252.svg"/><Relationship Id="rId150" Type="http://schemas.openxmlformats.org/officeDocument/2006/relationships/image" Target="../media/image270.png"/><Relationship Id="rId12" Type="http://schemas.openxmlformats.org/officeDocument/2006/relationships/image" Target="../media/image33.png"/><Relationship Id="rId17" Type="http://schemas.openxmlformats.org/officeDocument/2006/relationships/image" Target="../media/image428.svg"/><Relationship Id="rId33" Type="http://schemas.openxmlformats.org/officeDocument/2006/relationships/image" Target="../media/image76.svg"/><Relationship Id="rId38" Type="http://schemas.openxmlformats.org/officeDocument/2006/relationships/image" Target="../media/image491.png"/><Relationship Id="rId59" Type="http://schemas.openxmlformats.org/officeDocument/2006/relationships/diagramData" Target="../diagrams/data7.xml"/><Relationship Id="rId103" Type="http://schemas.openxmlformats.org/officeDocument/2006/relationships/image" Target="../media/image532.svg"/><Relationship Id="rId108" Type="http://schemas.openxmlformats.org/officeDocument/2006/relationships/image" Target="../media/image535.png"/><Relationship Id="rId124" Type="http://schemas.openxmlformats.org/officeDocument/2006/relationships/image" Target="../media/image548.png"/><Relationship Id="rId129" Type="http://schemas.openxmlformats.org/officeDocument/2006/relationships/image" Target="../media/image553.svg"/><Relationship Id="rId54" Type="http://schemas.openxmlformats.org/officeDocument/2006/relationships/image" Target="../media/image502.svg"/><Relationship Id="rId70" Type="http://schemas.openxmlformats.org/officeDocument/2006/relationships/diagramLayout" Target="../diagrams/layout9.xml"/><Relationship Id="rId75" Type="http://schemas.openxmlformats.org/officeDocument/2006/relationships/image" Target="../media/image508.svg"/><Relationship Id="rId91" Type="http://schemas.openxmlformats.org/officeDocument/2006/relationships/image" Target="../media/image522.svg"/><Relationship Id="rId96" Type="http://schemas.openxmlformats.org/officeDocument/2006/relationships/image" Target="../media/image527.png"/><Relationship Id="rId140" Type="http://schemas.openxmlformats.org/officeDocument/2006/relationships/image" Target="../media/image562.png"/><Relationship Id="rId145" Type="http://schemas.openxmlformats.org/officeDocument/2006/relationships/image" Target="../media/image567.svg"/><Relationship Id="rId161" Type="http://schemas.openxmlformats.org/officeDocument/2006/relationships/image" Target="../media/image582.svg"/><Relationship Id="rId1" Type="http://schemas.openxmlformats.org/officeDocument/2006/relationships/slideLayout" Target="../slideLayouts/slideLayout7.xml"/><Relationship Id="rId6" Type="http://schemas.openxmlformats.org/officeDocument/2006/relationships/image" Target="../media/image473.png"/><Relationship Id="rId23" Type="http://schemas.openxmlformats.org/officeDocument/2006/relationships/image" Target="../media/image133.svg"/><Relationship Id="rId28" Type="http://schemas.openxmlformats.org/officeDocument/2006/relationships/image" Target="../media/image483.png"/><Relationship Id="rId49" Type="http://schemas.openxmlformats.org/officeDocument/2006/relationships/diagramLayout" Target="../diagrams/layout6.xml"/><Relationship Id="rId114" Type="http://schemas.openxmlformats.org/officeDocument/2006/relationships/image" Target="../media/image541.png"/><Relationship Id="rId119" Type="http://schemas.openxmlformats.org/officeDocument/2006/relationships/image" Target="../media/image543.svg"/><Relationship Id="rId44" Type="http://schemas.openxmlformats.org/officeDocument/2006/relationships/image" Target="../media/image497.png"/><Relationship Id="rId60" Type="http://schemas.openxmlformats.org/officeDocument/2006/relationships/diagramLayout" Target="../diagrams/layout7.xml"/><Relationship Id="rId65" Type="http://schemas.openxmlformats.org/officeDocument/2006/relationships/diagramLayout" Target="../diagrams/layout8.xml"/><Relationship Id="rId81" Type="http://schemas.openxmlformats.org/officeDocument/2006/relationships/image" Target="../media/image514.svg"/><Relationship Id="rId86" Type="http://schemas.openxmlformats.org/officeDocument/2006/relationships/image" Target="../media/image517.png"/><Relationship Id="rId130" Type="http://schemas.openxmlformats.org/officeDocument/2006/relationships/image" Target="../media/image554.png"/><Relationship Id="rId135" Type="http://schemas.openxmlformats.org/officeDocument/2006/relationships/image" Target="../media/image557.svg"/><Relationship Id="rId151" Type="http://schemas.openxmlformats.org/officeDocument/2006/relationships/image" Target="../media/image572.svg"/><Relationship Id="rId156" Type="http://schemas.openxmlformats.org/officeDocument/2006/relationships/image" Target="../media/image577.png"/><Relationship Id="rId13" Type="http://schemas.openxmlformats.org/officeDocument/2006/relationships/image" Target="../media/image34.svg"/><Relationship Id="rId18" Type="http://schemas.openxmlformats.org/officeDocument/2006/relationships/image" Target="../media/image429.png"/><Relationship Id="rId39" Type="http://schemas.openxmlformats.org/officeDocument/2006/relationships/image" Target="../media/image492.svg"/><Relationship Id="rId109" Type="http://schemas.openxmlformats.org/officeDocument/2006/relationships/image" Target="../media/image536.svg"/><Relationship Id="rId34" Type="http://schemas.openxmlformats.org/officeDocument/2006/relationships/image" Target="../media/image487.png"/><Relationship Id="rId50" Type="http://schemas.openxmlformats.org/officeDocument/2006/relationships/diagramQuickStyle" Target="../diagrams/quickStyle6.xml"/><Relationship Id="rId55" Type="http://schemas.openxmlformats.org/officeDocument/2006/relationships/image" Target="../media/image503.png"/><Relationship Id="rId76" Type="http://schemas.openxmlformats.org/officeDocument/2006/relationships/image" Target="../media/image509.png"/><Relationship Id="rId97" Type="http://schemas.openxmlformats.org/officeDocument/2006/relationships/image" Target="../media/image528.svg"/><Relationship Id="rId104" Type="http://schemas.openxmlformats.org/officeDocument/2006/relationships/image" Target="../media/image533.png"/><Relationship Id="rId120" Type="http://schemas.openxmlformats.org/officeDocument/2006/relationships/image" Target="../media/image544.png"/><Relationship Id="rId125" Type="http://schemas.openxmlformats.org/officeDocument/2006/relationships/image" Target="../media/image549.svg"/><Relationship Id="rId141" Type="http://schemas.openxmlformats.org/officeDocument/2006/relationships/image" Target="../media/image563.svg"/><Relationship Id="rId146" Type="http://schemas.openxmlformats.org/officeDocument/2006/relationships/image" Target="../media/image568.png"/><Relationship Id="rId7" Type="http://schemas.openxmlformats.org/officeDocument/2006/relationships/image" Target="../media/image474.svg"/><Relationship Id="rId71" Type="http://schemas.openxmlformats.org/officeDocument/2006/relationships/diagramQuickStyle" Target="../diagrams/quickStyle9.xml"/><Relationship Id="rId92" Type="http://schemas.openxmlformats.org/officeDocument/2006/relationships/image" Target="../media/image523.png"/><Relationship Id="rId162" Type="http://schemas.openxmlformats.org/officeDocument/2006/relationships/image" Target="../media/image583.png"/><Relationship Id="rId2" Type="http://schemas.openxmlformats.org/officeDocument/2006/relationships/image" Target="../media/image469.png"/><Relationship Id="rId29" Type="http://schemas.openxmlformats.org/officeDocument/2006/relationships/image" Target="../media/image484.svg"/><Relationship Id="rId24" Type="http://schemas.openxmlformats.org/officeDocument/2006/relationships/image" Target="../media/image479.png"/><Relationship Id="rId40" Type="http://schemas.openxmlformats.org/officeDocument/2006/relationships/image" Target="../media/image493.png"/><Relationship Id="rId45" Type="http://schemas.openxmlformats.org/officeDocument/2006/relationships/image" Target="../media/image498.svg"/><Relationship Id="rId66" Type="http://schemas.openxmlformats.org/officeDocument/2006/relationships/diagramQuickStyle" Target="../diagrams/quickStyle8.xml"/><Relationship Id="rId87" Type="http://schemas.openxmlformats.org/officeDocument/2006/relationships/image" Target="../media/image518.svg"/><Relationship Id="rId110" Type="http://schemas.openxmlformats.org/officeDocument/2006/relationships/image" Target="../media/image537.png"/><Relationship Id="rId115" Type="http://schemas.openxmlformats.org/officeDocument/2006/relationships/image" Target="../media/image291.svg"/><Relationship Id="rId131" Type="http://schemas.openxmlformats.org/officeDocument/2006/relationships/image" Target="../media/image555.svg"/><Relationship Id="rId136" Type="http://schemas.openxmlformats.org/officeDocument/2006/relationships/image" Target="../media/image558.png"/><Relationship Id="rId157" Type="http://schemas.openxmlformats.org/officeDocument/2006/relationships/image" Target="../media/image578.svg"/><Relationship Id="rId61" Type="http://schemas.openxmlformats.org/officeDocument/2006/relationships/diagramQuickStyle" Target="../diagrams/quickStyle7.xml"/><Relationship Id="rId82" Type="http://schemas.openxmlformats.org/officeDocument/2006/relationships/image" Target="../media/image515.png"/><Relationship Id="rId152" Type="http://schemas.openxmlformats.org/officeDocument/2006/relationships/image" Target="../media/image573.png"/><Relationship Id="rId19" Type="http://schemas.openxmlformats.org/officeDocument/2006/relationships/image" Target="../media/image430.svg"/><Relationship Id="rId14" Type="http://schemas.openxmlformats.org/officeDocument/2006/relationships/image" Target="../media/image477.png"/><Relationship Id="rId30" Type="http://schemas.openxmlformats.org/officeDocument/2006/relationships/image" Target="../media/image485.png"/><Relationship Id="rId35" Type="http://schemas.openxmlformats.org/officeDocument/2006/relationships/image" Target="../media/image488.svg"/><Relationship Id="rId56" Type="http://schemas.openxmlformats.org/officeDocument/2006/relationships/image" Target="../media/image504.svg"/><Relationship Id="rId77" Type="http://schemas.openxmlformats.org/officeDocument/2006/relationships/image" Target="../media/image510.svg"/><Relationship Id="rId100" Type="http://schemas.openxmlformats.org/officeDocument/2006/relationships/image" Target="../media/image113.png"/><Relationship Id="rId105" Type="http://schemas.openxmlformats.org/officeDocument/2006/relationships/image" Target="../media/image534.svg"/><Relationship Id="rId126" Type="http://schemas.openxmlformats.org/officeDocument/2006/relationships/image" Target="../media/image550.png"/><Relationship Id="rId147" Type="http://schemas.openxmlformats.org/officeDocument/2006/relationships/image" Target="../media/image569.svg"/><Relationship Id="rId8" Type="http://schemas.openxmlformats.org/officeDocument/2006/relationships/image" Target="../media/image475.png"/><Relationship Id="rId51" Type="http://schemas.openxmlformats.org/officeDocument/2006/relationships/diagramColors" Target="../diagrams/colors6.xml"/><Relationship Id="rId72" Type="http://schemas.openxmlformats.org/officeDocument/2006/relationships/diagramColors" Target="../diagrams/colors9.xml"/><Relationship Id="rId93" Type="http://schemas.openxmlformats.org/officeDocument/2006/relationships/image" Target="../media/image524.svg"/><Relationship Id="rId98" Type="http://schemas.openxmlformats.org/officeDocument/2006/relationships/image" Target="../media/image529.png"/><Relationship Id="rId121" Type="http://schemas.openxmlformats.org/officeDocument/2006/relationships/image" Target="../media/image545.svg"/><Relationship Id="rId142" Type="http://schemas.openxmlformats.org/officeDocument/2006/relationships/image" Target="../media/image564.png"/><Relationship Id="rId163" Type="http://schemas.openxmlformats.org/officeDocument/2006/relationships/image" Target="../media/image584.svg"/><Relationship Id="rId3" Type="http://schemas.openxmlformats.org/officeDocument/2006/relationships/image" Target="../media/image470.svg"/><Relationship Id="rId25" Type="http://schemas.openxmlformats.org/officeDocument/2006/relationships/image" Target="../media/image480.svg"/><Relationship Id="rId46" Type="http://schemas.openxmlformats.org/officeDocument/2006/relationships/image" Target="../media/image499.png"/><Relationship Id="rId67" Type="http://schemas.openxmlformats.org/officeDocument/2006/relationships/diagramColors" Target="../diagrams/colors8.xml"/><Relationship Id="rId116" Type="http://schemas.openxmlformats.org/officeDocument/2006/relationships/image" Target="../media/image274.png"/><Relationship Id="rId137" Type="http://schemas.openxmlformats.org/officeDocument/2006/relationships/image" Target="../media/image559.svg"/><Relationship Id="rId158" Type="http://schemas.openxmlformats.org/officeDocument/2006/relationships/image" Target="../media/image579.png"/><Relationship Id="rId20" Type="http://schemas.openxmlformats.org/officeDocument/2006/relationships/image" Target="../media/image342.png"/><Relationship Id="rId41" Type="http://schemas.openxmlformats.org/officeDocument/2006/relationships/image" Target="../media/image494.svg"/><Relationship Id="rId62" Type="http://schemas.openxmlformats.org/officeDocument/2006/relationships/diagramColors" Target="../diagrams/colors7.xml"/><Relationship Id="rId83" Type="http://schemas.openxmlformats.org/officeDocument/2006/relationships/image" Target="../media/image516.svg"/><Relationship Id="rId88" Type="http://schemas.openxmlformats.org/officeDocument/2006/relationships/image" Target="../media/image519.png"/><Relationship Id="rId111" Type="http://schemas.openxmlformats.org/officeDocument/2006/relationships/image" Target="../media/image538.svg"/><Relationship Id="rId132" Type="http://schemas.openxmlformats.org/officeDocument/2006/relationships/image" Target="../media/image337.png"/><Relationship Id="rId153" Type="http://schemas.openxmlformats.org/officeDocument/2006/relationships/image" Target="../media/image574.svg"/><Relationship Id="rId15" Type="http://schemas.openxmlformats.org/officeDocument/2006/relationships/image" Target="../media/image478.svg"/><Relationship Id="rId36" Type="http://schemas.openxmlformats.org/officeDocument/2006/relationships/image" Target="../media/image489.png"/><Relationship Id="rId57" Type="http://schemas.openxmlformats.org/officeDocument/2006/relationships/image" Target="../media/image505.png"/><Relationship Id="rId106" Type="http://schemas.openxmlformats.org/officeDocument/2006/relationships/image" Target="../media/image109.png"/><Relationship Id="rId127" Type="http://schemas.openxmlformats.org/officeDocument/2006/relationships/image" Target="../media/image551.svg"/><Relationship Id="rId10" Type="http://schemas.openxmlformats.org/officeDocument/2006/relationships/image" Target="../media/image31.png"/><Relationship Id="rId31" Type="http://schemas.openxmlformats.org/officeDocument/2006/relationships/image" Target="../media/image486.svg"/><Relationship Id="rId52" Type="http://schemas.microsoft.com/office/2007/relationships/diagramDrawing" Target="../diagrams/drawing6.xml"/><Relationship Id="rId73" Type="http://schemas.microsoft.com/office/2007/relationships/diagramDrawing" Target="../diagrams/drawing9.xml"/><Relationship Id="rId78" Type="http://schemas.openxmlformats.org/officeDocument/2006/relationships/image" Target="../media/image511.png"/><Relationship Id="rId94" Type="http://schemas.openxmlformats.org/officeDocument/2006/relationships/image" Target="../media/image525.png"/><Relationship Id="rId99" Type="http://schemas.openxmlformats.org/officeDocument/2006/relationships/image" Target="../media/image530.svg"/><Relationship Id="rId101" Type="http://schemas.openxmlformats.org/officeDocument/2006/relationships/image" Target="../media/image114.svg"/><Relationship Id="rId122" Type="http://schemas.openxmlformats.org/officeDocument/2006/relationships/image" Target="../media/image546.png"/><Relationship Id="rId143" Type="http://schemas.openxmlformats.org/officeDocument/2006/relationships/image" Target="../media/image565.svg"/><Relationship Id="rId148" Type="http://schemas.openxmlformats.org/officeDocument/2006/relationships/image" Target="../media/image570.png"/><Relationship Id="rId164" Type="http://schemas.openxmlformats.org/officeDocument/2006/relationships/image" Target="../media/image585.png"/><Relationship Id="rId4" Type="http://schemas.openxmlformats.org/officeDocument/2006/relationships/image" Target="../media/image471.png"/><Relationship Id="rId9" Type="http://schemas.openxmlformats.org/officeDocument/2006/relationships/image" Target="../media/image476.svg"/><Relationship Id="rId26" Type="http://schemas.openxmlformats.org/officeDocument/2006/relationships/image" Target="../media/image481.png"/><Relationship Id="rId47" Type="http://schemas.openxmlformats.org/officeDocument/2006/relationships/image" Target="../media/image500.svg"/><Relationship Id="rId68" Type="http://schemas.microsoft.com/office/2007/relationships/diagramDrawing" Target="../diagrams/drawing8.xml"/><Relationship Id="rId89" Type="http://schemas.openxmlformats.org/officeDocument/2006/relationships/image" Target="../media/image520.svg"/><Relationship Id="rId112" Type="http://schemas.openxmlformats.org/officeDocument/2006/relationships/image" Target="../media/image539.png"/><Relationship Id="rId133" Type="http://schemas.openxmlformats.org/officeDocument/2006/relationships/image" Target="../media/image338.svg"/><Relationship Id="rId154" Type="http://schemas.openxmlformats.org/officeDocument/2006/relationships/image" Target="../media/image575.png"/><Relationship Id="rId16" Type="http://schemas.openxmlformats.org/officeDocument/2006/relationships/image" Target="../media/image427.png"/><Relationship Id="rId37" Type="http://schemas.openxmlformats.org/officeDocument/2006/relationships/image" Target="../media/image490.svg"/><Relationship Id="rId58" Type="http://schemas.openxmlformats.org/officeDocument/2006/relationships/image" Target="../media/image506.svg"/><Relationship Id="rId79" Type="http://schemas.openxmlformats.org/officeDocument/2006/relationships/image" Target="../media/image512.svg"/><Relationship Id="rId102" Type="http://schemas.openxmlformats.org/officeDocument/2006/relationships/image" Target="../media/image531.png"/><Relationship Id="rId123" Type="http://schemas.openxmlformats.org/officeDocument/2006/relationships/image" Target="../media/image547.svg"/><Relationship Id="rId144" Type="http://schemas.openxmlformats.org/officeDocument/2006/relationships/image" Target="../media/image566.png"/><Relationship Id="rId90" Type="http://schemas.openxmlformats.org/officeDocument/2006/relationships/image" Target="../media/image521.png"/><Relationship Id="rId165" Type="http://schemas.openxmlformats.org/officeDocument/2006/relationships/image" Target="../media/image586.svg"/><Relationship Id="rId27" Type="http://schemas.openxmlformats.org/officeDocument/2006/relationships/image" Target="../media/image482.svg"/><Relationship Id="rId48" Type="http://schemas.openxmlformats.org/officeDocument/2006/relationships/diagramData" Target="../diagrams/data6.xml"/><Relationship Id="rId69" Type="http://schemas.openxmlformats.org/officeDocument/2006/relationships/diagramData" Target="../diagrams/data9.xml"/><Relationship Id="rId113" Type="http://schemas.openxmlformats.org/officeDocument/2006/relationships/image" Target="../media/image540.svg"/><Relationship Id="rId134" Type="http://schemas.openxmlformats.org/officeDocument/2006/relationships/image" Target="../media/image556.png"/><Relationship Id="rId80" Type="http://schemas.openxmlformats.org/officeDocument/2006/relationships/image" Target="../media/image513.png"/><Relationship Id="rId155" Type="http://schemas.openxmlformats.org/officeDocument/2006/relationships/image" Target="../media/image576.svg"/></Relationships>
</file>

<file path=ppt/slides/_rels/slide50.xml.rels><?xml version="1.0" encoding="UTF-8" standalone="yes"?>
<Relationships xmlns="http://schemas.openxmlformats.org/package/2006/relationships"><Relationship Id="rId26" Type="http://schemas.openxmlformats.org/officeDocument/2006/relationships/image" Target="../media/image596.png"/><Relationship Id="rId21" Type="http://schemas.openxmlformats.org/officeDocument/2006/relationships/image" Target="../media/image50.png"/><Relationship Id="rId42" Type="http://schemas.openxmlformats.org/officeDocument/2006/relationships/image" Target="../media/image608.png"/><Relationship Id="rId47" Type="http://schemas.openxmlformats.org/officeDocument/2006/relationships/image" Target="../media/image47.svg"/><Relationship Id="rId63" Type="http://schemas.openxmlformats.org/officeDocument/2006/relationships/image" Target="../media/image625.svg"/><Relationship Id="rId68" Type="http://schemas.openxmlformats.org/officeDocument/2006/relationships/image" Target="../media/image629.png"/><Relationship Id="rId84" Type="http://schemas.openxmlformats.org/officeDocument/2006/relationships/image" Target="../media/image645.jpg"/><Relationship Id="rId89" Type="http://schemas.openxmlformats.org/officeDocument/2006/relationships/image" Target="../media/image650.jpg"/><Relationship Id="rId16" Type="http://schemas.openxmlformats.org/officeDocument/2006/relationships/image" Target="../media/image590.png"/><Relationship Id="rId11" Type="http://schemas.openxmlformats.org/officeDocument/2006/relationships/image" Target="../media/image34.svg"/><Relationship Id="rId32" Type="http://schemas.openxmlformats.org/officeDocument/2006/relationships/image" Target="../media/image44.png"/><Relationship Id="rId37" Type="http://schemas.openxmlformats.org/officeDocument/2006/relationships/image" Target="../media/image62.svg"/><Relationship Id="rId53" Type="http://schemas.openxmlformats.org/officeDocument/2006/relationships/image" Target="../media/image616.svg"/><Relationship Id="rId58" Type="http://schemas.openxmlformats.org/officeDocument/2006/relationships/image" Target="../media/image621.png"/><Relationship Id="rId74" Type="http://schemas.openxmlformats.org/officeDocument/2006/relationships/image" Target="../media/image635.png"/><Relationship Id="rId79" Type="http://schemas.openxmlformats.org/officeDocument/2006/relationships/image" Target="../media/image640.png"/><Relationship Id="rId5" Type="http://schemas.openxmlformats.org/officeDocument/2006/relationships/image" Target="../media/image14.svg"/><Relationship Id="rId90" Type="http://schemas.openxmlformats.org/officeDocument/2006/relationships/image" Target="../media/image651.jpg"/><Relationship Id="rId95" Type="http://schemas.openxmlformats.org/officeDocument/2006/relationships/image" Target="../media/image654.png"/><Relationship Id="rId22" Type="http://schemas.openxmlformats.org/officeDocument/2006/relationships/image" Target="../media/image51.svg"/><Relationship Id="rId27" Type="http://schemas.openxmlformats.org/officeDocument/2006/relationships/image" Target="../media/image597.png"/><Relationship Id="rId43" Type="http://schemas.openxmlformats.org/officeDocument/2006/relationships/image" Target="../media/image609.svg"/><Relationship Id="rId48" Type="http://schemas.openxmlformats.org/officeDocument/2006/relationships/image" Target="../media/image612.png"/><Relationship Id="rId64" Type="http://schemas.openxmlformats.org/officeDocument/2006/relationships/image" Target="../media/image67.png"/><Relationship Id="rId69" Type="http://schemas.openxmlformats.org/officeDocument/2006/relationships/image" Target="../media/image630.svg"/><Relationship Id="rId80" Type="http://schemas.openxmlformats.org/officeDocument/2006/relationships/image" Target="../media/image641.svg"/><Relationship Id="rId85" Type="http://schemas.openxmlformats.org/officeDocument/2006/relationships/image" Target="../media/image646.jpg"/><Relationship Id="rId3" Type="http://schemas.openxmlformats.org/officeDocument/2006/relationships/image" Target="../media/image30.svg"/><Relationship Id="rId12" Type="http://schemas.openxmlformats.org/officeDocument/2006/relationships/image" Target="../media/image43.png"/><Relationship Id="rId17" Type="http://schemas.openxmlformats.org/officeDocument/2006/relationships/image" Target="../media/image591.png"/><Relationship Id="rId25" Type="http://schemas.openxmlformats.org/officeDocument/2006/relationships/image" Target="../media/image595.png"/><Relationship Id="rId33" Type="http://schemas.openxmlformats.org/officeDocument/2006/relationships/image" Target="../media/image45.svg"/><Relationship Id="rId38" Type="http://schemas.openxmlformats.org/officeDocument/2006/relationships/image" Target="../media/image605.png"/><Relationship Id="rId46" Type="http://schemas.openxmlformats.org/officeDocument/2006/relationships/image" Target="../media/image63.png"/><Relationship Id="rId59" Type="http://schemas.openxmlformats.org/officeDocument/2006/relationships/image" Target="../media/image512.svg"/><Relationship Id="rId67" Type="http://schemas.openxmlformats.org/officeDocument/2006/relationships/image" Target="../media/image628.svg"/><Relationship Id="rId20" Type="http://schemas.openxmlformats.org/officeDocument/2006/relationships/image" Target="../media/image49.svg"/><Relationship Id="rId41" Type="http://schemas.openxmlformats.org/officeDocument/2006/relationships/image" Target="../media/image607.svg"/><Relationship Id="rId54" Type="http://schemas.openxmlformats.org/officeDocument/2006/relationships/image" Target="../media/image617.png"/><Relationship Id="rId62" Type="http://schemas.openxmlformats.org/officeDocument/2006/relationships/image" Target="../media/image624.png"/><Relationship Id="rId70" Type="http://schemas.openxmlformats.org/officeDocument/2006/relationships/image" Target="../media/image631.png"/><Relationship Id="rId75" Type="http://schemas.openxmlformats.org/officeDocument/2006/relationships/image" Target="../media/image636.svg"/><Relationship Id="rId83" Type="http://schemas.openxmlformats.org/officeDocument/2006/relationships/image" Target="../media/image644.jpg"/><Relationship Id="rId88" Type="http://schemas.openxmlformats.org/officeDocument/2006/relationships/image" Target="../media/image649.jpg"/><Relationship Id="rId91" Type="http://schemas.openxmlformats.org/officeDocument/2006/relationships/image" Target="../media/image652.png"/><Relationship Id="rId96" Type="http://schemas.openxmlformats.org/officeDocument/2006/relationships/image" Target="../media/image655.svg"/><Relationship Id="rId1" Type="http://schemas.openxmlformats.org/officeDocument/2006/relationships/slideLayout" Target="../slideLayouts/slideLayout7.xml"/><Relationship Id="rId6" Type="http://schemas.openxmlformats.org/officeDocument/2006/relationships/image" Target="../media/image27.png"/><Relationship Id="rId15" Type="http://schemas.openxmlformats.org/officeDocument/2006/relationships/image" Target="../media/image589.png"/><Relationship Id="rId23" Type="http://schemas.openxmlformats.org/officeDocument/2006/relationships/image" Target="../media/image593.png"/><Relationship Id="rId28" Type="http://schemas.openxmlformats.org/officeDocument/2006/relationships/image" Target="../media/image598.png"/><Relationship Id="rId36" Type="http://schemas.openxmlformats.org/officeDocument/2006/relationships/image" Target="../media/image604.png"/><Relationship Id="rId49" Type="http://schemas.openxmlformats.org/officeDocument/2006/relationships/image" Target="../media/image297.svg"/><Relationship Id="rId57" Type="http://schemas.openxmlformats.org/officeDocument/2006/relationships/image" Target="../media/image620.svg"/><Relationship Id="rId10" Type="http://schemas.openxmlformats.org/officeDocument/2006/relationships/image" Target="../media/image33.png"/><Relationship Id="rId31" Type="http://schemas.openxmlformats.org/officeDocument/2006/relationships/image" Target="../media/image601.png"/><Relationship Id="rId44" Type="http://schemas.openxmlformats.org/officeDocument/2006/relationships/image" Target="../media/image610.png"/><Relationship Id="rId52" Type="http://schemas.openxmlformats.org/officeDocument/2006/relationships/image" Target="../media/image615.png"/><Relationship Id="rId60" Type="http://schemas.openxmlformats.org/officeDocument/2006/relationships/image" Target="../media/image622.png"/><Relationship Id="rId65" Type="http://schemas.openxmlformats.org/officeDocument/2006/relationships/image" Target="../media/image626.svg"/><Relationship Id="rId73" Type="http://schemas.openxmlformats.org/officeDocument/2006/relationships/image" Target="../media/image634.svg"/><Relationship Id="rId78" Type="http://schemas.openxmlformats.org/officeDocument/2006/relationships/image" Target="../media/image639.svg"/><Relationship Id="rId81" Type="http://schemas.openxmlformats.org/officeDocument/2006/relationships/image" Target="../media/image642.jpg"/><Relationship Id="rId86" Type="http://schemas.openxmlformats.org/officeDocument/2006/relationships/image" Target="../media/image647.jpg"/><Relationship Id="rId94" Type="http://schemas.openxmlformats.org/officeDocument/2006/relationships/image" Target="../media/image309.svg"/><Relationship Id="rId99" Type="http://schemas.openxmlformats.org/officeDocument/2006/relationships/image" Target="../media/image658.png"/><Relationship Id="rId4" Type="http://schemas.openxmlformats.org/officeDocument/2006/relationships/image" Target="../media/image13.png"/><Relationship Id="rId9" Type="http://schemas.openxmlformats.org/officeDocument/2006/relationships/image" Target="../media/image32.svg"/><Relationship Id="rId13" Type="http://schemas.openxmlformats.org/officeDocument/2006/relationships/image" Target="../media/image587.png"/><Relationship Id="rId18" Type="http://schemas.openxmlformats.org/officeDocument/2006/relationships/image" Target="../media/image592.png"/><Relationship Id="rId39" Type="http://schemas.openxmlformats.org/officeDocument/2006/relationships/image" Target="../media/image60.svg"/><Relationship Id="rId34" Type="http://schemas.openxmlformats.org/officeDocument/2006/relationships/image" Target="../media/image602.png"/><Relationship Id="rId50" Type="http://schemas.openxmlformats.org/officeDocument/2006/relationships/image" Target="../media/image613.png"/><Relationship Id="rId55" Type="http://schemas.openxmlformats.org/officeDocument/2006/relationships/image" Target="../media/image618.svg"/><Relationship Id="rId76" Type="http://schemas.openxmlformats.org/officeDocument/2006/relationships/image" Target="../media/image637.png"/><Relationship Id="rId97" Type="http://schemas.openxmlformats.org/officeDocument/2006/relationships/image" Target="../media/image656.png"/><Relationship Id="rId7" Type="http://schemas.openxmlformats.org/officeDocument/2006/relationships/image" Target="../media/image28.svg"/><Relationship Id="rId71" Type="http://schemas.openxmlformats.org/officeDocument/2006/relationships/image" Target="../media/image632.svg"/><Relationship Id="rId92" Type="http://schemas.openxmlformats.org/officeDocument/2006/relationships/image" Target="../media/image653.svg"/><Relationship Id="rId2" Type="http://schemas.openxmlformats.org/officeDocument/2006/relationships/image" Target="../media/image29.png"/><Relationship Id="rId29" Type="http://schemas.openxmlformats.org/officeDocument/2006/relationships/image" Target="../media/image599.png"/><Relationship Id="rId24" Type="http://schemas.openxmlformats.org/officeDocument/2006/relationships/image" Target="../media/image594.svg"/><Relationship Id="rId40" Type="http://schemas.openxmlformats.org/officeDocument/2006/relationships/image" Target="../media/image606.png"/><Relationship Id="rId45" Type="http://schemas.openxmlformats.org/officeDocument/2006/relationships/image" Target="../media/image611.svg"/><Relationship Id="rId66" Type="http://schemas.openxmlformats.org/officeDocument/2006/relationships/image" Target="../media/image627.png"/><Relationship Id="rId87" Type="http://schemas.openxmlformats.org/officeDocument/2006/relationships/image" Target="../media/image648.jpg"/><Relationship Id="rId61" Type="http://schemas.openxmlformats.org/officeDocument/2006/relationships/image" Target="../media/image623.svg"/><Relationship Id="rId82" Type="http://schemas.openxmlformats.org/officeDocument/2006/relationships/image" Target="../media/image643.jpg"/><Relationship Id="rId19" Type="http://schemas.openxmlformats.org/officeDocument/2006/relationships/image" Target="../media/image48.png"/><Relationship Id="rId14" Type="http://schemas.openxmlformats.org/officeDocument/2006/relationships/image" Target="../media/image588.png"/><Relationship Id="rId30" Type="http://schemas.openxmlformats.org/officeDocument/2006/relationships/image" Target="../media/image600.png"/><Relationship Id="rId35" Type="http://schemas.openxmlformats.org/officeDocument/2006/relationships/image" Target="../media/image603.svg"/><Relationship Id="rId56" Type="http://schemas.openxmlformats.org/officeDocument/2006/relationships/image" Target="../media/image619.png"/><Relationship Id="rId77" Type="http://schemas.openxmlformats.org/officeDocument/2006/relationships/image" Target="../media/image638.png"/><Relationship Id="rId100" Type="http://schemas.openxmlformats.org/officeDocument/2006/relationships/image" Target="../media/image659.svg"/><Relationship Id="rId8" Type="http://schemas.openxmlformats.org/officeDocument/2006/relationships/image" Target="../media/image31.png"/><Relationship Id="rId51" Type="http://schemas.openxmlformats.org/officeDocument/2006/relationships/image" Target="../media/image614.svg"/><Relationship Id="rId72" Type="http://schemas.openxmlformats.org/officeDocument/2006/relationships/image" Target="../media/image633.png"/><Relationship Id="rId93" Type="http://schemas.openxmlformats.org/officeDocument/2006/relationships/image" Target="../media/image308.png"/><Relationship Id="rId98" Type="http://schemas.openxmlformats.org/officeDocument/2006/relationships/image" Target="../media/image657.svg"/></Relationships>
</file>

<file path=ppt/slides/_rels/slide51.xml.rels><?xml version="1.0" encoding="UTF-8" standalone="yes"?>
<Relationships xmlns="http://schemas.openxmlformats.org/package/2006/relationships"><Relationship Id="rId8" Type="http://schemas.openxmlformats.org/officeDocument/2006/relationships/image" Target="../media/image607.svg"/><Relationship Id="rId13" Type="http://schemas.openxmlformats.org/officeDocument/2006/relationships/image" Target="../media/image612.png"/><Relationship Id="rId3" Type="http://schemas.openxmlformats.org/officeDocument/2006/relationships/image" Target="../media/image604.png"/><Relationship Id="rId7" Type="http://schemas.openxmlformats.org/officeDocument/2006/relationships/image" Target="../media/image606.png"/><Relationship Id="rId12" Type="http://schemas.openxmlformats.org/officeDocument/2006/relationships/image" Target="../media/image506.svg"/><Relationship Id="rId17" Type="http://schemas.openxmlformats.org/officeDocument/2006/relationships/image" Target="../media/image662.svg"/><Relationship Id="rId2" Type="http://schemas.openxmlformats.org/officeDocument/2006/relationships/image" Target="../media/image2.PNG"/><Relationship Id="rId16" Type="http://schemas.openxmlformats.org/officeDocument/2006/relationships/image" Target="../media/image661.png"/><Relationship Id="rId1" Type="http://schemas.openxmlformats.org/officeDocument/2006/relationships/slideLayout" Target="../slideLayouts/slideLayout7.xml"/><Relationship Id="rId6" Type="http://schemas.openxmlformats.org/officeDocument/2006/relationships/image" Target="../media/image60.svg"/><Relationship Id="rId11" Type="http://schemas.openxmlformats.org/officeDocument/2006/relationships/image" Target="../media/image505.png"/><Relationship Id="rId5" Type="http://schemas.openxmlformats.org/officeDocument/2006/relationships/image" Target="../media/image605.png"/><Relationship Id="rId15" Type="http://schemas.openxmlformats.org/officeDocument/2006/relationships/image" Target="../media/image660.PNG"/><Relationship Id="rId10" Type="http://schemas.openxmlformats.org/officeDocument/2006/relationships/image" Target="../media/image512.svg"/><Relationship Id="rId4" Type="http://schemas.openxmlformats.org/officeDocument/2006/relationships/image" Target="../media/image62.svg"/><Relationship Id="rId9" Type="http://schemas.openxmlformats.org/officeDocument/2006/relationships/image" Target="../media/image621.png"/><Relationship Id="rId14" Type="http://schemas.openxmlformats.org/officeDocument/2006/relationships/image" Target="../media/image297.svg"/></Relationships>
</file>

<file path=ppt/slides/_rels/slide5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63.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image" Target="../media/image664.jp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8" Type="http://schemas.openxmlformats.org/officeDocument/2006/relationships/image" Target="../media/image671.jpeg"/><Relationship Id="rId13" Type="http://schemas.openxmlformats.org/officeDocument/2006/relationships/image" Target="../media/image676.jpg"/><Relationship Id="rId3" Type="http://schemas.openxmlformats.org/officeDocument/2006/relationships/image" Target="../media/image666.jpeg"/><Relationship Id="rId7" Type="http://schemas.openxmlformats.org/officeDocument/2006/relationships/image" Target="../media/image670.jpeg"/><Relationship Id="rId12" Type="http://schemas.openxmlformats.org/officeDocument/2006/relationships/image" Target="../media/image675.jpg"/><Relationship Id="rId2" Type="http://schemas.openxmlformats.org/officeDocument/2006/relationships/image" Target="../media/image665.jpeg"/><Relationship Id="rId16" Type="http://schemas.openxmlformats.org/officeDocument/2006/relationships/image" Target="../media/image679.jpg"/><Relationship Id="rId1" Type="http://schemas.openxmlformats.org/officeDocument/2006/relationships/slideLayout" Target="../slideLayouts/slideLayout7.xml"/><Relationship Id="rId6" Type="http://schemas.openxmlformats.org/officeDocument/2006/relationships/image" Target="../media/image669.jpeg"/><Relationship Id="rId11" Type="http://schemas.openxmlformats.org/officeDocument/2006/relationships/image" Target="../media/image674.jpg"/><Relationship Id="rId5" Type="http://schemas.openxmlformats.org/officeDocument/2006/relationships/image" Target="../media/image668.jpeg"/><Relationship Id="rId15" Type="http://schemas.openxmlformats.org/officeDocument/2006/relationships/image" Target="../media/image678.jpg"/><Relationship Id="rId10" Type="http://schemas.openxmlformats.org/officeDocument/2006/relationships/image" Target="../media/image673.jpg"/><Relationship Id="rId4" Type="http://schemas.openxmlformats.org/officeDocument/2006/relationships/image" Target="../media/image667.jpeg"/><Relationship Id="rId9" Type="http://schemas.openxmlformats.org/officeDocument/2006/relationships/image" Target="../media/image672.jpeg"/><Relationship Id="rId14" Type="http://schemas.openxmlformats.org/officeDocument/2006/relationships/image" Target="../media/image677.jpg"/></Relationships>
</file>

<file path=ppt/slides/_rels/slide57.xml.rels><?xml version="1.0" encoding="UTF-8" standalone="yes"?>
<Relationships xmlns="http://schemas.openxmlformats.org/package/2006/relationships"><Relationship Id="rId2" Type="http://schemas.openxmlformats.org/officeDocument/2006/relationships/image" Target="../media/image642.jp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8" Type="http://schemas.openxmlformats.org/officeDocument/2006/relationships/image" Target="../media/image686.jpeg"/><Relationship Id="rId13" Type="http://schemas.openxmlformats.org/officeDocument/2006/relationships/image" Target="../media/image691.jpeg"/><Relationship Id="rId3" Type="http://schemas.openxmlformats.org/officeDocument/2006/relationships/image" Target="../media/image681.jpeg"/><Relationship Id="rId7" Type="http://schemas.openxmlformats.org/officeDocument/2006/relationships/image" Target="../media/image685.jpeg"/><Relationship Id="rId12" Type="http://schemas.openxmlformats.org/officeDocument/2006/relationships/image" Target="../media/image690.jpeg"/><Relationship Id="rId2" Type="http://schemas.openxmlformats.org/officeDocument/2006/relationships/image" Target="../media/image680.jpeg"/><Relationship Id="rId1" Type="http://schemas.openxmlformats.org/officeDocument/2006/relationships/slideLayout" Target="../slideLayouts/slideLayout7.xml"/><Relationship Id="rId6" Type="http://schemas.openxmlformats.org/officeDocument/2006/relationships/image" Target="../media/image684.jpeg"/><Relationship Id="rId11" Type="http://schemas.openxmlformats.org/officeDocument/2006/relationships/image" Target="../media/image689.jpeg"/><Relationship Id="rId5" Type="http://schemas.openxmlformats.org/officeDocument/2006/relationships/image" Target="../media/image683.jpeg"/><Relationship Id="rId15" Type="http://schemas.openxmlformats.org/officeDocument/2006/relationships/image" Target="../media/image693.jpeg"/><Relationship Id="rId10" Type="http://schemas.openxmlformats.org/officeDocument/2006/relationships/image" Target="../media/image688.jpeg"/><Relationship Id="rId4" Type="http://schemas.openxmlformats.org/officeDocument/2006/relationships/image" Target="../media/image682.jpeg"/><Relationship Id="rId9" Type="http://schemas.openxmlformats.org/officeDocument/2006/relationships/image" Target="../media/image687.jpeg"/><Relationship Id="rId14" Type="http://schemas.openxmlformats.org/officeDocument/2006/relationships/image" Target="../media/image692.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9" name="Rectangle 48">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51" name="Rectangle 50">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3" name="Freeform: Shape 52">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chemeClr val="tx2">
                <a:lumMod val="10000"/>
                <a:lumOff val="90000"/>
              </a:schemeClr>
            </a:solidFill>
          </a:ln>
          <a:effectLst>
            <a:outerShdw blurRad="63500" sx="102000" sy="102000" algn="ctr" rotWithShape="0">
              <a:schemeClr val="bg1">
                <a:lumMod val="8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55" name="Freeform: Shape 54">
            <a:extLst>
              <a:ext uri="{FF2B5EF4-FFF2-40B4-BE49-F238E27FC236}">
                <a16:creationId xmlns:a16="http://schemas.microsoft.com/office/drawing/2014/main" id="{9C45F024-2468-4D8A-9E11-BB2B1E0A3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re 3">
            <a:extLst>
              <a:ext uri="{FF2B5EF4-FFF2-40B4-BE49-F238E27FC236}">
                <a16:creationId xmlns:a16="http://schemas.microsoft.com/office/drawing/2014/main" id="{004856B6-6A32-4276-A49E-ADFA78B216C1}"/>
              </a:ext>
            </a:extLst>
          </p:cNvPr>
          <p:cNvSpPr>
            <a:spLocks noGrp="1"/>
          </p:cNvSpPr>
          <p:nvPr>
            <p:ph type="title"/>
          </p:nvPr>
        </p:nvSpPr>
        <p:spPr>
          <a:xfrm>
            <a:off x="1524000" y="874330"/>
            <a:ext cx="9144000" cy="1171245"/>
          </a:xfrm>
        </p:spPr>
        <p:txBody>
          <a:bodyPr vert="horz" lIns="91440" tIns="45720" rIns="91440" bIns="45720" rtlCol="0" anchor="ctr">
            <a:normAutofit/>
          </a:bodyPr>
          <a:lstStyle/>
          <a:p>
            <a:pPr algn="ctr"/>
            <a:r>
              <a:rPr lang="en-US" sz="7200" dirty="0"/>
              <a:t>#OSG 801</a:t>
            </a:r>
          </a:p>
        </p:txBody>
      </p:sp>
      <p:sp>
        <p:nvSpPr>
          <p:cNvPr id="57" name="Rectangle 56">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 name="Image 9">
            <a:extLst>
              <a:ext uri="{FF2B5EF4-FFF2-40B4-BE49-F238E27FC236}">
                <a16:creationId xmlns:a16="http://schemas.microsoft.com/office/drawing/2014/main" id="{F5A602B0-5B40-4E72-AB7A-6CF48A2B8E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20400" y="5798199"/>
            <a:ext cx="1122808" cy="1083179"/>
          </a:xfrm>
          <a:prstGeom prst="rect">
            <a:avLst/>
          </a:prstGeom>
        </p:spPr>
      </p:pic>
      <p:pic>
        <p:nvPicPr>
          <p:cNvPr id="3" name="Image 2">
            <a:extLst>
              <a:ext uri="{FF2B5EF4-FFF2-40B4-BE49-F238E27FC236}">
                <a16:creationId xmlns:a16="http://schemas.microsoft.com/office/drawing/2014/main" id="{59713A3C-ECB3-4BE0-B9D4-887E483D4C07}"/>
              </a:ext>
            </a:extLst>
          </p:cNvPr>
          <p:cNvPicPr>
            <a:picLocks noChangeAspect="1"/>
          </p:cNvPicPr>
          <p:nvPr/>
        </p:nvPicPr>
        <p:blipFill rotWithShape="1">
          <a:blip r:embed="rId4">
            <a:extLst>
              <a:ext uri="{28A0092B-C50C-407E-A947-70E740481C1C}">
                <a14:useLocalDpi xmlns:a14="http://schemas.microsoft.com/office/drawing/2010/main" val="0"/>
              </a:ext>
            </a:extLst>
          </a:blip>
          <a:srcRect b="18340"/>
          <a:stretch/>
        </p:blipFill>
        <p:spPr>
          <a:xfrm>
            <a:off x="2139172" y="2045575"/>
            <a:ext cx="7770238" cy="3506643"/>
          </a:xfrm>
          <a:prstGeom prst="rect">
            <a:avLst/>
          </a:prstGeom>
        </p:spPr>
      </p:pic>
      <p:sp>
        <p:nvSpPr>
          <p:cNvPr id="11" name="ZoneTexte 10">
            <a:extLst>
              <a:ext uri="{FF2B5EF4-FFF2-40B4-BE49-F238E27FC236}">
                <a16:creationId xmlns:a16="http://schemas.microsoft.com/office/drawing/2014/main" id="{B326B4ED-CD6A-47E5-80C7-EB17E0E3DC4E}"/>
              </a:ext>
            </a:extLst>
          </p:cNvPr>
          <p:cNvSpPr txBox="1"/>
          <p:nvPr/>
        </p:nvSpPr>
        <p:spPr>
          <a:xfrm>
            <a:off x="1282740" y="5326104"/>
            <a:ext cx="9707763" cy="646331"/>
          </a:xfrm>
          <a:prstGeom prst="rect">
            <a:avLst/>
          </a:prstGeom>
          <a:noFill/>
        </p:spPr>
        <p:txBody>
          <a:bodyPr wrap="square" rtlCol="0">
            <a:spAutoFit/>
          </a:bodyPr>
          <a:lstStyle/>
          <a:p>
            <a:pPr algn="ctr"/>
            <a:r>
              <a:rPr lang="en-US" b="1" i="1" dirty="0" err="1">
                <a:solidFill>
                  <a:srgbClr val="0683AA"/>
                </a:solidFill>
              </a:rPr>
              <a:t>Méthode</a:t>
            </a:r>
            <a:r>
              <a:rPr lang="en-US" b="1" i="1" dirty="0">
                <a:solidFill>
                  <a:srgbClr val="ED7D31"/>
                </a:solidFill>
              </a:rPr>
              <a:t> </a:t>
            </a:r>
            <a:r>
              <a:rPr lang="en-US" b="1" i="1" dirty="0" err="1">
                <a:solidFill>
                  <a:srgbClr val="ED7D31"/>
                </a:solidFill>
              </a:rPr>
              <a:t>Gamifiée</a:t>
            </a:r>
            <a:r>
              <a:rPr lang="en-US" b="1" i="1" dirty="0">
                <a:solidFill>
                  <a:srgbClr val="ED7D31"/>
                </a:solidFill>
              </a:rPr>
              <a:t> </a:t>
            </a:r>
            <a:r>
              <a:rPr lang="en-US" b="1" i="1" dirty="0">
                <a:solidFill>
                  <a:srgbClr val="0683AA"/>
                </a:solidFill>
              </a:rPr>
              <a:t>et Open-Source pour </a:t>
            </a:r>
            <a:r>
              <a:rPr lang="en-US" b="1" i="1" dirty="0" err="1">
                <a:solidFill>
                  <a:srgbClr val="0683AA"/>
                </a:solidFill>
              </a:rPr>
              <a:t>apprendre</a:t>
            </a:r>
            <a:r>
              <a:rPr lang="en-US" b="1" i="1" dirty="0">
                <a:solidFill>
                  <a:srgbClr val="0683AA"/>
                </a:solidFill>
              </a:rPr>
              <a:t> à </a:t>
            </a:r>
            <a:r>
              <a:rPr lang="en-US" b="1" i="1" dirty="0" err="1">
                <a:solidFill>
                  <a:srgbClr val="0683AA"/>
                </a:solidFill>
              </a:rPr>
              <a:t>construire</a:t>
            </a:r>
            <a:r>
              <a:rPr lang="en-US" b="1" i="1" dirty="0">
                <a:solidFill>
                  <a:srgbClr val="0683AA"/>
                </a:solidFill>
              </a:rPr>
              <a:t> </a:t>
            </a:r>
            <a:r>
              <a:rPr lang="en-US" b="1" i="1" dirty="0" err="1">
                <a:solidFill>
                  <a:srgbClr val="0683AA"/>
                </a:solidFill>
              </a:rPr>
              <a:t>une</a:t>
            </a:r>
            <a:r>
              <a:rPr lang="en-US" b="1" i="1" dirty="0">
                <a:solidFill>
                  <a:srgbClr val="0683AA"/>
                </a:solidFill>
              </a:rPr>
              <a:t> </a:t>
            </a:r>
            <a:r>
              <a:rPr lang="en-US" b="1" i="1" dirty="0" err="1">
                <a:solidFill>
                  <a:srgbClr val="0683AA"/>
                </a:solidFill>
              </a:rPr>
              <a:t>communauté</a:t>
            </a:r>
            <a:endParaRPr lang="en-US" b="1" i="1" dirty="0">
              <a:solidFill>
                <a:srgbClr val="0683AA"/>
              </a:solidFill>
            </a:endParaRPr>
          </a:p>
          <a:p>
            <a:pPr algn="ctr"/>
            <a:r>
              <a:rPr lang="en-US" b="1" i="1" dirty="0">
                <a:solidFill>
                  <a:schemeClr val="bg1">
                    <a:lumMod val="50000"/>
                  </a:schemeClr>
                </a:solidFill>
              </a:rPr>
              <a:t>#</a:t>
            </a:r>
            <a:r>
              <a:rPr lang="en-US" b="1" i="1" dirty="0">
                <a:solidFill>
                  <a:srgbClr val="ED7D31"/>
                </a:solidFill>
              </a:rPr>
              <a:t>Open</a:t>
            </a:r>
            <a:r>
              <a:rPr lang="en-US" b="1" i="1" dirty="0">
                <a:solidFill>
                  <a:srgbClr val="0683AA"/>
                </a:solidFill>
              </a:rPr>
              <a:t>Serious</a:t>
            </a:r>
            <a:r>
              <a:rPr lang="en-US" b="1" i="1" dirty="0">
                <a:solidFill>
                  <a:srgbClr val="ED7D31"/>
                </a:solidFill>
              </a:rPr>
              <a:t>Community</a:t>
            </a:r>
          </a:p>
        </p:txBody>
      </p:sp>
    </p:spTree>
    <p:extLst>
      <p:ext uri="{BB962C8B-B14F-4D97-AF65-F5344CB8AC3E}">
        <p14:creationId xmlns:p14="http://schemas.microsoft.com/office/powerpoint/2010/main" val="2589256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F2624D1-F392-40BE-A98A-2584E24864F6}"/>
              </a:ext>
            </a:extLst>
          </p:cNvPr>
          <p:cNvSpPr>
            <a:spLocks noGrp="1"/>
          </p:cNvSpPr>
          <p:nvPr>
            <p:ph type="title"/>
          </p:nvPr>
        </p:nvSpPr>
        <p:spPr/>
        <p:txBody>
          <a:bodyPr>
            <a:normAutofit/>
          </a:bodyPr>
          <a:lstStyle/>
          <a:p>
            <a:r>
              <a:rPr lang="fr-FR" dirty="0"/>
              <a:t>Pitch #OpenSeriousCommunity</a:t>
            </a:r>
          </a:p>
        </p:txBody>
      </p:sp>
      <p:sp>
        <p:nvSpPr>
          <p:cNvPr id="7" name="Espace réservé du contenu 6">
            <a:extLst>
              <a:ext uri="{FF2B5EF4-FFF2-40B4-BE49-F238E27FC236}">
                <a16:creationId xmlns:a16="http://schemas.microsoft.com/office/drawing/2014/main" id="{968FAAD3-045A-4D7C-B2E6-F2FA3C7B8422}"/>
              </a:ext>
            </a:extLst>
          </p:cNvPr>
          <p:cNvSpPr>
            <a:spLocks noGrp="1"/>
          </p:cNvSpPr>
          <p:nvPr>
            <p:ph idx="1"/>
          </p:nvPr>
        </p:nvSpPr>
        <p:spPr>
          <a:xfrm>
            <a:off x="411481" y="2228550"/>
            <a:ext cx="1865745" cy="4370832"/>
          </a:xfrm>
        </p:spPr>
        <p:txBody>
          <a:bodyPr>
            <a:noAutofit/>
          </a:bodyPr>
          <a:lstStyle/>
          <a:p>
            <a:pPr marL="0" indent="0">
              <a:buNone/>
            </a:pPr>
            <a:r>
              <a:rPr lang="fr-FR" sz="1400" dirty="0"/>
              <a:t>🚀Considérez vous la </a:t>
            </a:r>
            <a:r>
              <a:rPr lang="fr-FR" sz="1400" b="1" dirty="0">
                <a:solidFill>
                  <a:srgbClr val="ED7D31"/>
                </a:solidFill>
              </a:rPr>
              <a:t>dynamisation des communautés </a:t>
            </a:r>
            <a:r>
              <a:rPr lang="fr-FR" sz="1400" dirty="0"/>
              <a:t>comme un facteur clé de la réussite de votre entreprise ? </a:t>
            </a:r>
          </a:p>
          <a:p>
            <a:pPr marL="0" indent="0">
              <a:buNone/>
            </a:pPr>
            <a:endParaRPr lang="fr-FR" sz="1400" dirty="0"/>
          </a:p>
          <a:p>
            <a:pPr marL="0" indent="0">
              <a:buNone/>
            </a:pPr>
            <a:r>
              <a:rPr lang="fr-FR" sz="1400" dirty="0"/>
              <a:t>🎓 Voulez-vous en savoir plus sur la </a:t>
            </a:r>
            <a:r>
              <a:rPr lang="fr-FR" sz="1400" b="1" dirty="0">
                <a:solidFill>
                  <a:srgbClr val="3494BA"/>
                </a:solidFill>
              </a:rPr>
              <a:t>dynamisation des communautés d’entreprise </a:t>
            </a:r>
            <a:r>
              <a:rPr lang="fr-FR" sz="1400" dirty="0"/>
              <a:t>?</a:t>
            </a:r>
            <a:endParaRPr lang="en-US" sz="1400" dirty="0"/>
          </a:p>
        </p:txBody>
      </p:sp>
      <p:sp>
        <p:nvSpPr>
          <p:cNvPr id="6" name="Espace réservé du contenu 6">
            <a:extLst>
              <a:ext uri="{FF2B5EF4-FFF2-40B4-BE49-F238E27FC236}">
                <a16:creationId xmlns:a16="http://schemas.microsoft.com/office/drawing/2014/main" id="{F2E82763-B96F-4A19-B580-A8194AD2B455}"/>
              </a:ext>
            </a:extLst>
          </p:cNvPr>
          <p:cNvSpPr txBox="1">
            <a:spLocks/>
          </p:cNvSpPr>
          <p:nvPr/>
        </p:nvSpPr>
        <p:spPr>
          <a:xfrm>
            <a:off x="7679575" y="2157984"/>
            <a:ext cx="4100944" cy="4370832"/>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400" dirty="0"/>
              <a:t>#</a:t>
            </a:r>
            <a:r>
              <a:rPr lang="fr-FR" sz="1400" b="1" dirty="0">
                <a:solidFill>
                  <a:srgbClr val="ED7D31"/>
                </a:solidFill>
              </a:rPr>
              <a:t>Open</a:t>
            </a:r>
            <a:r>
              <a:rPr lang="fr-FR" sz="1400" b="1" dirty="0">
                <a:solidFill>
                  <a:srgbClr val="3494BA"/>
                </a:solidFill>
              </a:rPr>
              <a:t>Serious</a:t>
            </a:r>
            <a:r>
              <a:rPr lang="fr-FR" sz="1400" b="1" dirty="0">
                <a:solidFill>
                  <a:srgbClr val="ED7D31"/>
                </a:solidFill>
              </a:rPr>
              <a:t>Community</a:t>
            </a:r>
            <a:r>
              <a:rPr lang="fr-FR" sz="1400" dirty="0"/>
              <a:t> est une approche gamifiée pour entraîner les futurs Community Boosters à répondre aux questions suivantes :</a:t>
            </a:r>
          </a:p>
          <a:p>
            <a:r>
              <a:rPr lang="fr-FR" sz="1400" i="1" dirty="0"/>
              <a:t>Quelle est la prochaine étape ? Que devons-nous faire ensuite ? Quelles sont nos possibilités ?</a:t>
            </a:r>
          </a:p>
          <a:p>
            <a:r>
              <a:rPr lang="fr-FR" sz="1400" i="1" dirty="0"/>
              <a:t>Qui dois-je recruter dans la Communauté ? Quelle feuille de route pour la croissance de la Communauté ? Comment justifier cette feuille de route ? </a:t>
            </a:r>
          </a:p>
          <a:p>
            <a:r>
              <a:rPr lang="fr-FR" sz="1400" i="1" dirty="0"/>
              <a:t>Comment développer le sentiment d'appartenance ?</a:t>
            </a:r>
          </a:p>
          <a:p>
            <a:pPr marL="0" indent="0">
              <a:buFont typeface="Arial" panose="020B0604020202020204" pitchFamily="34" charset="0"/>
              <a:buNone/>
            </a:pPr>
            <a:r>
              <a:rPr lang="fr-FR" sz="1400" dirty="0"/>
              <a:t>Dans ce jeu, vous vous entraînez à prendre des décisions tactiques et à transformer vos défis en une feuille de route communautaire. Vous développerez des compétences pour trouver un équilibre entre votre stratégie de croissance et les contraintes de votre contexte. </a:t>
            </a:r>
            <a:endParaRPr lang="en-US" sz="1400" dirty="0"/>
          </a:p>
        </p:txBody>
      </p:sp>
      <p:sp>
        <p:nvSpPr>
          <p:cNvPr id="8" name="ZoneTexte 7">
            <a:extLst>
              <a:ext uri="{FF2B5EF4-FFF2-40B4-BE49-F238E27FC236}">
                <a16:creationId xmlns:a16="http://schemas.microsoft.com/office/drawing/2014/main" id="{669C6C60-602E-4533-9776-0B2A4E8FF555}"/>
              </a:ext>
            </a:extLst>
          </p:cNvPr>
          <p:cNvSpPr txBox="1"/>
          <p:nvPr/>
        </p:nvSpPr>
        <p:spPr>
          <a:xfrm>
            <a:off x="2392219" y="2265908"/>
            <a:ext cx="5172363" cy="4154984"/>
          </a:xfrm>
          <a:prstGeom prst="rect">
            <a:avLst/>
          </a:prstGeom>
          <a:solidFill>
            <a:schemeClr val="bg1">
              <a:lumMod val="95000"/>
            </a:schemeClr>
          </a:solidFill>
        </p:spPr>
        <p:txBody>
          <a:bodyPr wrap="square">
            <a:spAutoFit/>
          </a:bodyPr>
          <a:lstStyle/>
          <a:p>
            <a:pPr marL="0" indent="0">
              <a:buNone/>
            </a:pPr>
            <a:r>
              <a:rPr lang="fr-FR" sz="1200" dirty="0"/>
              <a:t>Dans cette quête d'apprentissage, voici quelques défis que vous pourriez rencontrer : </a:t>
            </a:r>
          </a:p>
          <a:p>
            <a:pPr marL="0" indent="0">
              <a:buNone/>
            </a:pPr>
            <a:endParaRPr lang="fr-FR" sz="1200" dirty="0"/>
          </a:p>
          <a:p>
            <a:pPr marL="0" indent="0">
              <a:buNone/>
            </a:pPr>
            <a:r>
              <a:rPr lang="fr-FR" sz="1200" dirty="0"/>
              <a:t>Les recommandations généralistes de communauté peuvent vous enseigner l'état d'esprit mais sont souvent trop haut niveau et trop éloignées du </a:t>
            </a:r>
            <a:r>
              <a:rPr lang="fr-FR" sz="1200" b="1" dirty="0"/>
              <a:t>quotidien opérationnel</a:t>
            </a:r>
            <a:r>
              <a:rPr lang="fr-FR" sz="1200" dirty="0"/>
              <a:t>.</a:t>
            </a:r>
          </a:p>
          <a:p>
            <a:pPr marL="0" indent="0">
              <a:buNone/>
            </a:pPr>
            <a:endParaRPr lang="fr-FR" sz="1200" dirty="0"/>
          </a:p>
          <a:p>
            <a:pPr marL="0" indent="0">
              <a:buNone/>
            </a:pPr>
            <a:r>
              <a:rPr lang="fr-FR" sz="1200" dirty="0"/>
              <a:t>Les tutoriels (création de contenu, partage de contenu) sont concrets et donnent des résultats clairs. Cependant, ils sont souvent très bas niveau et ne peuvent pas aider à décider de vos </a:t>
            </a:r>
            <a:r>
              <a:rPr lang="fr-FR" sz="1200" b="1" dirty="0"/>
              <a:t>tactiques de développement communautaire.</a:t>
            </a:r>
          </a:p>
          <a:p>
            <a:pPr marL="0" indent="0">
              <a:buNone/>
            </a:pPr>
            <a:endParaRPr lang="fr-FR" sz="1200" dirty="0"/>
          </a:p>
          <a:p>
            <a:pPr marL="0" indent="0">
              <a:buNone/>
            </a:pPr>
            <a:r>
              <a:rPr lang="fr-FR" sz="1200" dirty="0"/>
              <a:t>Les recettes d’ateliers aident à préparer vos événements, mais elles n'expliquent pas </a:t>
            </a:r>
            <a:r>
              <a:rPr lang="fr-FR" sz="1200" b="1" dirty="0"/>
              <a:t>quel événement est pertinent pour quel moment.</a:t>
            </a:r>
          </a:p>
          <a:p>
            <a:pPr marL="0" indent="0">
              <a:buNone/>
            </a:pPr>
            <a:endParaRPr lang="fr-FR" sz="1200" dirty="0"/>
          </a:p>
          <a:p>
            <a:pPr marL="0" indent="0">
              <a:buNone/>
            </a:pPr>
            <a:r>
              <a:rPr lang="fr-FR" sz="1200" dirty="0"/>
              <a:t>Les retours d'expérience des Community Boosters expérimentés peuvent inspirer par l’exemple. Mais ces "meilleures" pratiques sont statiques et n'aident guère à prendre </a:t>
            </a:r>
            <a:r>
              <a:rPr lang="fr-FR" sz="1200" b="1" dirty="0"/>
              <a:t>des décisions dans nos propres conditions et contextes</a:t>
            </a:r>
            <a:r>
              <a:rPr lang="fr-FR" sz="1200" dirty="0"/>
              <a:t>.</a:t>
            </a:r>
          </a:p>
          <a:p>
            <a:pPr marL="0" indent="0">
              <a:buNone/>
            </a:pPr>
            <a:endParaRPr lang="fr-FR" sz="1200" dirty="0"/>
          </a:p>
          <a:p>
            <a:pPr marL="0" indent="0">
              <a:buNone/>
            </a:pPr>
            <a:r>
              <a:rPr lang="fr-FR" sz="1200" dirty="0"/>
              <a:t>Comment alors combler le vide entre tous ces contenus et devenir des décideurs communautaires compétents ?</a:t>
            </a:r>
            <a:endParaRPr lang="en-US" sz="1200" dirty="0"/>
          </a:p>
        </p:txBody>
      </p:sp>
    </p:spTree>
    <p:extLst>
      <p:ext uri="{BB962C8B-B14F-4D97-AF65-F5344CB8AC3E}">
        <p14:creationId xmlns:p14="http://schemas.microsoft.com/office/powerpoint/2010/main" val="29968413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5" name="Rectangle 14">
            <a:extLst>
              <a:ext uri="{FF2B5EF4-FFF2-40B4-BE49-F238E27FC236}">
                <a16:creationId xmlns:a16="http://schemas.microsoft.com/office/drawing/2014/main" id="{5A59F003-E00A-43F9-91DC-CC54E3B87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rrière-plan abstrait de maillage et nœuds bleus">
            <a:extLst>
              <a:ext uri="{FF2B5EF4-FFF2-40B4-BE49-F238E27FC236}">
                <a16:creationId xmlns:a16="http://schemas.microsoft.com/office/drawing/2014/main" id="{69514470-162B-4FBC-ABE8-39DEBE5B8D35}"/>
              </a:ext>
            </a:extLst>
          </p:cNvPr>
          <p:cNvPicPr>
            <a:picLocks noChangeAspect="1"/>
          </p:cNvPicPr>
          <p:nvPr/>
        </p:nvPicPr>
        <p:blipFill rotWithShape="1">
          <a:blip r:embed="rId2"/>
          <a:srcRect/>
          <a:stretch/>
        </p:blipFill>
        <p:spPr>
          <a:xfrm>
            <a:off x="20" y="10"/>
            <a:ext cx="12191981" cy="6857990"/>
          </a:xfrm>
          <a:prstGeom prst="rect">
            <a:avLst/>
          </a:prstGeom>
        </p:spPr>
      </p:pic>
      <p:sp>
        <p:nvSpPr>
          <p:cNvPr id="17" name="Rectangle 16">
            <a:extLst>
              <a:ext uri="{FF2B5EF4-FFF2-40B4-BE49-F238E27FC236}">
                <a16:creationId xmlns:a16="http://schemas.microsoft.com/office/drawing/2014/main" id="{D74A4382-E3AD-430A-9A1F-DFA3E0E77A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799868" y="-1534136"/>
            <a:ext cx="4592270" cy="12192001"/>
          </a:xfrm>
          <a:prstGeom prst="rect">
            <a:avLst/>
          </a:prstGeom>
          <a:gradFill>
            <a:gsLst>
              <a:gs pos="35000">
                <a:schemeClr val="tx1">
                  <a:alpha val="46000"/>
                </a:schemeClr>
              </a:gs>
              <a:gs pos="21000">
                <a:schemeClr val="tx1">
                  <a:alpha val="30000"/>
                </a:schemeClr>
              </a:gs>
              <a:gs pos="0">
                <a:schemeClr val="tx1">
                  <a:alpha val="0"/>
                </a:schemeClr>
              </a:gs>
              <a:gs pos="100000">
                <a:schemeClr val="tx1">
                  <a:alpha val="8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re 3">
            <a:extLst>
              <a:ext uri="{FF2B5EF4-FFF2-40B4-BE49-F238E27FC236}">
                <a16:creationId xmlns:a16="http://schemas.microsoft.com/office/drawing/2014/main" id="{87E2B407-11A2-4037-A455-C06F2805E277}"/>
              </a:ext>
            </a:extLst>
          </p:cNvPr>
          <p:cNvSpPr>
            <a:spLocks noGrp="1"/>
          </p:cNvSpPr>
          <p:nvPr>
            <p:ph type="title"/>
          </p:nvPr>
        </p:nvSpPr>
        <p:spPr>
          <a:xfrm>
            <a:off x="404553" y="3091928"/>
            <a:ext cx="9078562" cy="2387600"/>
          </a:xfrm>
        </p:spPr>
        <p:txBody>
          <a:bodyPr vert="horz" lIns="91440" tIns="45720" rIns="91440" bIns="45720" rtlCol="0" anchor="b">
            <a:normAutofit/>
          </a:bodyPr>
          <a:lstStyle/>
          <a:p>
            <a:r>
              <a:rPr lang="fr-FR" sz="6600" dirty="0">
                <a:solidFill>
                  <a:schemeClr val="bg1"/>
                </a:solidFill>
              </a:rPr>
              <a:t>Synopsis et but du jeu</a:t>
            </a:r>
            <a:endParaRPr lang="en-US" sz="6600" dirty="0">
              <a:solidFill>
                <a:schemeClr val="bg1"/>
              </a:solidFill>
            </a:endParaRPr>
          </a:p>
        </p:txBody>
      </p:sp>
    </p:spTree>
    <p:extLst>
      <p:ext uri="{BB962C8B-B14F-4D97-AF65-F5344CB8AC3E}">
        <p14:creationId xmlns:p14="http://schemas.microsoft.com/office/powerpoint/2010/main" val="11916658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94497A9-05F4-4387-AA64-7460C1335CC4}"/>
              </a:ext>
            </a:extLst>
          </p:cNvPr>
          <p:cNvSpPr>
            <a:spLocks noGrp="1"/>
          </p:cNvSpPr>
          <p:nvPr>
            <p:ph type="title" idx="4294967295"/>
          </p:nvPr>
        </p:nvSpPr>
        <p:spPr>
          <a:xfrm>
            <a:off x="5765674" y="978779"/>
            <a:ext cx="3863744" cy="1535113"/>
          </a:xfrm>
        </p:spPr>
        <p:txBody>
          <a:bodyPr>
            <a:normAutofit/>
          </a:bodyPr>
          <a:lstStyle/>
          <a:p>
            <a:pPr algn="ctr"/>
            <a:r>
              <a:rPr lang="fr-FR" sz="3200" dirty="0"/>
              <a:t>L'histoire</a:t>
            </a:r>
            <a:r>
              <a:rPr lang="en-US" sz="3200" dirty="0"/>
              <a:t> de MegaMegaGroup</a:t>
            </a:r>
          </a:p>
        </p:txBody>
      </p:sp>
      <p:sp>
        <p:nvSpPr>
          <p:cNvPr id="3" name="Espace réservé du contenu 2">
            <a:extLst>
              <a:ext uri="{FF2B5EF4-FFF2-40B4-BE49-F238E27FC236}">
                <a16:creationId xmlns:a16="http://schemas.microsoft.com/office/drawing/2014/main" id="{B29BB21E-806C-4925-ABFB-359D2D3DAFEB}"/>
              </a:ext>
            </a:extLst>
          </p:cNvPr>
          <p:cNvSpPr>
            <a:spLocks noGrp="1"/>
          </p:cNvSpPr>
          <p:nvPr>
            <p:ph idx="4294967295"/>
          </p:nvPr>
        </p:nvSpPr>
        <p:spPr>
          <a:xfrm>
            <a:off x="195889" y="3465112"/>
            <a:ext cx="11800222" cy="3324225"/>
          </a:xfrm>
          <a:solidFill>
            <a:srgbClr val="3494BA"/>
          </a:solidFill>
        </p:spPr>
        <p:txBody>
          <a:bodyPr anchor="ctr">
            <a:normAutofit/>
          </a:bodyPr>
          <a:lstStyle/>
          <a:p>
            <a:pPr marL="0" indent="0">
              <a:buNone/>
            </a:pPr>
            <a:r>
              <a:rPr lang="fr-FR" sz="1400" dirty="0">
                <a:solidFill>
                  <a:schemeClr val="bg1"/>
                </a:solidFill>
              </a:rPr>
              <a:t>Vous travaillez au sein de </a:t>
            </a:r>
            <a:r>
              <a:rPr lang="fr-FR" sz="1400" b="1" dirty="0">
                <a:solidFill>
                  <a:schemeClr val="bg1"/>
                </a:solidFill>
              </a:rPr>
              <a:t>MegaMegaGroup, </a:t>
            </a:r>
            <a:r>
              <a:rPr lang="fr-FR" sz="1400" dirty="0">
                <a:solidFill>
                  <a:schemeClr val="bg1"/>
                </a:solidFill>
              </a:rPr>
              <a:t>une très, TRÈS grande organisation couvrant un large éventail d'activités avec de nombreuses filiales diversifiées. </a:t>
            </a:r>
          </a:p>
          <a:p>
            <a:pPr marL="0" indent="0">
              <a:buNone/>
            </a:pPr>
            <a:r>
              <a:rPr lang="fr-FR" sz="1400" dirty="0">
                <a:solidFill>
                  <a:schemeClr val="bg1"/>
                </a:solidFill>
              </a:rPr>
              <a:t>Cela fait plusieurs années que le MegaMegaGroup n'a pas lancé d'innovation révolutionnaire. La taille et la rigidité nécessaire de la structure (pour gérer cette taille) ont ralenti certaines opérations. Ce ralentissement a entraîné divers problèmes comme le mécontentement des employés et la perte d'opportunités commerciales.</a:t>
            </a:r>
          </a:p>
          <a:p>
            <a:pPr marL="0" indent="0">
              <a:buNone/>
            </a:pPr>
            <a:r>
              <a:rPr lang="fr-FR" sz="1400" dirty="0">
                <a:solidFill>
                  <a:schemeClr val="bg1"/>
                </a:solidFill>
              </a:rPr>
              <a:t> Cette année, MegaMegaGroup a décidé de changer de stratégie et de tenter une autre approche pour croître et s'adapter plus rapidement...</a:t>
            </a:r>
          </a:p>
          <a:p>
            <a:pPr marL="0" indent="0">
              <a:buNone/>
            </a:pPr>
            <a:r>
              <a:rPr lang="fr-FR" sz="1400" dirty="0"/>
              <a:t>Les dirigeants de MegaMegaGroup ont décidé de développer des </a:t>
            </a:r>
            <a:r>
              <a:rPr lang="fr-FR" sz="1400" b="1" dirty="0"/>
              <a:t>COMMUNAUTÉS </a:t>
            </a:r>
            <a:r>
              <a:rPr lang="fr-FR" sz="1400" dirty="0"/>
              <a:t>de manière transversale, qui sont destinées à devenir des réseaux internes permettant de partager des informations plus rapidement que les voies et processus officiels. Ces communautés seront en mesure de favoriser l'innovation et l'amélioration continue de MegaMegaGroup.</a:t>
            </a:r>
          </a:p>
          <a:p>
            <a:pPr marL="0" indent="0">
              <a:buNone/>
            </a:pPr>
            <a:endParaRPr lang="en-US" sz="1400" dirty="0">
              <a:solidFill>
                <a:schemeClr val="bg1"/>
              </a:solidFill>
            </a:endParaRPr>
          </a:p>
        </p:txBody>
      </p:sp>
      <p:grpSp>
        <p:nvGrpSpPr>
          <p:cNvPr id="30" name="Groupe 29">
            <a:extLst>
              <a:ext uri="{FF2B5EF4-FFF2-40B4-BE49-F238E27FC236}">
                <a16:creationId xmlns:a16="http://schemas.microsoft.com/office/drawing/2014/main" id="{0DEAB18E-BA18-4753-88B1-AFD14A6749FC}"/>
              </a:ext>
            </a:extLst>
          </p:cNvPr>
          <p:cNvGrpSpPr/>
          <p:nvPr/>
        </p:nvGrpSpPr>
        <p:grpSpPr>
          <a:xfrm>
            <a:off x="84279" y="284602"/>
            <a:ext cx="5656121" cy="3040165"/>
            <a:chOff x="1051560" y="549778"/>
            <a:chExt cx="6095593" cy="3276381"/>
          </a:xfrm>
        </p:grpSpPr>
        <p:pic>
          <p:nvPicPr>
            <p:cNvPr id="29" name="Image 28" descr="Une image contenant sombre&#10;&#10;Description générée automatiquement">
              <a:extLst>
                <a:ext uri="{FF2B5EF4-FFF2-40B4-BE49-F238E27FC236}">
                  <a16:creationId xmlns:a16="http://schemas.microsoft.com/office/drawing/2014/main" id="{86F8F7B2-B407-4D6D-A22D-D9A9CBA70A06}"/>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051560" y="549778"/>
              <a:ext cx="6095593" cy="3276381"/>
            </a:xfrm>
            <a:prstGeom prst="rect">
              <a:avLst/>
            </a:prstGeom>
          </p:spPr>
        </p:pic>
        <p:pic>
          <p:nvPicPr>
            <p:cNvPr id="34" name="Graphique 33" descr="Banque avec un remplissage uni">
              <a:extLst>
                <a:ext uri="{FF2B5EF4-FFF2-40B4-BE49-F238E27FC236}">
                  <a16:creationId xmlns:a16="http://schemas.microsoft.com/office/drawing/2014/main" id="{8E726016-EB77-4E9C-A108-DCBF3836CDB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825681" y="1342591"/>
              <a:ext cx="296833" cy="296833"/>
            </a:xfrm>
            <a:prstGeom prst="rect">
              <a:avLst/>
            </a:prstGeom>
          </p:spPr>
        </p:pic>
        <p:pic>
          <p:nvPicPr>
            <p:cNvPr id="36" name="Graphique 35" descr="Bâtiment avec un remplissage uni">
              <a:extLst>
                <a:ext uri="{FF2B5EF4-FFF2-40B4-BE49-F238E27FC236}">
                  <a16:creationId xmlns:a16="http://schemas.microsoft.com/office/drawing/2014/main" id="{A5992D82-FEB4-43DC-A36A-8E04A89422B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150960" y="1958410"/>
              <a:ext cx="302086" cy="302086"/>
            </a:xfrm>
            <a:prstGeom prst="rect">
              <a:avLst/>
            </a:prstGeom>
          </p:spPr>
        </p:pic>
        <p:pic>
          <p:nvPicPr>
            <p:cNvPr id="38" name="Graphique 37" descr="Ville avec un remplissage uni">
              <a:extLst>
                <a:ext uri="{FF2B5EF4-FFF2-40B4-BE49-F238E27FC236}">
                  <a16:creationId xmlns:a16="http://schemas.microsoft.com/office/drawing/2014/main" id="{FD6C5F70-A20B-41AA-8796-F1ABCE8C2A5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094058" y="1865967"/>
              <a:ext cx="462669" cy="462669"/>
            </a:xfrm>
            <a:prstGeom prst="rect">
              <a:avLst/>
            </a:prstGeom>
          </p:spPr>
        </p:pic>
        <p:pic>
          <p:nvPicPr>
            <p:cNvPr id="40" name="Graphique 39" descr="Ville avec un remplissage uni">
              <a:extLst>
                <a:ext uri="{FF2B5EF4-FFF2-40B4-BE49-F238E27FC236}">
                  <a16:creationId xmlns:a16="http://schemas.microsoft.com/office/drawing/2014/main" id="{DEC12082-8756-4926-8BC2-19FFFEF2CEA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346908" y="1668935"/>
              <a:ext cx="412009" cy="412009"/>
            </a:xfrm>
            <a:prstGeom prst="rect">
              <a:avLst/>
            </a:prstGeom>
          </p:spPr>
        </p:pic>
        <p:pic>
          <p:nvPicPr>
            <p:cNvPr id="42" name="Graphique 41" descr="Ville avec un remplissage uni">
              <a:extLst>
                <a:ext uri="{FF2B5EF4-FFF2-40B4-BE49-F238E27FC236}">
                  <a16:creationId xmlns:a16="http://schemas.microsoft.com/office/drawing/2014/main" id="{B2EE8E0E-FD60-4C99-9608-D098F2A34777}"/>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941500" y="1501995"/>
              <a:ext cx="412009" cy="412009"/>
            </a:xfrm>
            <a:prstGeom prst="rect">
              <a:avLst/>
            </a:prstGeom>
          </p:spPr>
        </p:pic>
        <p:pic>
          <p:nvPicPr>
            <p:cNvPr id="43" name="Graphique 42" descr="Ville avec un remplissage uni">
              <a:extLst>
                <a:ext uri="{FF2B5EF4-FFF2-40B4-BE49-F238E27FC236}">
                  <a16:creationId xmlns:a16="http://schemas.microsoft.com/office/drawing/2014/main" id="{3E519F72-614D-4020-8990-3295209BDCF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601139" y="1606784"/>
              <a:ext cx="412009" cy="412009"/>
            </a:xfrm>
            <a:prstGeom prst="rect">
              <a:avLst/>
            </a:prstGeom>
          </p:spPr>
        </p:pic>
        <p:pic>
          <p:nvPicPr>
            <p:cNvPr id="44" name="Graphique 43" descr="Ville avec un remplissage uni">
              <a:extLst>
                <a:ext uri="{FF2B5EF4-FFF2-40B4-BE49-F238E27FC236}">
                  <a16:creationId xmlns:a16="http://schemas.microsoft.com/office/drawing/2014/main" id="{C0780EF1-54C7-4454-BE4E-2F7A426D751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055125" y="1290296"/>
              <a:ext cx="412009" cy="412009"/>
            </a:xfrm>
            <a:prstGeom prst="rect">
              <a:avLst/>
            </a:prstGeom>
          </p:spPr>
        </p:pic>
        <p:pic>
          <p:nvPicPr>
            <p:cNvPr id="45" name="Graphique 44" descr="Ville avec un remplissage uni">
              <a:extLst>
                <a:ext uri="{FF2B5EF4-FFF2-40B4-BE49-F238E27FC236}">
                  <a16:creationId xmlns:a16="http://schemas.microsoft.com/office/drawing/2014/main" id="{02BB2812-2058-4EBB-87B4-612FFD07E87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690182" y="1524656"/>
              <a:ext cx="412009" cy="412009"/>
            </a:xfrm>
            <a:prstGeom prst="rect">
              <a:avLst/>
            </a:prstGeom>
          </p:spPr>
        </p:pic>
        <p:pic>
          <p:nvPicPr>
            <p:cNvPr id="46" name="Graphique 45" descr="Ville avec un remplissage uni">
              <a:extLst>
                <a:ext uri="{FF2B5EF4-FFF2-40B4-BE49-F238E27FC236}">
                  <a16:creationId xmlns:a16="http://schemas.microsoft.com/office/drawing/2014/main" id="{AC856268-1281-4939-8B21-D1911E727D8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431115" y="1504065"/>
              <a:ext cx="412009" cy="412009"/>
            </a:xfrm>
            <a:prstGeom prst="rect">
              <a:avLst/>
            </a:prstGeom>
          </p:spPr>
        </p:pic>
        <p:pic>
          <p:nvPicPr>
            <p:cNvPr id="47" name="Graphique 46" descr="Bâtiment avec un remplissage uni">
              <a:extLst>
                <a:ext uri="{FF2B5EF4-FFF2-40B4-BE49-F238E27FC236}">
                  <a16:creationId xmlns:a16="http://schemas.microsoft.com/office/drawing/2014/main" id="{3500E938-C3F1-4FB2-A28A-1E68A654240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797270" y="2218713"/>
              <a:ext cx="302086" cy="302086"/>
            </a:xfrm>
            <a:prstGeom prst="rect">
              <a:avLst/>
            </a:prstGeom>
          </p:spPr>
        </p:pic>
        <p:pic>
          <p:nvPicPr>
            <p:cNvPr id="48" name="Graphique 47" descr="Bâtiment avec un remplissage uni">
              <a:extLst>
                <a:ext uri="{FF2B5EF4-FFF2-40B4-BE49-F238E27FC236}">
                  <a16:creationId xmlns:a16="http://schemas.microsoft.com/office/drawing/2014/main" id="{F8C24F23-D01B-4813-93D2-635CA48938B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71307" y="1747635"/>
              <a:ext cx="302086" cy="302086"/>
            </a:xfrm>
            <a:prstGeom prst="rect">
              <a:avLst/>
            </a:prstGeom>
          </p:spPr>
        </p:pic>
        <p:pic>
          <p:nvPicPr>
            <p:cNvPr id="49" name="Graphique 48" descr="Bâtiment avec un remplissage uni">
              <a:extLst>
                <a:ext uri="{FF2B5EF4-FFF2-40B4-BE49-F238E27FC236}">
                  <a16:creationId xmlns:a16="http://schemas.microsoft.com/office/drawing/2014/main" id="{FEC92B09-7F75-44DE-A084-F3D1D633159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846878" y="2784833"/>
              <a:ext cx="302086" cy="302086"/>
            </a:xfrm>
            <a:prstGeom prst="rect">
              <a:avLst/>
            </a:prstGeom>
          </p:spPr>
        </p:pic>
        <p:pic>
          <p:nvPicPr>
            <p:cNvPr id="50" name="Graphique 49" descr="Ville avec un remplissage uni">
              <a:extLst>
                <a:ext uri="{FF2B5EF4-FFF2-40B4-BE49-F238E27FC236}">
                  <a16:creationId xmlns:a16="http://schemas.microsoft.com/office/drawing/2014/main" id="{C612335F-E6FE-4994-822C-7F8690CE898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101496" y="2935876"/>
              <a:ext cx="412009" cy="412009"/>
            </a:xfrm>
            <a:prstGeom prst="rect">
              <a:avLst/>
            </a:prstGeom>
          </p:spPr>
        </p:pic>
        <p:pic>
          <p:nvPicPr>
            <p:cNvPr id="51" name="Graphique 50" descr="Bâtiment avec un remplissage uni">
              <a:extLst>
                <a:ext uri="{FF2B5EF4-FFF2-40B4-BE49-F238E27FC236}">
                  <a16:creationId xmlns:a16="http://schemas.microsoft.com/office/drawing/2014/main" id="{885E2F24-BFD0-4AF7-A7B3-1272C57F1E5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544299" y="3358274"/>
              <a:ext cx="302086" cy="302086"/>
            </a:xfrm>
            <a:prstGeom prst="rect">
              <a:avLst/>
            </a:prstGeom>
          </p:spPr>
        </p:pic>
        <p:pic>
          <p:nvPicPr>
            <p:cNvPr id="52" name="Graphique 51" descr="Bâtiment avec un remplissage uni">
              <a:extLst>
                <a:ext uri="{FF2B5EF4-FFF2-40B4-BE49-F238E27FC236}">
                  <a16:creationId xmlns:a16="http://schemas.microsoft.com/office/drawing/2014/main" id="{CDEF2D90-6DE1-4ED6-9A95-A95636A9147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637119" y="2260496"/>
              <a:ext cx="302086" cy="302086"/>
            </a:xfrm>
            <a:prstGeom prst="rect">
              <a:avLst/>
            </a:prstGeom>
          </p:spPr>
        </p:pic>
        <p:pic>
          <p:nvPicPr>
            <p:cNvPr id="53" name="Graphique 52" descr="Bâtiment avec un remplissage uni">
              <a:extLst>
                <a:ext uri="{FF2B5EF4-FFF2-40B4-BE49-F238E27FC236}">
                  <a16:creationId xmlns:a16="http://schemas.microsoft.com/office/drawing/2014/main" id="{C3C9F38C-3D9F-4928-8BE8-7F007B7C68C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221920" y="2328636"/>
              <a:ext cx="302086" cy="302086"/>
            </a:xfrm>
            <a:prstGeom prst="rect">
              <a:avLst/>
            </a:prstGeom>
          </p:spPr>
        </p:pic>
        <p:pic>
          <p:nvPicPr>
            <p:cNvPr id="54" name="Graphique 53" descr="Bâtiment avec un remplissage uni">
              <a:extLst>
                <a:ext uri="{FF2B5EF4-FFF2-40B4-BE49-F238E27FC236}">
                  <a16:creationId xmlns:a16="http://schemas.microsoft.com/office/drawing/2014/main" id="{4AE182C1-E265-4340-9ED7-3D0FBEA3695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461983" y="1524065"/>
              <a:ext cx="302086" cy="302086"/>
            </a:xfrm>
            <a:prstGeom prst="rect">
              <a:avLst/>
            </a:prstGeom>
          </p:spPr>
        </p:pic>
        <p:pic>
          <p:nvPicPr>
            <p:cNvPr id="55" name="Graphique 54" descr="Bâtiment avec un remplissage uni">
              <a:extLst>
                <a:ext uri="{FF2B5EF4-FFF2-40B4-BE49-F238E27FC236}">
                  <a16:creationId xmlns:a16="http://schemas.microsoft.com/office/drawing/2014/main" id="{85DAAECF-A914-4392-A6B7-3E75DE7DC46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50952" y="1199909"/>
              <a:ext cx="302086" cy="302086"/>
            </a:xfrm>
            <a:prstGeom prst="rect">
              <a:avLst/>
            </a:prstGeom>
          </p:spPr>
        </p:pic>
        <p:pic>
          <p:nvPicPr>
            <p:cNvPr id="56" name="Graphique 55" descr="Bâtiment avec un remplissage uni">
              <a:extLst>
                <a:ext uri="{FF2B5EF4-FFF2-40B4-BE49-F238E27FC236}">
                  <a16:creationId xmlns:a16="http://schemas.microsoft.com/office/drawing/2014/main" id="{85323E31-183E-4DB7-8DED-ACA16AF7138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729350" y="2411539"/>
              <a:ext cx="302086" cy="302086"/>
            </a:xfrm>
            <a:prstGeom prst="rect">
              <a:avLst/>
            </a:prstGeom>
          </p:spPr>
        </p:pic>
        <p:pic>
          <p:nvPicPr>
            <p:cNvPr id="57" name="Graphique 56" descr="Bâtiment avec un remplissage uni">
              <a:extLst>
                <a:ext uri="{FF2B5EF4-FFF2-40B4-BE49-F238E27FC236}">
                  <a16:creationId xmlns:a16="http://schemas.microsoft.com/office/drawing/2014/main" id="{30827E6E-E0A3-4733-A22B-CF725E9D0D6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013148" y="2852948"/>
              <a:ext cx="302086" cy="302086"/>
            </a:xfrm>
            <a:prstGeom prst="rect">
              <a:avLst/>
            </a:prstGeom>
          </p:spPr>
        </p:pic>
        <p:pic>
          <p:nvPicPr>
            <p:cNvPr id="58" name="Graphique 57" descr="Bâtiment avec un remplissage uni">
              <a:extLst>
                <a:ext uri="{FF2B5EF4-FFF2-40B4-BE49-F238E27FC236}">
                  <a16:creationId xmlns:a16="http://schemas.microsoft.com/office/drawing/2014/main" id="{756B4152-D2D1-430C-AAB8-DAB4C4483C5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33842" y="3277957"/>
              <a:ext cx="302086" cy="302086"/>
            </a:xfrm>
            <a:prstGeom prst="rect">
              <a:avLst/>
            </a:prstGeom>
          </p:spPr>
        </p:pic>
        <p:pic>
          <p:nvPicPr>
            <p:cNvPr id="59" name="Graphique 58" descr="Bâtiment avec un remplissage uni">
              <a:extLst>
                <a:ext uri="{FF2B5EF4-FFF2-40B4-BE49-F238E27FC236}">
                  <a16:creationId xmlns:a16="http://schemas.microsoft.com/office/drawing/2014/main" id="{A6B40A3F-0EFB-446F-B66E-E146EE001F3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67439" y="1212473"/>
              <a:ext cx="302086" cy="302086"/>
            </a:xfrm>
            <a:prstGeom prst="rect">
              <a:avLst/>
            </a:prstGeom>
          </p:spPr>
        </p:pic>
        <p:pic>
          <p:nvPicPr>
            <p:cNvPr id="60" name="Graphique 59" descr="Bâtiment avec un remplissage uni">
              <a:extLst>
                <a:ext uri="{FF2B5EF4-FFF2-40B4-BE49-F238E27FC236}">
                  <a16:creationId xmlns:a16="http://schemas.microsoft.com/office/drawing/2014/main" id="{905A417B-CF77-4D96-93DF-9A6FBC0B4FB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689145" y="1559026"/>
              <a:ext cx="302086" cy="302086"/>
            </a:xfrm>
            <a:prstGeom prst="rect">
              <a:avLst/>
            </a:prstGeom>
          </p:spPr>
        </p:pic>
        <p:pic>
          <p:nvPicPr>
            <p:cNvPr id="61" name="Graphique 60" descr="Bâtiment avec un remplissage uni">
              <a:extLst>
                <a:ext uri="{FF2B5EF4-FFF2-40B4-BE49-F238E27FC236}">
                  <a16:creationId xmlns:a16="http://schemas.microsoft.com/office/drawing/2014/main" id="{2BB11C12-B742-43CC-8288-C3254D18FAC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642590" y="1166256"/>
              <a:ext cx="302086" cy="302086"/>
            </a:xfrm>
            <a:prstGeom prst="rect">
              <a:avLst/>
            </a:prstGeom>
          </p:spPr>
        </p:pic>
        <p:pic>
          <p:nvPicPr>
            <p:cNvPr id="63" name="Graphique 62" descr="Ville avec un remplissage uni">
              <a:extLst>
                <a:ext uri="{FF2B5EF4-FFF2-40B4-BE49-F238E27FC236}">
                  <a16:creationId xmlns:a16="http://schemas.microsoft.com/office/drawing/2014/main" id="{F56D1C96-B946-427C-AF09-B9FF622771C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077803" y="1570879"/>
              <a:ext cx="412009" cy="412009"/>
            </a:xfrm>
            <a:prstGeom prst="rect">
              <a:avLst/>
            </a:prstGeom>
          </p:spPr>
        </p:pic>
        <p:pic>
          <p:nvPicPr>
            <p:cNvPr id="65" name="Graphique 64" descr="Bâtiment avec un remplissage uni">
              <a:extLst>
                <a:ext uri="{FF2B5EF4-FFF2-40B4-BE49-F238E27FC236}">
                  <a16:creationId xmlns:a16="http://schemas.microsoft.com/office/drawing/2014/main" id="{A0D5A264-02DD-4EC4-B5EC-49FEA67A90A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566679" y="2053772"/>
              <a:ext cx="302086" cy="302086"/>
            </a:xfrm>
            <a:prstGeom prst="rect">
              <a:avLst/>
            </a:prstGeom>
          </p:spPr>
        </p:pic>
        <p:pic>
          <p:nvPicPr>
            <p:cNvPr id="66" name="Graphique 65" descr="Bâtiment avec un remplissage uni">
              <a:extLst>
                <a:ext uri="{FF2B5EF4-FFF2-40B4-BE49-F238E27FC236}">
                  <a16:creationId xmlns:a16="http://schemas.microsoft.com/office/drawing/2014/main" id="{74D6757C-7105-4BAE-9C5B-9D6EE00D3E5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57989" y="1912920"/>
              <a:ext cx="302086" cy="302086"/>
            </a:xfrm>
            <a:prstGeom prst="rect">
              <a:avLst/>
            </a:prstGeom>
          </p:spPr>
        </p:pic>
      </p:grpSp>
      <p:grpSp>
        <p:nvGrpSpPr>
          <p:cNvPr id="386" name="Groupe 385">
            <a:extLst>
              <a:ext uri="{FF2B5EF4-FFF2-40B4-BE49-F238E27FC236}">
                <a16:creationId xmlns:a16="http://schemas.microsoft.com/office/drawing/2014/main" id="{F5CBD028-98DD-4AA5-BAED-A153F48F4064}"/>
              </a:ext>
            </a:extLst>
          </p:cNvPr>
          <p:cNvGrpSpPr/>
          <p:nvPr/>
        </p:nvGrpSpPr>
        <p:grpSpPr>
          <a:xfrm>
            <a:off x="9203780" y="117024"/>
            <a:ext cx="2145608" cy="3145190"/>
            <a:chOff x="9037602" y="124381"/>
            <a:chExt cx="2793231" cy="4094524"/>
          </a:xfrm>
        </p:grpSpPr>
        <p:grpSp>
          <p:nvGrpSpPr>
            <p:cNvPr id="33" name="Groupe 32">
              <a:extLst>
                <a:ext uri="{FF2B5EF4-FFF2-40B4-BE49-F238E27FC236}">
                  <a16:creationId xmlns:a16="http://schemas.microsoft.com/office/drawing/2014/main" id="{F936DAC6-2004-4CD7-8B57-438C5B00129D}"/>
                </a:ext>
              </a:extLst>
            </p:cNvPr>
            <p:cNvGrpSpPr/>
            <p:nvPr/>
          </p:nvGrpSpPr>
          <p:grpSpPr>
            <a:xfrm>
              <a:off x="9037602" y="1148835"/>
              <a:ext cx="2582920" cy="3070070"/>
              <a:chOff x="8393162" y="-46136"/>
              <a:chExt cx="3831716" cy="4554394"/>
            </a:xfrm>
          </p:grpSpPr>
          <p:grpSp>
            <p:nvGrpSpPr>
              <p:cNvPr id="32" name="Groupe 31">
                <a:extLst>
                  <a:ext uri="{FF2B5EF4-FFF2-40B4-BE49-F238E27FC236}">
                    <a16:creationId xmlns:a16="http://schemas.microsoft.com/office/drawing/2014/main" id="{B2217B72-35FC-4F34-AC39-81CBB6B5B2A5}"/>
                  </a:ext>
                </a:extLst>
              </p:cNvPr>
              <p:cNvGrpSpPr/>
              <p:nvPr/>
            </p:nvGrpSpPr>
            <p:grpSpPr>
              <a:xfrm>
                <a:off x="8808321" y="-46136"/>
                <a:ext cx="3416557" cy="4178249"/>
                <a:chOff x="8851532" y="282959"/>
                <a:chExt cx="3416557" cy="4178249"/>
              </a:xfrm>
            </p:grpSpPr>
            <p:pic>
              <p:nvPicPr>
                <p:cNvPr id="84" name="Graphique 83" descr="Diagramme de flux avec un remplissage uni">
                  <a:extLst>
                    <a:ext uri="{FF2B5EF4-FFF2-40B4-BE49-F238E27FC236}">
                      <a16:creationId xmlns:a16="http://schemas.microsoft.com/office/drawing/2014/main" id="{DCE36D92-BE96-4EF1-A63F-998FB128AD2B}"/>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11353689" y="3108467"/>
                  <a:ext cx="914400" cy="603649"/>
                </a:xfrm>
                <a:prstGeom prst="rect">
                  <a:avLst/>
                </a:prstGeom>
              </p:spPr>
            </p:pic>
            <p:grpSp>
              <p:nvGrpSpPr>
                <p:cNvPr id="31" name="Groupe 30">
                  <a:extLst>
                    <a:ext uri="{FF2B5EF4-FFF2-40B4-BE49-F238E27FC236}">
                      <a16:creationId xmlns:a16="http://schemas.microsoft.com/office/drawing/2014/main" id="{DD3A150D-944C-4B5F-B058-80E87B6BB7F9}"/>
                    </a:ext>
                  </a:extLst>
                </p:cNvPr>
                <p:cNvGrpSpPr/>
                <p:nvPr/>
              </p:nvGrpSpPr>
              <p:grpSpPr>
                <a:xfrm>
                  <a:off x="8851532" y="282959"/>
                  <a:ext cx="3369897" cy="4178249"/>
                  <a:chOff x="8851532" y="282959"/>
                  <a:chExt cx="3369897" cy="4178249"/>
                </a:xfrm>
              </p:grpSpPr>
              <p:pic>
                <p:nvPicPr>
                  <p:cNvPr id="11" name="Graphique 10" descr="Diagramme de flux avec un remplissage uni">
                    <a:extLst>
                      <a:ext uri="{FF2B5EF4-FFF2-40B4-BE49-F238E27FC236}">
                        <a16:creationId xmlns:a16="http://schemas.microsoft.com/office/drawing/2014/main" id="{59044DE3-9D10-4AF5-B759-E33672E9DCF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085908" y="282959"/>
                    <a:ext cx="914400" cy="914400"/>
                  </a:xfrm>
                  <a:prstGeom prst="rect">
                    <a:avLst/>
                  </a:prstGeom>
                </p:spPr>
              </p:pic>
              <p:pic>
                <p:nvPicPr>
                  <p:cNvPr id="67" name="Graphique 66" descr="Diagramme de flux avec un remplissage uni">
                    <a:extLst>
                      <a:ext uri="{FF2B5EF4-FFF2-40B4-BE49-F238E27FC236}">
                        <a16:creationId xmlns:a16="http://schemas.microsoft.com/office/drawing/2014/main" id="{25AC5404-4B53-46E8-941C-2D2925A269D6}"/>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9758979" y="1013706"/>
                    <a:ext cx="914400" cy="603649"/>
                  </a:xfrm>
                  <a:prstGeom prst="rect">
                    <a:avLst/>
                  </a:prstGeom>
                </p:spPr>
              </p:pic>
              <p:pic>
                <p:nvPicPr>
                  <p:cNvPr id="68" name="Graphique 67" descr="Diagramme de flux avec un remplissage uni">
                    <a:extLst>
                      <a:ext uri="{FF2B5EF4-FFF2-40B4-BE49-F238E27FC236}">
                        <a16:creationId xmlns:a16="http://schemas.microsoft.com/office/drawing/2014/main" id="{98233F7E-ED8D-4ECC-AD16-BD97EBC6202B}"/>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9460854" y="1453033"/>
                    <a:ext cx="914400" cy="603649"/>
                  </a:xfrm>
                  <a:prstGeom prst="rect">
                    <a:avLst/>
                  </a:prstGeom>
                </p:spPr>
              </p:pic>
              <p:pic>
                <p:nvPicPr>
                  <p:cNvPr id="69" name="Graphique 68" descr="Diagramme de flux avec un remplissage uni">
                    <a:extLst>
                      <a:ext uri="{FF2B5EF4-FFF2-40B4-BE49-F238E27FC236}">
                        <a16:creationId xmlns:a16="http://schemas.microsoft.com/office/drawing/2014/main" id="{4F419151-647B-4963-9D8D-6CD939E1A662}"/>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9154819" y="1868228"/>
                    <a:ext cx="914400" cy="603649"/>
                  </a:xfrm>
                  <a:prstGeom prst="rect">
                    <a:avLst/>
                  </a:prstGeom>
                </p:spPr>
              </p:pic>
              <p:pic>
                <p:nvPicPr>
                  <p:cNvPr id="70" name="Graphique 69" descr="Diagramme de flux avec un remplissage uni">
                    <a:extLst>
                      <a:ext uri="{FF2B5EF4-FFF2-40B4-BE49-F238E27FC236}">
                        <a16:creationId xmlns:a16="http://schemas.microsoft.com/office/drawing/2014/main" id="{C87E304A-D5EF-4BB2-B11E-AA5EADD8F26D}"/>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9758979" y="1841293"/>
                    <a:ext cx="914400" cy="603649"/>
                  </a:xfrm>
                  <a:prstGeom prst="rect">
                    <a:avLst/>
                  </a:prstGeom>
                </p:spPr>
              </p:pic>
              <p:pic>
                <p:nvPicPr>
                  <p:cNvPr id="71" name="Graphique 70" descr="Diagramme de flux avec un remplissage uni">
                    <a:extLst>
                      <a:ext uri="{FF2B5EF4-FFF2-40B4-BE49-F238E27FC236}">
                        <a16:creationId xmlns:a16="http://schemas.microsoft.com/office/drawing/2014/main" id="{3E735F67-E927-4C42-9D8F-FA8972B8D7DC}"/>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8860995" y="2287625"/>
                    <a:ext cx="914400" cy="603649"/>
                  </a:xfrm>
                  <a:prstGeom prst="rect">
                    <a:avLst/>
                  </a:prstGeom>
                </p:spPr>
              </p:pic>
              <p:pic>
                <p:nvPicPr>
                  <p:cNvPr id="72" name="Graphique 71" descr="Diagramme de flux avec un remplissage uni">
                    <a:extLst>
                      <a:ext uri="{FF2B5EF4-FFF2-40B4-BE49-F238E27FC236}">
                        <a16:creationId xmlns:a16="http://schemas.microsoft.com/office/drawing/2014/main" id="{76EA417F-2258-46FA-81E9-2A5EA9A3E78C}"/>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10412836" y="1004605"/>
                    <a:ext cx="914400" cy="603649"/>
                  </a:xfrm>
                  <a:prstGeom prst="rect">
                    <a:avLst/>
                  </a:prstGeom>
                </p:spPr>
              </p:pic>
              <p:pic>
                <p:nvPicPr>
                  <p:cNvPr id="73" name="Graphique 72" descr="Diagramme de flux avec un remplissage uni">
                    <a:extLst>
                      <a:ext uri="{FF2B5EF4-FFF2-40B4-BE49-F238E27FC236}">
                        <a16:creationId xmlns:a16="http://schemas.microsoft.com/office/drawing/2014/main" id="{9CCD6F2D-6A34-47DA-8BAA-FB3D4F2EC442}"/>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10723076" y="1403998"/>
                    <a:ext cx="914400" cy="603649"/>
                  </a:xfrm>
                  <a:prstGeom prst="rect">
                    <a:avLst/>
                  </a:prstGeom>
                </p:spPr>
              </p:pic>
              <p:pic>
                <p:nvPicPr>
                  <p:cNvPr id="74" name="Graphique 73" descr="Diagramme de flux avec un remplissage uni">
                    <a:extLst>
                      <a:ext uri="{FF2B5EF4-FFF2-40B4-BE49-F238E27FC236}">
                        <a16:creationId xmlns:a16="http://schemas.microsoft.com/office/drawing/2014/main" id="{2B5022D0-17D1-4CB1-B818-1B6948B7671C}"/>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8867102" y="2665493"/>
                    <a:ext cx="914400" cy="603649"/>
                  </a:xfrm>
                  <a:prstGeom prst="rect">
                    <a:avLst/>
                  </a:prstGeom>
                </p:spPr>
              </p:pic>
              <p:pic>
                <p:nvPicPr>
                  <p:cNvPr id="75" name="Graphique 74" descr="Diagramme de flux avec un remplissage uni">
                    <a:extLst>
                      <a:ext uri="{FF2B5EF4-FFF2-40B4-BE49-F238E27FC236}">
                        <a16:creationId xmlns:a16="http://schemas.microsoft.com/office/drawing/2014/main" id="{C0DB816B-61FE-4456-A9F6-04E32F993881}"/>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8859317" y="3077742"/>
                    <a:ext cx="914400" cy="603649"/>
                  </a:xfrm>
                  <a:prstGeom prst="rect">
                    <a:avLst/>
                  </a:prstGeom>
                </p:spPr>
              </p:pic>
              <p:pic>
                <p:nvPicPr>
                  <p:cNvPr id="76" name="Graphique 75" descr="Diagramme de flux avec un remplissage uni">
                    <a:extLst>
                      <a:ext uri="{FF2B5EF4-FFF2-40B4-BE49-F238E27FC236}">
                        <a16:creationId xmlns:a16="http://schemas.microsoft.com/office/drawing/2014/main" id="{273C600F-FBDB-483E-8434-6FD8799F98EC}"/>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8851532" y="3496506"/>
                    <a:ext cx="914400" cy="603649"/>
                  </a:xfrm>
                  <a:prstGeom prst="rect">
                    <a:avLst/>
                  </a:prstGeom>
                </p:spPr>
              </p:pic>
              <p:pic>
                <p:nvPicPr>
                  <p:cNvPr id="77" name="Graphique 76" descr="Diagramme de flux avec un remplissage uni">
                    <a:extLst>
                      <a:ext uri="{FF2B5EF4-FFF2-40B4-BE49-F238E27FC236}">
                        <a16:creationId xmlns:a16="http://schemas.microsoft.com/office/drawing/2014/main" id="{71F043AA-B557-4BC4-8D6B-1A4E27384EA9}"/>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10022751" y="2243336"/>
                    <a:ext cx="914400" cy="603649"/>
                  </a:xfrm>
                  <a:prstGeom prst="rect">
                    <a:avLst/>
                  </a:prstGeom>
                </p:spPr>
              </p:pic>
              <p:pic>
                <p:nvPicPr>
                  <p:cNvPr id="78" name="Graphique 77" descr="Diagramme de flux avec un remplissage uni">
                    <a:extLst>
                      <a:ext uri="{FF2B5EF4-FFF2-40B4-BE49-F238E27FC236}">
                        <a16:creationId xmlns:a16="http://schemas.microsoft.com/office/drawing/2014/main" id="{5813FDFD-1690-4D9E-96E5-6D5F86DE0F9D}"/>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10034729" y="2661108"/>
                    <a:ext cx="914400" cy="603649"/>
                  </a:xfrm>
                  <a:prstGeom prst="rect">
                    <a:avLst/>
                  </a:prstGeom>
                </p:spPr>
              </p:pic>
              <p:pic>
                <p:nvPicPr>
                  <p:cNvPr id="79" name="Graphique 78" descr="Diagramme de flux avec un remplissage uni">
                    <a:extLst>
                      <a:ext uri="{FF2B5EF4-FFF2-40B4-BE49-F238E27FC236}">
                        <a16:creationId xmlns:a16="http://schemas.microsoft.com/office/drawing/2014/main" id="{81E7A8C0-0D13-4934-A938-8CC379ED548D}"/>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10046261" y="3060336"/>
                    <a:ext cx="914400" cy="603649"/>
                  </a:xfrm>
                  <a:prstGeom prst="rect">
                    <a:avLst/>
                  </a:prstGeom>
                </p:spPr>
              </p:pic>
              <p:pic>
                <p:nvPicPr>
                  <p:cNvPr id="81" name="Graphique 80" descr="Diagramme de flux avec un remplissage uni">
                    <a:extLst>
                      <a:ext uri="{FF2B5EF4-FFF2-40B4-BE49-F238E27FC236}">
                        <a16:creationId xmlns:a16="http://schemas.microsoft.com/office/drawing/2014/main" id="{2D55C3AB-789E-44D3-B6C8-3554E7D1B027}"/>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11021201" y="1809840"/>
                    <a:ext cx="914400" cy="603649"/>
                  </a:xfrm>
                  <a:prstGeom prst="rect">
                    <a:avLst/>
                  </a:prstGeom>
                </p:spPr>
              </p:pic>
              <p:pic>
                <p:nvPicPr>
                  <p:cNvPr id="82" name="Graphique 81" descr="Diagramme de flux avec un remplissage uni">
                    <a:extLst>
                      <a:ext uri="{FF2B5EF4-FFF2-40B4-BE49-F238E27FC236}">
                        <a16:creationId xmlns:a16="http://schemas.microsoft.com/office/drawing/2014/main" id="{C3BEA2A0-D66A-4888-8560-2D11F57B78B8}"/>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11307029" y="2255207"/>
                    <a:ext cx="914400" cy="603649"/>
                  </a:xfrm>
                  <a:prstGeom prst="rect">
                    <a:avLst/>
                  </a:prstGeom>
                </p:spPr>
              </p:pic>
              <p:pic>
                <p:nvPicPr>
                  <p:cNvPr id="83" name="Graphique 82" descr="Diagramme de flux avec un remplissage uni">
                    <a:extLst>
                      <a:ext uri="{FF2B5EF4-FFF2-40B4-BE49-F238E27FC236}">
                        <a16:creationId xmlns:a16="http://schemas.microsoft.com/office/drawing/2014/main" id="{C12C86FC-7EDB-4D1F-B557-AA1F2E5CE538}"/>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11039740" y="2681006"/>
                    <a:ext cx="914400" cy="603649"/>
                  </a:xfrm>
                  <a:prstGeom prst="rect">
                    <a:avLst/>
                  </a:prstGeom>
                </p:spPr>
              </p:pic>
              <p:pic>
                <p:nvPicPr>
                  <p:cNvPr id="85" name="Graphique 84" descr="Diagramme de flux avec un remplissage uni">
                    <a:extLst>
                      <a:ext uri="{FF2B5EF4-FFF2-40B4-BE49-F238E27FC236}">
                        <a16:creationId xmlns:a16="http://schemas.microsoft.com/office/drawing/2014/main" id="{CE255ACC-C5DA-41D9-9AF9-62FA0E91BD2D}"/>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11057840" y="3490451"/>
                    <a:ext cx="914400" cy="603649"/>
                  </a:xfrm>
                  <a:prstGeom prst="rect">
                    <a:avLst/>
                  </a:prstGeom>
                </p:spPr>
              </p:pic>
              <p:pic>
                <p:nvPicPr>
                  <p:cNvPr id="86" name="Graphique 85" descr="Diagramme de flux avec un remplissage uni">
                    <a:extLst>
                      <a:ext uri="{FF2B5EF4-FFF2-40B4-BE49-F238E27FC236}">
                        <a16:creationId xmlns:a16="http://schemas.microsoft.com/office/drawing/2014/main" id="{D73D2CB1-A97C-4C2D-836D-DE5088080010}"/>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10741017" y="3857559"/>
                    <a:ext cx="914400" cy="603649"/>
                  </a:xfrm>
                  <a:prstGeom prst="rect">
                    <a:avLst/>
                  </a:prstGeom>
                </p:spPr>
              </p:pic>
            </p:grpSp>
          </p:grpSp>
          <p:grpSp>
            <p:nvGrpSpPr>
              <p:cNvPr id="96" name="Groupe 95">
                <a:extLst>
                  <a:ext uri="{FF2B5EF4-FFF2-40B4-BE49-F238E27FC236}">
                    <a16:creationId xmlns:a16="http://schemas.microsoft.com/office/drawing/2014/main" id="{3F1A5D9C-6A44-4CC9-802E-43144D8DBD4B}"/>
                  </a:ext>
                </a:extLst>
              </p:cNvPr>
              <p:cNvGrpSpPr/>
              <p:nvPr/>
            </p:nvGrpSpPr>
            <p:grpSpPr>
              <a:xfrm>
                <a:off x="8393162" y="3585803"/>
                <a:ext cx="845887" cy="552586"/>
                <a:chOff x="560346" y="5288117"/>
                <a:chExt cx="522960" cy="341630"/>
              </a:xfrm>
              <a:solidFill>
                <a:srgbClr val="ED7D31"/>
              </a:solidFill>
            </p:grpSpPr>
            <p:grpSp>
              <p:nvGrpSpPr>
                <p:cNvPr id="97" name="Groupe 96">
                  <a:extLst>
                    <a:ext uri="{FF2B5EF4-FFF2-40B4-BE49-F238E27FC236}">
                      <a16:creationId xmlns:a16="http://schemas.microsoft.com/office/drawing/2014/main" id="{B6D85B9A-6FC3-4BBA-A749-3EE3F25A7D03}"/>
                    </a:ext>
                  </a:extLst>
                </p:cNvPr>
                <p:cNvGrpSpPr/>
                <p:nvPr/>
              </p:nvGrpSpPr>
              <p:grpSpPr>
                <a:xfrm>
                  <a:off x="560346" y="5458956"/>
                  <a:ext cx="271479" cy="170791"/>
                  <a:chOff x="6989470" y="1452253"/>
                  <a:chExt cx="2968717" cy="1867662"/>
                </a:xfrm>
                <a:grpFill/>
              </p:grpSpPr>
              <p:pic>
                <p:nvPicPr>
                  <p:cNvPr id="110" name="Graphique 109" descr="Groupe de personnes avec un remplissage uni">
                    <a:extLst>
                      <a:ext uri="{FF2B5EF4-FFF2-40B4-BE49-F238E27FC236}">
                        <a16:creationId xmlns:a16="http://schemas.microsoft.com/office/drawing/2014/main" id="{4CCE2050-E0C4-4A68-9054-47D02A56EF30}"/>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89470" y="1452253"/>
                    <a:ext cx="1867662" cy="1867662"/>
                  </a:xfrm>
                  <a:prstGeom prst="rect">
                    <a:avLst/>
                  </a:prstGeom>
                </p:spPr>
              </p:pic>
              <p:pic>
                <p:nvPicPr>
                  <p:cNvPr id="111" name="Graphique 110" descr="Groupe de personnes avec un remplissage uni">
                    <a:extLst>
                      <a:ext uri="{FF2B5EF4-FFF2-40B4-BE49-F238E27FC236}">
                        <a16:creationId xmlns:a16="http://schemas.microsoft.com/office/drawing/2014/main" id="{9143E2C5-F0C2-49ED-A5B2-2F14DFCC1760}"/>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a:stretch/>
                </p:blipFill>
                <p:spPr>
                  <a:xfrm>
                    <a:off x="8090525" y="1513565"/>
                    <a:ext cx="1867662" cy="651367"/>
                  </a:xfrm>
                  <a:prstGeom prst="rect">
                    <a:avLst/>
                  </a:prstGeom>
                </p:spPr>
              </p:pic>
              <p:pic>
                <p:nvPicPr>
                  <p:cNvPr id="112" name="Graphique 111" descr="Groupe de personnes avec un remplissage uni">
                    <a:extLst>
                      <a:ext uri="{FF2B5EF4-FFF2-40B4-BE49-F238E27FC236}">
                        <a16:creationId xmlns:a16="http://schemas.microsoft.com/office/drawing/2014/main" id="{918376C7-A00D-4945-A210-0E07AC80867A}"/>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316394" y="2091056"/>
                    <a:ext cx="1298123" cy="651367"/>
                  </a:xfrm>
                  <a:prstGeom prst="rect">
                    <a:avLst/>
                  </a:prstGeom>
                </p:spPr>
              </p:pic>
              <p:pic>
                <p:nvPicPr>
                  <p:cNvPr id="113" name="Graphique 112" descr="Groupe de personnes avec un remplissage uni">
                    <a:extLst>
                      <a:ext uri="{FF2B5EF4-FFF2-40B4-BE49-F238E27FC236}">
                        <a16:creationId xmlns:a16="http://schemas.microsoft.com/office/drawing/2014/main" id="{5866D279-55DB-4322-A16F-C480964818FD}"/>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65831"/>
                  <a:stretch/>
                </p:blipFill>
                <p:spPr>
                  <a:xfrm>
                    <a:off x="6989470" y="1513565"/>
                    <a:ext cx="638169" cy="651367"/>
                  </a:xfrm>
                  <a:prstGeom prst="rect">
                    <a:avLst/>
                  </a:prstGeom>
                </p:spPr>
              </p:pic>
              <p:pic>
                <p:nvPicPr>
                  <p:cNvPr id="114" name="Graphique 113" descr="Groupe de personnes avec un remplissage uni">
                    <a:extLst>
                      <a:ext uri="{FF2B5EF4-FFF2-40B4-BE49-F238E27FC236}">
                        <a16:creationId xmlns:a16="http://schemas.microsoft.com/office/drawing/2014/main" id="{0F271AEE-EE95-45B6-A4C5-96734ADACD6D}"/>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498660" y="2653414"/>
                    <a:ext cx="1298123" cy="651367"/>
                  </a:xfrm>
                  <a:prstGeom prst="rect">
                    <a:avLst/>
                  </a:prstGeom>
                </p:spPr>
              </p:pic>
            </p:grpSp>
            <p:grpSp>
              <p:nvGrpSpPr>
                <p:cNvPr id="98" name="Groupe 97">
                  <a:extLst>
                    <a:ext uri="{FF2B5EF4-FFF2-40B4-BE49-F238E27FC236}">
                      <a16:creationId xmlns:a16="http://schemas.microsoft.com/office/drawing/2014/main" id="{F4B5645E-61F3-4311-BC6A-0C3EA113DFAF}"/>
                    </a:ext>
                  </a:extLst>
                </p:cNvPr>
                <p:cNvGrpSpPr/>
                <p:nvPr/>
              </p:nvGrpSpPr>
              <p:grpSpPr>
                <a:xfrm>
                  <a:off x="811827" y="5457524"/>
                  <a:ext cx="271479" cy="170791"/>
                  <a:chOff x="6989470" y="1452253"/>
                  <a:chExt cx="2968717" cy="1867662"/>
                </a:xfrm>
                <a:grpFill/>
              </p:grpSpPr>
              <p:pic>
                <p:nvPicPr>
                  <p:cNvPr id="105" name="Graphique 104" descr="Groupe de personnes avec un remplissage uni">
                    <a:extLst>
                      <a:ext uri="{FF2B5EF4-FFF2-40B4-BE49-F238E27FC236}">
                        <a16:creationId xmlns:a16="http://schemas.microsoft.com/office/drawing/2014/main" id="{6F66C8AA-3849-4ECA-A293-DDBE221D2E9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89470" y="1452253"/>
                    <a:ext cx="1867662" cy="1867662"/>
                  </a:xfrm>
                  <a:prstGeom prst="rect">
                    <a:avLst/>
                  </a:prstGeom>
                </p:spPr>
              </p:pic>
              <p:pic>
                <p:nvPicPr>
                  <p:cNvPr id="106" name="Graphique 105" descr="Groupe de personnes avec un remplissage uni">
                    <a:extLst>
                      <a:ext uri="{FF2B5EF4-FFF2-40B4-BE49-F238E27FC236}">
                        <a16:creationId xmlns:a16="http://schemas.microsoft.com/office/drawing/2014/main" id="{47B86B39-5DC6-491E-8C7B-9F545B1F7B1D}"/>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a:stretch/>
                </p:blipFill>
                <p:spPr>
                  <a:xfrm>
                    <a:off x="8090525" y="1513565"/>
                    <a:ext cx="1867662" cy="651367"/>
                  </a:xfrm>
                  <a:prstGeom prst="rect">
                    <a:avLst/>
                  </a:prstGeom>
                </p:spPr>
              </p:pic>
              <p:pic>
                <p:nvPicPr>
                  <p:cNvPr id="107" name="Graphique 106" descr="Groupe de personnes avec un remplissage uni">
                    <a:extLst>
                      <a:ext uri="{FF2B5EF4-FFF2-40B4-BE49-F238E27FC236}">
                        <a16:creationId xmlns:a16="http://schemas.microsoft.com/office/drawing/2014/main" id="{B4EE914A-FFBF-4D92-BA70-06BE01BBB3D1}"/>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316394" y="2091056"/>
                    <a:ext cx="1298123" cy="651367"/>
                  </a:xfrm>
                  <a:prstGeom prst="rect">
                    <a:avLst/>
                  </a:prstGeom>
                </p:spPr>
              </p:pic>
              <p:pic>
                <p:nvPicPr>
                  <p:cNvPr id="108" name="Graphique 107" descr="Groupe de personnes avec un remplissage uni">
                    <a:extLst>
                      <a:ext uri="{FF2B5EF4-FFF2-40B4-BE49-F238E27FC236}">
                        <a16:creationId xmlns:a16="http://schemas.microsoft.com/office/drawing/2014/main" id="{758B2DA3-D442-4FAD-8732-142AA4E695F3}"/>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65831"/>
                  <a:stretch/>
                </p:blipFill>
                <p:spPr>
                  <a:xfrm>
                    <a:off x="6989470" y="1513565"/>
                    <a:ext cx="638169" cy="651367"/>
                  </a:xfrm>
                  <a:prstGeom prst="rect">
                    <a:avLst/>
                  </a:prstGeom>
                </p:spPr>
              </p:pic>
              <p:pic>
                <p:nvPicPr>
                  <p:cNvPr id="109" name="Graphique 108" descr="Groupe de personnes avec un remplissage uni">
                    <a:extLst>
                      <a:ext uri="{FF2B5EF4-FFF2-40B4-BE49-F238E27FC236}">
                        <a16:creationId xmlns:a16="http://schemas.microsoft.com/office/drawing/2014/main" id="{3AAC0223-98CC-4D7D-8083-0D021F268006}"/>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498660" y="2653414"/>
                    <a:ext cx="1298123" cy="651367"/>
                  </a:xfrm>
                  <a:prstGeom prst="rect">
                    <a:avLst/>
                  </a:prstGeom>
                </p:spPr>
              </p:pic>
            </p:grpSp>
            <p:grpSp>
              <p:nvGrpSpPr>
                <p:cNvPr id="99" name="Groupe 98">
                  <a:extLst>
                    <a:ext uri="{FF2B5EF4-FFF2-40B4-BE49-F238E27FC236}">
                      <a16:creationId xmlns:a16="http://schemas.microsoft.com/office/drawing/2014/main" id="{81373406-34B4-496B-912D-2E04A7854D1F}"/>
                    </a:ext>
                  </a:extLst>
                </p:cNvPr>
                <p:cNvGrpSpPr/>
                <p:nvPr/>
              </p:nvGrpSpPr>
              <p:grpSpPr>
                <a:xfrm>
                  <a:off x="714070" y="5288117"/>
                  <a:ext cx="271479" cy="170791"/>
                  <a:chOff x="6989470" y="1452253"/>
                  <a:chExt cx="2968717" cy="1867662"/>
                </a:xfrm>
                <a:grpFill/>
              </p:grpSpPr>
              <p:pic>
                <p:nvPicPr>
                  <p:cNvPr id="100" name="Graphique 99" descr="Groupe de personnes avec un remplissage uni">
                    <a:extLst>
                      <a:ext uri="{FF2B5EF4-FFF2-40B4-BE49-F238E27FC236}">
                        <a16:creationId xmlns:a16="http://schemas.microsoft.com/office/drawing/2014/main" id="{8CFEF2A5-0910-457C-BEBC-261B2D0F8A9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89470" y="1452253"/>
                    <a:ext cx="1867662" cy="1867662"/>
                  </a:xfrm>
                  <a:prstGeom prst="rect">
                    <a:avLst/>
                  </a:prstGeom>
                </p:spPr>
              </p:pic>
              <p:pic>
                <p:nvPicPr>
                  <p:cNvPr id="101" name="Graphique 100" descr="Groupe de personnes avec un remplissage uni">
                    <a:extLst>
                      <a:ext uri="{FF2B5EF4-FFF2-40B4-BE49-F238E27FC236}">
                        <a16:creationId xmlns:a16="http://schemas.microsoft.com/office/drawing/2014/main" id="{90B745E4-DA3B-4BCC-BBE2-ED564F22BC13}"/>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a:stretch/>
                </p:blipFill>
                <p:spPr>
                  <a:xfrm>
                    <a:off x="8090525" y="1513565"/>
                    <a:ext cx="1867662" cy="651367"/>
                  </a:xfrm>
                  <a:prstGeom prst="rect">
                    <a:avLst/>
                  </a:prstGeom>
                </p:spPr>
              </p:pic>
              <p:pic>
                <p:nvPicPr>
                  <p:cNvPr id="102" name="Graphique 101" descr="Groupe de personnes avec un remplissage uni">
                    <a:extLst>
                      <a:ext uri="{FF2B5EF4-FFF2-40B4-BE49-F238E27FC236}">
                        <a16:creationId xmlns:a16="http://schemas.microsoft.com/office/drawing/2014/main" id="{D79FB32E-50A3-4CC1-AF18-E2D74DA09F75}"/>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316394" y="2091056"/>
                    <a:ext cx="1298123" cy="651367"/>
                  </a:xfrm>
                  <a:prstGeom prst="rect">
                    <a:avLst/>
                  </a:prstGeom>
                </p:spPr>
              </p:pic>
              <p:pic>
                <p:nvPicPr>
                  <p:cNvPr id="103" name="Graphique 102" descr="Groupe de personnes avec un remplissage uni">
                    <a:extLst>
                      <a:ext uri="{FF2B5EF4-FFF2-40B4-BE49-F238E27FC236}">
                        <a16:creationId xmlns:a16="http://schemas.microsoft.com/office/drawing/2014/main" id="{16021CC3-1317-4B9E-B68C-01FB7E8BC416}"/>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65831"/>
                  <a:stretch/>
                </p:blipFill>
                <p:spPr>
                  <a:xfrm>
                    <a:off x="6989470" y="1513565"/>
                    <a:ext cx="638169" cy="651367"/>
                  </a:xfrm>
                  <a:prstGeom prst="rect">
                    <a:avLst/>
                  </a:prstGeom>
                </p:spPr>
              </p:pic>
              <p:pic>
                <p:nvPicPr>
                  <p:cNvPr id="104" name="Graphique 103" descr="Groupe de personnes avec un remplissage uni">
                    <a:extLst>
                      <a:ext uri="{FF2B5EF4-FFF2-40B4-BE49-F238E27FC236}">
                        <a16:creationId xmlns:a16="http://schemas.microsoft.com/office/drawing/2014/main" id="{34EE9FD3-FDB4-4B12-B678-CBDF967BDCFF}"/>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498660" y="2653414"/>
                    <a:ext cx="1298123" cy="651367"/>
                  </a:xfrm>
                  <a:prstGeom prst="rect">
                    <a:avLst/>
                  </a:prstGeom>
                </p:spPr>
              </p:pic>
            </p:grpSp>
          </p:grpSp>
          <p:grpSp>
            <p:nvGrpSpPr>
              <p:cNvPr id="115" name="Groupe 114">
                <a:extLst>
                  <a:ext uri="{FF2B5EF4-FFF2-40B4-BE49-F238E27FC236}">
                    <a16:creationId xmlns:a16="http://schemas.microsoft.com/office/drawing/2014/main" id="{72770240-BBDC-4198-9A54-145F006E99A6}"/>
                  </a:ext>
                </a:extLst>
              </p:cNvPr>
              <p:cNvGrpSpPr/>
              <p:nvPr/>
            </p:nvGrpSpPr>
            <p:grpSpPr>
              <a:xfrm>
                <a:off x="9124648" y="3594422"/>
                <a:ext cx="845887" cy="552586"/>
                <a:chOff x="560346" y="5288117"/>
                <a:chExt cx="522960" cy="341630"/>
              </a:xfrm>
              <a:solidFill>
                <a:srgbClr val="ED7D31"/>
              </a:solidFill>
            </p:grpSpPr>
            <p:grpSp>
              <p:nvGrpSpPr>
                <p:cNvPr id="116" name="Groupe 115">
                  <a:extLst>
                    <a:ext uri="{FF2B5EF4-FFF2-40B4-BE49-F238E27FC236}">
                      <a16:creationId xmlns:a16="http://schemas.microsoft.com/office/drawing/2014/main" id="{6B4BC5F9-239E-4F12-A4CC-7743FCE009E3}"/>
                    </a:ext>
                  </a:extLst>
                </p:cNvPr>
                <p:cNvGrpSpPr/>
                <p:nvPr/>
              </p:nvGrpSpPr>
              <p:grpSpPr>
                <a:xfrm>
                  <a:off x="560346" y="5458956"/>
                  <a:ext cx="271479" cy="170791"/>
                  <a:chOff x="6989470" y="1452253"/>
                  <a:chExt cx="2968717" cy="1867662"/>
                </a:xfrm>
                <a:grpFill/>
              </p:grpSpPr>
              <p:pic>
                <p:nvPicPr>
                  <p:cNvPr id="129" name="Graphique 128" descr="Groupe de personnes avec un remplissage uni">
                    <a:extLst>
                      <a:ext uri="{FF2B5EF4-FFF2-40B4-BE49-F238E27FC236}">
                        <a16:creationId xmlns:a16="http://schemas.microsoft.com/office/drawing/2014/main" id="{5A1555BA-69B6-4F86-B478-BC3B7CED3EB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89470" y="1452253"/>
                    <a:ext cx="1867662" cy="1867662"/>
                  </a:xfrm>
                  <a:prstGeom prst="rect">
                    <a:avLst/>
                  </a:prstGeom>
                </p:spPr>
              </p:pic>
              <p:pic>
                <p:nvPicPr>
                  <p:cNvPr id="130" name="Graphique 129" descr="Groupe de personnes avec un remplissage uni">
                    <a:extLst>
                      <a:ext uri="{FF2B5EF4-FFF2-40B4-BE49-F238E27FC236}">
                        <a16:creationId xmlns:a16="http://schemas.microsoft.com/office/drawing/2014/main" id="{8FA40699-1DEF-422C-926C-C87A057A2358}"/>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a:stretch/>
                </p:blipFill>
                <p:spPr>
                  <a:xfrm>
                    <a:off x="8090525" y="1513565"/>
                    <a:ext cx="1867662" cy="651367"/>
                  </a:xfrm>
                  <a:prstGeom prst="rect">
                    <a:avLst/>
                  </a:prstGeom>
                </p:spPr>
              </p:pic>
              <p:pic>
                <p:nvPicPr>
                  <p:cNvPr id="131" name="Graphique 130" descr="Groupe de personnes avec un remplissage uni">
                    <a:extLst>
                      <a:ext uri="{FF2B5EF4-FFF2-40B4-BE49-F238E27FC236}">
                        <a16:creationId xmlns:a16="http://schemas.microsoft.com/office/drawing/2014/main" id="{74771BFC-0EAD-4276-A0B2-16393E02CC96}"/>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316394" y="2091056"/>
                    <a:ext cx="1298123" cy="651367"/>
                  </a:xfrm>
                  <a:prstGeom prst="rect">
                    <a:avLst/>
                  </a:prstGeom>
                </p:spPr>
              </p:pic>
              <p:pic>
                <p:nvPicPr>
                  <p:cNvPr id="132" name="Graphique 131" descr="Groupe de personnes avec un remplissage uni">
                    <a:extLst>
                      <a:ext uri="{FF2B5EF4-FFF2-40B4-BE49-F238E27FC236}">
                        <a16:creationId xmlns:a16="http://schemas.microsoft.com/office/drawing/2014/main" id="{56603D2D-A4B0-4CD3-8D79-2B5184F6CE22}"/>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65831"/>
                  <a:stretch/>
                </p:blipFill>
                <p:spPr>
                  <a:xfrm>
                    <a:off x="6989470" y="1513565"/>
                    <a:ext cx="638169" cy="651367"/>
                  </a:xfrm>
                  <a:prstGeom prst="rect">
                    <a:avLst/>
                  </a:prstGeom>
                </p:spPr>
              </p:pic>
              <p:pic>
                <p:nvPicPr>
                  <p:cNvPr id="133" name="Graphique 132" descr="Groupe de personnes avec un remplissage uni">
                    <a:extLst>
                      <a:ext uri="{FF2B5EF4-FFF2-40B4-BE49-F238E27FC236}">
                        <a16:creationId xmlns:a16="http://schemas.microsoft.com/office/drawing/2014/main" id="{D60AE1FA-18F7-45FB-8CB7-AA8ED2008907}"/>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498660" y="2653414"/>
                    <a:ext cx="1298123" cy="651367"/>
                  </a:xfrm>
                  <a:prstGeom prst="rect">
                    <a:avLst/>
                  </a:prstGeom>
                </p:spPr>
              </p:pic>
            </p:grpSp>
            <p:grpSp>
              <p:nvGrpSpPr>
                <p:cNvPr id="117" name="Groupe 116">
                  <a:extLst>
                    <a:ext uri="{FF2B5EF4-FFF2-40B4-BE49-F238E27FC236}">
                      <a16:creationId xmlns:a16="http://schemas.microsoft.com/office/drawing/2014/main" id="{5709946A-CCAE-464D-99A8-94219110042A}"/>
                    </a:ext>
                  </a:extLst>
                </p:cNvPr>
                <p:cNvGrpSpPr/>
                <p:nvPr/>
              </p:nvGrpSpPr>
              <p:grpSpPr>
                <a:xfrm>
                  <a:off x="811827" y="5457524"/>
                  <a:ext cx="271479" cy="170791"/>
                  <a:chOff x="6989470" y="1452253"/>
                  <a:chExt cx="2968717" cy="1867662"/>
                </a:xfrm>
                <a:grpFill/>
              </p:grpSpPr>
              <p:pic>
                <p:nvPicPr>
                  <p:cNvPr id="124" name="Graphique 123" descr="Groupe de personnes avec un remplissage uni">
                    <a:extLst>
                      <a:ext uri="{FF2B5EF4-FFF2-40B4-BE49-F238E27FC236}">
                        <a16:creationId xmlns:a16="http://schemas.microsoft.com/office/drawing/2014/main" id="{9B96AA07-7738-4759-932E-EE616A20554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89470" y="1452253"/>
                    <a:ext cx="1867662" cy="1867662"/>
                  </a:xfrm>
                  <a:prstGeom prst="rect">
                    <a:avLst/>
                  </a:prstGeom>
                </p:spPr>
              </p:pic>
              <p:pic>
                <p:nvPicPr>
                  <p:cNvPr id="125" name="Graphique 124" descr="Groupe de personnes avec un remplissage uni">
                    <a:extLst>
                      <a:ext uri="{FF2B5EF4-FFF2-40B4-BE49-F238E27FC236}">
                        <a16:creationId xmlns:a16="http://schemas.microsoft.com/office/drawing/2014/main" id="{1708FCF1-B0CA-420C-BE11-FC89396F9914}"/>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a:stretch/>
                </p:blipFill>
                <p:spPr>
                  <a:xfrm>
                    <a:off x="8090525" y="1513565"/>
                    <a:ext cx="1867662" cy="651367"/>
                  </a:xfrm>
                  <a:prstGeom prst="rect">
                    <a:avLst/>
                  </a:prstGeom>
                </p:spPr>
              </p:pic>
              <p:pic>
                <p:nvPicPr>
                  <p:cNvPr id="126" name="Graphique 125" descr="Groupe de personnes avec un remplissage uni">
                    <a:extLst>
                      <a:ext uri="{FF2B5EF4-FFF2-40B4-BE49-F238E27FC236}">
                        <a16:creationId xmlns:a16="http://schemas.microsoft.com/office/drawing/2014/main" id="{B9626F2D-68C1-4823-BC59-D07605124C61}"/>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316394" y="2091056"/>
                    <a:ext cx="1298123" cy="651367"/>
                  </a:xfrm>
                  <a:prstGeom prst="rect">
                    <a:avLst/>
                  </a:prstGeom>
                </p:spPr>
              </p:pic>
              <p:pic>
                <p:nvPicPr>
                  <p:cNvPr id="127" name="Graphique 126" descr="Groupe de personnes avec un remplissage uni">
                    <a:extLst>
                      <a:ext uri="{FF2B5EF4-FFF2-40B4-BE49-F238E27FC236}">
                        <a16:creationId xmlns:a16="http://schemas.microsoft.com/office/drawing/2014/main" id="{CF4E77D5-063C-4D94-BD42-718BE7809A7F}"/>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65831"/>
                  <a:stretch/>
                </p:blipFill>
                <p:spPr>
                  <a:xfrm>
                    <a:off x="6989470" y="1513565"/>
                    <a:ext cx="638169" cy="651367"/>
                  </a:xfrm>
                  <a:prstGeom prst="rect">
                    <a:avLst/>
                  </a:prstGeom>
                </p:spPr>
              </p:pic>
              <p:pic>
                <p:nvPicPr>
                  <p:cNvPr id="128" name="Graphique 127" descr="Groupe de personnes avec un remplissage uni">
                    <a:extLst>
                      <a:ext uri="{FF2B5EF4-FFF2-40B4-BE49-F238E27FC236}">
                        <a16:creationId xmlns:a16="http://schemas.microsoft.com/office/drawing/2014/main" id="{22E4D4CC-9AAB-49CF-9B60-C9D9049F9869}"/>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498660" y="2653414"/>
                    <a:ext cx="1298123" cy="651367"/>
                  </a:xfrm>
                  <a:prstGeom prst="rect">
                    <a:avLst/>
                  </a:prstGeom>
                </p:spPr>
              </p:pic>
            </p:grpSp>
            <p:grpSp>
              <p:nvGrpSpPr>
                <p:cNvPr id="118" name="Groupe 117">
                  <a:extLst>
                    <a:ext uri="{FF2B5EF4-FFF2-40B4-BE49-F238E27FC236}">
                      <a16:creationId xmlns:a16="http://schemas.microsoft.com/office/drawing/2014/main" id="{C6E507D2-3E8D-429C-8E8D-2127485D785A}"/>
                    </a:ext>
                  </a:extLst>
                </p:cNvPr>
                <p:cNvGrpSpPr/>
                <p:nvPr/>
              </p:nvGrpSpPr>
              <p:grpSpPr>
                <a:xfrm>
                  <a:off x="714070" y="5288117"/>
                  <a:ext cx="271479" cy="170791"/>
                  <a:chOff x="6989470" y="1452253"/>
                  <a:chExt cx="2968717" cy="1867662"/>
                </a:xfrm>
                <a:grpFill/>
              </p:grpSpPr>
              <p:pic>
                <p:nvPicPr>
                  <p:cNvPr id="119" name="Graphique 118" descr="Groupe de personnes avec un remplissage uni">
                    <a:extLst>
                      <a:ext uri="{FF2B5EF4-FFF2-40B4-BE49-F238E27FC236}">
                        <a16:creationId xmlns:a16="http://schemas.microsoft.com/office/drawing/2014/main" id="{DE1581C4-B388-4194-8EA4-87611F872DE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89470" y="1452253"/>
                    <a:ext cx="1867662" cy="1867662"/>
                  </a:xfrm>
                  <a:prstGeom prst="rect">
                    <a:avLst/>
                  </a:prstGeom>
                </p:spPr>
              </p:pic>
              <p:pic>
                <p:nvPicPr>
                  <p:cNvPr id="120" name="Graphique 119" descr="Groupe de personnes avec un remplissage uni">
                    <a:extLst>
                      <a:ext uri="{FF2B5EF4-FFF2-40B4-BE49-F238E27FC236}">
                        <a16:creationId xmlns:a16="http://schemas.microsoft.com/office/drawing/2014/main" id="{FAB78445-BFED-48CC-89FE-5E400166DC16}"/>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a:stretch/>
                </p:blipFill>
                <p:spPr>
                  <a:xfrm>
                    <a:off x="8090525" y="1513565"/>
                    <a:ext cx="1867662" cy="651367"/>
                  </a:xfrm>
                  <a:prstGeom prst="rect">
                    <a:avLst/>
                  </a:prstGeom>
                </p:spPr>
              </p:pic>
              <p:pic>
                <p:nvPicPr>
                  <p:cNvPr id="121" name="Graphique 120" descr="Groupe de personnes avec un remplissage uni">
                    <a:extLst>
                      <a:ext uri="{FF2B5EF4-FFF2-40B4-BE49-F238E27FC236}">
                        <a16:creationId xmlns:a16="http://schemas.microsoft.com/office/drawing/2014/main" id="{EC0BDF8E-41B9-489E-9111-03C6C81801FC}"/>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316394" y="2091056"/>
                    <a:ext cx="1298123" cy="651367"/>
                  </a:xfrm>
                  <a:prstGeom prst="rect">
                    <a:avLst/>
                  </a:prstGeom>
                </p:spPr>
              </p:pic>
              <p:pic>
                <p:nvPicPr>
                  <p:cNvPr id="122" name="Graphique 121" descr="Groupe de personnes avec un remplissage uni">
                    <a:extLst>
                      <a:ext uri="{FF2B5EF4-FFF2-40B4-BE49-F238E27FC236}">
                        <a16:creationId xmlns:a16="http://schemas.microsoft.com/office/drawing/2014/main" id="{E57EA092-4885-4815-AF60-8D99BD2E6B55}"/>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65831"/>
                  <a:stretch/>
                </p:blipFill>
                <p:spPr>
                  <a:xfrm>
                    <a:off x="6989470" y="1513565"/>
                    <a:ext cx="638169" cy="651367"/>
                  </a:xfrm>
                  <a:prstGeom prst="rect">
                    <a:avLst/>
                  </a:prstGeom>
                </p:spPr>
              </p:pic>
              <p:pic>
                <p:nvPicPr>
                  <p:cNvPr id="123" name="Graphique 122" descr="Groupe de personnes avec un remplissage uni">
                    <a:extLst>
                      <a:ext uri="{FF2B5EF4-FFF2-40B4-BE49-F238E27FC236}">
                        <a16:creationId xmlns:a16="http://schemas.microsoft.com/office/drawing/2014/main" id="{155EE6D6-A614-4207-8435-446FF5F07DDC}"/>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498660" y="2653414"/>
                    <a:ext cx="1298123" cy="651367"/>
                  </a:xfrm>
                  <a:prstGeom prst="rect">
                    <a:avLst/>
                  </a:prstGeom>
                </p:spPr>
              </p:pic>
            </p:grpSp>
          </p:grpSp>
          <p:grpSp>
            <p:nvGrpSpPr>
              <p:cNvPr id="134" name="Groupe 133">
                <a:extLst>
                  <a:ext uri="{FF2B5EF4-FFF2-40B4-BE49-F238E27FC236}">
                    <a16:creationId xmlns:a16="http://schemas.microsoft.com/office/drawing/2014/main" id="{49A84A75-64D3-44AD-8E65-D03A339D3359}"/>
                  </a:ext>
                </a:extLst>
              </p:cNvPr>
              <p:cNvGrpSpPr/>
              <p:nvPr/>
            </p:nvGrpSpPr>
            <p:grpSpPr>
              <a:xfrm>
                <a:off x="9655405" y="3148576"/>
                <a:ext cx="845887" cy="552586"/>
                <a:chOff x="560346" y="5288117"/>
                <a:chExt cx="522960" cy="341630"/>
              </a:xfrm>
              <a:solidFill>
                <a:srgbClr val="ED7D31"/>
              </a:solidFill>
            </p:grpSpPr>
            <p:grpSp>
              <p:nvGrpSpPr>
                <p:cNvPr id="135" name="Groupe 134">
                  <a:extLst>
                    <a:ext uri="{FF2B5EF4-FFF2-40B4-BE49-F238E27FC236}">
                      <a16:creationId xmlns:a16="http://schemas.microsoft.com/office/drawing/2014/main" id="{8C528786-D8BA-40BF-BBE7-A777C974DDF8}"/>
                    </a:ext>
                  </a:extLst>
                </p:cNvPr>
                <p:cNvGrpSpPr/>
                <p:nvPr/>
              </p:nvGrpSpPr>
              <p:grpSpPr>
                <a:xfrm>
                  <a:off x="560346" y="5458956"/>
                  <a:ext cx="271479" cy="170791"/>
                  <a:chOff x="6989470" y="1452253"/>
                  <a:chExt cx="2968717" cy="1867662"/>
                </a:xfrm>
                <a:grpFill/>
              </p:grpSpPr>
              <p:pic>
                <p:nvPicPr>
                  <p:cNvPr id="148" name="Graphique 147" descr="Groupe de personnes avec un remplissage uni">
                    <a:extLst>
                      <a:ext uri="{FF2B5EF4-FFF2-40B4-BE49-F238E27FC236}">
                        <a16:creationId xmlns:a16="http://schemas.microsoft.com/office/drawing/2014/main" id="{1B5864C9-1A70-4898-A1F3-0E9E7AA868BF}"/>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89470" y="1452253"/>
                    <a:ext cx="1867662" cy="1867662"/>
                  </a:xfrm>
                  <a:prstGeom prst="rect">
                    <a:avLst/>
                  </a:prstGeom>
                </p:spPr>
              </p:pic>
              <p:pic>
                <p:nvPicPr>
                  <p:cNvPr id="149" name="Graphique 148" descr="Groupe de personnes avec un remplissage uni">
                    <a:extLst>
                      <a:ext uri="{FF2B5EF4-FFF2-40B4-BE49-F238E27FC236}">
                        <a16:creationId xmlns:a16="http://schemas.microsoft.com/office/drawing/2014/main" id="{D6BD36F2-84B9-4154-993F-CDF2D9B92F76}"/>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a:stretch/>
                </p:blipFill>
                <p:spPr>
                  <a:xfrm>
                    <a:off x="8090525" y="1513565"/>
                    <a:ext cx="1867662" cy="651367"/>
                  </a:xfrm>
                  <a:prstGeom prst="rect">
                    <a:avLst/>
                  </a:prstGeom>
                </p:spPr>
              </p:pic>
              <p:pic>
                <p:nvPicPr>
                  <p:cNvPr id="150" name="Graphique 149" descr="Groupe de personnes avec un remplissage uni">
                    <a:extLst>
                      <a:ext uri="{FF2B5EF4-FFF2-40B4-BE49-F238E27FC236}">
                        <a16:creationId xmlns:a16="http://schemas.microsoft.com/office/drawing/2014/main" id="{C50D563A-435A-4EC7-8C63-480693017AF2}"/>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316394" y="2091056"/>
                    <a:ext cx="1298123" cy="651367"/>
                  </a:xfrm>
                  <a:prstGeom prst="rect">
                    <a:avLst/>
                  </a:prstGeom>
                </p:spPr>
              </p:pic>
              <p:pic>
                <p:nvPicPr>
                  <p:cNvPr id="151" name="Graphique 150" descr="Groupe de personnes avec un remplissage uni">
                    <a:extLst>
                      <a:ext uri="{FF2B5EF4-FFF2-40B4-BE49-F238E27FC236}">
                        <a16:creationId xmlns:a16="http://schemas.microsoft.com/office/drawing/2014/main" id="{25F5BD0F-0944-4E86-BBA6-9F73FA7C25A2}"/>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65831"/>
                  <a:stretch/>
                </p:blipFill>
                <p:spPr>
                  <a:xfrm>
                    <a:off x="6989470" y="1513565"/>
                    <a:ext cx="638169" cy="651367"/>
                  </a:xfrm>
                  <a:prstGeom prst="rect">
                    <a:avLst/>
                  </a:prstGeom>
                </p:spPr>
              </p:pic>
              <p:pic>
                <p:nvPicPr>
                  <p:cNvPr id="152" name="Graphique 151" descr="Groupe de personnes avec un remplissage uni">
                    <a:extLst>
                      <a:ext uri="{FF2B5EF4-FFF2-40B4-BE49-F238E27FC236}">
                        <a16:creationId xmlns:a16="http://schemas.microsoft.com/office/drawing/2014/main" id="{1B16E39F-A844-4ABD-99EB-73F6467A7D24}"/>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498660" y="2653414"/>
                    <a:ext cx="1298123" cy="651367"/>
                  </a:xfrm>
                  <a:prstGeom prst="rect">
                    <a:avLst/>
                  </a:prstGeom>
                </p:spPr>
              </p:pic>
            </p:grpSp>
            <p:grpSp>
              <p:nvGrpSpPr>
                <p:cNvPr id="136" name="Groupe 135">
                  <a:extLst>
                    <a:ext uri="{FF2B5EF4-FFF2-40B4-BE49-F238E27FC236}">
                      <a16:creationId xmlns:a16="http://schemas.microsoft.com/office/drawing/2014/main" id="{9C95FCC5-7057-42AE-8A3F-99B3E0E992A7}"/>
                    </a:ext>
                  </a:extLst>
                </p:cNvPr>
                <p:cNvGrpSpPr/>
                <p:nvPr/>
              </p:nvGrpSpPr>
              <p:grpSpPr>
                <a:xfrm>
                  <a:off x="811827" y="5457524"/>
                  <a:ext cx="271479" cy="170791"/>
                  <a:chOff x="6989470" y="1452253"/>
                  <a:chExt cx="2968717" cy="1867662"/>
                </a:xfrm>
                <a:grpFill/>
              </p:grpSpPr>
              <p:pic>
                <p:nvPicPr>
                  <p:cNvPr id="143" name="Graphique 142" descr="Groupe de personnes avec un remplissage uni">
                    <a:extLst>
                      <a:ext uri="{FF2B5EF4-FFF2-40B4-BE49-F238E27FC236}">
                        <a16:creationId xmlns:a16="http://schemas.microsoft.com/office/drawing/2014/main" id="{9D09B898-DBBF-431D-9CF9-9A4EAA4048E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89470" y="1452253"/>
                    <a:ext cx="1867662" cy="1867662"/>
                  </a:xfrm>
                  <a:prstGeom prst="rect">
                    <a:avLst/>
                  </a:prstGeom>
                </p:spPr>
              </p:pic>
              <p:pic>
                <p:nvPicPr>
                  <p:cNvPr id="144" name="Graphique 143" descr="Groupe de personnes avec un remplissage uni">
                    <a:extLst>
                      <a:ext uri="{FF2B5EF4-FFF2-40B4-BE49-F238E27FC236}">
                        <a16:creationId xmlns:a16="http://schemas.microsoft.com/office/drawing/2014/main" id="{CC94697F-ACA4-4D7E-A0B0-1F291ABDE56F}"/>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a:stretch/>
                </p:blipFill>
                <p:spPr>
                  <a:xfrm>
                    <a:off x="8090525" y="1513565"/>
                    <a:ext cx="1867662" cy="651367"/>
                  </a:xfrm>
                  <a:prstGeom prst="rect">
                    <a:avLst/>
                  </a:prstGeom>
                </p:spPr>
              </p:pic>
              <p:pic>
                <p:nvPicPr>
                  <p:cNvPr id="145" name="Graphique 144" descr="Groupe de personnes avec un remplissage uni">
                    <a:extLst>
                      <a:ext uri="{FF2B5EF4-FFF2-40B4-BE49-F238E27FC236}">
                        <a16:creationId xmlns:a16="http://schemas.microsoft.com/office/drawing/2014/main" id="{8F59D8AA-0142-4FFA-9101-90A09D494393}"/>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316394" y="2091056"/>
                    <a:ext cx="1298123" cy="651367"/>
                  </a:xfrm>
                  <a:prstGeom prst="rect">
                    <a:avLst/>
                  </a:prstGeom>
                </p:spPr>
              </p:pic>
              <p:pic>
                <p:nvPicPr>
                  <p:cNvPr id="146" name="Graphique 145" descr="Groupe de personnes avec un remplissage uni">
                    <a:extLst>
                      <a:ext uri="{FF2B5EF4-FFF2-40B4-BE49-F238E27FC236}">
                        <a16:creationId xmlns:a16="http://schemas.microsoft.com/office/drawing/2014/main" id="{3A116F5A-7262-4974-A881-C32283466F32}"/>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65831"/>
                  <a:stretch/>
                </p:blipFill>
                <p:spPr>
                  <a:xfrm>
                    <a:off x="6989470" y="1513565"/>
                    <a:ext cx="638169" cy="651367"/>
                  </a:xfrm>
                  <a:prstGeom prst="rect">
                    <a:avLst/>
                  </a:prstGeom>
                </p:spPr>
              </p:pic>
              <p:pic>
                <p:nvPicPr>
                  <p:cNvPr id="147" name="Graphique 146" descr="Groupe de personnes avec un remplissage uni">
                    <a:extLst>
                      <a:ext uri="{FF2B5EF4-FFF2-40B4-BE49-F238E27FC236}">
                        <a16:creationId xmlns:a16="http://schemas.microsoft.com/office/drawing/2014/main" id="{0CD21C34-C78C-4849-99FB-4919CAFAAE30}"/>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498660" y="2653414"/>
                    <a:ext cx="1298123" cy="651367"/>
                  </a:xfrm>
                  <a:prstGeom prst="rect">
                    <a:avLst/>
                  </a:prstGeom>
                </p:spPr>
              </p:pic>
            </p:grpSp>
            <p:grpSp>
              <p:nvGrpSpPr>
                <p:cNvPr id="137" name="Groupe 136">
                  <a:extLst>
                    <a:ext uri="{FF2B5EF4-FFF2-40B4-BE49-F238E27FC236}">
                      <a16:creationId xmlns:a16="http://schemas.microsoft.com/office/drawing/2014/main" id="{F346394B-D905-40FB-AF24-62CE2A545B93}"/>
                    </a:ext>
                  </a:extLst>
                </p:cNvPr>
                <p:cNvGrpSpPr/>
                <p:nvPr/>
              </p:nvGrpSpPr>
              <p:grpSpPr>
                <a:xfrm>
                  <a:off x="714070" y="5288117"/>
                  <a:ext cx="271479" cy="170791"/>
                  <a:chOff x="6989470" y="1452253"/>
                  <a:chExt cx="2968717" cy="1867662"/>
                </a:xfrm>
                <a:grpFill/>
              </p:grpSpPr>
              <p:pic>
                <p:nvPicPr>
                  <p:cNvPr id="138" name="Graphique 137" descr="Groupe de personnes avec un remplissage uni">
                    <a:extLst>
                      <a:ext uri="{FF2B5EF4-FFF2-40B4-BE49-F238E27FC236}">
                        <a16:creationId xmlns:a16="http://schemas.microsoft.com/office/drawing/2014/main" id="{D198E2F9-0458-4D1E-90FD-93D0EC7D394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89470" y="1452253"/>
                    <a:ext cx="1867662" cy="1867662"/>
                  </a:xfrm>
                  <a:prstGeom prst="rect">
                    <a:avLst/>
                  </a:prstGeom>
                </p:spPr>
              </p:pic>
              <p:pic>
                <p:nvPicPr>
                  <p:cNvPr id="139" name="Graphique 138" descr="Groupe de personnes avec un remplissage uni">
                    <a:extLst>
                      <a:ext uri="{FF2B5EF4-FFF2-40B4-BE49-F238E27FC236}">
                        <a16:creationId xmlns:a16="http://schemas.microsoft.com/office/drawing/2014/main" id="{BFCB547D-A964-4096-9A49-131A9E9A4A1E}"/>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a:stretch/>
                </p:blipFill>
                <p:spPr>
                  <a:xfrm>
                    <a:off x="8090525" y="1513565"/>
                    <a:ext cx="1867662" cy="651367"/>
                  </a:xfrm>
                  <a:prstGeom prst="rect">
                    <a:avLst/>
                  </a:prstGeom>
                </p:spPr>
              </p:pic>
              <p:pic>
                <p:nvPicPr>
                  <p:cNvPr id="140" name="Graphique 139" descr="Groupe de personnes avec un remplissage uni">
                    <a:extLst>
                      <a:ext uri="{FF2B5EF4-FFF2-40B4-BE49-F238E27FC236}">
                        <a16:creationId xmlns:a16="http://schemas.microsoft.com/office/drawing/2014/main" id="{8FA252D6-2487-4ED5-A8CE-9E2D166EF02A}"/>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316394" y="2091056"/>
                    <a:ext cx="1298123" cy="651367"/>
                  </a:xfrm>
                  <a:prstGeom prst="rect">
                    <a:avLst/>
                  </a:prstGeom>
                </p:spPr>
              </p:pic>
              <p:pic>
                <p:nvPicPr>
                  <p:cNvPr id="141" name="Graphique 140" descr="Groupe de personnes avec un remplissage uni">
                    <a:extLst>
                      <a:ext uri="{FF2B5EF4-FFF2-40B4-BE49-F238E27FC236}">
                        <a16:creationId xmlns:a16="http://schemas.microsoft.com/office/drawing/2014/main" id="{00032450-E6A4-4DCD-8E73-802F4D75A812}"/>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65831"/>
                  <a:stretch/>
                </p:blipFill>
                <p:spPr>
                  <a:xfrm>
                    <a:off x="6989470" y="1513565"/>
                    <a:ext cx="638169" cy="651367"/>
                  </a:xfrm>
                  <a:prstGeom prst="rect">
                    <a:avLst/>
                  </a:prstGeom>
                </p:spPr>
              </p:pic>
              <p:pic>
                <p:nvPicPr>
                  <p:cNvPr id="142" name="Graphique 141" descr="Groupe de personnes avec un remplissage uni">
                    <a:extLst>
                      <a:ext uri="{FF2B5EF4-FFF2-40B4-BE49-F238E27FC236}">
                        <a16:creationId xmlns:a16="http://schemas.microsoft.com/office/drawing/2014/main" id="{2121B639-E2F4-4118-83DA-4761CEF02073}"/>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498660" y="2653414"/>
                    <a:ext cx="1298123" cy="651367"/>
                  </a:xfrm>
                  <a:prstGeom prst="rect">
                    <a:avLst/>
                  </a:prstGeom>
                </p:spPr>
              </p:pic>
            </p:grpSp>
          </p:grpSp>
          <p:grpSp>
            <p:nvGrpSpPr>
              <p:cNvPr id="153" name="Groupe 152">
                <a:extLst>
                  <a:ext uri="{FF2B5EF4-FFF2-40B4-BE49-F238E27FC236}">
                    <a16:creationId xmlns:a16="http://schemas.microsoft.com/office/drawing/2014/main" id="{CFD96B62-FEFA-4D01-B3E6-F42642EC57C5}"/>
                  </a:ext>
                </a:extLst>
              </p:cNvPr>
              <p:cNvGrpSpPr/>
              <p:nvPr/>
            </p:nvGrpSpPr>
            <p:grpSpPr>
              <a:xfrm>
                <a:off x="10137052" y="3130494"/>
                <a:ext cx="845887" cy="552586"/>
                <a:chOff x="560346" y="5288117"/>
                <a:chExt cx="522960" cy="341630"/>
              </a:xfrm>
              <a:solidFill>
                <a:srgbClr val="ED7D31"/>
              </a:solidFill>
            </p:grpSpPr>
            <p:grpSp>
              <p:nvGrpSpPr>
                <p:cNvPr id="154" name="Groupe 153">
                  <a:extLst>
                    <a:ext uri="{FF2B5EF4-FFF2-40B4-BE49-F238E27FC236}">
                      <a16:creationId xmlns:a16="http://schemas.microsoft.com/office/drawing/2014/main" id="{DDB634E3-7380-405F-A2D4-C1FC5E29649B}"/>
                    </a:ext>
                  </a:extLst>
                </p:cNvPr>
                <p:cNvGrpSpPr/>
                <p:nvPr/>
              </p:nvGrpSpPr>
              <p:grpSpPr>
                <a:xfrm>
                  <a:off x="560346" y="5458956"/>
                  <a:ext cx="271479" cy="170791"/>
                  <a:chOff x="6989470" y="1452253"/>
                  <a:chExt cx="2968717" cy="1867662"/>
                </a:xfrm>
                <a:grpFill/>
              </p:grpSpPr>
              <p:pic>
                <p:nvPicPr>
                  <p:cNvPr id="167" name="Graphique 166" descr="Groupe de personnes avec un remplissage uni">
                    <a:extLst>
                      <a:ext uri="{FF2B5EF4-FFF2-40B4-BE49-F238E27FC236}">
                        <a16:creationId xmlns:a16="http://schemas.microsoft.com/office/drawing/2014/main" id="{38D55444-7928-49C4-949A-0C75F353FFAA}"/>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89470" y="1452253"/>
                    <a:ext cx="1867662" cy="1867662"/>
                  </a:xfrm>
                  <a:prstGeom prst="rect">
                    <a:avLst/>
                  </a:prstGeom>
                </p:spPr>
              </p:pic>
              <p:pic>
                <p:nvPicPr>
                  <p:cNvPr id="168" name="Graphique 167" descr="Groupe de personnes avec un remplissage uni">
                    <a:extLst>
                      <a:ext uri="{FF2B5EF4-FFF2-40B4-BE49-F238E27FC236}">
                        <a16:creationId xmlns:a16="http://schemas.microsoft.com/office/drawing/2014/main" id="{5E7B8D95-7ED2-4B78-84F5-A694C258BD5A}"/>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a:stretch/>
                </p:blipFill>
                <p:spPr>
                  <a:xfrm>
                    <a:off x="8090525" y="1513565"/>
                    <a:ext cx="1867662" cy="651367"/>
                  </a:xfrm>
                  <a:prstGeom prst="rect">
                    <a:avLst/>
                  </a:prstGeom>
                </p:spPr>
              </p:pic>
              <p:pic>
                <p:nvPicPr>
                  <p:cNvPr id="169" name="Graphique 168" descr="Groupe de personnes avec un remplissage uni">
                    <a:extLst>
                      <a:ext uri="{FF2B5EF4-FFF2-40B4-BE49-F238E27FC236}">
                        <a16:creationId xmlns:a16="http://schemas.microsoft.com/office/drawing/2014/main" id="{89F5C880-AAFC-485F-B0EA-36E37A934342}"/>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316394" y="2091056"/>
                    <a:ext cx="1298123" cy="651367"/>
                  </a:xfrm>
                  <a:prstGeom prst="rect">
                    <a:avLst/>
                  </a:prstGeom>
                </p:spPr>
              </p:pic>
              <p:pic>
                <p:nvPicPr>
                  <p:cNvPr id="170" name="Graphique 169" descr="Groupe de personnes avec un remplissage uni">
                    <a:extLst>
                      <a:ext uri="{FF2B5EF4-FFF2-40B4-BE49-F238E27FC236}">
                        <a16:creationId xmlns:a16="http://schemas.microsoft.com/office/drawing/2014/main" id="{583E553B-5463-400F-83D0-B38383BBB212}"/>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65831"/>
                  <a:stretch/>
                </p:blipFill>
                <p:spPr>
                  <a:xfrm>
                    <a:off x="6989470" y="1513565"/>
                    <a:ext cx="638169" cy="651367"/>
                  </a:xfrm>
                  <a:prstGeom prst="rect">
                    <a:avLst/>
                  </a:prstGeom>
                </p:spPr>
              </p:pic>
              <p:pic>
                <p:nvPicPr>
                  <p:cNvPr id="171" name="Graphique 170" descr="Groupe de personnes avec un remplissage uni">
                    <a:extLst>
                      <a:ext uri="{FF2B5EF4-FFF2-40B4-BE49-F238E27FC236}">
                        <a16:creationId xmlns:a16="http://schemas.microsoft.com/office/drawing/2014/main" id="{83ED99BF-5A80-4478-B3E6-102B274B1753}"/>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498660" y="2653414"/>
                    <a:ext cx="1298123" cy="651367"/>
                  </a:xfrm>
                  <a:prstGeom prst="rect">
                    <a:avLst/>
                  </a:prstGeom>
                </p:spPr>
              </p:pic>
            </p:grpSp>
            <p:grpSp>
              <p:nvGrpSpPr>
                <p:cNvPr id="155" name="Groupe 154">
                  <a:extLst>
                    <a:ext uri="{FF2B5EF4-FFF2-40B4-BE49-F238E27FC236}">
                      <a16:creationId xmlns:a16="http://schemas.microsoft.com/office/drawing/2014/main" id="{4D3A6629-B1CE-486C-B242-38799F56F282}"/>
                    </a:ext>
                  </a:extLst>
                </p:cNvPr>
                <p:cNvGrpSpPr/>
                <p:nvPr/>
              </p:nvGrpSpPr>
              <p:grpSpPr>
                <a:xfrm>
                  <a:off x="811827" y="5457524"/>
                  <a:ext cx="271479" cy="170791"/>
                  <a:chOff x="6989470" y="1452253"/>
                  <a:chExt cx="2968717" cy="1867662"/>
                </a:xfrm>
                <a:grpFill/>
              </p:grpSpPr>
              <p:pic>
                <p:nvPicPr>
                  <p:cNvPr id="162" name="Graphique 161" descr="Groupe de personnes avec un remplissage uni">
                    <a:extLst>
                      <a:ext uri="{FF2B5EF4-FFF2-40B4-BE49-F238E27FC236}">
                        <a16:creationId xmlns:a16="http://schemas.microsoft.com/office/drawing/2014/main" id="{D81D2319-176C-4B5D-8B06-C1B7AF705A2C}"/>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89470" y="1452253"/>
                    <a:ext cx="1867662" cy="1867662"/>
                  </a:xfrm>
                  <a:prstGeom prst="rect">
                    <a:avLst/>
                  </a:prstGeom>
                </p:spPr>
              </p:pic>
              <p:pic>
                <p:nvPicPr>
                  <p:cNvPr id="163" name="Graphique 162" descr="Groupe de personnes avec un remplissage uni">
                    <a:extLst>
                      <a:ext uri="{FF2B5EF4-FFF2-40B4-BE49-F238E27FC236}">
                        <a16:creationId xmlns:a16="http://schemas.microsoft.com/office/drawing/2014/main" id="{798D2CBD-137D-4E98-8873-88C9FBBACEBE}"/>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a:stretch/>
                </p:blipFill>
                <p:spPr>
                  <a:xfrm>
                    <a:off x="8090525" y="1513565"/>
                    <a:ext cx="1867662" cy="651367"/>
                  </a:xfrm>
                  <a:prstGeom prst="rect">
                    <a:avLst/>
                  </a:prstGeom>
                </p:spPr>
              </p:pic>
              <p:pic>
                <p:nvPicPr>
                  <p:cNvPr id="164" name="Graphique 163" descr="Groupe de personnes avec un remplissage uni">
                    <a:extLst>
                      <a:ext uri="{FF2B5EF4-FFF2-40B4-BE49-F238E27FC236}">
                        <a16:creationId xmlns:a16="http://schemas.microsoft.com/office/drawing/2014/main" id="{A6A789BD-675F-4BEB-B29D-4A84670D1B08}"/>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316394" y="2091056"/>
                    <a:ext cx="1298123" cy="651367"/>
                  </a:xfrm>
                  <a:prstGeom prst="rect">
                    <a:avLst/>
                  </a:prstGeom>
                </p:spPr>
              </p:pic>
              <p:pic>
                <p:nvPicPr>
                  <p:cNvPr id="165" name="Graphique 164" descr="Groupe de personnes avec un remplissage uni">
                    <a:extLst>
                      <a:ext uri="{FF2B5EF4-FFF2-40B4-BE49-F238E27FC236}">
                        <a16:creationId xmlns:a16="http://schemas.microsoft.com/office/drawing/2014/main" id="{01ED1010-28A9-4DC5-8E01-8B90C0D0EA6C}"/>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65831"/>
                  <a:stretch/>
                </p:blipFill>
                <p:spPr>
                  <a:xfrm>
                    <a:off x="6989470" y="1513565"/>
                    <a:ext cx="638169" cy="651367"/>
                  </a:xfrm>
                  <a:prstGeom prst="rect">
                    <a:avLst/>
                  </a:prstGeom>
                </p:spPr>
              </p:pic>
              <p:pic>
                <p:nvPicPr>
                  <p:cNvPr id="166" name="Graphique 165" descr="Groupe de personnes avec un remplissage uni">
                    <a:extLst>
                      <a:ext uri="{FF2B5EF4-FFF2-40B4-BE49-F238E27FC236}">
                        <a16:creationId xmlns:a16="http://schemas.microsoft.com/office/drawing/2014/main" id="{3901C28A-296E-4B73-880D-1EC8FC6723CD}"/>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498660" y="2653414"/>
                    <a:ext cx="1298123" cy="651367"/>
                  </a:xfrm>
                  <a:prstGeom prst="rect">
                    <a:avLst/>
                  </a:prstGeom>
                </p:spPr>
              </p:pic>
            </p:grpSp>
            <p:grpSp>
              <p:nvGrpSpPr>
                <p:cNvPr id="156" name="Groupe 155">
                  <a:extLst>
                    <a:ext uri="{FF2B5EF4-FFF2-40B4-BE49-F238E27FC236}">
                      <a16:creationId xmlns:a16="http://schemas.microsoft.com/office/drawing/2014/main" id="{FEB89BF2-3226-47B0-B68D-C5F7CFB6FB36}"/>
                    </a:ext>
                  </a:extLst>
                </p:cNvPr>
                <p:cNvGrpSpPr/>
                <p:nvPr/>
              </p:nvGrpSpPr>
              <p:grpSpPr>
                <a:xfrm>
                  <a:off x="714070" y="5288117"/>
                  <a:ext cx="271479" cy="170791"/>
                  <a:chOff x="6989470" y="1452253"/>
                  <a:chExt cx="2968717" cy="1867662"/>
                </a:xfrm>
                <a:grpFill/>
              </p:grpSpPr>
              <p:pic>
                <p:nvPicPr>
                  <p:cNvPr id="157" name="Graphique 156" descr="Groupe de personnes avec un remplissage uni">
                    <a:extLst>
                      <a:ext uri="{FF2B5EF4-FFF2-40B4-BE49-F238E27FC236}">
                        <a16:creationId xmlns:a16="http://schemas.microsoft.com/office/drawing/2014/main" id="{68DA577B-4321-44BE-964C-E2E08A796E25}"/>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89470" y="1452253"/>
                    <a:ext cx="1867662" cy="1867662"/>
                  </a:xfrm>
                  <a:prstGeom prst="rect">
                    <a:avLst/>
                  </a:prstGeom>
                </p:spPr>
              </p:pic>
              <p:pic>
                <p:nvPicPr>
                  <p:cNvPr id="158" name="Graphique 157" descr="Groupe de personnes avec un remplissage uni">
                    <a:extLst>
                      <a:ext uri="{FF2B5EF4-FFF2-40B4-BE49-F238E27FC236}">
                        <a16:creationId xmlns:a16="http://schemas.microsoft.com/office/drawing/2014/main" id="{E61A355C-D819-4F5F-8F59-EEECE5336475}"/>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a:stretch/>
                </p:blipFill>
                <p:spPr>
                  <a:xfrm>
                    <a:off x="8090525" y="1513565"/>
                    <a:ext cx="1867662" cy="651367"/>
                  </a:xfrm>
                  <a:prstGeom prst="rect">
                    <a:avLst/>
                  </a:prstGeom>
                </p:spPr>
              </p:pic>
              <p:pic>
                <p:nvPicPr>
                  <p:cNvPr id="159" name="Graphique 158" descr="Groupe de personnes avec un remplissage uni">
                    <a:extLst>
                      <a:ext uri="{FF2B5EF4-FFF2-40B4-BE49-F238E27FC236}">
                        <a16:creationId xmlns:a16="http://schemas.microsoft.com/office/drawing/2014/main" id="{DCC714E6-EFE0-46FE-9D5D-F2DDF0593464}"/>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316394" y="2091056"/>
                    <a:ext cx="1298123" cy="651367"/>
                  </a:xfrm>
                  <a:prstGeom prst="rect">
                    <a:avLst/>
                  </a:prstGeom>
                </p:spPr>
              </p:pic>
              <p:pic>
                <p:nvPicPr>
                  <p:cNvPr id="160" name="Graphique 159" descr="Groupe de personnes avec un remplissage uni">
                    <a:extLst>
                      <a:ext uri="{FF2B5EF4-FFF2-40B4-BE49-F238E27FC236}">
                        <a16:creationId xmlns:a16="http://schemas.microsoft.com/office/drawing/2014/main" id="{966C988E-24A7-4776-B63A-56E60E43B5D9}"/>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65831"/>
                  <a:stretch/>
                </p:blipFill>
                <p:spPr>
                  <a:xfrm>
                    <a:off x="6989470" y="1513565"/>
                    <a:ext cx="638169" cy="651367"/>
                  </a:xfrm>
                  <a:prstGeom prst="rect">
                    <a:avLst/>
                  </a:prstGeom>
                </p:spPr>
              </p:pic>
              <p:pic>
                <p:nvPicPr>
                  <p:cNvPr id="161" name="Graphique 160" descr="Groupe de personnes avec un remplissage uni">
                    <a:extLst>
                      <a:ext uri="{FF2B5EF4-FFF2-40B4-BE49-F238E27FC236}">
                        <a16:creationId xmlns:a16="http://schemas.microsoft.com/office/drawing/2014/main" id="{67613496-FC0C-4633-BF76-689148489AC0}"/>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498660" y="2653414"/>
                    <a:ext cx="1298123" cy="651367"/>
                  </a:xfrm>
                  <a:prstGeom prst="rect">
                    <a:avLst/>
                  </a:prstGeom>
                </p:spPr>
              </p:pic>
            </p:grpSp>
          </p:grpSp>
          <p:grpSp>
            <p:nvGrpSpPr>
              <p:cNvPr id="172" name="Groupe 171">
                <a:extLst>
                  <a:ext uri="{FF2B5EF4-FFF2-40B4-BE49-F238E27FC236}">
                    <a16:creationId xmlns:a16="http://schemas.microsoft.com/office/drawing/2014/main" id="{8CC127C9-4A63-48F4-B050-3A6F9139CA53}"/>
                  </a:ext>
                </a:extLst>
              </p:cNvPr>
              <p:cNvGrpSpPr/>
              <p:nvPr/>
            </p:nvGrpSpPr>
            <p:grpSpPr>
              <a:xfrm>
                <a:off x="10292337" y="3881401"/>
                <a:ext cx="845887" cy="552586"/>
                <a:chOff x="560346" y="5288117"/>
                <a:chExt cx="522960" cy="341630"/>
              </a:xfrm>
              <a:solidFill>
                <a:srgbClr val="ED7D31"/>
              </a:solidFill>
            </p:grpSpPr>
            <p:grpSp>
              <p:nvGrpSpPr>
                <p:cNvPr id="173" name="Groupe 172">
                  <a:extLst>
                    <a:ext uri="{FF2B5EF4-FFF2-40B4-BE49-F238E27FC236}">
                      <a16:creationId xmlns:a16="http://schemas.microsoft.com/office/drawing/2014/main" id="{C993A616-DAF9-4008-A8CC-AB617A89927A}"/>
                    </a:ext>
                  </a:extLst>
                </p:cNvPr>
                <p:cNvGrpSpPr/>
                <p:nvPr/>
              </p:nvGrpSpPr>
              <p:grpSpPr>
                <a:xfrm>
                  <a:off x="560346" y="5458956"/>
                  <a:ext cx="271479" cy="170791"/>
                  <a:chOff x="6989470" y="1452253"/>
                  <a:chExt cx="2968717" cy="1867662"/>
                </a:xfrm>
                <a:grpFill/>
              </p:grpSpPr>
              <p:pic>
                <p:nvPicPr>
                  <p:cNvPr id="186" name="Graphique 185" descr="Groupe de personnes avec un remplissage uni">
                    <a:extLst>
                      <a:ext uri="{FF2B5EF4-FFF2-40B4-BE49-F238E27FC236}">
                        <a16:creationId xmlns:a16="http://schemas.microsoft.com/office/drawing/2014/main" id="{BC9D1910-6F2D-4272-B413-952EA956B9EF}"/>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89470" y="1452253"/>
                    <a:ext cx="1867662" cy="1867662"/>
                  </a:xfrm>
                  <a:prstGeom prst="rect">
                    <a:avLst/>
                  </a:prstGeom>
                </p:spPr>
              </p:pic>
              <p:pic>
                <p:nvPicPr>
                  <p:cNvPr id="187" name="Graphique 186" descr="Groupe de personnes avec un remplissage uni">
                    <a:extLst>
                      <a:ext uri="{FF2B5EF4-FFF2-40B4-BE49-F238E27FC236}">
                        <a16:creationId xmlns:a16="http://schemas.microsoft.com/office/drawing/2014/main" id="{BFD28799-EF40-4C53-AB2A-2A5F9F276AAE}"/>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a:stretch/>
                </p:blipFill>
                <p:spPr>
                  <a:xfrm>
                    <a:off x="8090525" y="1513565"/>
                    <a:ext cx="1867662" cy="651367"/>
                  </a:xfrm>
                  <a:prstGeom prst="rect">
                    <a:avLst/>
                  </a:prstGeom>
                </p:spPr>
              </p:pic>
              <p:pic>
                <p:nvPicPr>
                  <p:cNvPr id="188" name="Graphique 187" descr="Groupe de personnes avec un remplissage uni">
                    <a:extLst>
                      <a:ext uri="{FF2B5EF4-FFF2-40B4-BE49-F238E27FC236}">
                        <a16:creationId xmlns:a16="http://schemas.microsoft.com/office/drawing/2014/main" id="{3AFB4492-B248-4FBE-8546-DE905824CD53}"/>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316394" y="2091056"/>
                    <a:ext cx="1298123" cy="651367"/>
                  </a:xfrm>
                  <a:prstGeom prst="rect">
                    <a:avLst/>
                  </a:prstGeom>
                </p:spPr>
              </p:pic>
              <p:pic>
                <p:nvPicPr>
                  <p:cNvPr id="189" name="Graphique 188" descr="Groupe de personnes avec un remplissage uni">
                    <a:extLst>
                      <a:ext uri="{FF2B5EF4-FFF2-40B4-BE49-F238E27FC236}">
                        <a16:creationId xmlns:a16="http://schemas.microsoft.com/office/drawing/2014/main" id="{7751FA6E-10EB-4CDC-8608-03ED7A2037BD}"/>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65831"/>
                  <a:stretch/>
                </p:blipFill>
                <p:spPr>
                  <a:xfrm>
                    <a:off x="6989470" y="1513565"/>
                    <a:ext cx="638169" cy="651367"/>
                  </a:xfrm>
                  <a:prstGeom prst="rect">
                    <a:avLst/>
                  </a:prstGeom>
                </p:spPr>
              </p:pic>
              <p:pic>
                <p:nvPicPr>
                  <p:cNvPr id="190" name="Graphique 189" descr="Groupe de personnes avec un remplissage uni">
                    <a:extLst>
                      <a:ext uri="{FF2B5EF4-FFF2-40B4-BE49-F238E27FC236}">
                        <a16:creationId xmlns:a16="http://schemas.microsoft.com/office/drawing/2014/main" id="{BBC27BD9-79D6-4687-991D-10F0D89D6359}"/>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498660" y="2653414"/>
                    <a:ext cx="1298123" cy="651367"/>
                  </a:xfrm>
                  <a:prstGeom prst="rect">
                    <a:avLst/>
                  </a:prstGeom>
                </p:spPr>
              </p:pic>
            </p:grpSp>
            <p:grpSp>
              <p:nvGrpSpPr>
                <p:cNvPr id="174" name="Groupe 173">
                  <a:extLst>
                    <a:ext uri="{FF2B5EF4-FFF2-40B4-BE49-F238E27FC236}">
                      <a16:creationId xmlns:a16="http://schemas.microsoft.com/office/drawing/2014/main" id="{822AA796-876B-4566-B782-BC122180C590}"/>
                    </a:ext>
                  </a:extLst>
                </p:cNvPr>
                <p:cNvGrpSpPr/>
                <p:nvPr/>
              </p:nvGrpSpPr>
              <p:grpSpPr>
                <a:xfrm>
                  <a:off x="811827" y="5457524"/>
                  <a:ext cx="271479" cy="170791"/>
                  <a:chOff x="6989470" y="1452253"/>
                  <a:chExt cx="2968717" cy="1867662"/>
                </a:xfrm>
                <a:grpFill/>
              </p:grpSpPr>
              <p:pic>
                <p:nvPicPr>
                  <p:cNvPr id="181" name="Graphique 180" descr="Groupe de personnes avec un remplissage uni">
                    <a:extLst>
                      <a:ext uri="{FF2B5EF4-FFF2-40B4-BE49-F238E27FC236}">
                        <a16:creationId xmlns:a16="http://schemas.microsoft.com/office/drawing/2014/main" id="{95D714C8-3858-4DB9-AC1C-552F4843A32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89470" y="1452253"/>
                    <a:ext cx="1867662" cy="1867662"/>
                  </a:xfrm>
                  <a:prstGeom prst="rect">
                    <a:avLst/>
                  </a:prstGeom>
                </p:spPr>
              </p:pic>
              <p:pic>
                <p:nvPicPr>
                  <p:cNvPr id="182" name="Graphique 181" descr="Groupe de personnes avec un remplissage uni">
                    <a:extLst>
                      <a:ext uri="{FF2B5EF4-FFF2-40B4-BE49-F238E27FC236}">
                        <a16:creationId xmlns:a16="http://schemas.microsoft.com/office/drawing/2014/main" id="{F2AB81C5-92F0-4A90-9176-13063A21395B}"/>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a:stretch/>
                </p:blipFill>
                <p:spPr>
                  <a:xfrm>
                    <a:off x="8090525" y="1513565"/>
                    <a:ext cx="1867662" cy="651367"/>
                  </a:xfrm>
                  <a:prstGeom prst="rect">
                    <a:avLst/>
                  </a:prstGeom>
                </p:spPr>
              </p:pic>
              <p:pic>
                <p:nvPicPr>
                  <p:cNvPr id="183" name="Graphique 182" descr="Groupe de personnes avec un remplissage uni">
                    <a:extLst>
                      <a:ext uri="{FF2B5EF4-FFF2-40B4-BE49-F238E27FC236}">
                        <a16:creationId xmlns:a16="http://schemas.microsoft.com/office/drawing/2014/main" id="{395649CB-F1A8-4778-885E-0861EE989848}"/>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316394" y="2091056"/>
                    <a:ext cx="1298123" cy="651367"/>
                  </a:xfrm>
                  <a:prstGeom prst="rect">
                    <a:avLst/>
                  </a:prstGeom>
                </p:spPr>
              </p:pic>
              <p:pic>
                <p:nvPicPr>
                  <p:cNvPr id="184" name="Graphique 183" descr="Groupe de personnes avec un remplissage uni">
                    <a:extLst>
                      <a:ext uri="{FF2B5EF4-FFF2-40B4-BE49-F238E27FC236}">
                        <a16:creationId xmlns:a16="http://schemas.microsoft.com/office/drawing/2014/main" id="{3ECACB5D-56B5-4A9B-805F-38A732D12B82}"/>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65831"/>
                  <a:stretch/>
                </p:blipFill>
                <p:spPr>
                  <a:xfrm>
                    <a:off x="6989470" y="1513565"/>
                    <a:ext cx="638169" cy="651367"/>
                  </a:xfrm>
                  <a:prstGeom prst="rect">
                    <a:avLst/>
                  </a:prstGeom>
                </p:spPr>
              </p:pic>
              <p:pic>
                <p:nvPicPr>
                  <p:cNvPr id="185" name="Graphique 184" descr="Groupe de personnes avec un remplissage uni">
                    <a:extLst>
                      <a:ext uri="{FF2B5EF4-FFF2-40B4-BE49-F238E27FC236}">
                        <a16:creationId xmlns:a16="http://schemas.microsoft.com/office/drawing/2014/main" id="{C9191F34-BD28-4A1A-B250-6494EABF16AC}"/>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498660" y="2653414"/>
                    <a:ext cx="1298123" cy="651367"/>
                  </a:xfrm>
                  <a:prstGeom prst="rect">
                    <a:avLst/>
                  </a:prstGeom>
                </p:spPr>
              </p:pic>
            </p:grpSp>
            <p:grpSp>
              <p:nvGrpSpPr>
                <p:cNvPr id="175" name="Groupe 174">
                  <a:extLst>
                    <a:ext uri="{FF2B5EF4-FFF2-40B4-BE49-F238E27FC236}">
                      <a16:creationId xmlns:a16="http://schemas.microsoft.com/office/drawing/2014/main" id="{3D517333-F4AC-459D-BC05-027BE8C69C44}"/>
                    </a:ext>
                  </a:extLst>
                </p:cNvPr>
                <p:cNvGrpSpPr/>
                <p:nvPr/>
              </p:nvGrpSpPr>
              <p:grpSpPr>
                <a:xfrm>
                  <a:off x="714070" y="5288117"/>
                  <a:ext cx="271479" cy="170791"/>
                  <a:chOff x="6989470" y="1452253"/>
                  <a:chExt cx="2968717" cy="1867662"/>
                </a:xfrm>
                <a:grpFill/>
              </p:grpSpPr>
              <p:pic>
                <p:nvPicPr>
                  <p:cNvPr id="176" name="Graphique 175" descr="Groupe de personnes avec un remplissage uni">
                    <a:extLst>
                      <a:ext uri="{FF2B5EF4-FFF2-40B4-BE49-F238E27FC236}">
                        <a16:creationId xmlns:a16="http://schemas.microsoft.com/office/drawing/2014/main" id="{53FFA467-2231-4EEC-8C70-D50C528CCBA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89470" y="1452253"/>
                    <a:ext cx="1867662" cy="1867662"/>
                  </a:xfrm>
                  <a:prstGeom prst="rect">
                    <a:avLst/>
                  </a:prstGeom>
                </p:spPr>
              </p:pic>
              <p:pic>
                <p:nvPicPr>
                  <p:cNvPr id="177" name="Graphique 176" descr="Groupe de personnes avec un remplissage uni">
                    <a:extLst>
                      <a:ext uri="{FF2B5EF4-FFF2-40B4-BE49-F238E27FC236}">
                        <a16:creationId xmlns:a16="http://schemas.microsoft.com/office/drawing/2014/main" id="{C66FBAB9-4C1A-4DAB-B444-5EBC7EE716D6}"/>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a:stretch/>
                </p:blipFill>
                <p:spPr>
                  <a:xfrm>
                    <a:off x="8090525" y="1513565"/>
                    <a:ext cx="1867662" cy="651367"/>
                  </a:xfrm>
                  <a:prstGeom prst="rect">
                    <a:avLst/>
                  </a:prstGeom>
                </p:spPr>
              </p:pic>
              <p:pic>
                <p:nvPicPr>
                  <p:cNvPr id="178" name="Graphique 177" descr="Groupe de personnes avec un remplissage uni">
                    <a:extLst>
                      <a:ext uri="{FF2B5EF4-FFF2-40B4-BE49-F238E27FC236}">
                        <a16:creationId xmlns:a16="http://schemas.microsoft.com/office/drawing/2014/main" id="{BB4BEB63-BA86-4429-A542-1D37BE09879C}"/>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316394" y="2091056"/>
                    <a:ext cx="1298123" cy="651367"/>
                  </a:xfrm>
                  <a:prstGeom prst="rect">
                    <a:avLst/>
                  </a:prstGeom>
                </p:spPr>
              </p:pic>
              <p:pic>
                <p:nvPicPr>
                  <p:cNvPr id="179" name="Graphique 178" descr="Groupe de personnes avec un remplissage uni">
                    <a:extLst>
                      <a:ext uri="{FF2B5EF4-FFF2-40B4-BE49-F238E27FC236}">
                        <a16:creationId xmlns:a16="http://schemas.microsoft.com/office/drawing/2014/main" id="{31CEEF3A-E093-41E1-89D5-F836B80470FE}"/>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65831"/>
                  <a:stretch/>
                </p:blipFill>
                <p:spPr>
                  <a:xfrm>
                    <a:off x="6989470" y="1513565"/>
                    <a:ext cx="638169" cy="651367"/>
                  </a:xfrm>
                  <a:prstGeom prst="rect">
                    <a:avLst/>
                  </a:prstGeom>
                </p:spPr>
              </p:pic>
              <p:pic>
                <p:nvPicPr>
                  <p:cNvPr id="180" name="Graphique 179" descr="Groupe de personnes avec un remplissage uni">
                    <a:extLst>
                      <a:ext uri="{FF2B5EF4-FFF2-40B4-BE49-F238E27FC236}">
                        <a16:creationId xmlns:a16="http://schemas.microsoft.com/office/drawing/2014/main" id="{7D2C7BE9-507D-4297-BB8F-2B8BC27872DD}"/>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498660" y="2653414"/>
                    <a:ext cx="1298123" cy="651367"/>
                  </a:xfrm>
                  <a:prstGeom prst="rect">
                    <a:avLst/>
                  </a:prstGeom>
                </p:spPr>
              </p:pic>
            </p:grpSp>
          </p:grpSp>
          <p:grpSp>
            <p:nvGrpSpPr>
              <p:cNvPr id="191" name="Groupe 190">
                <a:extLst>
                  <a:ext uri="{FF2B5EF4-FFF2-40B4-BE49-F238E27FC236}">
                    <a16:creationId xmlns:a16="http://schemas.microsoft.com/office/drawing/2014/main" id="{71CDB7B4-3A8F-473A-914D-B024AB421DD8}"/>
                  </a:ext>
                </a:extLst>
              </p:cNvPr>
              <p:cNvGrpSpPr/>
              <p:nvPr/>
            </p:nvGrpSpPr>
            <p:grpSpPr>
              <a:xfrm>
                <a:off x="10896292" y="3955672"/>
                <a:ext cx="845887" cy="552586"/>
                <a:chOff x="560346" y="5288117"/>
                <a:chExt cx="522960" cy="341630"/>
              </a:xfrm>
              <a:solidFill>
                <a:srgbClr val="ED7D31"/>
              </a:solidFill>
            </p:grpSpPr>
            <p:grpSp>
              <p:nvGrpSpPr>
                <p:cNvPr id="192" name="Groupe 191">
                  <a:extLst>
                    <a:ext uri="{FF2B5EF4-FFF2-40B4-BE49-F238E27FC236}">
                      <a16:creationId xmlns:a16="http://schemas.microsoft.com/office/drawing/2014/main" id="{0E2916EE-1527-49C1-82B8-95FB671EDA16}"/>
                    </a:ext>
                  </a:extLst>
                </p:cNvPr>
                <p:cNvGrpSpPr/>
                <p:nvPr/>
              </p:nvGrpSpPr>
              <p:grpSpPr>
                <a:xfrm>
                  <a:off x="560346" y="5458956"/>
                  <a:ext cx="271479" cy="170791"/>
                  <a:chOff x="6989470" y="1452253"/>
                  <a:chExt cx="2968717" cy="1867662"/>
                </a:xfrm>
                <a:grpFill/>
              </p:grpSpPr>
              <p:pic>
                <p:nvPicPr>
                  <p:cNvPr id="205" name="Graphique 204" descr="Groupe de personnes avec un remplissage uni">
                    <a:extLst>
                      <a:ext uri="{FF2B5EF4-FFF2-40B4-BE49-F238E27FC236}">
                        <a16:creationId xmlns:a16="http://schemas.microsoft.com/office/drawing/2014/main" id="{FCA6D4EC-9BD3-4085-A7BA-875DFA1C5D64}"/>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89470" y="1452253"/>
                    <a:ext cx="1867662" cy="1867662"/>
                  </a:xfrm>
                  <a:prstGeom prst="rect">
                    <a:avLst/>
                  </a:prstGeom>
                </p:spPr>
              </p:pic>
              <p:pic>
                <p:nvPicPr>
                  <p:cNvPr id="206" name="Graphique 205" descr="Groupe de personnes avec un remplissage uni">
                    <a:extLst>
                      <a:ext uri="{FF2B5EF4-FFF2-40B4-BE49-F238E27FC236}">
                        <a16:creationId xmlns:a16="http://schemas.microsoft.com/office/drawing/2014/main" id="{124BA9AA-0BA7-4173-9500-C9F3AE7BEC66}"/>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a:stretch/>
                </p:blipFill>
                <p:spPr>
                  <a:xfrm>
                    <a:off x="8090525" y="1513565"/>
                    <a:ext cx="1867662" cy="651367"/>
                  </a:xfrm>
                  <a:prstGeom prst="rect">
                    <a:avLst/>
                  </a:prstGeom>
                </p:spPr>
              </p:pic>
              <p:pic>
                <p:nvPicPr>
                  <p:cNvPr id="207" name="Graphique 206" descr="Groupe de personnes avec un remplissage uni">
                    <a:extLst>
                      <a:ext uri="{FF2B5EF4-FFF2-40B4-BE49-F238E27FC236}">
                        <a16:creationId xmlns:a16="http://schemas.microsoft.com/office/drawing/2014/main" id="{31B39C56-2739-443E-A00C-F15B79006F8A}"/>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316394" y="2091056"/>
                    <a:ext cx="1298123" cy="651367"/>
                  </a:xfrm>
                  <a:prstGeom prst="rect">
                    <a:avLst/>
                  </a:prstGeom>
                </p:spPr>
              </p:pic>
              <p:pic>
                <p:nvPicPr>
                  <p:cNvPr id="208" name="Graphique 207" descr="Groupe de personnes avec un remplissage uni">
                    <a:extLst>
                      <a:ext uri="{FF2B5EF4-FFF2-40B4-BE49-F238E27FC236}">
                        <a16:creationId xmlns:a16="http://schemas.microsoft.com/office/drawing/2014/main" id="{0B49D771-2540-4BFC-900A-1E384949F786}"/>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65831"/>
                  <a:stretch/>
                </p:blipFill>
                <p:spPr>
                  <a:xfrm>
                    <a:off x="6989470" y="1513565"/>
                    <a:ext cx="638169" cy="651367"/>
                  </a:xfrm>
                  <a:prstGeom prst="rect">
                    <a:avLst/>
                  </a:prstGeom>
                </p:spPr>
              </p:pic>
              <p:pic>
                <p:nvPicPr>
                  <p:cNvPr id="209" name="Graphique 208" descr="Groupe de personnes avec un remplissage uni">
                    <a:extLst>
                      <a:ext uri="{FF2B5EF4-FFF2-40B4-BE49-F238E27FC236}">
                        <a16:creationId xmlns:a16="http://schemas.microsoft.com/office/drawing/2014/main" id="{263EFFE2-31C7-46CF-9B6A-C139A829ADCB}"/>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498660" y="2653414"/>
                    <a:ext cx="1298123" cy="651367"/>
                  </a:xfrm>
                  <a:prstGeom prst="rect">
                    <a:avLst/>
                  </a:prstGeom>
                </p:spPr>
              </p:pic>
            </p:grpSp>
            <p:grpSp>
              <p:nvGrpSpPr>
                <p:cNvPr id="193" name="Groupe 192">
                  <a:extLst>
                    <a:ext uri="{FF2B5EF4-FFF2-40B4-BE49-F238E27FC236}">
                      <a16:creationId xmlns:a16="http://schemas.microsoft.com/office/drawing/2014/main" id="{17F7E17B-716F-4095-99DC-806E14C98B39}"/>
                    </a:ext>
                  </a:extLst>
                </p:cNvPr>
                <p:cNvGrpSpPr/>
                <p:nvPr/>
              </p:nvGrpSpPr>
              <p:grpSpPr>
                <a:xfrm>
                  <a:off x="811827" y="5457524"/>
                  <a:ext cx="271479" cy="170791"/>
                  <a:chOff x="6989470" y="1452253"/>
                  <a:chExt cx="2968717" cy="1867662"/>
                </a:xfrm>
                <a:grpFill/>
              </p:grpSpPr>
              <p:pic>
                <p:nvPicPr>
                  <p:cNvPr id="200" name="Graphique 199" descr="Groupe de personnes avec un remplissage uni">
                    <a:extLst>
                      <a:ext uri="{FF2B5EF4-FFF2-40B4-BE49-F238E27FC236}">
                        <a16:creationId xmlns:a16="http://schemas.microsoft.com/office/drawing/2014/main" id="{A1F9CF9A-2758-49D6-A933-3CE097DCA50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89470" y="1452253"/>
                    <a:ext cx="1867662" cy="1867662"/>
                  </a:xfrm>
                  <a:prstGeom prst="rect">
                    <a:avLst/>
                  </a:prstGeom>
                </p:spPr>
              </p:pic>
              <p:pic>
                <p:nvPicPr>
                  <p:cNvPr id="201" name="Graphique 200" descr="Groupe de personnes avec un remplissage uni">
                    <a:extLst>
                      <a:ext uri="{FF2B5EF4-FFF2-40B4-BE49-F238E27FC236}">
                        <a16:creationId xmlns:a16="http://schemas.microsoft.com/office/drawing/2014/main" id="{4F525CF9-F1BD-4923-8D1F-988260143D7F}"/>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a:stretch/>
                </p:blipFill>
                <p:spPr>
                  <a:xfrm>
                    <a:off x="8090525" y="1513565"/>
                    <a:ext cx="1867662" cy="651367"/>
                  </a:xfrm>
                  <a:prstGeom prst="rect">
                    <a:avLst/>
                  </a:prstGeom>
                </p:spPr>
              </p:pic>
              <p:pic>
                <p:nvPicPr>
                  <p:cNvPr id="202" name="Graphique 201" descr="Groupe de personnes avec un remplissage uni">
                    <a:extLst>
                      <a:ext uri="{FF2B5EF4-FFF2-40B4-BE49-F238E27FC236}">
                        <a16:creationId xmlns:a16="http://schemas.microsoft.com/office/drawing/2014/main" id="{F5DA3107-96BC-46AA-9894-946C98A649BA}"/>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316394" y="2091056"/>
                    <a:ext cx="1298123" cy="651367"/>
                  </a:xfrm>
                  <a:prstGeom prst="rect">
                    <a:avLst/>
                  </a:prstGeom>
                </p:spPr>
              </p:pic>
              <p:pic>
                <p:nvPicPr>
                  <p:cNvPr id="203" name="Graphique 202" descr="Groupe de personnes avec un remplissage uni">
                    <a:extLst>
                      <a:ext uri="{FF2B5EF4-FFF2-40B4-BE49-F238E27FC236}">
                        <a16:creationId xmlns:a16="http://schemas.microsoft.com/office/drawing/2014/main" id="{A0E55845-0F71-47B2-9D20-DA1927CDE25C}"/>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65831"/>
                  <a:stretch/>
                </p:blipFill>
                <p:spPr>
                  <a:xfrm>
                    <a:off x="6989470" y="1513565"/>
                    <a:ext cx="638169" cy="651367"/>
                  </a:xfrm>
                  <a:prstGeom prst="rect">
                    <a:avLst/>
                  </a:prstGeom>
                </p:spPr>
              </p:pic>
              <p:pic>
                <p:nvPicPr>
                  <p:cNvPr id="204" name="Graphique 203" descr="Groupe de personnes avec un remplissage uni">
                    <a:extLst>
                      <a:ext uri="{FF2B5EF4-FFF2-40B4-BE49-F238E27FC236}">
                        <a16:creationId xmlns:a16="http://schemas.microsoft.com/office/drawing/2014/main" id="{2AB04CBC-4B5F-4FF2-B4CE-DC991B789C14}"/>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498660" y="2653414"/>
                    <a:ext cx="1298123" cy="651367"/>
                  </a:xfrm>
                  <a:prstGeom prst="rect">
                    <a:avLst/>
                  </a:prstGeom>
                </p:spPr>
              </p:pic>
            </p:grpSp>
            <p:grpSp>
              <p:nvGrpSpPr>
                <p:cNvPr id="194" name="Groupe 193">
                  <a:extLst>
                    <a:ext uri="{FF2B5EF4-FFF2-40B4-BE49-F238E27FC236}">
                      <a16:creationId xmlns:a16="http://schemas.microsoft.com/office/drawing/2014/main" id="{ED2E11C4-4CD4-4E8F-AB03-30CAA8C32109}"/>
                    </a:ext>
                  </a:extLst>
                </p:cNvPr>
                <p:cNvGrpSpPr/>
                <p:nvPr/>
              </p:nvGrpSpPr>
              <p:grpSpPr>
                <a:xfrm>
                  <a:off x="714070" y="5288117"/>
                  <a:ext cx="271479" cy="170791"/>
                  <a:chOff x="6989470" y="1452253"/>
                  <a:chExt cx="2968717" cy="1867662"/>
                </a:xfrm>
                <a:grpFill/>
              </p:grpSpPr>
              <p:pic>
                <p:nvPicPr>
                  <p:cNvPr id="195" name="Graphique 194" descr="Groupe de personnes avec un remplissage uni">
                    <a:extLst>
                      <a:ext uri="{FF2B5EF4-FFF2-40B4-BE49-F238E27FC236}">
                        <a16:creationId xmlns:a16="http://schemas.microsoft.com/office/drawing/2014/main" id="{54705795-61B2-4D17-9AF3-A86B48B442E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89470" y="1452253"/>
                    <a:ext cx="1867662" cy="1867662"/>
                  </a:xfrm>
                  <a:prstGeom prst="rect">
                    <a:avLst/>
                  </a:prstGeom>
                </p:spPr>
              </p:pic>
              <p:pic>
                <p:nvPicPr>
                  <p:cNvPr id="196" name="Graphique 195" descr="Groupe de personnes avec un remplissage uni">
                    <a:extLst>
                      <a:ext uri="{FF2B5EF4-FFF2-40B4-BE49-F238E27FC236}">
                        <a16:creationId xmlns:a16="http://schemas.microsoft.com/office/drawing/2014/main" id="{8DF5B876-5E9B-470D-B462-F57E01A079FE}"/>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a:stretch/>
                </p:blipFill>
                <p:spPr>
                  <a:xfrm>
                    <a:off x="8090525" y="1513565"/>
                    <a:ext cx="1867662" cy="651367"/>
                  </a:xfrm>
                  <a:prstGeom prst="rect">
                    <a:avLst/>
                  </a:prstGeom>
                </p:spPr>
              </p:pic>
              <p:pic>
                <p:nvPicPr>
                  <p:cNvPr id="197" name="Graphique 196" descr="Groupe de personnes avec un remplissage uni">
                    <a:extLst>
                      <a:ext uri="{FF2B5EF4-FFF2-40B4-BE49-F238E27FC236}">
                        <a16:creationId xmlns:a16="http://schemas.microsoft.com/office/drawing/2014/main" id="{3A729F8C-7E07-43AF-80BE-0B8C40ADA3C4}"/>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316394" y="2091056"/>
                    <a:ext cx="1298123" cy="651367"/>
                  </a:xfrm>
                  <a:prstGeom prst="rect">
                    <a:avLst/>
                  </a:prstGeom>
                </p:spPr>
              </p:pic>
              <p:pic>
                <p:nvPicPr>
                  <p:cNvPr id="198" name="Graphique 197" descr="Groupe de personnes avec un remplissage uni">
                    <a:extLst>
                      <a:ext uri="{FF2B5EF4-FFF2-40B4-BE49-F238E27FC236}">
                        <a16:creationId xmlns:a16="http://schemas.microsoft.com/office/drawing/2014/main" id="{4056E3BB-4888-42EE-B660-F39D3B3A55A0}"/>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65831"/>
                  <a:stretch/>
                </p:blipFill>
                <p:spPr>
                  <a:xfrm>
                    <a:off x="6989470" y="1513565"/>
                    <a:ext cx="638169" cy="651367"/>
                  </a:xfrm>
                  <a:prstGeom prst="rect">
                    <a:avLst/>
                  </a:prstGeom>
                </p:spPr>
              </p:pic>
              <p:pic>
                <p:nvPicPr>
                  <p:cNvPr id="199" name="Graphique 198" descr="Groupe de personnes avec un remplissage uni">
                    <a:extLst>
                      <a:ext uri="{FF2B5EF4-FFF2-40B4-BE49-F238E27FC236}">
                        <a16:creationId xmlns:a16="http://schemas.microsoft.com/office/drawing/2014/main" id="{E0CFF9F0-E4EA-44A9-A661-8799D68BB856}"/>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498660" y="2653414"/>
                    <a:ext cx="1298123" cy="651367"/>
                  </a:xfrm>
                  <a:prstGeom prst="rect">
                    <a:avLst/>
                  </a:prstGeom>
                </p:spPr>
              </p:pic>
            </p:grpSp>
          </p:grpSp>
          <p:grpSp>
            <p:nvGrpSpPr>
              <p:cNvPr id="210" name="Groupe 209">
                <a:extLst>
                  <a:ext uri="{FF2B5EF4-FFF2-40B4-BE49-F238E27FC236}">
                    <a16:creationId xmlns:a16="http://schemas.microsoft.com/office/drawing/2014/main" id="{EF077042-51B5-4895-BE63-5F3264380CA7}"/>
                  </a:ext>
                </a:extLst>
              </p:cNvPr>
              <p:cNvGrpSpPr/>
              <p:nvPr/>
            </p:nvGrpSpPr>
            <p:grpSpPr>
              <a:xfrm>
                <a:off x="11288141" y="3578123"/>
                <a:ext cx="845887" cy="552586"/>
                <a:chOff x="560346" y="5288117"/>
                <a:chExt cx="522960" cy="341630"/>
              </a:xfrm>
              <a:solidFill>
                <a:srgbClr val="ED7D31"/>
              </a:solidFill>
            </p:grpSpPr>
            <p:grpSp>
              <p:nvGrpSpPr>
                <p:cNvPr id="211" name="Groupe 210">
                  <a:extLst>
                    <a:ext uri="{FF2B5EF4-FFF2-40B4-BE49-F238E27FC236}">
                      <a16:creationId xmlns:a16="http://schemas.microsoft.com/office/drawing/2014/main" id="{B680E228-2BA7-4D43-AE16-0DD2F81E2BAD}"/>
                    </a:ext>
                  </a:extLst>
                </p:cNvPr>
                <p:cNvGrpSpPr/>
                <p:nvPr/>
              </p:nvGrpSpPr>
              <p:grpSpPr>
                <a:xfrm>
                  <a:off x="560346" y="5458956"/>
                  <a:ext cx="271479" cy="170791"/>
                  <a:chOff x="6989470" y="1452253"/>
                  <a:chExt cx="2968717" cy="1867662"/>
                </a:xfrm>
                <a:grpFill/>
              </p:grpSpPr>
              <p:pic>
                <p:nvPicPr>
                  <p:cNvPr id="224" name="Graphique 223" descr="Groupe de personnes avec un remplissage uni">
                    <a:extLst>
                      <a:ext uri="{FF2B5EF4-FFF2-40B4-BE49-F238E27FC236}">
                        <a16:creationId xmlns:a16="http://schemas.microsoft.com/office/drawing/2014/main" id="{04922389-64CE-453F-A25D-232DC646DFD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89470" y="1452253"/>
                    <a:ext cx="1867662" cy="1867662"/>
                  </a:xfrm>
                  <a:prstGeom prst="rect">
                    <a:avLst/>
                  </a:prstGeom>
                </p:spPr>
              </p:pic>
              <p:pic>
                <p:nvPicPr>
                  <p:cNvPr id="225" name="Graphique 224" descr="Groupe de personnes avec un remplissage uni">
                    <a:extLst>
                      <a:ext uri="{FF2B5EF4-FFF2-40B4-BE49-F238E27FC236}">
                        <a16:creationId xmlns:a16="http://schemas.microsoft.com/office/drawing/2014/main" id="{E3ED349F-2699-42B2-A277-E49E97D84A98}"/>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a:stretch/>
                </p:blipFill>
                <p:spPr>
                  <a:xfrm>
                    <a:off x="8090525" y="1513565"/>
                    <a:ext cx="1867662" cy="651367"/>
                  </a:xfrm>
                  <a:prstGeom prst="rect">
                    <a:avLst/>
                  </a:prstGeom>
                </p:spPr>
              </p:pic>
              <p:pic>
                <p:nvPicPr>
                  <p:cNvPr id="226" name="Graphique 225" descr="Groupe de personnes avec un remplissage uni">
                    <a:extLst>
                      <a:ext uri="{FF2B5EF4-FFF2-40B4-BE49-F238E27FC236}">
                        <a16:creationId xmlns:a16="http://schemas.microsoft.com/office/drawing/2014/main" id="{4507A099-3EA2-48C0-A701-D2570A012223}"/>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316394" y="2091056"/>
                    <a:ext cx="1298123" cy="651367"/>
                  </a:xfrm>
                  <a:prstGeom prst="rect">
                    <a:avLst/>
                  </a:prstGeom>
                </p:spPr>
              </p:pic>
              <p:pic>
                <p:nvPicPr>
                  <p:cNvPr id="227" name="Graphique 226" descr="Groupe de personnes avec un remplissage uni">
                    <a:extLst>
                      <a:ext uri="{FF2B5EF4-FFF2-40B4-BE49-F238E27FC236}">
                        <a16:creationId xmlns:a16="http://schemas.microsoft.com/office/drawing/2014/main" id="{A44DF07F-DEED-4484-8B09-EA515C34B16F}"/>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65831"/>
                  <a:stretch/>
                </p:blipFill>
                <p:spPr>
                  <a:xfrm>
                    <a:off x="6989470" y="1513565"/>
                    <a:ext cx="638169" cy="651367"/>
                  </a:xfrm>
                  <a:prstGeom prst="rect">
                    <a:avLst/>
                  </a:prstGeom>
                </p:spPr>
              </p:pic>
              <p:pic>
                <p:nvPicPr>
                  <p:cNvPr id="228" name="Graphique 227" descr="Groupe de personnes avec un remplissage uni">
                    <a:extLst>
                      <a:ext uri="{FF2B5EF4-FFF2-40B4-BE49-F238E27FC236}">
                        <a16:creationId xmlns:a16="http://schemas.microsoft.com/office/drawing/2014/main" id="{24F3EC97-AB6F-41B8-B940-5A9C006AD4DA}"/>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498660" y="2653414"/>
                    <a:ext cx="1298123" cy="651367"/>
                  </a:xfrm>
                  <a:prstGeom prst="rect">
                    <a:avLst/>
                  </a:prstGeom>
                </p:spPr>
              </p:pic>
            </p:grpSp>
            <p:grpSp>
              <p:nvGrpSpPr>
                <p:cNvPr id="212" name="Groupe 211">
                  <a:extLst>
                    <a:ext uri="{FF2B5EF4-FFF2-40B4-BE49-F238E27FC236}">
                      <a16:creationId xmlns:a16="http://schemas.microsoft.com/office/drawing/2014/main" id="{2B719965-6CDD-44AC-B9C1-7A7F0FE96764}"/>
                    </a:ext>
                  </a:extLst>
                </p:cNvPr>
                <p:cNvGrpSpPr/>
                <p:nvPr/>
              </p:nvGrpSpPr>
              <p:grpSpPr>
                <a:xfrm>
                  <a:off x="811827" y="5457524"/>
                  <a:ext cx="271479" cy="170791"/>
                  <a:chOff x="6989470" y="1452253"/>
                  <a:chExt cx="2968717" cy="1867662"/>
                </a:xfrm>
                <a:grpFill/>
              </p:grpSpPr>
              <p:pic>
                <p:nvPicPr>
                  <p:cNvPr id="219" name="Graphique 218" descr="Groupe de personnes avec un remplissage uni">
                    <a:extLst>
                      <a:ext uri="{FF2B5EF4-FFF2-40B4-BE49-F238E27FC236}">
                        <a16:creationId xmlns:a16="http://schemas.microsoft.com/office/drawing/2014/main" id="{8AAE943C-F49D-4FFE-B3C8-A0BE3203B9AD}"/>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89470" y="1452253"/>
                    <a:ext cx="1867662" cy="1867662"/>
                  </a:xfrm>
                  <a:prstGeom prst="rect">
                    <a:avLst/>
                  </a:prstGeom>
                </p:spPr>
              </p:pic>
              <p:pic>
                <p:nvPicPr>
                  <p:cNvPr id="220" name="Graphique 219" descr="Groupe de personnes avec un remplissage uni">
                    <a:extLst>
                      <a:ext uri="{FF2B5EF4-FFF2-40B4-BE49-F238E27FC236}">
                        <a16:creationId xmlns:a16="http://schemas.microsoft.com/office/drawing/2014/main" id="{B1B8EA16-9E5D-4E86-A93C-1C8E0CDFBB30}"/>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a:stretch/>
                </p:blipFill>
                <p:spPr>
                  <a:xfrm>
                    <a:off x="8090525" y="1513565"/>
                    <a:ext cx="1867662" cy="651367"/>
                  </a:xfrm>
                  <a:prstGeom prst="rect">
                    <a:avLst/>
                  </a:prstGeom>
                </p:spPr>
              </p:pic>
              <p:pic>
                <p:nvPicPr>
                  <p:cNvPr id="221" name="Graphique 220" descr="Groupe de personnes avec un remplissage uni">
                    <a:extLst>
                      <a:ext uri="{FF2B5EF4-FFF2-40B4-BE49-F238E27FC236}">
                        <a16:creationId xmlns:a16="http://schemas.microsoft.com/office/drawing/2014/main" id="{7EBBF55B-90D3-4CDA-948D-2747C9DDA312}"/>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316394" y="2091056"/>
                    <a:ext cx="1298123" cy="651367"/>
                  </a:xfrm>
                  <a:prstGeom prst="rect">
                    <a:avLst/>
                  </a:prstGeom>
                </p:spPr>
              </p:pic>
              <p:pic>
                <p:nvPicPr>
                  <p:cNvPr id="222" name="Graphique 221" descr="Groupe de personnes avec un remplissage uni">
                    <a:extLst>
                      <a:ext uri="{FF2B5EF4-FFF2-40B4-BE49-F238E27FC236}">
                        <a16:creationId xmlns:a16="http://schemas.microsoft.com/office/drawing/2014/main" id="{197DA9E2-64A3-4BE2-BA6B-53CD8FB26C74}"/>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65831"/>
                  <a:stretch/>
                </p:blipFill>
                <p:spPr>
                  <a:xfrm>
                    <a:off x="6989470" y="1513565"/>
                    <a:ext cx="638169" cy="651367"/>
                  </a:xfrm>
                  <a:prstGeom prst="rect">
                    <a:avLst/>
                  </a:prstGeom>
                </p:spPr>
              </p:pic>
              <p:pic>
                <p:nvPicPr>
                  <p:cNvPr id="223" name="Graphique 222" descr="Groupe de personnes avec un remplissage uni">
                    <a:extLst>
                      <a:ext uri="{FF2B5EF4-FFF2-40B4-BE49-F238E27FC236}">
                        <a16:creationId xmlns:a16="http://schemas.microsoft.com/office/drawing/2014/main" id="{CD212B6E-6962-4140-ADD4-CA5F834E5BC5}"/>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498660" y="2653414"/>
                    <a:ext cx="1298123" cy="651367"/>
                  </a:xfrm>
                  <a:prstGeom prst="rect">
                    <a:avLst/>
                  </a:prstGeom>
                </p:spPr>
              </p:pic>
            </p:grpSp>
            <p:grpSp>
              <p:nvGrpSpPr>
                <p:cNvPr id="213" name="Groupe 212">
                  <a:extLst>
                    <a:ext uri="{FF2B5EF4-FFF2-40B4-BE49-F238E27FC236}">
                      <a16:creationId xmlns:a16="http://schemas.microsoft.com/office/drawing/2014/main" id="{87864932-8B9B-45BE-BA8A-1294146C4F60}"/>
                    </a:ext>
                  </a:extLst>
                </p:cNvPr>
                <p:cNvGrpSpPr/>
                <p:nvPr/>
              </p:nvGrpSpPr>
              <p:grpSpPr>
                <a:xfrm>
                  <a:off x="714070" y="5288117"/>
                  <a:ext cx="271479" cy="170791"/>
                  <a:chOff x="6989470" y="1452253"/>
                  <a:chExt cx="2968717" cy="1867662"/>
                </a:xfrm>
                <a:grpFill/>
              </p:grpSpPr>
              <p:pic>
                <p:nvPicPr>
                  <p:cNvPr id="214" name="Graphique 213" descr="Groupe de personnes avec un remplissage uni">
                    <a:extLst>
                      <a:ext uri="{FF2B5EF4-FFF2-40B4-BE49-F238E27FC236}">
                        <a16:creationId xmlns:a16="http://schemas.microsoft.com/office/drawing/2014/main" id="{3FE944B3-AA51-42EB-B39D-7C7C3B38F910}"/>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89470" y="1452253"/>
                    <a:ext cx="1867662" cy="1867662"/>
                  </a:xfrm>
                  <a:prstGeom prst="rect">
                    <a:avLst/>
                  </a:prstGeom>
                </p:spPr>
              </p:pic>
              <p:pic>
                <p:nvPicPr>
                  <p:cNvPr id="215" name="Graphique 214" descr="Groupe de personnes avec un remplissage uni">
                    <a:extLst>
                      <a:ext uri="{FF2B5EF4-FFF2-40B4-BE49-F238E27FC236}">
                        <a16:creationId xmlns:a16="http://schemas.microsoft.com/office/drawing/2014/main" id="{3DF49DCC-EC17-4340-8666-7A805C348E29}"/>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a:stretch/>
                </p:blipFill>
                <p:spPr>
                  <a:xfrm>
                    <a:off x="8090525" y="1513565"/>
                    <a:ext cx="1867662" cy="651367"/>
                  </a:xfrm>
                  <a:prstGeom prst="rect">
                    <a:avLst/>
                  </a:prstGeom>
                </p:spPr>
              </p:pic>
              <p:pic>
                <p:nvPicPr>
                  <p:cNvPr id="216" name="Graphique 215" descr="Groupe de personnes avec un remplissage uni">
                    <a:extLst>
                      <a:ext uri="{FF2B5EF4-FFF2-40B4-BE49-F238E27FC236}">
                        <a16:creationId xmlns:a16="http://schemas.microsoft.com/office/drawing/2014/main" id="{D5D2C6BA-0BD3-4218-89A4-A7DE3A1A4432}"/>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316394" y="2091056"/>
                    <a:ext cx="1298123" cy="651367"/>
                  </a:xfrm>
                  <a:prstGeom prst="rect">
                    <a:avLst/>
                  </a:prstGeom>
                </p:spPr>
              </p:pic>
              <p:pic>
                <p:nvPicPr>
                  <p:cNvPr id="217" name="Graphique 216" descr="Groupe de personnes avec un remplissage uni">
                    <a:extLst>
                      <a:ext uri="{FF2B5EF4-FFF2-40B4-BE49-F238E27FC236}">
                        <a16:creationId xmlns:a16="http://schemas.microsoft.com/office/drawing/2014/main" id="{738C8F1B-9162-4376-BF6A-650D83F7A9B2}"/>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65831"/>
                  <a:stretch/>
                </p:blipFill>
                <p:spPr>
                  <a:xfrm>
                    <a:off x="6989470" y="1513565"/>
                    <a:ext cx="638169" cy="651367"/>
                  </a:xfrm>
                  <a:prstGeom prst="rect">
                    <a:avLst/>
                  </a:prstGeom>
                </p:spPr>
              </p:pic>
              <p:pic>
                <p:nvPicPr>
                  <p:cNvPr id="218" name="Graphique 217" descr="Groupe de personnes avec un remplissage uni">
                    <a:extLst>
                      <a:ext uri="{FF2B5EF4-FFF2-40B4-BE49-F238E27FC236}">
                        <a16:creationId xmlns:a16="http://schemas.microsoft.com/office/drawing/2014/main" id="{21E3D248-CBA5-4B8C-BC4D-CEA3D815A47B}"/>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498660" y="2653414"/>
                    <a:ext cx="1298123" cy="651367"/>
                  </a:xfrm>
                  <a:prstGeom prst="rect">
                    <a:avLst/>
                  </a:prstGeom>
                </p:spPr>
              </p:pic>
            </p:grpSp>
          </p:grpSp>
        </p:grpSp>
        <p:grpSp>
          <p:nvGrpSpPr>
            <p:cNvPr id="385" name="Groupe 384">
              <a:extLst>
                <a:ext uri="{FF2B5EF4-FFF2-40B4-BE49-F238E27FC236}">
                  <a16:creationId xmlns:a16="http://schemas.microsoft.com/office/drawing/2014/main" id="{7744ED60-ACE8-4B84-B9F7-4222C64EFC04}"/>
                </a:ext>
              </a:extLst>
            </p:cNvPr>
            <p:cNvGrpSpPr/>
            <p:nvPr/>
          </p:nvGrpSpPr>
          <p:grpSpPr>
            <a:xfrm>
              <a:off x="10363594" y="124381"/>
              <a:ext cx="1467239" cy="1195649"/>
              <a:chOff x="12342240" y="553299"/>
              <a:chExt cx="1467239" cy="1195649"/>
            </a:xfrm>
          </p:grpSpPr>
          <p:pic>
            <p:nvPicPr>
              <p:cNvPr id="366" name="Graphique 365" descr="Diagramme de flux avec un remplissage uni">
                <a:extLst>
                  <a:ext uri="{FF2B5EF4-FFF2-40B4-BE49-F238E27FC236}">
                    <a16:creationId xmlns:a16="http://schemas.microsoft.com/office/drawing/2014/main" id="{DCDF028B-C952-4AF8-BE8D-A79EE0ABC3A9}"/>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2763582" y="553299"/>
                <a:ext cx="616388" cy="616388"/>
              </a:xfrm>
              <a:prstGeom prst="rect">
                <a:avLst/>
              </a:prstGeom>
            </p:spPr>
          </p:pic>
          <p:pic>
            <p:nvPicPr>
              <p:cNvPr id="367" name="Graphique 366" descr="Diagramme de flux avec un remplissage uni">
                <a:extLst>
                  <a:ext uri="{FF2B5EF4-FFF2-40B4-BE49-F238E27FC236}">
                    <a16:creationId xmlns:a16="http://schemas.microsoft.com/office/drawing/2014/main" id="{CF70C4F4-C7AB-422F-A047-37E0B66E3BFB}"/>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12543203" y="1045888"/>
                <a:ext cx="616388" cy="406914"/>
              </a:xfrm>
              <a:prstGeom prst="rect">
                <a:avLst/>
              </a:prstGeom>
            </p:spPr>
          </p:pic>
          <p:pic>
            <p:nvPicPr>
              <p:cNvPr id="368" name="Graphique 367" descr="Diagramme de flux avec un remplissage uni">
                <a:extLst>
                  <a:ext uri="{FF2B5EF4-FFF2-40B4-BE49-F238E27FC236}">
                    <a16:creationId xmlns:a16="http://schemas.microsoft.com/office/drawing/2014/main" id="{D011ECC4-59B4-4FF2-BB3E-03BAED4E473E}"/>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12342240" y="1342034"/>
                <a:ext cx="616388" cy="406914"/>
              </a:xfrm>
              <a:prstGeom prst="rect">
                <a:avLst/>
              </a:prstGeom>
            </p:spPr>
          </p:pic>
          <p:pic>
            <p:nvPicPr>
              <p:cNvPr id="372" name="Graphique 371" descr="Diagramme de flux avec un remplissage uni">
                <a:extLst>
                  <a:ext uri="{FF2B5EF4-FFF2-40B4-BE49-F238E27FC236}">
                    <a16:creationId xmlns:a16="http://schemas.microsoft.com/office/drawing/2014/main" id="{4FEB1BC4-C46B-4525-A9C8-1D3D38024B2E}"/>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12983961" y="1039753"/>
                <a:ext cx="616388" cy="406914"/>
              </a:xfrm>
              <a:prstGeom prst="rect">
                <a:avLst/>
              </a:prstGeom>
            </p:spPr>
          </p:pic>
          <p:pic>
            <p:nvPicPr>
              <p:cNvPr id="373" name="Graphique 372" descr="Diagramme de flux avec un remplissage uni">
                <a:extLst>
                  <a:ext uri="{FF2B5EF4-FFF2-40B4-BE49-F238E27FC236}">
                    <a16:creationId xmlns:a16="http://schemas.microsoft.com/office/drawing/2014/main" id="{EC04B4C4-6DCB-4E1B-A1A0-B44EA6171B68}"/>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13193091" y="1308980"/>
                <a:ext cx="616388" cy="406914"/>
              </a:xfrm>
              <a:prstGeom prst="rect">
                <a:avLst/>
              </a:prstGeom>
            </p:spPr>
          </p:pic>
        </p:grpSp>
      </p:grpSp>
    </p:spTree>
    <p:extLst>
      <p:ext uri="{BB962C8B-B14F-4D97-AF65-F5344CB8AC3E}">
        <p14:creationId xmlns:p14="http://schemas.microsoft.com/office/powerpoint/2010/main" val="9413345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94497A9-05F4-4387-AA64-7460C1335CC4}"/>
              </a:ext>
            </a:extLst>
          </p:cNvPr>
          <p:cNvSpPr>
            <a:spLocks noGrp="1"/>
          </p:cNvSpPr>
          <p:nvPr>
            <p:ph type="title" idx="4294967295"/>
          </p:nvPr>
        </p:nvSpPr>
        <p:spPr>
          <a:xfrm>
            <a:off x="4169842" y="459580"/>
            <a:ext cx="3540125" cy="1535113"/>
          </a:xfrm>
        </p:spPr>
        <p:txBody>
          <a:bodyPr>
            <a:normAutofit/>
          </a:bodyPr>
          <a:lstStyle/>
          <a:p>
            <a:pPr algn="ctr"/>
            <a:r>
              <a:rPr lang="en-US" sz="3200" dirty="0"/>
              <a:t>Community Booster</a:t>
            </a:r>
          </a:p>
        </p:txBody>
      </p:sp>
      <p:sp>
        <p:nvSpPr>
          <p:cNvPr id="3" name="Espace réservé du contenu 2">
            <a:extLst>
              <a:ext uri="{FF2B5EF4-FFF2-40B4-BE49-F238E27FC236}">
                <a16:creationId xmlns:a16="http://schemas.microsoft.com/office/drawing/2014/main" id="{B29BB21E-806C-4925-ABFB-359D2D3DAFEB}"/>
              </a:ext>
            </a:extLst>
          </p:cNvPr>
          <p:cNvSpPr>
            <a:spLocks noGrp="1"/>
          </p:cNvSpPr>
          <p:nvPr>
            <p:ph idx="4294967295"/>
          </p:nvPr>
        </p:nvSpPr>
        <p:spPr>
          <a:xfrm>
            <a:off x="315099" y="392736"/>
            <a:ext cx="4019495" cy="6048674"/>
          </a:xfrm>
          <a:solidFill>
            <a:srgbClr val="3494BA"/>
          </a:solidFill>
        </p:spPr>
        <p:txBody>
          <a:bodyPr anchor="ctr">
            <a:normAutofit fontScale="85000" lnSpcReduction="20000"/>
          </a:bodyPr>
          <a:lstStyle/>
          <a:p>
            <a:pPr marL="0" indent="0">
              <a:buNone/>
            </a:pPr>
            <a:endParaRPr lang="fr-FR" sz="1800" dirty="0">
              <a:solidFill>
                <a:schemeClr val="bg1"/>
              </a:solidFill>
            </a:endParaRPr>
          </a:p>
          <a:p>
            <a:pPr marL="0" indent="0">
              <a:buNone/>
            </a:pPr>
            <a:r>
              <a:rPr lang="fr-FR" sz="1800" dirty="0">
                <a:solidFill>
                  <a:schemeClr val="bg1"/>
                </a:solidFill>
              </a:rPr>
              <a:t>VOUS avez été choisis parmi des milliers d'autres pour devenir les </a:t>
            </a:r>
            <a:r>
              <a:rPr lang="fr-FR" sz="1800" b="1" dirty="0">
                <a:solidFill>
                  <a:schemeClr val="bg1"/>
                </a:solidFill>
              </a:rPr>
              <a:t>Community Boosters</a:t>
            </a:r>
            <a:r>
              <a:rPr lang="fr-FR" sz="1800" dirty="0">
                <a:solidFill>
                  <a:schemeClr val="bg1"/>
                </a:solidFill>
              </a:rPr>
              <a:t> de MegaMegaGroup !</a:t>
            </a:r>
          </a:p>
          <a:p>
            <a:pPr marL="0" indent="0">
              <a:buNone/>
            </a:pPr>
            <a:r>
              <a:rPr lang="fr-FR" sz="1800" dirty="0">
                <a:solidFill>
                  <a:schemeClr val="bg1"/>
                </a:solidFill>
              </a:rPr>
              <a:t>Vous avez reçu une base d'investissement, de soutien et d'infrastructure pour construire une communauté dans MegaMegaGroup.</a:t>
            </a:r>
          </a:p>
          <a:p>
            <a:pPr marL="0" indent="0">
              <a:buNone/>
            </a:pPr>
            <a:endParaRPr lang="fr-FR" sz="1800" dirty="0">
              <a:solidFill>
                <a:schemeClr val="bg1"/>
              </a:solidFill>
            </a:endParaRPr>
          </a:p>
          <a:p>
            <a:pPr marL="0" indent="0">
              <a:buNone/>
            </a:pPr>
            <a:r>
              <a:rPr lang="fr-FR" sz="1800" dirty="0">
                <a:solidFill>
                  <a:schemeClr val="bg1"/>
                </a:solidFill>
              </a:rPr>
              <a:t>Mais tout pouvoir s'accompagne d'une responsabilité : vous avez maintenant la mission de </a:t>
            </a:r>
            <a:r>
              <a:rPr lang="fr-FR" sz="1800" b="1" dirty="0">
                <a:solidFill>
                  <a:schemeClr val="bg1"/>
                </a:solidFill>
              </a:rPr>
              <a:t>mettre en place une Communauté dans un délai d'UN an.</a:t>
            </a:r>
          </a:p>
          <a:p>
            <a:pPr marL="0" indent="0">
              <a:buNone/>
            </a:pPr>
            <a:r>
              <a:rPr lang="fr-FR" sz="1800" dirty="0">
                <a:solidFill>
                  <a:schemeClr val="bg1"/>
                </a:solidFill>
              </a:rPr>
              <a:t>Si vous réussissez, vous aurez l'opportunité de vous développer davantage, d'obtenir plus de financement, de soutien, d'opportunités.</a:t>
            </a:r>
          </a:p>
          <a:p>
            <a:pPr marL="0" indent="0">
              <a:buNone/>
            </a:pPr>
            <a:r>
              <a:rPr lang="fr-FR" sz="1800" dirty="0">
                <a:solidFill>
                  <a:schemeClr val="bg1"/>
                </a:solidFill>
              </a:rPr>
              <a:t>Si votre Communauté n'est pas assez significative en un an, on vous retirera tout financement. Vous devrez vous porter candidat pour redémarrer une nouvelle Communauté OU accepter de recommencer votre carrière dans MegaMegaGroup en tant que stagiaire.</a:t>
            </a:r>
          </a:p>
        </p:txBody>
      </p:sp>
      <p:grpSp>
        <p:nvGrpSpPr>
          <p:cNvPr id="386" name="Groupe 385">
            <a:extLst>
              <a:ext uri="{FF2B5EF4-FFF2-40B4-BE49-F238E27FC236}">
                <a16:creationId xmlns:a16="http://schemas.microsoft.com/office/drawing/2014/main" id="{F5CBD028-98DD-4AA5-BAED-A153F48F4064}"/>
              </a:ext>
            </a:extLst>
          </p:cNvPr>
          <p:cNvGrpSpPr/>
          <p:nvPr/>
        </p:nvGrpSpPr>
        <p:grpSpPr>
          <a:xfrm>
            <a:off x="7559249" y="112278"/>
            <a:ext cx="4317652" cy="6329132"/>
            <a:chOff x="9037602" y="124381"/>
            <a:chExt cx="2793231" cy="4094524"/>
          </a:xfrm>
        </p:grpSpPr>
        <p:grpSp>
          <p:nvGrpSpPr>
            <p:cNvPr id="33" name="Groupe 32">
              <a:extLst>
                <a:ext uri="{FF2B5EF4-FFF2-40B4-BE49-F238E27FC236}">
                  <a16:creationId xmlns:a16="http://schemas.microsoft.com/office/drawing/2014/main" id="{F936DAC6-2004-4CD7-8B57-438C5B00129D}"/>
                </a:ext>
              </a:extLst>
            </p:cNvPr>
            <p:cNvGrpSpPr/>
            <p:nvPr/>
          </p:nvGrpSpPr>
          <p:grpSpPr>
            <a:xfrm>
              <a:off x="9037602" y="1148835"/>
              <a:ext cx="2582920" cy="3070070"/>
              <a:chOff x="8393162" y="-46136"/>
              <a:chExt cx="3831716" cy="4554394"/>
            </a:xfrm>
          </p:grpSpPr>
          <p:grpSp>
            <p:nvGrpSpPr>
              <p:cNvPr id="32" name="Groupe 31">
                <a:extLst>
                  <a:ext uri="{FF2B5EF4-FFF2-40B4-BE49-F238E27FC236}">
                    <a16:creationId xmlns:a16="http://schemas.microsoft.com/office/drawing/2014/main" id="{B2217B72-35FC-4F34-AC39-81CBB6B5B2A5}"/>
                  </a:ext>
                </a:extLst>
              </p:cNvPr>
              <p:cNvGrpSpPr/>
              <p:nvPr/>
            </p:nvGrpSpPr>
            <p:grpSpPr>
              <a:xfrm>
                <a:off x="8808321" y="-46136"/>
                <a:ext cx="3416557" cy="4178249"/>
                <a:chOff x="8851532" y="282959"/>
                <a:chExt cx="3416557" cy="4178249"/>
              </a:xfrm>
            </p:grpSpPr>
            <p:pic>
              <p:nvPicPr>
                <p:cNvPr id="84" name="Graphique 83" descr="Diagramme de flux avec un remplissage uni">
                  <a:extLst>
                    <a:ext uri="{FF2B5EF4-FFF2-40B4-BE49-F238E27FC236}">
                      <a16:creationId xmlns:a16="http://schemas.microsoft.com/office/drawing/2014/main" id="{DCE36D92-BE96-4EF1-A63F-998FB128AD2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11353689" y="3108467"/>
                  <a:ext cx="914400" cy="603649"/>
                </a:xfrm>
                <a:prstGeom prst="rect">
                  <a:avLst/>
                </a:prstGeom>
              </p:spPr>
            </p:pic>
            <p:grpSp>
              <p:nvGrpSpPr>
                <p:cNvPr id="31" name="Groupe 30">
                  <a:extLst>
                    <a:ext uri="{FF2B5EF4-FFF2-40B4-BE49-F238E27FC236}">
                      <a16:creationId xmlns:a16="http://schemas.microsoft.com/office/drawing/2014/main" id="{DD3A150D-944C-4B5F-B058-80E87B6BB7F9}"/>
                    </a:ext>
                  </a:extLst>
                </p:cNvPr>
                <p:cNvGrpSpPr/>
                <p:nvPr/>
              </p:nvGrpSpPr>
              <p:grpSpPr>
                <a:xfrm>
                  <a:off x="8851532" y="282959"/>
                  <a:ext cx="3369897" cy="4178249"/>
                  <a:chOff x="8851532" y="282959"/>
                  <a:chExt cx="3369897" cy="4178249"/>
                </a:xfrm>
              </p:grpSpPr>
              <p:pic>
                <p:nvPicPr>
                  <p:cNvPr id="11" name="Graphique 10" descr="Diagramme de flux avec un remplissage uni">
                    <a:extLst>
                      <a:ext uri="{FF2B5EF4-FFF2-40B4-BE49-F238E27FC236}">
                        <a16:creationId xmlns:a16="http://schemas.microsoft.com/office/drawing/2014/main" id="{59044DE3-9D10-4AF5-B759-E33672E9DCF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085908" y="282959"/>
                    <a:ext cx="914400" cy="914400"/>
                  </a:xfrm>
                  <a:prstGeom prst="rect">
                    <a:avLst/>
                  </a:prstGeom>
                </p:spPr>
              </p:pic>
              <p:pic>
                <p:nvPicPr>
                  <p:cNvPr id="67" name="Graphique 66" descr="Diagramme de flux avec un remplissage uni">
                    <a:extLst>
                      <a:ext uri="{FF2B5EF4-FFF2-40B4-BE49-F238E27FC236}">
                        <a16:creationId xmlns:a16="http://schemas.microsoft.com/office/drawing/2014/main" id="{25AC5404-4B53-46E8-941C-2D2925A269D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9758979" y="1013706"/>
                    <a:ext cx="914400" cy="603649"/>
                  </a:xfrm>
                  <a:prstGeom prst="rect">
                    <a:avLst/>
                  </a:prstGeom>
                </p:spPr>
              </p:pic>
              <p:pic>
                <p:nvPicPr>
                  <p:cNvPr id="68" name="Graphique 67" descr="Diagramme de flux avec un remplissage uni">
                    <a:extLst>
                      <a:ext uri="{FF2B5EF4-FFF2-40B4-BE49-F238E27FC236}">
                        <a16:creationId xmlns:a16="http://schemas.microsoft.com/office/drawing/2014/main" id="{98233F7E-ED8D-4ECC-AD16-BD97EBC6202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9460854" y="1453033"/>
                    <a:ext cx="914400" cy="603649"/>
                  </a:xfrm>
                  <a:prstGeom prst="rect">
                    <a:avLst/>
                  </a:prstGeom>
                </p:spPr>
              </p:pic>
              <p:pic>
                <p:nvPicPr>
                  <p:cNvPr id="69" name="Graphique 68" descr="Diagramme de flux avec un remplissage uni">
                    <a:extLst>
                      <a:ext uri="{FF2B5EF4-FFF2-40B4-BE49-F238E27FC236}">
                        <a16:creationId xmlns:a16="http://schemas.microsoft.com/office/drawing/2014/main" id="{4F419151-647B-4963-9D8D-6CD939E1A662}"/>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9154819" y="1868228"/>
                    <a:ext cx="914400" cy="603649"/>
                  </a:xfrm>
                  <a:prstGeom prst="rect">
                    <a:avLst/>
                  </a:prstGeom>
                </p:spPr>
              </p:pic>
              <p:pic>
                <p:nvPicPr>
                  <p:cNvPr id="70" name="Graphique 69" descr="Diagramme de flux avec un remplissage uni">
                    <a:extLst>
                      <a:ext uri="{FF2B5EF4-FFF2-40B4-BE49-F238E27FC236}">
                        <a16:creationId xmlns:a16="http://schemas.microsoft.com/office/drawing/2014/main" id="{C87E304A-D5EF-4BB2-B11E-AA5EADD8F26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9758979" y="1841293"/>
                    <a:ext cx="914400" cy="603649"/>
                  </a:xfrm>
                  <a:prstGeom prst="rect">
                    <a:avLst/>
                  </a:prstGeom>
                </p:spPr>
              </p:pic>
              <p:pic>
                <p:nvPicPr>
                  <p:cNvPr id="71" name="Graphique 70" descr="Diagramme de flux avec un remplissage uni">
                    <a:extLst>
                      <a:ext uri="{FF2B5EF4-FFF2-40B4-BE49-F238E27FC236}">
                        <a16:creationId xmlns:a16="http://schemas.microsoft.com/office/drawing/2014/main" id="{3E735F67-E927-4C42-9D8F-FA8972B8D7D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8860995" y="2287625"/>
                    <a:ext cx="914400" cy="603649"/>
                  </a:xfrm>
                  <a:prstGeom prst="rect">
                    <a:avLst/>
                  </a:prstGeom>
                </p:spPr>
              </p:pic>
              <p:pic>
                <p:nvPicPr>
                  <p:cNvPr id="72" name="Graphique 71" descr="Diagramme de flux avec un remplissage uni">
                    <a:extLst>
                      <a:ext uri="{FF2B5EF4-FFF2-40B4-BE49-F238E27FC236}">
                        <a16:creationId xmlns:a16="http://schemas.microsoft.com/office/drawing/2014/main" id="{76EA417F-2258-46FA-81E9-2A5EA9A3E78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10412836" y="1004605"/>
                    <a:ext cx="914400" cy="603649"/>
                  </a:xfrm>
                  <a:prstGeom prst="rect">
                    <a:avLst/>
                  </a:prstGeom>
                </p:spPr>
              </p:pic>
              <p:pic>
                <p:nvPicPr>
                  <p:cNvPr id="73" name="Graphique 72" descr="Diagramme de flux avec un remplissage uni">
                    <a:extLst>
                      <a:ext uri="{FF2B5EF4-FFF2-40B4-BE49-F238E27FC236}">
                        <a16:creationId xmlns:a16="http://schemas.microsoft.com/office/drawing/2014/main" id="{9CCD6F2D-6A34-47DA-8BAA-FB3D4F2EC442}"/>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10723076" y="1403998"/>
                    <a:ext cx="914400" cy="603649"/>
                  </a:xfrm>
                  <a:prstGeom prst="rect">
                    <a:avLst/>
                  </a:prstGeom>
                </p:spPr>
              </p:pic>
              <p:pic>
                <p:nvPicPr>
                  <p:cNvPr id="74" name="Graphique 73" descr="Diagramme de flux avec un remplissage uni">
                    <a:extLst>
                      <a:ext uri="{FF2B5EF4-FFF2-40B4-BE49-F238E27FC236}">
                        <a16:creationId xmlns:a16="http://schemas.microsoft.com/office/drawing/2014/main" id="{2B5022D0-17D1-4CB1-B818-1B6948B7671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8867102" y="2665493"/>
                    <a:ext cx="914400" cy="603649"/>
                  </a:xfrm>
                  <a:prstGeom prst="rect">
                    <a:avLst/>
                  </a:prstGeom>
                </p:spPr>
              </p:pic>
              <p:pic>
                <p:nvPicPr>
                  <p:cNvPr id="75" name="Graphique 74" descr="Diagramme de flux avec un remplissage uni">
                    <a:extLst>
                      <a:ext uri="{FF2B5EF4-FFF2-40B4-BE49-F238E27FC236}">
                        <a16:creationId xmlns:a16="http://schemas.microsoft.com/office/drawing/2014/main" id="{C0DB816B-61FE-4456-A9F6-04E32F99388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8859317" y="3077742"/>
                    <a:ext cx="914400" cy="603649"/>
                  </a:xfrm>
                  <a:prstGeom prst="rect">
                    <a:avLst/>
                  </a:prstGeom>
                </p:spPr>
              </p:pic>
              <p:pic>
                <p:nvPicPr>
                  <p:cNvPr id="76" name="Graphique 75" descr="Diagramme de flux avec un remplissage uni">
                    <a:extLst>
                      <a:ext uri="{FF2B5EF4-FFF2-40B4-BE49-F238E27FC236}">
                        <a16:creationId xmlns:a16="http://schemas.microsoft.com/office/drawing/2014/main" id="{273C600F-FBDB-483E-8434-6FD8799F98E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8851532" y="3496506"/>
                    <a:ext cx="914400" cy="603649"/>
                  </a:xfrm>
                  <a:prstGeom prst="rect">
                    <a:avLst/>
                  </a:prstGeom>
                </p:spPr>
              </p:pic>
              <p:pic>
                <p:nvPicPr>
                  <p:cNvPr id="77" name="Graphique 76" descr="Diagramme de flux avec un remplissage uni">
                    <a:extLst>
                      <a:ext uri="{FF2B5EF4-FFF2-40B4-BE49-F238E27FC236}">
                        <a16:creationId xmlns:a16="http://schemas.microsoft.com/office/drawing/2014/main" id="{71F043AA-B557-4BC4-8D6B-1A4E27384EA9}"/>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10022751" y="2243336"/>
                    <a:ext cx="914400" cy="603649"/>
                  </a:xfrm>
                  <a:prstGeom prst="rect">
                    <a:avLst/>
                  </a:prstGeom>
                </p:spPr>
              </p:pic>
              <p:pic>
                <p:nvPicPr>
                  <p:cNvPr id="78" name="Graphique 77" descr="Diagramme de flux avec un remplissage uni">
                    <a:extLst>
                      <a:ext uri="{FF2B5EF4-FFF2-40B4-BE49-F238E27FC236}">
                        <a16:creationId xmlns:a16="http://schemas.microsoft.com/office/drawing/2014/main" id="{5813FDFD-1690-4D9E-96E5-6D5F86DE0F9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10034729" y="2661108"/>
                    <a:ext cx="914400" cy="603649"/>
                  </a:xfrm>
                  <a:prstGeom prst="rect">
                    <a:avLst/>
                  </a:prstGeom>
                </p:spPr>
              </p:pic>
              <p:pic>
                <p:nvPicPr>
                  <p:cNvPr id="79" name="Graphique 78" descr="Diagramme de flux avec un remplissage uni">
                    <a:extLst>
                      <a:ext uri="{FF2B5EF4-FFF2-40B4-BE49-F238E27FC236}">
                        <a16:creationId xmlns:a16="http://schemas.microsoft.com/office/drawing/2014/main" id="{81E7A8C0-0D13-4934-A938-8CC379ED548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10046261" y="3060336"/>
                    <a:ext cx="914400" cy="603649"/>
                  </a:xfrm>
                  <a:prstGeom prst="rect">
                    <a:avLst/>
                  </a:prstGeom>
                </p:spPr>
              </p:pic>
              <p:pic>
                <p:nvPicPr>
                  <p:cNvPr id="81" name="Graphique 80" descr="Diagramme de flux avec un remplissage uni">
                    <a:extLst>
                      <a:ext uri="{FF2B5EF4-FFF2-40B4-BE49-F238E27FC236}">
                        <a16:creationId xmlns:a16="http://schemas.microsoft.com/office/drawing/2014/main" id="{2D55C3AB-789E-44D3-B6C8-3554E7D1B02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11021201" y="1809840"/>
                    <a:ext cx="914400" cy="603649"/>
                  </a:xfrm>
                  <a:prstGeom prst="rect">
                    <a:avLst/>
                  </a:prstGeom>
                </p:spPr>
              </p:pic>
              <p:pic>
                <p:nvPicPr>
                  <p:cNvPr id="82" name="Graphique 81" descr="Diagramme de flux avec un remplissage uni">
                    <a:extLst>
                      <a:ext uri="{FF2B5EF4-FFF2-40B4-BE49-F238E27FC236}">
                        <a16:creationId xmlns:a16="http://schemas.microsoft.com/office/drawing/2014/main" id="{C3BEA2A0-D66A-4888-8560-2D11F57B78B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11307029" y="2255207"/>
                    <a:ext cx="914400" cy="603649"/>
                  </a:xfrm>
                  <a:prstGeom prst="rect">
                    <a:avLst/>
                  </a:prstGeom>
                </p:spPr>
              </p:pic>
              <p:pic>
                <p:nvPicPr>
                  <p:cNvPr id="83" name="Graphique 82" descr="Diagramme de flux avec un remplissage uni">
                    <a:extLst>
                      <a:ext uri="{FF2B5EF4-FFF2-40B4-BE49-F238E27FC236}">
                        <a16:creationId xmlns:a16="http://schemas.microsoft.com/office/drawing/2014/main" id="{C12C86FC-7EDB-4D1F-B557-AA1F2E5CE53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11039740" y="2681006"/>
                    <a:ext cx="914400" cy="603649"/>
                  </a:xfrm>
                  <a:prstGeom prst="rect">
                    <a:avLst/>
                  </a:prstGeom>
                </p:spPr>
              </p:pic>
              <p:pic>
                <p:nvPicPr>
                  <p:cNvPr id="85" name="Graphique 84" descr="Diagramme de flux avec un remplissage uni">
                    <a:extLst>
                      <a:ext uri="{FF2B5EF4-FFF2-40B4-BE49-F238E27FC236}">
                        <a16:creationId xmlns:a16="http://schemas.microsoft.com/office/drawing/2014/main" id="{CE255ACC-C5DA-41D9-9AF9-62FA0E91BD2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11057840" y="3490451"/>
                    <a:ext cx="914400" cy="603649"/>
                  </a:xfrm>
                  <a:prstGeom prst="rect">
                    <a:avLst/>
                  </a:prstGeom>
                </p:spPr>
              </p:pic>
              <p:pic>
                <p:nvPicPr>
                  <p:cNvPr id="86" name="Graphique 85" descr="Diagramme de flux avec un remplissage uni">
                    <a:extLst>
                      <a:ext uri="{FF2B5EF4-FFF2-40B4-BE49-F238E27FC236}">
                        <a16:creationId xmlns:a16="http://schemas.microsoft.com/office/drawing/2014/main" id="{D73D2CB1-A97C-4C2D-836D-DE508808001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10741017" y="3857559"/>
                    <a:ext cx="914400" cy="603649"/>
                  </a:xfrm>
                  <a:prstGeom prst="rect">
                    <a:avLst/>
                  </a:prstGeom>
                </p:spPr>
              </p:pic>
            </p:grpSp>
          </p:grpSp>
          <p:grpSp>
            <p:nvGrpSpPr>
              <p:cNvPr id="96" name="Groupe 95">
                <a:extLst>
                  <a:ext uri="{FF2B5EF4-FFF2-40B4-BE49-F238E27FC236}">
                    <a16:creationId xmlns:a16="http://schemas.microsoft.com/office/drawing/2014/main" id="{3F1A5D9C-6A44-4CC9-802E-43144D8DBD4B}"/>
                  </a:ext>
                </a:extLst>
              </p:cNvPr>
              <p:cNvGrpSpPr/>
              <p:nvPr/>
            </p:nvGrpSpPr>
            <p:grpSpPr>
              <a:xfrm>
                <a:off x="8393162" y="3585803"/>
                <a:ext cx="845887" cy="552586"/>
                <a:chOff x="560346" y="5288117"/>
                <a:chExt cx="522960" cy="341630"/>
              </a:xfrm>
              <a:solidFill>
                <a:srgbClr val="ED7D31"/>
              </a:solidFill>
            </p:grpSpPr>
            <p:grpSp>
              <p:nvGrpSpPr>
                <p:cNvPr id="97" name="Groupe 96">
                  <a:extLst>
                    <a:ext uri="{FF2B5EF4-FFF2-40B4-BE49-F238E27FC236}">
                      <a16:creationId xmlns:a16="http://schemas.microsoft.com/office/drawing/2014/main" id="{B6D85B9A-6FC3-4BBA-A749-3EE3F25A7D03}"/>
                    </a:ext>
                  </a:extLst>
                </p:cNvPr>
                <p:cNvGrpSpPr/>
                <p:nvPr/>
              </p:nvGrpSpPr>
              <p:grpSpPr>
                <a:xfrm>
                  <a:off x="560346" y="5458956"/>
                  <a:ext cx="271479" cy="170791"/>
                  <a:chOff x="6989470" y="1452253"/>
                  <a:chExt cx="2968717" cy="1867662"/>
                </a:xfrm>
                <a:grpFill/>
              </p:grpSpPr>
              <p:pic>
                <p:nvPicPr>
                  <p:cNvPr id="110" name="Graphique 109" descr="Groupe de personnes avec un remplissage uni">
                    <a:extLst>
                      <a:ext uri="{FF2B5EF4-FFF2-40B4-BE49-F238E27FC236}">
                        <a16:creationId xmlns:a16="http://schemas.microsoft.com/office/drawing/2014/main" id="{4CCE2050-E0C4-4A68-9054-47D02A56EF3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11" name="Graphique 110" descr="Groupe de personnes avec un remplissage uni">
                    <a:extLst>
                      <a:ext uri="{FF2B5EF4-FFF2-40B4-BE49-F238E27FC236}">
                        <a16:creationId xmlns:a16="http://schemas.microsoft.com/office/drawing/2014/main" id="{9143E2C5-F0C2-49ED-A5B2-2F14DFCC1760}"/>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12" name="Graphique 111" descr="Groupe de personnes avec un remplissage uni">
                    <a:extLst>
                      <a:ext uri="{FF2B5EF4-FFF2-40B4-BE49-F238E27FC236}">
                        <a16:creationId xmlns:a16="http://schemas.microsoft.com/office/drawing/2014/main" id="{918376C7-A00D-4945-A210-0E07AC80867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113" name="Graphique 112" descr="Groupe de personnes avec un remplissage uni">
                    <a:extLst>
                      <a:ext uri="{FF2B5EF4-FFF2-40B4-BE49-F238E27FC236}">
                        <a16:creationId xmlns:a16="http://schemas.microsoft.com/office/drawing/2014/main" id="{5866D279-55DB-4322-A16F-C480964818FD}"/>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114" name="Graphique 113" descr="Groupe de personnes avec un remplissage uni">
                    <a:extLst>
                      <a:ext uri="{FF2B5EF4-FFF2-40B4-BE49-F238E27FC236}">
                        <a16:creationId xmlns:a16="http://schemas.microsoft.com/office/drawing/2014/main" id="{0F271AEE-EE95-45B6-A4C5-96734ADACD6D}"/>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nvGrpSpPr>
                <p:cNvPr id="98" name="Groupe 97">
                  <a:extLst>
                    <a:ext uri="{FF2B5EF4-FFF2-40B4-BE49-F238E27FC236}">
                      <a16:creationId xmlns:a16="http://schemas.microsoft.com/office/drawing/2014/main" id="{F4B5645E-61F3-4311-BC6A-0C3EA113DFAF}"/>
                    </a:ext>
                  </a:extLst>
                </p:cNvPr>
                <p:cNvGrpSpPr/>
                <p:nvPr/>
              </p:nvGrpSpPr>
              <p:grpSpPr>
                <a:xfrm>
                  <a:off x="811827" y="5457524"/>
                  <a:ext cx="271479" cy="170791"/>
                  <a:chOff x="6989470" y="1452253"/>
                  <a:chExt cx="2968717" cy="1867662"/>
                </a:xfrm>
                <a:grpFill/>
              </p:grpSpPr>
              <p:pic>
                <p:nvPicPr>
                  <p:cNvPr id="105" name="Graphique 104" descr="Groupe de personnes avec un remplissage uni">
                    <a:extLst>
                      <a:ext uri="{FF2B5EF4-FFF2-40B4-BE49-F238E27FC236}">
                        <a16:creationId xmlns:a16="http://schemas.microsoft.com/office/drawing/2014/main" id="{6F66C8AA-3849-4ECA-A293-DDBE221D2E9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06" name="Graphique 105" descr="Groupe de personnes avec un remplissage uni">
                    <a:extLst>
                      <a:ext uri="{FF2B5EF4-FFF2-40B4-BE49-F238E27FC236}">
                        <a16:creationId xmlns:a16="http://schemas.microsoft.com/office/drawing/2014/main" id="{47B86B39-5DC6-491E-8C7B-9F545B1F7B1D}"/>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07" name="Graphique 106" descr="Groupe de personnes avec un remplissage uni">
                    <a:extLst>
                      <a:ext uri="{FF2B5EF4-FFF2-40B4-BE49-F238E27FC236}">
                        <a16:creationId xmlns:a16="http://schemas.microsoft.com/office/drawing/2014/main" id="{B4EE914A-FFBF-4D92-BA70-06BE01BBB3D1}"/>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108" name="Graphique 107" descr="Groupe de personnes avec un remplissage uni">
                    <a:extLst>
                      <a:ext uri="{FF2B5EF4-FFF2-40B4-BE49-F238E27FC236}">
                        <a16:creationId xmlns:a16="http://schemas.microsoft.com/office/drawing/2014/main" id="{758B2DA3-D442-4FAD-8732-142AA4E695F3}"/>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109" name="Graphique 108" descr="Groupe de personnes avec un remplissage uni">
                    <a:extLst>
                      <a:ext uri="{FF2B5EF4-FFF2-40B4-BE49-F238E27FC236}">
                        <a16:creationId xmlns:a16="http://schemas.microsoft.com/office/drawing/2014/main" id="{3AAC0223-98CC-4D7D-8083-0D021F26800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nvGrpSpPr>
                <p:cNvPr id="99" name="Groupe 98">
                  <a:extLst>
                    <a:ext uri="{FF2B5EF4-FFF2-40B4-BE49-F238E27FC236}">
                      <a16:creationId xmlns:a16="http://schemas.microsoft.com/office/drawing/2014/main" id="{81373406-34B4-496B-912D-2E04A7854D1F}"/>
                    </a:ext>
                  </a:extLst>
                </p:cNvPr>
                <p:cNvGrpSpPr/>
                <p:nvPr/>
              </p:nvGrpSpPr>
              <p:grpSpPr>
                <a:xfrm>
                  <a:off x="714070" y="5288117"/>
                  <a:ext cx="271479" cy="170791"/>
                  <a:chOff x="6989470" y="1452253"/>
                  <a:chExt cx="2968717" cy="1867662"/>
                </a:xfrm>
                <a:grpFill/>
              </p:grpSpPr>
              <p:pic>
                <p:nvPicPr>
                  <p:cNvPr id="100" name="Graphique 99" descr="Groupe de personnes avec un remplissage uni">
                    <a:extLst>
                      <a:ext uri="{FF2B5EF4-FFF2-40B4-BE49-F238E27FC236}">
                        <a16:creationId xmlns:a16="http://schemas.microsoft.com/office/drawing/2014/main" id="{8CFEF2A5-0910-457C-BEBC-261B2D0F8A9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01" name="Graphique 100" descr="Groupe de personnes avec un remplissage uni">
                    <a:extLst>
                      <a:ext uri="{FF2B5EF4-FFF2-40B4-BE49-F238E27FC236}">
                        <a16:creationId xmlns:a16="http://schemas.microsoft.com/office/drawing/2014/main" id="{90B745E4-DA3B-4BCC-BBE2-ED564F22BC13}"/>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02" name="Graphique 101" descr="Groupe de personnes avec un remplissage uni">
                    <a:extLst>
                      <a:ext uri="{FF2B5EF4-FFF2-40B4-BE49-F238E27FC236}">
                        <a16:creationId xmlns:a16="http://schemas.microsoft.com/office/drawing/2014/main" id="{D79FB32E-50A3-4CC1-AF18-E2D74DA09F7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103" name="Graphique 102" descr="Groupe de personnes avec un remplissage uni">
                    <a:extLst>
                      <a:ext uri="{FF2B5EF4-FFF2-40B4-BE49-F238E27FC236}">
                        <a16:creationId xmlns:a16="http://schemas.microsoft.com/office/drawing/2014/main" id="{16021CC3-1317-4B9E-B68C-01FB7E8BC41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104" name="Graphique 103" descr="Groupe de personnes avec un remplissage uni">
                    <a:extLst>
                      <a:ext uri="{FF2B5EF4-FFF2-40B4-BE49-F238E27FC236}">
                        <a16:creationId xmlns:a16="http://schemas.microsoft.com/office/drawing/2014/main" id="{34EE9FD3-FDB4-4B12-B678-CBDF967BDCFF}"/>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grpSp>
            <p:nvGrpSpPr>
              <p:cNvPr id="115" name="Groupe 114">
                <a:extLst>
                  <a:ext uri="{FF2B5EF4-FFF2-40B4-BE49-F238E27FC236}">
                    <a16:creationId xmlns:a16="http://schemas.microsoft.com/office/drawing/2014/main" id="{72770240-BBDC-4198-9A54-145F006E99A6}"/>
                  </a:ext>
                </a:extLst>
              </p:cNvPr>
              <p:cNvGrpSpPr/>
              <p:nvPr/>
            </p:nvGrpSpPr>
            <p:grpSpPr>
              <a:xfrm>
                <a:off x="9124648" y="3594422"/>
                <a:ext cx="845887" cy="552586"/>
                <a:chOff x="560346" y="5288117"/>
                <a:chExt cx="522960" cy="341630"/>
              </a:xfrm>
              <a:solidFill>
                <a:srgbClr val="ED7D31"/>
              </a:solidFill>
            </p:grpSpPr>
            <p:grpSp>
              <p:nvGrpSpPr>
                <p:cNvPr id="116" name="Groupe 115">
                  <a:extLst>
                    <a:ext uri="{FF2B5EF4-FFF2-40B4-BE49-F238E27FC236}">
                      <a16:creationId xmlns:a16="http://schemas.microsoft.com/office/drawing/2014/main" id="{6B4BC5F9-239E-4F12-A4CC-7743FCE009E3}"/>
                    </a:ext>
                  </a:extLst>
                </p:cNvPr>
                <p:cNvGrpSpPr/>
                <p:nvPr/>
              </p:nvGrpSpPr>
              <p:grpSpPr>
                <a:xfrm>
                  <a:off x="560346" y="5458956"/>
                  <a:ext cx="271479" cy="170791"/>
                  <a:chOff x="6989470" y="1452253"/>
                  <a:chExt cx="2968717" cy="1867662"/>
                </a:xfrm>
                <a:grpFill/>
              </p:grpSpPr>
              <p:pic>
                <p:nvPicPr>
                  <p:cNvPr id="129" name="Graphique 128" descr="Groupe de personnes avec un remplissage uni">
                    <a:extLst>
                      <a:ext uri="{FF2B5EF4-FFF2-40B4-BE49-F238E27FC236}">
                        <a16:creationId xmlns:a16="http://schemas.microsoft.com/office/drawing/2014/main" id="{5A1555BA-69B6-4F86-B478-BC3B7CED3EB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30" name="Graphique 129" descr="Groupe de personnes avec un remplissage uni">
                    <a:extLst>
                      <a:ext uri="{FF2B5EF4-FFF2-40B4-BE49-F238E27FC236}">
                        <a16:creationId xmlns:a16="http://schemas.microsoft.com/office/drawing/2014/main" id="{8FA40699-1DEF-422C-926C-C87A057A2358}"/>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31" name="Graphique 130" descr="Groupe de personnes avec un remplissage uni">
                    <a:extLst>
                      <a:ext uri="{FF2B5EF4-FFF2-40B4-BE49-F238E27FC236}">
                        <a16:creationId xmlns:a16="http://schemas.microsoft.com/office/drawing/2014/main" id="{74771BFC-0EAD-4276-A0B2-16393E02CC9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132" name="Graphique 131" descr="Groupe de personnes avec un remplissage uni">
                    <a:extLst>
                      <a:ext uri="{FF2B5EF4-FFF2-40B4-BE49-F238E27FC236}">
                        <a16:creationId xmlns:a16="http://schemas.microsoft.com/office/drawing/2014/main" id="{56603D2D-A4B0-4CD3-8D79-2B5184F6CE2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133" name="Graphique 132" descr="Groupe de personnes avec un remplissage uni">
                    <a:extLst>
                      <a:ext uri="{FF2B5EF4-FFF2-40B4-BE49-F238E27FC236}">
                        <a16:creationId xmlns:a16="http://schemas.microsoft.com/office/drawing/2014/main" id="{D60AE1FA-18F7-45FB-8CB7-AA8ED2008907}"/>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nvGrpSpPr>
                <p:cNvPr id="117" name="Groupe 116">
                  <a:extLst>
                    <a:ext uri="{FF2B5EF4-FFF2-40B4-BE49-F238E27FC236}">
                      <a16:creationId xmlns:a16="http://schemas.microsoft.com/office/drawing/2014/main" id="{5709946A-CCAE-464D-99A8-94219110042A}"/>
                    </a:ext>
                  </a:extLst>
                </p:cNvPr>
                <p:cNvGrpSpPr/>
                <p:nvPr/>
              </p:nvGrpSpPr>
              <p:grpSpPr>
                <a:xfrm>
                  <a:off x="811827" y="5457524"/>
                  <a:ext cx="271479" cy="170791"/>
                  <a:chOff x="6989470" y="1452253"/>
                  <a:chExt cx="2968717" cy="1867662"/>
                </a:xfrm>
                <a:grpFill/>
              </p:grpSpPr>
              <p:pic>
                <p:nvPicPr>
                  <p:cNvPr id="124" name="Graphique 123" descr="Groupe de personnes avec un remplissage uni">
                    <a:extLst>
                      <a:ext uri="{FF2B5EF4-FFF2-40B4-BE49-F238E27FC236}">
                        <a16:creationId xmlns:a16="http://schemas.microsoft.com/office/drawing/2014/main" id="{9B96AA07-7738-4759-932E-EE616A20554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25" name="Graphique 124" descr="Groupe de personnes avec un remplissage uni">
                    <a:extLst>
                      <a:ext uri="{FF2B5EF4-FFF2-40B4-BE49-F238E27FC236}">
                        <a16:creationId xmlns:a16="http://schemas.microsoft.com/office/drawing/2014/main" id="{1708FCF1-B0CA-420C-BE11-FC89396F9914}"/>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26" name="Graphique 125" descr="Groupe de personnes avec un remplissage uni">
                    <a:extLst>
                      <a:ext uri="{FF2B5EF4-FFF2-40B4-BE49-F238E27FC236}">
                        <a16:creationId xmlns:a16="http://schemas.microsoft.com/office/drawing/2014/main" id="{B9626F2D-68C1-4823-BC59-D07605124C61}"/>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127" name="Graphique 126" descr="Groupe de personnes avec un remplissage uni">
                    <a:extLst>
                      <a:ext uri="{FF2B5EF4-FFF2-40B4-BE49-F238E27FC236}">
                        <a16:creationId xmlns:a16="http://schemas.microsoft.com/office/drawing/2014/main" id="{CF4E77D5-063C-4D94-BD42-718BE7809A7F}"/>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128" name="Graphique 127" descr="Groupe de personnes avec un remplissage uni">
                    <a:extLst>
                      <a:ext uri="{FF2B5EF4-FFF2-40B4-BE49-F238E27FC236}">
                        <a16:creationId xmlns:a16="http://schemas.microsoft.com/office/drawing/2014/main" id="{22E4D4CC-9AAB-49CF-9B60-C9D9049F9869}"/>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nvGrpSpPr>
                <p:cNvPr id="118" name="Groupe 117">
                  <a:extLst>
                    <a:ext uri="{FF2B5EF4-FFF2-40B4-BE49-F238E27FC236}">
                      <a16:creationId xmlns:a16="http://schemas.microsoft.com/office/drawing/2014/main" id="{C6E507D2-3E8D-429C-8E8D-2127485D785A}"/>
                    </a:ext>
                  </a:extLst>
                </p:cNvPr>
                <p:cNvGrpSpPr/>
                <p:nvPr/>
              </p:nvGrpSpPr>
              <p:grpSpPr>
                <a:xfrm>
                  <a:off x="714070" y="5288117"/>
                  <a:ext cx="271479" cy="170791"/>
                  <a:chOff x="6989470" y="1452253"/>
                  <a:chExt cx="2968717" cy="1867662"/>
                </a:xfrm>
                <a:grpFill/>
              </p:grpSpPr>
              <p:pic>
                <p:nvPicPr>
                  <p:cNvPr id="119" name="Graphique 118" descr="Groupe de personnes avec un remplissage uni">
                    <a:extLst>
                      <a:ext uri="{FF2B5EF4-FFF2-40B4-BE49-F238E27FC236}">
                        <a16:creationId xmlns:a16="http://schemas.microsoft.com/office/drawing/2014/main" id="{DE1581C4-B388-4194-8EA4-87611F872DE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20" name="Graphique 119" descr="Groupe de personnes avec un remplissage uni">
                    <a:extLst>
                      <a:ext uri="{FF2B5EF4-FFF2-40B4-BE49-F238E27FC236}">
                        <a16:creationId xmlns:a16="http://schemas.microsoft.com/office/drawing/2014/main" id="{FAB78445-BFED-48CC-89FE-5E400166DC1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21" name="Graphique 120" descr="Groupe de personnes avec un remplissage uni">
                    <a:extLst>
                      <a:ext uri="{FF2B5EF4-FFF2-40B4-BE49-F238E27FC236}">
                        <a16:creationId xmlns:a16="http://schemas.microsoft.com/office/drawing/2014/main" id="{EC0BDF8E-41B9-489E-9111-03C6C81801FC}"/>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122" name="Graphique 121" descr="Groupe de personnes avec un remplissage uni">
                    <a:extLst>
                      <a:ext uri="{FF2B5EF4-FFF2-40B4-BE49-F238E27FC236}">
                        <a16:creationId xmlns:a16="http://schemas.microsoft.com/office/drawing/2014/main" id="{E57EA092-4885-4815-AF60-8D99BD2E6B5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123" name="Graphique 122" descr="Groupe de personnes avec un remplissage uni">
                    <a:extLst>
                      <a:ext uri="{FF2B5EF4-FFF2-40B4-BE49-F238E27FC236}">
                        <a16:creationId xmlns:a16="http://schemas.microsoft.com/office/drawing/2014/main" id="{155EE6D6-A614-4207-8435-446FF5F07DDC}"/>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grpSp>
            <p:nvGrpSpPr>
              <p:cNvPr id="134" name="Groupe 133">
                <a:extLst>
                  <a:ext uri="{FF2B5EF4-FFF2-40B4-BE49-F238E27FC236}">
                    <a16:creationId xmlns:a16="http://schemas.microsoft.com/office/drawing/2014/main" id="{49A84A75-64D3-44AD-8E65-D03A339D3359}"/>
                  </a:ext>
                </a:extLst>
              </p:cNvPr>
              <p:cNvGrpSpPr/>
              <p:nvPr/>
            </p:nvGrpSpPr>
            <p:grpSpPr>
              <a:xfrm>
                <a:off x="9655405" y="3148576"/>
                <a:ext cx="845887" cy="552586"/>
                <a:chOff x="560346" y="5288117"/>
                <a:chExt cx="522960" cy="341630"/>
              </a:xfrm>
              <a:solidFill>
                <a:srgbClr val="ED7D31"/>
              </a:solidFill>
            </p:grpSpPr>
            <p:grpSp>
              <p:nvGrpSpPr>
                <p:cNvPr id="135" name="Groupe 134">
                  <a:extLst>
                    <a:ext uri="{FF2B5EF4-FFF2-40B4-BE49-F238E27FC236}">
                      <a16:creationId xmlns:a16="http://schemas.microsoft.com/office/drawing/2014/main" id="{8C528786-D8BA-40BF-BBE7-A777C974DDF8}"/>
                    </a:ext>
                  </a:extLst>
                </p:cNvPr>
                <p:cNvGrpSpPr/>
                <p:nvPr/>
              </p:nvGrpSpPr>
              <p:grpSpPr>
                <a:xfrm>
                  <a:off x="560346" y="5458956"/>
                  <a:ext cx="271479" cy="170791"/>
                  <a:chOff x="6989470" y="1452253"/>
                  <a:chExt cx="2968717" cy="1867662"/>
                </a:xfrm>
                <a:grpFill/>
              </p:grpSpPr>
              <p:pic>
                <p:nvPicPr>
                  <p:cNvPr id="148" name="Graphique 147" descr="Groupe de personnes avec un remplissage uni">
                    <a:extLst>
                      <a:ext uri="{FF2B5EF4-FFF2-40B4-BE49-F238E27FC236}">
                        <a16:creationId xmlns:a16="http://schemas.microsoft.com/office/drawing/2014/main" id="{1B5864C9-1A70-4898-A1F3-0E9E7AA868B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49" name="Graphique 148" descr="Groupe de personnes avec un remplissage uni">
                    <a:extLst>
                      <a:ext uri="{FF2B5EF4-FFF2-40B4-BE49-F238E27FC236}">
                        <a16:creationId xmlns:a16="http://schemas.microsoft.com/office/drawing/2014/main" id="{D6BD36F2-84B9-4154-993F-CDF2D9B92F7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50" name="Graphique 149" descr="Groupe de personnes avec un remplissage uni">
                    <a:extLst>
                      <a:ext uri="{FF2B5EF4-FFF2-40B4-BE49-F238E27FC236}">
                        <a16:creationId xmlns:a16="http://schemas.microsoft.com/office/drawing/2014/main" id="{C50D563A-435A-4EC7-8C63-480693017AF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151" name="Graphique 150" descr="Groupe de personnes avec un remplissage uni">
                    <a:extLst>
                      <a:ext uri="{FF2B5EF4-FFF2-40B4-BE49-F238E27FC236}">
                        <a16:creationId xmlns:a16="http://schemas.microsoft.com/office/drawing/2014/main" id="{25F5BD0F-0944-4E86-BBA6-9F73FA7C25A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152" name="Graphique 151" descr="Groupe de personnes avec un remplissage uni">
                    <a:extLst>
                      <a:ext uri="{FF2B5EF4-FFF2-40B4-BE49-F238E27FC236}">
                        <a16:creationId xmlns:a16="http://schemas.microsoft.com/office/drawing/2014/main" id="{1B16E39F-A844-4ABD-99EB-73F6467A7D24}"/>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nvGrpSpPr>
                <p:cNvPr id="136" name="Groupe 135">
                  <a:extLst>
                    <a:ext uri="{FF2B5EF4-FFF2-40B4-BE49-F238E27FC236}">
                      <a16:creationId xmlns:a16="http://schemas.microsoft.com/office/drawing/2014/main" id="{9C95FCC5-7057-42AE-8A3F-99B3E0E992A7}"/>
                    </a:ext>
                  </a:extLst>
                </p:cNvPr>
                <p:cNvGrpSpPr/>
                <p:nvPr/>
              </p:nvGrpSpPr>
              <p:grpSpPr>
                <a:xfrm>
                  <a:off x="811827" y="5457524"/>
                  <a:ext cx="271479" cy="170791"/>
                  <a:chOff x="6989470" y="1452253"/>
                  <a:chExt cx="2968717" cy="1867662"/>
                </a:xfrm>
                <a:grpFill/>
              </p:grpSpPr>
              <p:pic>
                <p:nvPicPr>
                  <p:cNvPr id="143" name="Graphique 142" descr="Groupe de personnes avec un remplissage uni">
                    <a:extLst>
                      <a:ext uri="{FF2B5EF4-FFF2-40B4-BE49-F238E27FC236}">
                        <a16:creationId xmlns:a16="http://schemas.microsoft.com/office/drawing/2014/main" id="{9D09B898-DBBF-431D-9CF9-9A4EAA4048E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44" name="Graphique 143" descr="Groupe de personnes avec un remplissage uni">
                    <a:extLst>
                      <a:ext uri="{FF2B5EF4-FFF2-40B4-BE49-F238E27FC236}">
                        <a16:creationId xmlns:a16="http://schemas.microsoft.com/office/drawing/2014/main" id="{CC94697F-ACA4-4D7E-A0B0-1F291ABDE56F}"/>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45" name="Graphique 144" descr="Groupe de personnes avec un remplissage uni">
                    <a:extLst>
                      <a:ext uri="{FF2B5EF4-FFF2-40B4-BE49-F238E27FC236}">
                        <a16:creationId xmlns:a16="http://schemas.microsoft.com/office/drawing/2014/main" id="{8F59D8AA-0142-4FFA-9101-90A09D494393}"/>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146" name="Graphique 145" descr="Groupe de personnes avec un remplissage uni">
                    <a:extLst>
                      <a:ext uri="{FF2B5EF4-FFF2-40B4-BE49-F238E27FC236}">
                        <a16:creationId xmlns:a16="http://schemas.microsoft.com/office/drawing/2014/main" id="{3A116F5A-7262-4974-A881-C32283466F3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147" name="Graphique 146" descr="Groupe de personnes avec un remplissage uni">
                    <a:extLst>
                      <a:ext uri="{FF2B5EF4-FFF2-40B4-BE49-F238E27FC236}">
                        <a16:creationId xmlns:a16="http://schemas.microsoft.com/office/drawing/2014/main" id="{0CD21C34-C78C-4849-99FB-4919CAFAAE30}"/>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nvGrpSpPr>
                <p:cNvPr id="137" name="Groupe 136">
                  <a:extLst>
                    <a:ext uri="{FF2B5EF4-FFF2-40B4-BE49-F238E27FC236}">
                      <a16:creationId xmlns:a16="http://schemas.microsoft.com/office/drawing/2014/main" id="{F346394B-D905-40FB-AF24-62CE2A545B93}"/>
                    </a:ext>
                  </a:extLst>
                </p:cNvPr>
                <p:cNvGrpSpPr/>
                <p:nvPr/>
              </p:nvGrpSpPr>
              <p:grpSpPr>
                <a:xfrm>
                  <a:off x="714070" y="5288117"/>
                  <a:ext cx="271479" cy="170791"/>
                  <a:chOff x="6989470" y="1452253"/>
                  <a:chExt cx="2968717" cy="1867662"/>
                </a:xfrm>
                <a:grpFill/>
              </p:grpSpPr>
              <p:pic>
                <p:nvPicPr>
                  <p:cNvPr id="138" name="Graphique 137" descr="Groupe de personnes avec un remplissage uni">
                    <a:extLst>
                      <a:ext uri="{FF2B5EF4-FFF2-40B4-BE49-F238E27FC236}">
                        <a16:creationId xmlns:a16="http://schemas.microsoft.com/office/drawing/2014/main" id="{D198E2F9-0458-4D1E-90FD-93D0EC7D394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39" name="Graphique 138" descr="Groupe de personnes avec un remplissage uni">
                    <a:extLst>
                      <a:ext uri="{FF2B5EF4-FFF2-40B4-BE49-F238E27FC236}">
                        <a16:creationId xmlns:a16="http://schemas.microsoft.com/office/drawing/2014/main" id="{BFCB547D-A964-4096-9A49-131A9E9A4A1E}"/>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40" name="Graphique 139" descr="Groupe de personnes avec un remplissage uni">
                    <a:extLst>
                      <a:ext uri="{FF2B5EF4-FFF2-40B4-BE49-F238E27FC236}">
                        <a16:creationId xmlns:a16="http://schemas.microsoft.com/office/drawing/2014/main" id="{8FA252D6-2487-4ED5-A8CE-9E2D166EF02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141" name="Graphique 140" descr="Groupe de personnes avec un remplissage uni">
                    <a:extLst>
                      <a:ext uri="{FF2B5EF4-FFF2-40B4-BE49-F238E27FC236}">
                        <a16:creationId xmlns:a16="http://schemas.microsoft.com/office/drawing/2014/main" id="{00032450-E6A4-4DCD-8E73-802F4D75A81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142" name="Graphique 141" descr="Groupe de personnes avec un remplissage uni">
                    <a:extLst>
                      <a:ext uri="{FF2B5EF4-FFF2-40B4-BE49-F238E27FC236}">
                        <a16:creationId xmlns:a16="http://schemas.microsoft.com/office/drawing/2014/main" id="{2121B639-E2F4-4118-83DA-4761CEF02073}"/>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grpSp>
            <p:nvGrpSpPr>
              <p:cNvPr id="153" name="Groupe 152">
                <a:extLst>
                  <a:ext uri="{FF2B5EF4-FFF2-40B4-BE49-F238E27FC236}">
                    <a16:creationId xmlns:a16="http://schemas.microsoft.com/office/drawing/2014/main" id="{CFD96B62-FEFA-4D01-B3E6-F42642EC57C5}"/>
                  </a:ext>
                </a:extLst>
              </p:cNvPr>
              <p:cNvGrpSpPr/>
              <p:nvPr/>
            </p:nvGrpSpPr>
            <p:grpSpPr>
              <a:xfrm>
                <a:off x="10137052" y="3130494"/>
                <a:ext cx="845887" cy="552586"/>
                <a:chOff x="560346" y="5288117"/>
                <a:chExt cx="522960" cy="341630"/>
              </a:xfrm>
              <a:solidFill>
                <a:srgbClr val="ED7D31"/>
              </a:solidFill>
            </p:grpSpPr>
            <p:grpSp>
              <p:nvGrpSpPr>
                <p:cNvPr id="154" name="Groupe 153">
                  <a:extLst>
                    <a:ext uri="{FF2B5EF4-FFF2-40B4-BE49-F238E27FC236}">
                      <a16:creationId xmlns:a16="http://schemas.microsoft.com/office/drawing/2014/main" id="{DDB634E3-7380-405F-A2D4-C1FC5E29649B}"/>
                    </a:ext>
                  </a:extLst>
                </p:cNvPr>
                <p:cNvGrpSpPr/>
                <p:nvPr/>
              </p:nvGrpSpPr>
              <p:grpSpPr>
                <a:xfrm>
                  <a:off x="560346" y="5458956"/>
                  <a:ext cx="271479" cy="170791"/>
                  <a:chOff x="6989470" y="1452253"/>
                  <a:chExt cx="2968717" cy="1867662"/>
                </a:xfrm>
                <a:grpFill/>
              </p:grpSpPr>
              <p:pic>
                <p:nvPicPr>
                  <p:cNvPr id="167" name="Graphique 166" descr="Groupe de personnes avec un remplissage uni">
                    <a:extLst>
                      <a:ext uri="{FF2B5EF4-FFF2-40B4-BE49-F238E27FC236}">
                        <a16:creationId xmlns:a16="http://schemas.microsoft.com/office/drawing/2014/main" id="{38D55444-7928-49C4-949A-0C75F353FFA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68" name="Graphique 167" descr="Groupe de personnes avec un remplissage uni">
                    <a:extLst>
                      <a:ext uri="{FF2B5EF4-FFF2-40B4-BE49-F238E27FC236}">
                        <a16:creationId xmlns:a16="http://schemas.microsoft.com/office/drawing/2014/main" id="{5E7B8D95-7ED2-4B78-84F5-A694C258BD5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69" name="Graphique 168" descr="Groupe de personnes avec un remplissage uni">
                    <a:extLst>
                      <a:ext uri="{FF2B5EF4-FFF2-40B4-BE49-F238E27FC236}">
                        <a16:creationId xmlns:a16="http://schemas.microsoft.com/office/drawing/2014/main" id="{89F5C880-AAFC-485F-B0EA-36E37A93434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170" name="Graphique 169" descr="Groupe de personnes avec un remplissage uni">
                    <a:extLst>
                      <a:ext uri="{FF2B5EF4-FFF2-40B4-BE49-F238E27FC236}">
                        <a16:creationId xmlns:a16="http://schemas.microsoft.com/office/drawing/2014/main" id="{583E553B-5463-400F-83D0-B38383BBB21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171" name="Graphique 170" descr="Groupe de personnes avec un remplissage uni">
                    <a:extLst>
                      <a:ext uri="{FF2B5EF4-FFF2-40B4-BE49-F238E27FC236}">
                        <a16:creationId xmlns:a16="http://schemas.microsoft.com/office/drawing/2014/main" id="{83ED99BF-5A80-4478-B3E6-102B274B1753}"/>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nvGrpSpPr>
                <p:cNvPr id="155" name="Groupe 154">
                  <a:extLst>
                    <a:ext uri="{FF2B5EF4-FFF2-40B4-BE49-F238E27FC236}">
                      <a16:creationId xmlns:a16="http://schemas.microsoft.com/office/drawing/2014/main" id="{4D3A6629-B1CE-486C-B242-38799F56F282}"/>
                    </a:ext>
                  </a:extLst>
                </p:cNvPr>
                <p:cNvGrpSpPr/>
                <p:nvPr/>
              </p:nvGrpSpPr>
              <p:grpSpPr>
                <a:xfrm>
                  <a:off x="811827" y="5457524"/>
                  <a:ext cx="271479" cy="170791"/>
                  <a:chOff x="6989470" y="1452253"/>
                  <a:chExt cx="2968717" cy="1867662"/>
                </a:xfrm>
                <a:grpFill/>
              </p:grpSpPr>
              <p:pic>
                <p:nvPicPr>
                  <p:cNvPr id="162" name="Graphique 161" descr="Groupe de personnes avec un remplissage uni">
                    <a:extLst>
                      <a:ext uri="{FF2B5EF4-FFF2-40B4-BE49-F238E27FC236}">
                        <a16:creationId xmlns:a16="http://schemas.microsoft.com/office/drawing/2014/main" id="{D81D2319-176C-4B5D-8B06-C1B7AF705A2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63" name="Graphique 162" descr="Groupe de personnes avec un remplissage uni">
                    <a:extLst>
                      <a:ext uri="{FF2B5EF4-FFF2-40B4-BE49-F238E27FC236}">
                        <a16:creationId xmlns:a16="http://schemas.microsoft.com/office/drawing/2014/main" id="{798D2CBD-137D-4E98-8873-88C9FBBACEBE}"/>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64" name="Graphique 163" descr="Groupe de personnes avec un remplissage uni">
                    <a:extLst>
                      <a:ext uri="{FF2B5EF4-FFF2-40B4-BE49-F238E27FC236}">
                        <a16:creationId xmlns:a16="http://schemas.microsoft.com/office/drawing/2014/main" id="{A6A789BD-675F-4BEB-B29D-4A84670D1B08}"/>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165" name="Graphique 164" descr="Groupe de personnes avec un remplissage uni">
                    <a:extLst>
                      <a:ext uri="{FF2B5EF4-FFF2-40B4-BE49-F238E27FC236}">
                        <a16:creationId xmlns:a16="http://schemas.microsoft.com/office/drawing/2014/main" id="{01ED1010-28A9-4DC5-8E01-8B90C0D0EA6C}"/>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166" name="Graphique 165" descr="Groupe de personnes avec un remplissage uni">
                    <a:extLst>
                      <a:ext uri="{FF2B5EF4-FFF2-40B4-BE49-F238E27FC236}">
                        <a16:creationId xmlns:a16="http://schemas.microsoft.com/office/drawing/2014/main" id="{3901C28A-296E-4B73-880D-1EC8FC6723CD}"/>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nvGrpSpPr>
                <p:cNvPr id="156" name="Groupe 155">
                  <a:extLst>
                    <a:ext uri="{FF2B5EF4-FFF2-40B4-BE49-F238E27FC236}">
                      <a16:creationId xmlns:a16="http://schemas.microsoft.com/office/drawing/2014/main" id="{FEB89BF2-3226-47B0-B68D-C5F7CFB6FB36}"/>
                    </a:ext>
                  </a:extLst>
                </p:cNvPr>
                <p:cNvGrpSpPr/>
                <p:nvPr/>
              </p:nvGrpSpPr>
              <p:grpSpPr>
                <a:xfrm>
                  <a:off x="714070" y="5288117"/>
                  <a:ext cx="271479" cy="170791"/>
                  <a:chOff x="6989470" y="1452253"/>
                  <a:chExt cx="2968717" cy="1867662"/>
                </a:xfrm>
                <a:grpFill/>
              </p:grpSpPr>
              <p:pic>
                <p:nvPicPr>
                  <p:cNvPr id="157" name="Graphique 156" descr="Groupe de personnes avec un remplissage uni">
                    <a:extLst>
                      <a:ext uri="{FF2B5EF4-FFF2-40B4-BE49-F238E27FC236}">
                        <a16:creationId xmlns:a16="http://schemas.microsoft.com/office/drawing/2014/main" id="{68DA577B-4321-44BE-964C-E2E08A796E2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58" name="Graphique 157" descr="Groupe de personnes avec un remplissage uni">
                    <a:extLst>
                      <a:ext uri="{FF2B5EF4-FFF2-40B4-BE49-F238E27FC236}">
                        <a16:creationId xmlns:a16="http://schemas.microsoft.com/office/drawing/2014/main" id="{E61A355C-D819-4F5F-8F59-EEECE533647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59" name="Graphique 158" descr="Groupe de personnes avec un remplissage uni">
                    <a:extLst>
                      <a:ext uri="{FF2B5EF4-FFF2-40B4-BE49-F238E27FC236}">
                        <a16:creationId xmlns:a16="http://schemas.microsoft.com/office/drawing/2014/main" id="{DCC714E6-EFE0-46FE-9D5D-F2DDF0593464}"/>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160" name="Graphique 159" descr="Groupe de personnes avec un remplissage uni">
                    <a:extLst>
                      <a:ext uri="{FF2B5EF4-FFF2-40B4-BE49-F238E27FC236}">
                        <a16:creationId xmlns:a16="http://schemas.microsoft.com/office/drawing/2014/main" id="{966C988E-24A7-4776-B63A-56E60E43B5D9}"/>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161" name="Graphique 160" descr="Groupe de personnes avec un remplissage uni">
                    <a:extLst>
                      <a:ext uri="{FF2B5EF4-FFF2-40B4-BE49-F238E27FC236}">
                        <a16:creationId xmlns:a16="http://schemas.microsoft.com/office/drawing/2014/main" id="{67613496-FC0C-4633-BF76-689148489AC0}"/>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grpSp>
            <p:nvGrpSpPr>
              <p:cNvPr id="172" name="Groupe 171">
                <a:extLst>
                  <a:ext uri="{FF2B5EF4-FFF2-40B4-BE49-F238E27FC236}">
                    <a16:creationId xmlns:a16="http://schemas.microsoft.com/office/drawing/2014/main" id="{8CC127C9-4A63-48F4-B050-3A6F9139CA53}"/>
                  </a:ext>
                </a:extLst>
              </p:cNvPr>
              <p:cNvGrpSpPr/>
              <p:nvPr/>
            </p:nvGrpSpPr>
            <p:grpSpPr>
              <a:xfrm>
                <a:off x="10292337" y="3881401"/>
                <a:ext cx="845887" cy="552586"/>
                <a:chOff x="560346" y="5288117"/>
                <a:chExt cx="522960" cy="341630"/>
              </a:xfrm>
              <a:solidFill>
                <a:srgbClr val="ED7D31"/>
              </a:solidFill>
            </p:grpSpPr>
            <p:grpSp>
              <p:nvGrpSpPr>
                <p:cNvPr id="173" name="Groupe 172">
                  <a:extLst>
                    <a:ext uri="{FF2B5EF4-FFF2-40B4-BE49-F238E27FC236}">
                      <a16:creationId xmlns:a16="http://schemas.microsoft.com/office/drawing/2014/main" id="{C993A616-DAF9-4008-A8CC-AB617A89927A}"/>
                    </a:ext>
                  </a:extLst>
                </p:cNvPr>
                <p:cNvGrpSpPr/>
                <p:nvPr/>
              </p:nvGrpSpPr>
              <p:grpSpPr>
                <a:xfrm>
                  <a:off x="560346" y="5458956"/>
                  <a:ext cx="271479" cy="170791"/>
                  <a:chOff x="6989470" y="1452253"/>
                  <a:chExt cx="2968717" cy="1867662"/>
                </a:xfrm>
                <a:grpFill/>
              </p:grpSpPr>
              <p:pic>
                <p:nvPicPr>
                  <p:cNvPr id="186" name="Graphique 185" descr="Groupe de personnes avec un remplissage uni">
                    <a:extLst>
                      <a:ext uri="{FF2B5EF4-FFF2-40B4-BE49-F238E27FC236}">
                        <a16:creationId xmlns:a16="http://schemas.microsoft.com/office/drawing/2014/main" id="{BC9D1910-6F2D-4272-B413-952EA956B9E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87" name="Graphique 186" descr="Groupe de personnes avec un remplissage uni">
                    <a:extLst>
                      <a:ext uri="{FF2B5EF4-FFF2-40B4-BE49-F238E27FC236}">
                        <a16:creationId xmlns:a16="http://schemas.microsoft.com/office/drawing/2014/main" id="{BFD28799-EF40-4C53-AB2A-2A5F9F276AAE}"/>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88" name="Graphique 187" descr="Groupe de personnes avec un remplissage uni">
                    <a:extLst>
                      <a:ext uri="{FF2B5EF4-FFF2-40B4-BE49-F238E27FC236}">
                        <a16:creationId xmlns:a16="http://schemas.microsoft.com/office/drawing/2014/main" id="{3AFB4492-B248-4FBE-8546-DE905824CD53}"/>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189" name="Graphique 188" descr="Groupe de personnes avec un remplissage uni">
                    <a:extLst>
                      <a:ext uri="{FF2B5EF4-FFF2-40B4-BE49-F238E27FC236}">
                        <a16:creationId xmlns:a16="http://schemas.microsoft.com/office/drawing/2014/main" id="{7751FA6E-10EB-4CDC-8608-03ED7A2037BD}"/>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190" name="Graphique 189" descr="Groupe de personnes avec un remplissage uni">
                    <a:extLst>
                      <a:ext uri="{FF2B5EF4-FFF2-40B4-BE49-F238E27FC236}">
                        <a16:creationId xmlns:a16="http://schemas.microsoft.com/office/drawing/2014/main" id="{BBC27BD9-79D6-4687-991D-10F0D89D6359}"/>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nvGrpSpPr>
                <p:cNvPr id="174" name="Groupe 173">
                  <a:extLst>
                    <a:ext uri="{FF2B5EF4-FFF2-40B4-BE49-F238E27FC236}">
                      <a16:creationId xmlns:a16="http://schemas.microsoft.com/office/drawing/2014/main" id="{822AA796-876B-4566-B782-BC122180C590}"/>
                    </a:ext>
                  </a:extLst>
                </p:cNvPr>
                <p:cNvGrpSpPr/>
                <p:nvPr/>
              </p:nvGrpSpPr>
              <p:grpSpPr>
                <a:xfrm>
                  <a:off x="811827" y="5457524"/>
                  <a:ext cx="271479" cy="170791"/>
                  <a:chOff x="6989470" y="1452253"/>
                  <a:chExt cx="2968717" cy="1867662"/>
                </a:xfrm>
                <a:grpFill/>
              </p:grpSpPr>
              <p:pic>
                <p:nvPicPr>
                  <p:cNvPr id="181" name="Graphique 180" descr="Groupe de personnes avec un remplissage uni">
                    <a:extLst>
                      <a:ext uri="{FF2B5EF4-FFF2-40B4-BE49-F238E27FC236}">
                        <a16:creationId xmlns:a16="http://schemas.microsoft.com/office/drawing/2014/main" id="{95D714C8-3858-4DB9-AC1C-552F4843A32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82" name="Graphique 181" descr="Groupe de personnes avec un remplissage uni">
                    <a:extLst>
                      <a:ext uri="{FF2B5EF4-FFF2-40B4-BE49-F238E27FC236}">
                        <a16:creationId xmlns:a16="http://schemas.microsoft.com/office/drawing/2014/main" id="{F2AB81C5-92F0-4A90-9176-13063A21395B}"/>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83" name="Graphique 182" descr="Groupe de personnes avec un remplissage uni">
                    <a:extLst>
                      <a:ext uri="{FF2B5EF4-FFF2-40B4-BE49-F238E27FC236}">
                        <a16:creationId xmlns:a16="http://schemas.microsoft.com/office/drawing/2014/main" id="{395649CB-F1A8-4778-885E-0861EE989848}"/>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184" name="Graphique 183" descr="Groupe de personnes avec un remplissage uni">
                    <a:extLst>
                      <a:ext uri="{FF2B5EF4-FFF2-40B4-BE49-F238E27FC236}">
                        <a16:creationId xmlns:a16="http://schemas.microsoft.com/office/drawing/2014/main" id="{3ECACB5D-56B5-4A9B-805F-38A732D12B8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185" name="Graphique 184" descr="Groupe de personnes avec un remplissage uni">
                    <a:extLst>
                      <a:ext uri="{FF2B5EF4-FFF2-40B4-BE49-F238E27FC236}">
                        <a16:creationId xmlns:a16="http://schemas.microsoft.com/office/drawing/2014/main" id="{C9191F34-BD28-4A1A-B250-6494EABF16AC}"/>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nvGrpSpPr>
                <p:cNvPr id="175" name="Groupe 174">
                  <a:extLst>
                    <a:ext uri="{FF2B5EF4-FFF2-40B4-BE49-F238E27FC236}">
                      <a16:creationId xmlns:a16="http://schemas.microsoft.com/office/drawing/2014/main" id="{3D517333-F4AC-459D-BC05-027BE8C69C44}"/>
                    </a:ext>
                  </a:extLst>
                </p:cNvPr>
                <p:cNvGrpSpPr/>
                <p:nvPr/>
              </p:nvGrpSpPr>
              <p:grpSpPr>
                <a:xfrm>
                  <a:off x="714070" y="5288117"/>
                  <a:ext cx="271479" cy="170791"/>
                  <a:chOff x="6989470" y="1452253"/>
                  <a:chExt cx="2968717" cy="1867662"/>
                </a:xfrm>
                <a:grpFill/>
              </p:grpSpPr>
              <p:pic>
                <p:nvPicPr>
                  <p:cNvPr id="176" name="Graphique 175" descr="Groupe de personnes avec un remplissage uni">
                    <a:extLst>
                      <a:ext uri="{FF2B5EF4-FFF2-40B4-BE49-F238E27FC236}">
                        <a16:creationId xmlns:a16="http://schemas.microsoft.com/office/drawing/2014/main" id="{53FFA467-2231-4EEC-8C70-D50C528CCBA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77" name="Graphique 176" descr="Groupe de personnes avec un remplissage uni">
                    <a:extLst>
                      <a:ext uri="{FF2B5EF4-FFF2-40B4-BE49-F238E27FC236}">
                        <a16:creationId xmlns:a16="http://schemas.microsoft.com/office/drawing/2014/main" id="{C66FBAB9-4C1A-4DAB-B444-5EBC7EE716D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78" name="Graphique 177" descr="Groupe de personnes avec un remplissage uni">
                    <a:extLst>
                      <a:ext uri="{FF2B5EF4-FFF2-40B4-BE49-F238E27FC236}">
                        <a16:creationId xmlns:a16="http://schemas.microsoft.com/office/drawing/2014/main" id="{BB4BEB63-BA86-4429-A542-1D37BE09879C}"/>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179" name="Graphique 178" descr="Groupe de personnes avec un remplissage uni">
                    <a:extLst>
                      <a:ext uri="{FF2B5EF4-FFF2-40B4-BE49-F238E27FC236}">
                        <a16:creationId xmlns:a16="http://schemas.microsoft.com/office/drawing/2014/main" id="{31CEEF3A-E093-41E1-89D5-F836B80470FE}"/>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180" name="Graphique 179" descr="Groupe de personnes avec un remplissage uni">
                    <a:extLst>
                      <a:ext uri="{FF2B5EF4-FFF2-40B4-BE49-F238E27FC236}">
                        <a16:creationId xmlns:a16="http://schemas.microsoft.com/office/drawing/2014/main" id="{7D2C7BE9-507D-4297-BB8F-2B8BC27872DD}"/>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grpSp>
            <p:nvGrpSpPr>
              <p:cNvPr id="191" name="Groupe 190">
                <a:extLst>
                  <a:ext uri="{FF2B5EF4-FFF2-40B4-BE49-F238E27FC236}">
                    <a16:creationId xmlns:a16="http://schemas.microsoft.com/office/drawing/2014/main" id="{71CDB7B4-3A8F-473A-914D-B024AB421DD8}"/>
                  </a:ext>
                </a:extLst>
              </p:cNvPr>
              <p:cNvGrpSpPr/>
              <p:nvPr/>
            </p:nvGrpSpPr>
            <p:grpSpPr>
              <a:xfrm>
                <a:off x="10896292" y="3955672"/>
                <a:ext cx="845887" cy="552586"/>
                <a:chOff x="560346" y="5288117"/>
                <a:chExt cx="522960" cy="341630"/>
              </a:xfrm>
              <a:solidFill>
                <a:srgbClr val="ED7D31"/>
              </a:solidFill>
            </p:grpSpPr>
            <p:grpSp>
              <p:nvGrpSpPr>
                <p:cNvPr id="192" name="Groupe 191">
                  <a:extLst>
                    <a:ext uri="{FF2B5EF4-FFF2-40B4-BE49-F238E27FC236}">
                      <a16:creationId xmlns:a16="http://schemas.microsoft.com/office/drawing/2014/main" id="{0E2916EE-1527-49C1-82B8-95FB671EDA16}"/>
                    </a:ext>
                  </a:extLst>
                </p:cNvPr>
                <p:cNvGrpSpPr/>
                <p:nvPr/>
              </p:nvGrpSpPr>
              <p:grpSpPr>
                <a:xfrm>
                  <a:off x="560346" y="5458956"/>
                  <a:ext cx="271479" cy="170791"/>
                  <a:chOff x="6989470" y="1452253"/>
                  <a:chExt cx="2968717" cy="1867662"/>
                </a:xfrm>
                <a:grpFill/>
              </p:grpSpPr>
              <p:pic>
                <p:nvPicPr>
                  <p:cNvPr id="205" name="Graphique 204" descr="Groupe de personnes avec un remplissage uni">
                    <a:extLst>
                      <a:ext uri="{FF2B5EF4-FFF2-40B4-BE49-F238E27FC236}">
                        <a16:creationId xmlns:a16="http://schemas.microsoft.com/office/drawing/2014/main" id="{FCA6D4EC-9BD3-4085-A7BA-875DFA1C5D6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206" name="Graphique 205" descr="Groupe de personnes avec un remplissage uni">
                    <a:extLst>
                      <a:ext uri="{FF2B5EF4-FFF2-40B4-BE49-F238E27FC236}">
                        <a16:creationId xmlns:a16="http://schemas.microsoft.com/office/drawing/2014/main" id="{124BA9AA-0BA7-4173-9500-C9F3AE7BEC6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207" name="Graphique 206" descr="Groupe de personnes avec un remplissage uni">
                    <a:extLst>
                      <a:ext uri="{FF2B5EF4-FFF2-40B4-BE49-F238E27FC236}">
                        <a16:creationId xmlns:a16="http://schemas.microsoft.com/office/drawing/2014/main" id="{31B39C56-2739-443E-A00C-F15B79006F8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208" name="Graphique 207" descr="Groupe de personnes avec un remplissage uni">
                    <a:extLst>
                      <a:ext uri="{FF2B5EF4-FFF2-40B4-BE49-F238E27FC236}">
                        <a16:creationId xmlns:a16="http://schemas.microsoft.com/office/drawing/2014/main" id="{0B49D771-2540-4BFC-900A-1E384949F78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209" name="Graphique 208" descr="Groupe de personnes avec un remplissage uni">
                    <a:extLst>
                      <a:ext uri="{FF2B5EF4-FFF2-40B4-BE49-F238E27FC236}">
                        <a16:creationId xmlns:a16="http://schemas.microsoft.com/office/drawing/2014/main" id="{263EFFE2-31C7-46CF-9B6A-C139A829ADCB}"/>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nvGrpSpPr>
                <p:cNvPr id="193" name="Groupe 192">
                  <a:extLst>
                    <a:ext uri="{FF2B5EF4-FFF2-40B4-BE49-F238E27FC236}">
                      <a16:creationId xmlns:a16="http://schemas.microsoft.com/office/drawing/2014/main" id="{17F7E17B-716F-4095-99DC-806E14C98B39}"/>
                    </a:ext>
                  </a:extLst>
                </p:cNvPr>
                <p:cNvGrpSpPr/>
                <p:nvPr/>
              </p:nvGrpSpPr>
              <p:grpSpPr>
                <a:xfrm>
                  <a:off x="811827" y="5457524"/>
                  <a:ext cx="271479" cy="170791"/>
                  <a:chOff x="6989470" y="1452253"/>
                  <a:chExt cx="2968717" cy="1867662"/>
                </a:xfrm>
                <a:grpFill/>
              </p:grpSpPr>
              <p:pic>
                <p:nvPicPr>
                  <p:cNvPr id="200" name="Graphique 199" descr="Groupe de personnes avec un remplissage uni">
                    <a:extLst>
                      <a:ext uri="{FF2B5EF4-FFF2-40B4-BE49-F238E27FC236}">
                        <a16:creationId xmlns:a16="http://schemas.microsoft.com/office/drawing/2014/main" id="{A1F9CF9A-2758-49D6-A933-3CE097DCA50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201" name="Graphique 200" descr="Groupe de personnes avec un remplissage uni">
                    <a:extLst>
                      <a:ext uri="{FF2B5EF4-FFF2-40B4-BE49-F238E27FC236}">
                        <a16:creationId xmlns:a16="http://schemas.microsoft.com/office/drawing/2014/main" id="{4F525CF9-F1BD-4923-8D1F-988260143D7F}"/>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202" name="Graphique 201" descr="Groupe de personnes avec un remplissage uni">
                    <a:extLst>
                      <a:ext uri="{FF2B5EF4-FFF2-40B4-BE49-F238E27FC236}">
                        <a16:creationId xmlns:a16="http://schemas.microsoft.com/office/drawing/2014/main" id="{F5DA3107-96BC-46AA-9894-946C98A649B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203" name="Graphique 202" descr="Groupe de personnes avec un remplissage uni">
                    <a:extLst>
                      <a:ext uri="{FF2B5EF4-FFF2-40B4-BE49-F238E27FC236}">
                        <a16:creationId xmlns:a16="http://schemas.microsoft.com/office/drawing/2014/main" id="{A0E55845-0F71-47B2-9D20-DA1927CDE25C}"/>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204" name="Graphique 203" descr="Groupe de personnes avec un remplissage uni">
                    <a:extLst>
                      <a:ext uri="{FF2B5EF4-FFF2-40B4-BE49-F238E27FC236}">
                        <a16:creationId xmlns:a16="http://schemas.microsoft.com/office/drawing/2014/main" id="{2AB04CBC-4B5F-4FF2-B4CE-DC991B789C14}"/>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nvGrpSpPr>
                <p:cNvPr id="194" name="Groupe 193">
                  <a:extLst>
                    <a:ext uri="{FF2B5EF4-FFF2-40B4-BE49-F238E27FC236}">
                      <a16:creationId xmlns:a16="http://schemas.microsoft.com/office/drawing/2014/main" id="{ED2E11C4-4CD4-4E8F-AB03-30CAA8C32109}"/>
                    </a:ext>
                  </a:extLst>
                </p:cNvPr>
                <p:cNvGrpSpPr/>
                <p:nvPr/>
              </p:nvGrpSpPr>
              <p:grpSpPr>
                <a:xfrm>
                  <a:off x="714070" y="5288117"/>
                  <a:ext cx="271479" cy="170791"/>
                  <a:chOff x="6989470" y="1452253"/>
                  <a:chExt cx="2968717" cy="1867662"/>
                </a:xfrm>
                <a:grpFill/>
              </p:grpSpPr>
              <p:pic>
                <p:nvPicPr>
                  <p:cNvPr id="195" name="Graphique 194" descr="Groupe de personnes avec un remplissage uni">
                    <a:extLst>
                      <a:ext uri="{FF2B5EF4-FFF2-40B4-BE49-F238E27FC236}">
                        <a16:creationId xmlns:a16="http://schemas.microsoft.com/office/drawing/2014/main" id="{54705795-61B2-4D17-9AF3-A86B48B442E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96" name="Graphique 195" descr="Groupe de personnes avec un remplissage uni">
                    <a:extLst>
                      <a:ext uri="{FF2B5EF4-FFF2-40B4-BE49-F238E27FC236}">
                        <a16:creationId xmlns:a16="http://schemas.microsoft.com/office/drawing/2014/main" id="{8DF5B876-5E9B-470D-B462-F57E01A079FE}"/>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97" name="Graphique 196" descr="Groupe de personnes avec un remplissage uni">
                    <a:extLst>
                      <a:ext uri="{FF2B5EF4-FFF2-40B4-BE49-F238E27FC236}">
                        <a16:creationId xmlns:a16="http://schemas.microsoft.com/office/drawing/2014/main" id="{3A729F8C-7E07-43AF-80BE-0B8C40ADA3C4}"/>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198" name="Graphique 197" descr="Groupe de personnes avec un remplissage uni">
                    <a:extLst>
                      <a:ext uri="{FF2B5EF4-FFF2-40B4-BE49-F238E27FC236}">
                        <a16:creationId xmlns:a16="http://schemas.microsoft.com/office/drawing/2014/main" id="{4056E3BB-4888-42EE-B660-F39D3B3A55A0}"/>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199" name="Graphique 198" descr="Groupe de personnes avec un remplissage uni">
                    <a:extLst>
                      <a:ext uri="{FF2B5EF4-FFF2-40B4-BE49-F238E27FC236}">
                        <a16:creationId xmlns:a16="http://schemas.microsoft.com/office/drawing/2014/main" id="{E0CFF9F0-E4EA-44A9-A661-8799D68BB85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grpSp>
            <p:nvGrpSpPr>
              <p:cNvPr id="210" name="Groupe 209">
                <a:extLst>
                  <a:ext uri="{FF2B5EF4-FFF2-40B4-BE49-F238E27FC236}">
                    <a16:creationId xmlns:a16="http://schemas.microsoft.com/office/drawing/2014/main" id="{EF077042-51B5-4895-BE63-5F3264380CA7}"/>
                  </a:ext>
                </a:extLst>
              </p:cNvPr>
              <p:cNvGrpSpPr/>
              <p:nvPr/>
            </p:nvGrpSpPr>
            <p:grpSpPr>
              <a:xfrm>
                <a:off x="11288141" y="3578123"/>
                <a:ext cx="845887" cy="552586"/>
                <a:chOff x="560346" y="5288117"/>
                <a:chExt cx="522960" cy="341630"/>
              </a:xfrm>
              <a:solidFill>
                <a:srgbClr val="ED7D31"/>
              </a:solidFill>
            </p:grpSpPr>
            <p:grpSp>
              <p:nvGrpSpPr>
                <p:cNvPr id="211" name="Groupe 210">
                  <a:extLst>
                    <a:ext uri="{FF2B5EF4-FFF2-40B4-BE49-F238E27FC236}">
                      <a16:creationId xmlns:a16="http://schemas.microsoft.com/office/drawing/2014/main" id="{B680E228-2BA7-4D43-AE16-0DD2F81E2BAD}"/>
                    </a:ext>
                  </a:extLst>
                </p:cNvPr>
                <p:cNvGrpSpPr/>
                <p:nvPr/>
              </p:nvGrpSpPr>
              <p:grpSpPr>
                <a:xfrm>
                  <a:off x="560346" y="5458956"/>
                  <a:ext cx="271479" cy="170791"/>
                  <a:chOff x="6989470" y="1452253"/>
                  <a:chExt cx="2968717" cy="1867662"/>
                </a:xfrm>
                <a:grpFill/>
              </p:grpSpPr>
              <p:pic>
                <p:nvPicPr>
                  <p:cNvPr id="224" name="Graphique 223" descr="Groupe de personnes avec un remplissage uni">
                    <a:extLst>
                      <a:ext uri="{FF2B5EF4-FFF2-40B4-BE49-F238E27FC236}">
                        <a16:creationId xmlns:a16="http://schemas.microsoft.com/office/drawing/2014/main" id="{04922389-64CE-453F-A25D-232DC646DFD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225" name="Graphique 224" descr="Groupe de personnes avec un remplissage uni">
                    <a:extLst>
                      <a:ext uri="{FF2B5EF4-FFF2-40B4-BE49-F238E27FC236}">
                        <a16:creationId xmlns:a16="http://schemas.microsoft.com/office/drawing/2014/main" id="{E3ED349F-2699-42B2-A277-E49E97D84A98}"/>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226" name="Graphique 225" descr="Groupe de personnes avec un remplissage uni">
                    <a:extLst>
                      <a:ext uri="{FF2B5EF4-FFF2-40B4-BE49-F238E27FC236}">
                        <a16:creationId xmlns:a16="http://schemas.microsoft.com/office/drawing/2014/main" id="{4507A099-3EA2-48C0-A701-D2570A012223}"/>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227" name="Graphique 226" descr="Groupe de personnes avec un remplissage uni">
                    <a:extLst>
                      <a:ext uri="{FF2B5EF4-FFF2-40B4-BE49-F238E27FC236}">
                        <a16:creationId xmlns:a16="http://schemas.microsoft.com/office/drawing/2014/main" id="{A44DF07F-DEED-4484-8B09-EA515C34B16F}"/>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228" name="Graphique 227" descr="Groupe de personnes avec un remplissage uni">
                    <a:extLst>
                      <a:ext uri="{FF2B5EF4-FFF2-40B4-BE49-F238E27FC236}">
                        <a16:creationId xmlns:a16="http://schemas.microsoft.com/office/drawing/2014/main" id="{24F3EC97-AB6F-41B8-B940-5A9C006AD4D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nvGrpSpPr>
                <p:cNvPr id="212" name="Groupe 211">
                  <a:extLst>
                    <a:ext uri="{FF2B5EF4-FFF2-40B4-BE49-F238E27FC236}">
                      <a16:creationId xmlns:a16="http://schemas.microsoft.com/office/drawing/2014/main" id="{2B719965-6CDD-44AC-B9C1-7A7F0FE96764}"/>
                    </a:ext>
                  </a:extLst>
                </p:cNvPr>
                <p:cNvGrpSpPr/>
                <p:nvPr/>
              </p:nvGrpSpPr>
              <p:grpSpPr>
                <a:xfrm>
                  <a:off x="811827" y="5457524"/>
                  <a:ext cx="271479" cy="170791"/>
                  <a:chOff x="6989470" y="1452253"/>
                  <a:chExt cx="2968717" cy="1867662"/>
                </a:xfrm>
                <a:grpFill/>
              </p:grpSpPr>
              <p:pic>
                <p:nvPicPr>
                  <p:cNvPr id="219" name="Graphique 218" descr="Groupe de personnes avec un remplissage uni">
                    <a:extLst>
                      <a:ext uri="{FF2B5EF4-FFF2-40B4-BE49-F238E27FC236}">
                        <a16:creationId xmlns:a16="http://schemas.microsoft.com/office/drawing/2014/main" id="{8AAE943C-F49D-4FFE-B3C8-A0BE3203B9A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220" name="Graphique 219" descr="Groupe de personnes avec un remplissage uni">
                    <a:extLst>
                      <a:ext uri="{FF2B5EF4-FFF2-40B4-BE49-F238E27FC236}">
                        <a16:creationId xmlns:a16="http://schemas.microsoft.com/office/drawing/2014/main" id="{B1B8EA16-9E5D-4E86-A93C-1C8E0CDFBB30}"/>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221" name="Graphique 220" descr="Groupe de personnes avec un remplissage uni">
                    <a:extLst>
                      <a:ext uri="{FF2B5EF4-FFF2-40B4-BE49-F238E27FC236}">
                        <a16:creationId xmlns:a16="http://schemas.microsoft.com/office/drawing/2014/main" id="{7EBBF55B-90D3-4CDA-948D-2747C9DDA31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222" name="Graphique 221" descr="Groupe de personnes avec un remplissage uni">
                    <a:extLst>
                      <a:ext uri="{FF2B5EF4-FFF2-40B4-BE49-F238E27FC236}">
                        <a16:creationId xmlns:a16="http://schemas.microsoft.com/office/drawing/2014/main" id="{197DA9E2-64A3-4BE2-BA6B-53CD8FB26C74}"/>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223" name="Graphique 222" descr="Groupe de personnes avec un remplissage uni">
                    <a:extLst>
                      <a:ext uri="{FF2B5EF4-FFF2-40B4-BE49-F238E27FC236}">
                        <a16:creationId xmlns:a16="http://schemas.microsoft.com/office/drawing/2014/main" id="{CD212B6E-6962-4140-ADD4-CA5F834E5BC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nvGrpSpPr>
                <p:cNvPr id="213" name="Groupe 212">
                  <a:extLst>
                    <a:ext uri="{FF2B5EF4-FFF2-40B4-BE49-F238E27FC236}">
                      <a16:creationId xmlns:a16="http://schemas.microsoft.com/office/drawing/2014/main" id="{87864932-8B9B-45BE-BA8A-1294146C4F60}"/>
                    </a:ext>
                  </a:extLst>
                </p:cNvPr>
                <p:cNvGrpSpPr/>
                <p:nvPr/>
              </p:nvGrpSpPr>
              <p:grpSpPr>
                <a:xfrm>
                  <a:off x="714070" y="5288117"/>
                  <a:ext cx="271479" cy="170791"/>
                  <a:chOff x="6989470" y="1452253"/>
                  <a:chExt cx="2968717" cy="1867662"/>
                </a:xfrm>
                <a:grpFill/>
              </p:grpSpPr>
              <p:pic>
                <p:nvPicPr>
                  <p:cNvPr id="214" name="Graphique 213" descr="Groupe de personnes avec un remplissage uni">
                    <a:extLst>
                      <a:ext uri="{FF2B5EF4-FFF2-40B4-BE49-F238E27FC236}">
                        <a16:creationId xmlns:a16="http://schemas.microsoft.com/office/drawing/2014/main" id="{3FE944B3-AA51-42EB-B39D-7C7C3B38F91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215" name="Graphique 214" descr="Groupe de personnes avec un remplissage uni">
                    <a:extLst>
                      <a:ext uri="{FF2B5EF4-FFF2-40B4-BE49-F238E27FC236}">
                        <a16:creationId xmlns:a16="http://schemas.microsoft.com/office/drawing/2014/main" id="{3DF49DCC-EC17-4340-8666-7A805C348E29}"/>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216" name="Graphique 215" descr="Groupe de personnes avec un remplissage uni">
                    <a:extLst>
                      <a:ext uri="{FF2B5EF4-FFF2-40B4-BE49-F238E27FC236}">
                        <a16:creationId xmlns:a16="http://schemas.microsoft.com/office/drawing/2014/main" id="{D5D2C6BA-0BD3-4218-89A4-A7DE3A1A443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217" name="Graphique 216" descr="Groupe de personnes avec un remplissage uni">
                    <a:extLst>
                      <a:ext uri="{FF2B5EF4-FFF2-40B4-BE49-F238E27FC236}">
                        <a16:creationId xmlns:a16="http://schemas.microsoft.com/office/drawing/2014/main" id="{738C8F1B-9162-4376-BF6A-650D83F7A9B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218" name="Graphique 217" descr="Groupe de personnes avec un remplissage uni">
                    <a:extLst>
                      <a:ext uri="{FF2B5EF4-FFF2-40B4-BE49-F238E27FC236}">
                        <a16:creationId xmlns:a16="http://schemas.microsoft.com/office/drawing/2014/main" id="{21E3D248-CBA5-4B8C-BC4D-CEA3D815A47B}"/>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grpSp>
        <p:grpSp>
          <p:nvGrpSpPr>
            <p:cNvPr id="385" name="Groupe 384">
              <a:extLst>
                <a:ext uri="{FF2B5EF4-FFF2-40B4-BE49-F238E27FC236}">
                  <a16:creationId xmlns:a16="http://schemas.microsoft.com/office/drawing/2014/main" id="{7744ED60-ACE8-4B84-B9F7-4222C64EFC04}"/>
                </a:ext>
              </a:extLst>
            </p:cNvPr>
            <p:cNvGrpSpPr/>
            <p:nvPr/>
          </p:nvGrpSpPr>
          <p:grpSpPr>
            <a:xfrm>
              <a:off x="10363594" y="124381"/>
              <a:ext cx="1467239" cy="1195649"/>
              <a:chOff x="12342240" y="553299"/>
              <a:chExt cx="1467239" cy="1195649"/>
            </a:xfrm>
          </p:grpSpPr>
          <p:pic>
            <p:nvPicPr>
              <p:cNvPr id="366" name="Graphique 365" descr="Diagramme de flux avec un remplissage uni">
                <a:extLst>
                  <a:ext uri="{FF2B5EF4-FFF2-40B4-BE49-F238E27FC236}">
                    <a16:creationId xmlns:a16="http://schemas.microsoft.com/office/drawing/2014/main" id="{DCDF028B-C952-4AF8-BE8D-A79EE0ABC3A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763582" y="553299"/>
                <a:ext cx="616388" cy="616388"/>
              </a:xfrm>
              <a:prstGeom prst="rect">
                <a:avLst/>
              </a:prstGeom>
            </p:spPr>
          </p:pic>
          <p:pic>
            <p:nvPicPr>
              <p:cNvPr id="367" name="Graphique 366" descr="Diagramme de flux avec un remplissage uni">
                <a:extLst>
                  <a:ext uri="{FF2B5EF4-FFF2-40B4-BE49-F238E27FC236}">
                    <a16:creationId xmlns:a16="http://schemas.microsoft.com/office/drawing/2014/main" id="{CF70C4F4-C7AB-422F-A047-37E0B66E3BF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12543203" y="1045888"/>
                <a:ext cx="616388" cy="406914"/>
              </a:xfrm>
              <a:prstGeom prst="rect">
                <a:avLst/>
              </a:prstGeom>
            </p:spPr>
          </p:pic>
          <p:pic>
            <p:nvPicPr>
              <p:cNvPr id="368" name="Graphique 367" descr="Diagramme de flux avec un remplissage uni">
                <a:extLst>
                  <a:ext uri="{FF2B5EF4-FFF2-40B4-BE49-F238E27FC236}">
                    <a16:creationId xmlns:a16="http://schemas.microsoft.com/office/drawing/2014/main" id="{D011ECC4-59B4-4FF2-BB3E-03BAED4E473E}"/>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12342240" y="1342034"/>
                <a:ext cx="616388" cy="406914"/>
              </a:xfrm>
              <a:prstGeom prst="rect">
                <a:avLst/>
              </a:prstGeom>
            </p:spPr>
          </p:pic>
          <p:pic>
            <p:nvPicPr>
              <p:cNvPr id="372" name="Graphique 371" descr="Diagramme de flux avec un remplissage uni">
                <a:extLst>
                  <a:ext uri="{FF2B5EF4-FFF2-40B4-BE49-F238E27FC236}">
                    <a16:creationId xmlns:a16="http://schemas.microsoft.com/office/drawing/2014/main" id="{4FEB1BC4-C46B-4525-A9C8-1D3D38024B2E}"/>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12983961" y="1039753"/>
                <a:ext cx="616388" cy="406914"/>
              </a:xfrm>
              <a:prstGeom prst="rect">
                <a:avLst/>
              </a:prstGeom>
            </p:spPr>
          </p:pic>
          <p:pic>
            <p:nvPicPr>
              <p:cNvPr id="373" name="Graphique 372" descr="Diagramme de flux avec un remplissage uni">
                <a:extLst>
                  <a:ext uri="{FF2B5EF4-FFF2-40B4-BE49-F238E27FC236}">
                    <a16:creationId xmlns:a16="http://schemas.microsoft.com/office/drawing/2014/main" id="{EC04B4C4-6DCB-4E1B-A1A0-B44EA6171B6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13193091" y="1308980"/>
                <a:ext cx="616388" cy="406914"/>
              </a:xfrm>
              <a:prstGeom prst="rect">
                <a:avLst/>
              </a:prstGeom>
            </p:spPr>
          </p:pic>
        </p:grpSp>
      </p:grpSp>
      <p:sp>
        <p:nvSpPr>
          <p:cNvPr id="4" name="Forme libre : forme 3">
            <a:extLst>
              <a:ext uri="{FF2B5EF4-FFF2-40B4-BE49-F238E27FC236}">
                <a16:creationId xmlns:a16="http://schemas.microsoft.com/office/drawing/2014/main" id="{7D8FFC9E-3E39-49DF-8B10-AF93EEDC1254}"/>
              </a:ext>
            </a:extLst>
          </p:cNvPr>
          <p:cNvSpPr/>
          <p:nvPr/>
        </p:nvSpPr>
        <p:spPr>
          <a:xfrm>
            <a:off x="7019735" y="4183206"/>
            <a:ext cx="3292349" cy="2167128"/>
          </a:xfrm>
          <a:custGeom>
            <a:avLst/>
            <a:gdLst>
              <a:gd name="connsiteX0" fmla="*/ 45738 w 3292349"/>
              <a:gd name="connsiteY0" fmla="*/ 1755648 h 2167128"/>
              <a:gd name="connsiteX1" fmla="*/ 128034 w 3292349"/>
              <a:gd name="connsiteY1" fmla="*/ 1764792 h 2167128"/>
              <a:gd name="connsiteX2" fmla="*/ 164610 w 3292349"/>
              <a:gd name="connsiteY2" fmla="*/ 1773936 h 2167128"/>
              <a:gd name="connsiteX3" fmla="*/ 338346 w 3292349"/>
              <a:gd name="connsiteY3" fmla="*/ 1764792 h 2167128"/>
              <a:gd name="connsiteX4" fmla="*/ 374922 w 3292349"/>
              <a:gd name="connsiteY4" fmla="*/ 1746504 h 2167128"/>
              <a:gd name="connsiteX5" fmla="*/ 457218 w 3292349"/>
              <a:gd name="connsiteY5" fmla="*/ 1709928 h 2167128"/>
              <a:gd name="connsiteX6" fmla="*/ 484650 w 3292349"/>
              <a:gd name="connsiteY6" fmla="*/ 1682496 h 2167128"/>
              <a:gd name="connsiteX7" fmla="*/ 621810 w 3292349"/>
              <a:gd name="connsiteY7" fmla="*/ 1563624 h 2167128"/>
              <a:gd name="connsiteX8" fmla="*/ 704106 w 3292349"/>
              <a:gd name="connsiteY8" fmla="*/ 1444752 h 2167128"/>
              <a:gd name="connsiteX9" fmla="*/ 740682 w 3292349"/>
              <a:gd name="connsiteY9" fmla="*/ 1399032 h 2167128"/>
              <a:gd name="connsiteX10" fmla="*/ 822978 w 3292349"/>
              <a:gd name="connsiteY10" fmla="*/ 1298448 h 2167128"/>
              <a:gd name="connsiteX11" fmla="*/ 841266 w 3292349"/>
              <a:gd name="connsiteY11" fmla="*/ 1261872 h 2167128"/>
              <a:gd name="connsiteX12" fmla="*/ 905274 w 3292349"/>
              <a:gd name="connsiteY12" fmla="*/ 1216152 h 2167128"/>
              <a:gd name="connsiteX13" fmla="*/ 960138 w 3292349"/>
              <a:gd name="connsiteY13" fmla="*/ 1207008 h 2167128"/>
              <a:gd name="connsiteX14" fmla="*/ 1005858 w 3292349"/>
              <a:gd name="connsiteY14" fmla="*/ 1197864 h 2167128"/>
              <a:gd name="connsiteX15" fmla="*/ 1106442 w 3292349"/>
              <a:gd name="connsiteY15" fmla="*/ 1207008 h 2167128"/>
              <a:gd name="connsiteX16" fmla="*/ 1161306 w 3292349"/>
              <a:gd name="connsiteY16" fmla="*/ 1243584 h 2167128"/>
              <a:gd name="connsiteX17" fmla="*/ 1207026 w 3292349"/>
              <a:gd name="connsiteY17" fmla="*/ 1280160 h 2167128"/>
              <a:gd name="connsiteX18" fmla="*/ 1225314 w 3292349"/>
              <a:gd name="connsiteY18" fmla="*/ 1307592 h 2167128"/>
              <a:gd name="connsiteX19" fmla="*/ 1261890 w 3292349"/>
              <a:gd name="connsiteY19" fmla="*/ 1353312 h 2167128"/>
              <a:gd name="connsiteX20" fmla="*/ 1298466 w 3292349"/>
              <a:gd name="connsiteY20" fmla="*/ 1408176 h 2167128"/>
              <a:gd name="connsiteX21" fmla="*/ 1325898 w 3292349"/>
              <a:gd name="connsiteY21" fmla="*/ 1435608 h 2167128"/>
              <a:gd name="connsiteX22" fmla="*/ 1353330 w 3292349"/>
              <a:gd name="connsiteY22" fmla="*/ 1472184 h 2167128"/>
              <a:gd name="connsiteX23" fmla="*/ 1444770 w 3292349"/>
              <a:gd name="connsiteY23" fmla="*/ 1463040 h 2167128"/>
              <a:gd name="connsiteX24" fmla="*/ 1472202 w 3292349"/>
              <a:gd name="connsiteY24" fmla="*/ 1444752 h 2167128"/>
              <a:gd name="connsiteX25" fmla="*/ 1536210 w 3292349"/>
              <a:gd name="connsiteY25" fmla="*/ 1380744 h 2167128"/>
              <a:gd name="connsiteX26" fmla="*/ 1591074 w 3292349"/>
              <a:gd name="connsiteY26" fmla="*/ 1325880 h 2167128"/>
              <a:gd name="connsiteX27" fmla="*/ 1627650 w 3292349"/>
              <a:gd name="connsiteY27" fmla="*/ 1271016 h 2167128"/>
              <a:gd name="connsiteX28" fmla="*/ 1655082 w 3292349"/>
              <a:gd name="connsiteY28" fmla="*/ 1243584 h 2167128"/>
              <a:gd name="connsiteX29" fmla="*/ 1709946 w 3292349"/>
              <a:gd name="connsiteY29" fmla="*/ 1152144 h 2167128"/>
              <a:gd name="connsiteX30" fmla="*/ 1737378 w 3292349"/>
              <a:gd name="connsiteY30" fmla="*/ 1124712 h 2167128"/>
              <a:gd name="connsiteX31" fmla="*/ 1837962 w 3292349"/>
              <a:gd name="connsiteY31" fmla="*/ 1014984 h 2167128"/>
              <a:gd name="connsiteX32" fmla="*/ 1920258 w 3292349"/>
              <a:gd name="connsiteY32" fmla="*/ 950976 h 2167128"/>
              <a:gd name="connsiteX33" fmla="*/ 1956834 w 3292349"/>
              <a:gd name="connsiteY33" fmla="*/ 923544 h 2167128"/>
              <a:gd name="connsiteX34" fmla="*/ 1984266 w 3292349"/>
              <a:gd name="connsiteY34" fmla="*/ 905256 h 2167128"/>
              <a:gd name="connsiteX35" fmla="*/ 2020842 w 3292349"/>
              <a:gd name="connsiteY35" fmla="*/ 868680 h 2167128"/>
              <a:gd name="connsiteX36" fmla="*/ 2066562 w 3292349"/>
              <a:gd name="connsiteY36" fmla="*/ 832104 h 2167128"/>
              <a:gd name="connsiteX37" fmla="*/ 2139714 w 3292349"/>
              <a:gd name="connsiteY37" fmla="*/ 768096 h 2167128"/>
              <a:gd name="connsiteX38" fmla="*/ 2185434 w 3292349"/>
              <a:gd name="connsiteY38" fmla="*/ 694944 h 2167128"/>
              <a:gd name="connsiteX39" fmla="*/ 2203722 w 3292349"/>
              <a:gd name="connsiteY39" fmla="*/ 649224 h 2167128"/>
              <a:gd name="connsiteX40" fmla="*/ 2222010 w 3292349"/>
              <a:gd name="connsiteY40" fmla="*/ 576072 h 2167128"/>
              <a:gd name="connsiteX41" fmla="*/ 2231154 w 3292349"/>
              <a:gd name="connsiteY41" fmla="*/ 347472 h 2167128"/>
              <a:gd name="connsiteX42" fmla="*/ 2267730 w 3292349"/>
              <a:gd name="connsiteY42" fmla="*/ 274320 h 2167128"/>
              <a:gd name="connsiteX43" fmla="*/ 2295162 w 3292349"/>
              <a:gd name="connsiteY43" fmla="*/ 246888 h 2167128"/>
              <a:gd name="connsiteX44" fmla="*/ 2395746 w 3292349"/>
              <a:gd name="connsiteY44" fmla="*/ 155448 h 2167128"/>
              <a:gd name="connsiteX45" fmla="*/ 2432322 w 3292349"/>
              <a:gd name="connsiteY45" fmla="*/ 128016 h 2167128"/>
              <a:gd name="connsiteX46" fmla="*/ 2496330 w 3292349"/>
              <a:gd name="connsiteY46" fmla="*/ 100584 h 2167128"/>
              <a:gd name="connsiteX47" fmla="*/ 2551194 w 3292349"/>
              <a:gd name="connsiteY47" fmla="*/ 82296 h 2167128"/>
              <a:gd name="connsiteX48" fmla="*/ 2660922 w 3292349"/>
              <a:gd name="connsiteY48" fmla="*/ 45720 h 2167128"/>
              <a:gd name="connsiteX49" fmla="*/ 2734074 w 3292349"/>
              <a:gd name="connsiteY49" fmla="*/ 18288 h 2167128"/>
              <a:gd name="connsiteX50" fmla="*/ 2825514 w 3292349"/>
              <a:gd name="connsiteY50" fmla="*/ 0 h 2167128"/>
              <a:gd name="connsiteX51" fmla="*/ 2935242 w 3292349"/>
              <a:gd name="connsiteY51" fmla="*/ 9144 h 2167128"/>
              <a:gd name="connsiteX52" fmla="*/ 2980962 w 3292349"/>
              <a:gd name="connsiteY52" fmla="*/ 18288 h 2167128"/>
              <a:gd name="connsiteX53" fmla="*/ 3136410 w 3292349"/>
              <a:gd name="connsiteY53" fmla="*/ 118872 h 2167128"/>
              <a:gd name="connsiteX54" fmla="*/ 3182130 w 3292349"/>
              <a:gd name="connsiteY54" fmla="*/ 146304 h 2167128"/>
              <a:gd name="connsiteX55" fmla="*/ 3264426 w 3292349"/>
              <a:gd name="connsiteY55" fmla="*/ 265176 h 2167128"/>
              <a:gd name="connsiteX56" fmla="*/ 3273570 w 3292349"/>
              <a:gd name="connsiteY56" fmla="*/ 329184 h 2167128"/>
              <a:gd name="connsiteX57" fmla="*/ 3291858 w 3292349"/>
              <a:gd name="connsiteY57" fmla="*/ 429768 h 2167128"/>
              <a:gd name="connsiteX58" fmla="*/ 3282714 w 3292349"/>
              <a:gd name="connsiteY58" fmla="*/ 612648 h 2167128"/>
              <a:gd name="connsiteX59" fmla="*/ 3264426 w 3292349"/>
              <a:gd name="connsiteY59" fmla="*/ 667512 h 2167128"/>
              <a:gd name="connsiteX60" fmla="*/ 3236994 w 3292349"/>
              <a:gd name="connsiteY60" fmla="*/ 704088 h 2167128"/>
              <a:gd name="connsiteX61" fmla="*/ 3172986 w 3292349"/>
              <a:gd name="connsiteY61" fmla="*/ 786384 h 2167128"/>
              <a:gd name="connsiteX62" fmla="*/ 3136410 w 3292349"/>
              <a:gd name="connsiteY62" fmla="*/ 804672 h 2167128"/>
              <a:gd name="connsiteX63" fmla="*/ 3063258 w 3292349"/>
              <a:gd name="connsiteY63" fmla="*/ 859536 h 2167128"/>
              <a:gd name="connsiteX64" fmla="*/ 3026682 w 3292349"/>
              <a:gd name="connsiteY64" fmla="*/ 886968 h 2167128"/>
              <a:gd name="connsiteX65" fmla="*/ 2971818 w 3292349"/>
              <a:gd name="connsiteY65" fmla="*/ 950976 h 2167128"/>
              <a:gd name="connsiteX66" fmla="*/ 2953530 w 3292349"/>
              <a:gd name="connsiteY66" fmla="*/ 978408 h 2167128"/>
              <a:gd name="connsiteX67" fmla="*/ 2916954 w 3292349"/>
              <a:gd name="connsiteY67" fmla="*/ 1024128 h 2167128"/>
              <a:gd name="connsiteX68" fmla="*/ 2898666 w 3292349"/>
              <a:gd name="connsiteY68" fmla="*/ 1051560 h 2167128"/>
              <a:gd name="connsiteX69" fmla="*/ 2852946 w 3292349"/>
              <a:gd name="connsiteY69" fmla="*/ 1115568 h 2167128"/>
              <a:gd name="connsiteX70" fmla="*/ 2834658 w 3292349"/>
              <a:gd name="connsiteY70" fmla="*/ 1161288 h 2167128"/>
              <a:gd name="connsiteX71" fmla="*/ 2843802 w 3292349"/>
              <a:gd name="connsiteY71" fmla="*/ 1344168 h 2167128"/>
              <a:gd name="connsiteX72" fmla="*/ 2852946 w 3292349"/>
              <a:gd name="connsiteY72" fmla="*/ 1380744 h 2167128"/>
              <a:gd name="connsiteX73" fmla="*/ 2926098 w 3292349"/>
              <a:gd name="connsiteY73" fmla="*/ 1426464 h 2167128"/>
              <a:gd name="connsiteX74" fmla="*/ 2953530 w 3292349"/>
              <a:gd name="connsiteY74" fmla="*/ 1444752 h 2167128"/>
              <a:gd name="connsiteX75" fmla="*/ 2990106 w 3292349"/>
              <a:gd name="connsiteY75" fmla="*/ 1472184 h 2167128"/>
              <a:gd name="connsiteX76" fmla="*/ 3081546 w 3292349"/>
              <a:gd name="connsiteY76" fmla="*/ 1499616 h 2167128"/>
              <a:gd name="connsiteX77" fmla="*/ 3118122 w 3292349"/>
              <a:gd name="connsiteY77" fmla="*/ 1527048 h 2167128"/>
              <a:gd name="connsiteX78" fmla="*/ 3182130 w 3292349"/>
              <a:gd name="connsiteY78" fmla="*/ 1554480 h 2167128"/>
              <a:gd name="connsiteX79" fmla="*/ 3218706 w 3292349"/>
              <a:gd name="connsiteY79" fmla="*/ 1591056 h 2167128"/>
              <a:gd name="connsiteX80" fmla="*/ 3255282 w 3292349"/>
              <a:gd name="connsiteY80" fmla="*/ 1618488 h 2167128"/>
              <a:gd name="connsiteX81" fmla="*/ 3264426 w 3292349"/>
              <a:gd name="connsiteY81" fmla="*/ 1655064 h 2167128"/>
              <a:gd name="connsiteX82" fmla="*/ 3282714 w 3292349"/>
              <a:gd name="connsiteY82" fmla="*/ 1682496 h 2167128"/>
              <a:gd name="connsiteX83" fmla="*/ 3264426 w 3292349"/>
              <a:gd name="connsiteY83" fmla="*/ 1773936 h 2167128"/>
              <a:gd name="connsiteX84" fmla="*/ 3246138 w 3292349"/>
              <a:gd name="connsiteY84" fmla="*/ 1810512 h 2167128"/>
              <a:gd name="connsiteX85" fmla="*/ 3191274 w 3292349"/>
              <a:gd name="connsiteY85" fmla="*/ 1874520 h 2167128"/>
              <a:gd name="connsiteX86" fmla="*/ 3163842 w 3292349"/>
              <a:gd name="connsiteY86" fmla="*/ 1883664 h 2167128"/>
              <a:gd name="connsiteX87" fmla="*/ 3081546 w 3292349"/>
              <a:gd name="connsiteY87" fmla="*/ 1911096 h 2167128"/>
              <a:gd name="connsiteX88" fmla="*/ 2916954 w 3292349"/>
              <a:gd name="connsiteY88" fmla="*/ 1892808 h 2167128"/>
              <a:gd name="connsiteX89" fmla="*/ 2834658 w 3292349"/>
              <a:gd name="connsiteY89" fmla="*/ 1847088 h 2167128"/>
              <a:gd name="connsiteX90" fmla="*/ 2770650 w 3292349"/>
              <a:gd name="connsiteY90" fmla="*/ 1792224 h 2167128"/>
              <a:gd name="connsiteX91" fmla="*/ 2734074 w 3292349"/>
              <a:gd name="connsiteY91" fmla="*/ 1764792 h 2167128"/>
              <a:gd name="connsiteX92" fmla="*/ 2706642 w 3292349"/>
              <a:gd name="connsiteY92" fmla="*/ 1737360 h 2167128"/>
              <a:gd name="connsiteX93" fmla="*/ 2651778 w 3292349"/>
              <a:gd name="connsiteY93" fmla="*/ 1709928 h 2167128"/>
              <a:gd name="connsiteX94" fmla="*/ 2615202 w 3292349"/>
              <a:gd name="connsiteY94" fmla="*/ 1682496 h 2167128"/>
              <a:gd name="connsiteX95" fmla="*/ 2560338 w 3292349"/>
              <a:gd name="connsiteY95" fmla="*/ 1664208 h 2167128"/>
              <a:gd name="connsiteX96" fmla="*/ 2514618 w 3292349"/>
              <a:gd name="connsiteY96" fmla="*/ 1645920 h 2167128"/>
              <a:gd name="connsiteX97" fmla="*/ 2459754 w 3292349"/>
              <a:gd name="connsiteY97" fmla="*/ 1627632 h 2167128"/>
              <a:gd name="connsiteX98" fmla="*/ 2331738 w 3292349"/>
              <a:gd name="connsiteY98" fmla="*/ 1554480 h 2167128"/>
              <a:gd name="connsiteX99" fmla="*/ 2267730 w 3292349"/>
              <a:gd name="connsiteY99" fmla="*/ 1527048 h 2167128"/>
              <a:gd name="connsiteX100" fmla="*/ 2075706 w 3292349"/>
              <a:gd name="connsiteY100" fmla="*/ 1453896 h 2167128"/>
              <a:gd name="connsiteX101" fmla="*/ 1883682 w 3292349"/>
              <a:gd name="connsiteY101" fmla="*/ 1481328 h 2167128"/>
              <a:gd name="connsiteX102" fmla="*/ 1856250 w 3292349"/>
              <a:gd name="connsiteY102" fmla="*/ 1499616 h 2167128"/>
              <a:gd name="connsiteX103" fmla="*/ 1810530 w 3292349"/>
              <a:gd name="connsiteY103" fmla="*/ 1554480 h 2167128"/>
              <a:gd name="connsiteX104" fmla="*/ 1801386 w 3292349"/>
              <a:gd name="connsiteY104" fmla="*/ 1581912 h 2167128"/>
              <a:gd name="connsiteX105" fmla="*/ 1792242 w 3292349"/>
              <a:gd name="connsiteY105" fmla="*/ 1636776 h 2167128"/>
              <a:gd name="connsiteX106" fmla="*/ 1810530 w 3292349"/>
              <a:gd name="connsiteY106" fmla="*/ 1792224 h 2167128"/>
              <a:gd name="connsiteX107" fmla="*/ 1819674 w 3292349"/>
              <a:gd name="connsiteY107" fmla="*/ 1828800 h 2167128"/>
              <a:gd name="connsiteX108" fmla="*/ 1810530 w 3292349"/>
              <a:gd name="connsiteY108" fmla="*/ 1929384 h 2167128"/>
              <a:gd name="connsiteX109" fmla="*/ 1801386 w 3292349"/>
              <a:gd name="connsiteY109" fmla="*/ 1975104 h 2167128"/>
              <a:gd name="connsiteX110" fmla="*/ 1773954 w 3292349"/>
              <a:gd name="connsiteY110" fmla="*/ 2011680 h 2167128"/>
              <a:gd name="connsiteX111" fmla="*/ 1755666 w 3292349"/>
              <a:gd name="connsiteY111" fmla="*/ 2039112 h 2167128"/>
              <a:gd name="connsiteX112" fmla="*/ 1673370 w 3292349"/>
              <a:gd name="connsiteY112" fmla="*/ 2130552 h 2167128"/>
              <a:gd name="connsiteX113" fmla="*/ 1627650 w 3292349"/>
              <a:gd name="connsiteY113" fmla="*/ 2148840 h 2167128"/>
              <a:gd name="connsiteX114" fmla="*/ 1517922 w 3292349"/>
              <a:gd name="connsiteY114" fmla="*/ 2167128 h 2167128"/>
              <a:gd name="connsiteX115" fmla="*/ 1197882 w 3292349"/>
              <a:gd name="connsiteY115" fmla="*/ 2157984 h 2167128"/>
              <a:gd name="connsiteX116" fmla="*/ 1042434 w 3292349"/>
              <a:gd name="connsiteY116" fmla="*/ 2112264 h 2167128"/>
              <a:gd name="connsiteX117" fmla="*/ 841266 w 3292349"/>
              <a:gd name="connsiteY117" fmla="*/ 2075688 h 2167128"/>
              <a:gd name="connsiteX118" fmla="*/ 704106 w 3292349"/>
              <a:gd name="connsiteY118" fmla="*/ 2066544 h 2167128"/>
              <a:gd name="connsiteX119" fmla="*/ 356634 w 3292349"/>
              <a:gd name="connsiteY119" fmla="*/ 2048256 h 2167128"/>
              <a:gd name="connsiteX120" fmla="*/ 292626 w 3292349"/>
              <a:gd name="connsiteY120" fmla="*/ 2039112 h 2167128"/>
              <a:gd name="connsiteX121" fmla="*/ 219474 w 3292349"/>
              <a:gd name="connsiteY121" fmla="*/ 2029968 h 2167128"/>
              <a:gd name="connsiteX122" fmla="*/ 164610 w 3292349"/>
              <a:gd name="connsiteY122" fmla="*/ 2011680 h 2167128"/>
              <a:gd name="connsiteX123" fmla="*/ 91458 w 3292349"/>
              <a:gd name="connsiteY123" fmla="*/ 1984248 h 2167128"/>
              <a:gd name="connsiteX124" fmla="*/ 64026 w 3292349"/>
              <a:gd name="connsiteY124" fmla="*/ 1965960 h 2167128"/>
              <a:gd name="connsiteX125" fmla="*/ 9162 w 3292349"/>
              <a:gd name="connsiteY125" fmla="*/ 1911096 h 2167128"/>
              <a:gd name="connsiteX126" fmla="*/ 9162 w 3292349"/>
              <a:gd name="connsiteY126" fmla="*/ 1792224 h 2167128"/>
              <a:gd name="connsiteX127" fmla="*/ 36594 w 3292349"/>
              <a:gd name="connsiteY127" fmla="*/ 1773936 h 2167128"/>
              <a:gd name="connsiteX128" fmla="*/ 45738 w 3292349"/>
              <a:gd name="connsiteY128" fmla="*/ 1755648 h 2167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3292349" h="2167128">
                <a:moveTo>
                  <a:pt x="45738" y="1755648"/>
                </a:moveTo>
                <a:cubicBezTo>
                  <a:pt x="60978" y="1754124"/>
                  <a:pt x="100754" y="1760595"/>
                  <a:pt x="128034" y="1764792"/>
                </a:cubicBezTo>
                <a:cubicBezTo>
                  <a:pt x="140455" y="1766703"/>
                  <a:pt x="152043" y="1773936"/>
                  <a:pt x="164610" y="1773936"/>
                </a:cubicBezTo>
                <a:cubicBezTo>
                  <a:pt x="222602" y="1773936"/>
                  <a:pt x="280434" y="1767840"/>
                  <a:pt x="338346" y="1764792"/>
                </a:cubicBezTo>
                <a:cubicBezTo>
                  <a:pt x="350538" y="1758696"/>
                  <a:pt x="362466" y="1752040"/>
                  <a:pt x="374922" y="1746504"/>
                </a:cubicBezTo>
                <a:cubicBezTo>
                  <a:pt x="393899" y="1738070"/>
                  <a:pt x="438680" y="1723169"/>
                  <a:pt x="457218" y="1709928"/>
                </a:cubicBezTo>
                <a:cubicBezTo>
                  <a:pt x="467741" y="1702412"/>
                  <a:pt x="474442" y="1690435"/>
                  <a:pt x="484650" y="1682496"/>
                </a:cubicBezTo>
                <a:cubicBezTo>
                  <a:pt x="549363" y="1632164"/>
                  <a:pt x="563562" y="1647760"/>
                  <a:pt x="621810" y="1563624"/>
                </a:cubicBezTo>
                <a:cubicBezTo>
                  <a:pt x="649242" y="1524000"/>
                  <a:pt x="674000" y="1482384"/>
                  <a:pt x="704106" y="1444752"/>
                </a:cubicBezTo>
                <a:cubicBezTo>
                  <a:pt x="716298" y="1429512"/>
                  <a:pt x="729856" y="1415271"/>
                  <a:pt x="740682" y="1399032"/>
                </a:cubicBezTo>
                <a:cubicBezTo>
                  <a:pt x="803462" y="1304862"/>
                  <a:pt x="744948" y="1360872"/>
                  <a:pt x="822978" y="1298448"/>
                </a:cubicBezTo>
                <a:cubicBezTo>
                  <a:pt x="829074" y="1286256"/>
                  <a:pt x="833343" y="1272964"/>
                  <a:pt x="841266" y="1261872"/>
                </a:cubicBezTo>
                <a:cubicBezTo>
                  <a:pt x="856552" y="1240471"/>
                  <a:pt x="880094" y="1223706"/>
                  <a:pt x="905274" y="1216152"/>
                </a:cubicBezTo>
                <a:cubicBezTo>
                  <a:pt x="923032" y="1210824"/>
                  <a:pt x="941897" y="1210325"/>
                  <a:pt x="960138" y="1207008"/>
                </a:cubicBezTo>
                <a:cubicBezTo>
                  <a:pt x="975429" y="1204228"/>
                  <a:pt x="990618" y="1200912"/>
                  <a:pt x="1005858" y="1197864"/>
                </a:cubicBezTo>
                <a:cubicBezTo>
                  <a:pt x="1039386" y="1200912"/>
                  <a:pt x="1074144" y="1197509"/>
                  <a:pt x="1106442" y="1207008"/>
                </a:cubicBezTo>
                <a:cubicBezTo>
                  <a:pt x="1127528" y="1213210"/>
                  <a:pt x="1144143" y="1229854"/>
                  <a:pt x="1161306" y="1243584"/>
                </a:cubicBezTo>
                <a:cubicBezTo>
                  <a:pt x="1176546" y="1255776"/>
                  <a:pt x="1193226" y="1266360"/>
                  <a:pt x="1207026" y="1280160"/>
                </a:cubicBezTo>
                <a:cubicBezTo>
                  <a:pt x="1214797" y="1287931"/>
                  <a:pt x="1218720" y="1298800"/>
                  <a:pt x="1225314" y="1307592"/>
                </a:cubicBezTo>
                <a:cubicBezTo>
                  <a:pt x="1237024" y="1323205"/>
                  <a:pt x="1250411" y="1337528"/>
                  <a:pt x="1261890" y="1353312"/>
                </a:cubicBezTo>
                <a:cubicBezTo>
                  <a:pt x="1274818" y="1371088"/>
                  <a:pt x="1284972" y="1390826"/>
                  <a:pt x="1298466" y="1408176"/>
                </a:cubicBezTo>
                <a:cubicBezTo>
                  <a:pt x="1306405" y="1418384"/>
                  <a:pt x="1317482" y="1425790"/>
                  <a:pt x="1325898" y="1435608"/>
                </a:cubicBezTo>
                <a:cubicBezTo>
                  <a:pt x="1335816" y="1447179"/>
                  <a:pt x="1344186" y="1459992"/>
                  <a:pt x="1353330" y="1472184"/>
                </a:cubicBezTo>
                <a:cubicBezTo>
                  <a:pt x="1383810" y="1469136"/>
                  <a:pt x="1414922" y="1469928"/>
                  <a:pt x="1444770" y="1463040"/>
                </a:cubicBezTo>
                <a:cubicBezTo>
                  <a:pt x="1455478" y="1460569"/>
                  <a:pt x="1463410" y="1451346"/>
                  <a:pt x="1472202" y="1444752"/>
                </a:cubicBezTo>
                <a:cubicBezTo>
                  <a:pt x="1570967" y="1370678"/>
                  <a:pt x="1482059" y="1441664"/>
                  <a:pt x="1536210" y="1380744"/>
                </a:cubicBezTo>
                <a:cubicBezTo>
                  <a:pt x="1553393" y="1361414"/>
                  <a:pt x="1576728" y="1347399"/>
                  <a:pt x="1591074" y="1325880"/>
                </a:cubicBezTo>
                <a:cubicBezTo>
                  <a:pt x="1603266" y="1307592"/>
                  <a:pt x="1612108" y="1286558"/>
                  <a:pt x="1627650" y="1271016"/>
                </a:cubicBezTo>
                <a:cubicBezTo>
                  <a:pt x="1636794" y="1261872"/>
                  <a:pt x="1647909" y="1254344"/>
                  <a:pt x="1655082" y="1243584"/>
                </a:cubicBezTo>
                <a:cubicBezTo>
                  <a:pt x="1714069" y="1155103"/>
                  <a:pt x="1651806" y="1219974"/>
                  <a:pt x="1709946" y="1152144"/>
                </a:cubicBezTo>
                <a:cubicBezTo>
                  <a:pt x="1718362" y="1142326"/>
                  <a:pt x="1728962" y="1134530"/>
                  <a:pt x="1737378" y="1124712"/>
                </a:cubicBezTo>
                <a:cubicBezTo>
                  <a:pt x="1784929" y="1069235"/>
                  <a:pt x="1755326" y="1079256"/>
                  <a:pt x="1837962" y="1014984"/>
                </a:cubicBezTo>
                <a:lnTo>
                  <a:pt x="1920258" y="950976"/>
                </a:lnTo>
                <a:cubicBezTo>
                  <a:pt x="1932338" y="941684"/>
                  <a:pt x="1944154" y="931998"/>
                  <a:pt x="1956834" y="923544"/>
                </a:cubicBezTo>
                <a:cubicBezTo>
                  <a:pt x="1965978" y="917448"/>
                  <a:pt x="1975922" y="912408"/>
                  <a:pt x="1984266" y="905256"/>
                </a:cubicBezTo>
                <a:cubicBezTo>
                  <a:pt x="1997357" y="894035"/>
                  <a:pt x="2007955" y="880135"/>
                  <a:pt x="2020842" y="868680"/>
                </a:cubicBezTo>
                <a:cubicBezTo>
                  <a:pt x="2035429" y="855714"/>
                  <a:pt x="2052055" y="845160"/>
                  <a:pt x="2066562" y="832104"/>
                </a:cubicBezTo>
                <a:cubicBezTo>
                  <a:pt x="2142978" y="763330"/>
                  <a:pt x="2082660" y="806132"/>
                  <a:pt x="2139714" y="768096"/>
                </a:cubicBezTo>
                <a:cubicBezTo>
                  <a:pt x="2154221" y="746335"/>
                  <a:pt x="2174405" y="717001"/>
                  <a:pt x="2185434" y="694944"/>
                </a:cubicBezTo>
                <a:cubicBezTo>
                  <a:pt x="2192775" y="680263"/>
                  <a:pt x="2198895" y="664912"/>
                  <a:pt x="2203722" y="649224"/>
                </a:cubicBezTo>
                <a:cubicBezTo>
                  <a:pt x="2211114" y="625201"/>
                  <a:pt x="2222010" y="576072"/>
                  <a:pt x="2222010" y="576072"/>
                </a:cubicBezTo>
                <a:cubicBezTo>
                  <a:pt x="2225058" y="499872"/>
                  <a:pt x="2223566" y="423354"/>
                  <a:pt x="2231154" y="347472"/>
                </a:cubicBezTo>
                <a:cubicBezTo>
                  <a:pt x="2233064" y="328374"/>
                  <a:pt x="2254036" y="290753"/>
                  <a:pt x="2267730" y="274320"/>
                </a:cubicBezTo>
                <a:cubicBezTo>
                  <a:pt x="2276009" y="264386"/>
                  <a:pt x="2286746" y="256706"/>
                  <a:pt x="2295162" y="246888"/>
                </a:cubicBezTo>
                <a:cubicBezTo>
                  <a:pt x="2359170" y="172212"/>
                  <a:pt x="2273826" y="246888"/>
                  <a:pt x="2395746" y="155448"/>
                </a:cubicBezTo>
                <a:cubicBezTo>
                  <a:pt x="2407938" y="146304"/>
                  <a:pt x="2418314" y="134019"/>
                  <a:pt x="2432322" y="128016"/>
                </a:cubicBezTo>
                <a:cubicBezTo>
                  <a:pt x="2453658" y="118872"/>
                  <a:pt x="2474664" y="108917"/>
                  <a:pt x="2496330" y="100584"/>
                </a:cubicBezTo>
                <a:cubicBezTo>
                  <a:pt x="2514322" y="93664"/>
                  <a:pt x="2533645" y="90273"/>
                  <a:pt x="2551194" y="82296"/>
                </a:cubicBezTo>
                <a:cubicBezTo>
                  <a:pt x="2645356" y="39495"/>
                  <a:pt x="2542987" y="62568"/>
                  <a:pt x="2660922" y="45720"/>
                </a:cubicBezTo>
                <a:cubicBezTo>
                  <a:pt x="2685306" y="36576"/>
                  <a:pt x="2708982" y="25258"/>
                  <a:pt x="2734074" y="18288"/>
                </a:cubicBezTo>
                <a:cubicBezTo>
                  <a:pt x="2764024" y="9969"/>
                  <a:pt x="2825514" y="0"/>
                  <a:pt x="2825514" y="0"/>
                </a:cubicBezTo>
                <a:cubicBezTo>
                  <a:pt x="2862090" y="3048"/>
                  <a:pt x="2898791" y="4856"/>
                  <a:pt x="2935242" y="9144"/>
                </a:cubicBezTo>
                <a:cubicBezTo>
                  <a:pt x="2950677" y="10960"/>
                  <a:pt x="2967061" y="11337"/>
                  <a:pt x="2980962" y="18288"/>
                </a:cubicBezTo>
                <a:cubicBezTo>
                  <a:pt x="3134177" y="94896"/>
                  <a:pt x="3055615" y="65009"/>
                  <a:pt x="3136410" y="118872"/>
                </a:cubicBezTo>
                <a:cubicBezTo>
                  <a:pt x="3151198" y="128731"/>
                  <a:pt x="3166890" y="137160"/>
                  <a:pt x="3182130" y="146304"/>
                </a:cubicBezTo>
                <a:cubicBezTo>
                  <a:pt x="3247658" y="233674"/>
                  <a:pt x="3221312" y="193320"/>
                  <a:pt x="3264426" y="265176"/>
                </a:cubicBezTo>
                <a:cubicBezTo>
                  <a:pt x="3267474" y="286512"/>
                  <a:pt x="3270027" y="307925"/>
                  <a:pt x="3273570" y="329184"/>
                </a:cubicBezTo>
                <a:cubicBezTo>
                  <a:pt x="3279172" y="362798"/>
                  <a:pt x="3290759" y="395708"/>
                  <a:pt x="3291858" y="429768"/>
                </a:cubicBezTo>
                <a:cubicBezTo>
                  <a:pt x="3293826" y="490772"/>
                  <a:pt x="3289710" y="552014"/>
                  <a:pt x="3282714" y="612648"/>
                </a:cubicBezTo>
                <a:cubicBezTo>
                  <a:pt x="3280504" y="631798"/>
                  <a:pt x="3273047" y="650270"/>
                  <a:pt x="3264426" y="667512"/>
                </a:cubicBezTo>
                <a:cubicBezTo>
                  <a:pt x="3257610" y="681143"/>
                  <a:pt x="3245734" y="691603"/>
                  <a:pt x="3236994" y="704088"/>
                </a:cubicBezTo>
                <a:cubicBezTo>
                  <a:pt x="3218087" y="731099"/>
                  <a:pt x="3201344" y="766128"/>
                  <a:pt x="3172986" y="786384"/>
                </a:cubicBezTo>
                <a:cubicBezTo>
                  <a:pt x="3161894" y="794307"/>
                  <a:pt x="3147752" y="797111"/>
                  <a:pt x="3136410" y="804672"/>
                </a:cubicBezTo>
                <a:cubicBezTo>
                  <a:pt x="3111049" y="821579"/>
                  <a:pt x="3087642" y="841248"/>
                  <a:pt x="3063258" y="859536"/>
                </a:cubicBezTo>
                <a:cubicBezTo>
                  <a:pt x="3051066" y="868680"/>
                  <a:pt x="3035136" y="874288"/>
                  <a:pt x="3026682" y="886968"/>
                </a:cubicBezTo>
                <a:cubicBezTo>
                  <a:pt x="2984697" y="949946"/>
                  <a:pt x="3038338" y="873369"/>
                  <a:pt x="2971818" y="950976"/>
                </a:cubicBezTo>
                <a:cubicBezTo>
                  <a:pt x="2964666" y="959320"/>
                  <a:pt x="2960124" y="969616"/>
                  <a:pt x="2953530" y="978408"/>
                </a:cubicBezTo>
                <a:cubicBezTo>
                  <a:pt x="2941820" y="994021"/>
                  <a:pt x="2928664" y="1008515"/>
                  <a:pt x="2916954" y="1024128"/>
                </a:cubicBezTo>
                <a:cubicBezTo>
                  <a:pt x="2910360" y="1032920"/>
                  <a:pt x="2905054" y="1042617"/>
                  <a:pt x="2898666" y="1051560"/>
                </a:cubicBezTo>
                <a:cubicBezTo>
                  <a:pt x="2891763" y="1061224"/>
                  <a:pt x="2860129" y="1101202"/>
                  <a:pt x="2852946" y="1115568"/>
                </a:cubicBezTo>
                <a:cubicBezTo>
                  <a:pt x="2845605" y="1130249"/>
                  <a:pt x="2840754" y="1146048"/>
                  <a:pt x="2834658" y="1161288"/>
                </a:cubicBezTo>
                <a:cubicBezTo>
                  <a:pt x="2837706" y="1222248"/>
                  <a:pt x="2838733" y="1283343"/>
                  <a:pt x="2843802" y="1344168"/>
                </a:cubicBezTo>
                <a:cubicBezTo>
                  <a:pt x="2844846" y="1356692"/>
                  <a:pt x="2845641" y="1370518"/>
                  <a:pt x="2852946" y="1380744"/>
                </a:cubicBezTo>
                <a:cubicBezTo>
                  <a:pt x="2868018" y="1401845"/>
                  <a:pt x="2904878" y="1414338"/>
                  <a:pt x="2926098" y="1426464"/>
                </a:cubicBezTo>
                <a:cubicBezTo>
                  <a:pt x="2935640" y="1431916"/>
                  <a:pt x="2944587" y="1438364"/>
                  <a:pt x="2953530" y="1444752"/>
                </a:cubicBezTo>
                <a:cubicBezTo>
                  <a:pt x="2965931" y="1453610"/>
                  <a:pt x="2976784" y="1464783"/>
                  <a:pt x="2990106" y="1472184"/>
                </a:cubicBezTo>
                <a:cubicBezTo>
                  <a:pt x="3023940" y="1490981"/>
                  <a:pt x="3044648" y="1492236"/>
                  <a:pt x="3081546" y="1499616"/>
                </a:cubicBezTo>
                <a:cubicBezTo>
                  <a:pt x="3093738" y="1508760"/>
                  <a:pt x="3105199" y="1518971"/>
                  <a:pt x="3118122" y="1527048"/>
                </a:cubicBezTo>
                <a:cubicBezTo>
                  <a:pt x="3143949" y="1543190"/>
                  <a:pt x="3155463" y="1545591"/>
                  <a:pt x="3182130" y="1554480"/>
                </a:cubicBezTo>
                <a:cubicBezTo>
                  <a:pt x="3194322" y="1566672"/>
                  <a:pt x="3205730" y="1579702"/>
                  <a:pt x="3218706" y="1591056"/>
                </a:cubicBezTo>
                <a:cubicBezTo>
                  <a:pt x="3230175" y="1601092"/>
                  <a:pt x="3246424" y="1606087"/>
                  <a:pt x="3255282" y="1618488"/>
                </a:cubicBezTo>
                <a:cubicBezTo>
                  <a:pt x="3262587" y="1628714"/>
                  <a:pt x="3259476" y="1643513"/>
                  <a:pt x="3264426" y="1655064"/>
                </a:cubicBezTo>
                <a:cubicBezTo>
                  <a:pt x="3268755" y="1665165"/>
                  <a:pt x="3276618" y="1673352"/>
                  <a:pt x="3282714" y="1682496"/>
                </a:cubicBezTo>
                <a:cubicBezTo>
                  <a:pt x="3276618" y="1712976"/>
                  <a:pt x="3272965" y="1744048"/>
                  <a:pt x="3264426" y="1773936"/>
                </a:cubicBezTo>
                <a:cubicBezTo>
                  <a:pt x="3260681" y="1787043"/>
                  <a:pt x="3252901" y="1798677"/>
                  <a:pt x="3246138" y="1810512"/>
                </a:cubicBezTo>
                <a:cubicBezTo>
                  <a:pt x="3232806" y="1833843"/>
                  <a:pt x="3212839" y="1859116"/>
                  <a:pt x="3191274" y="1874520"/>
                </a:cubicBezTo>
                <a:cubicBezTo>
                  <a:pt x="3183431" y="1880122"/>
                  <a:pt x="3172867" y="1880280"/>
                  <a:pt x="3163842" y="1883664"/>
                </a:cubicBezTo>
                <a:cubicBezTo>
                  <a:pt x="3094976" y="1909489"/>
                  <a:pt x="3142834" y="1895774"/>
                  <a:pt x="3081546" y="1911096"/>
                </a:cubicBezTo>
                <a:cubicBezTo>
                  <a:pt x="3026682" y="1905000"/>
                  <a:pt x="2971601" y="1900615"/>
                  <a:pt x="2916954" y="1892808"/>
                </a:cubicBezTo>
                <a:cubicBezTo>
                  <a:pt x="2887603" y="1888615"/>
                  <a:pt x="2854368" y="1861871"/>
                  <a:pt x="2834658" y="1847088"/>
                </a:cubicBezTo>
                <a:cubicBezTo>
                  <a:pt x="2727698" y="1766868"/>
                  <a:pt x="2859803" y="1868641"/>
                  <a:pt x="2770650" y="1792224"/>
                </a:cubicBezTo>
                <a:cubicBezTo>
                  <a:pt x="2759079" y="1782306"/>
                  <a:pt x="2745645" y="1774710"/>
                  <a:pt x="2734074" y="1764792"/>
                </a:cubicBezTo>
                <a:cubicBezTo>
                  <a:pt x="2724256" y="1756376"/>
                  <a:pt x="2717402" y="1744533"/>
                  <a:pt x="2706642" y="1737360"/>
                </a:cubicBezTo>
                <a:cubicBezTo>
                  <a:pt x="2689629" y="1726018"/>
                  <a:pt x="2669311" y="1720448"/>
                  <a:pt x="2651778" y="1709928"/>
                </a:cubicBezTo>
                <a:cubicBezTo>
                  <a:pt x="2638710" y="1702087"/>
                  <a:pt x="2628833" y="1689312"/>
                  <a:pt x="2615202" y="1682496"/>
                </a:cubicBezTo>
                <a:cubicBezTo>
                  <a:pt x="2597960" y="1673875"/>
                  <a:pt x="2578455" y="1670796"/>
                  <a:pt x="2560338" y="1664208"/>
                </a:cubicBezTo>
                <a:cubicBezTo>
                  <a:pt x="2544912" y="1658599"/>
                  <a:pt x="2530044" y="1651529"/>
                  <a:pt x="2514618" y="1645920"/>
                </a:cubicBezTo>
                <a:cubicBezTo>
                  <a:pt x="2496501" y="1639332"/>
                  <a:pt x="2476996" y="1636253"/>
                  <a:pt x="2459754" y="1627632"/>
                </a:cubicBezTo>
                <a:cubicBezTo>
                  <a:pt x="2415795" y="1605653"/>
                  <a:pt x="2376912" y="1573840"/>
                  <a:pt x="2331738" y="1554480"/>
                </a:cubicBezTo>
                <a:cubicBezTo>
                  <a:pt x="2310402" y="1545336"/>
                  <a:pt x="2288688" y="1537028"/>
                  <a:pt x="2267730" y="1527048"/>
                </a:cubicBezTo>
                <a:cubicBezTo>
                  <a:pt x="2109916" y="1451898"/>
                  <a:pt x="2191696" y="1470466"/>
                  <a:pt x="2075706" y="1453896"/>
                </a:cubicBezTo>
                <a:cubicBezTo>
                  <a:pt x="2011698" y="1463040"/>
                  <a:pt x="1946981" y="1468141"/>
                  <a:pt x="1883682" y="1481328"/>
                </a:cubicBezTo>
                <a:cubicBezTo>
                  <a:pt x="1872923" y="1483569"/>
                  <a:pt x="1864693" y="1492581"/>
                  <a:pt x="1856250" y="1499616"/>
                </a:cubicBezTo>
                <a:cubicBezTo>
                  <a:pt x="1838916" y="1514061"/>
                  <a:pt x="1820805" y="1533929"/>
                  <a:pt x="1810530" y="1554480"/>
                </a:cubicBezTo>
                <a:cubicBezTo>
                  <a:pt x="1806219" y="1563101"/>
                  <a:pt x="1803477" y="1572503"/>
                  <a:pt x="1801386" y="1581912"/>
                </a:cubicBezTo>
                <a:cubicBezTo>
                  <a:pt x="1797364" y="1600011"/>
                  <a:pt x="1795290" y="1618488"/>
                  <a:pt x="1792242" y="1636776"/>
                </a:cubicBezTo>
                <a:cubicBezTo>
                  <a:pt x="1798338" y="1688592"/>
                  <a:pt x="1803152" y="1740575"/>
                  <a:pt x="1810530" y="1792224"/>
                </a:cubicBezTo>
                <a:cubicBezTo>
                  <a:pt x="1812307" y="1804665"/>
                  <a:pt x="1819674" y="1816233"/>
                  <a:pt x="1819674" y="1828800"/>
                </a:cubicBezTo>
                <a:cubicBezTo>
                  <a:pt x="1819674" y="1862466"/>
                  <a:pt x="1814706" y="1895978"/>
                  <a:pt x="1810530" y="1929384"/>
                </a:cubicBezTo>
                <a:cubicBezTo>
                  <a:pt x="1808602" y="1944806"/>
                  <a:pt x="1807698" y="1960902"/>
                  <a:pt x="1801386" y="1975104"/>
                </a:cubicBezTo>
                <a:cubicBezTo>
                  <a:pt x="1795196" y="1989030"/>
                  <a:pt x="1782812" y="1999279"/>
                  <a:pt x="1773954" y="2011680"/>
                </a:cubicBezTo>
                <a:cubicBezTo>
                  <a:pt x="1767566" y="2020623"/>
                  <a:pt x="1762054" y="2030169"/>
                  <a:pt x="1755666" y="2039112"/>
                </a:cubicBezTo>
                <a:cubicBezTo>
                  <a:pt x="1738787" y="2062743"/>
                  <a:pt x="1694767" y="2121993"/>
                  <a:pt x="1673370" y="2130552"/>
                </a:cubicBezTo>
                <a:cubicBezTo>
                  <a:pt x="1658130" y="2136648"/>
                  <a:pt x="1643372" y="2144123"/>
                  <a:pt x="1627650" y="2148840"/>
                </a:cubicBezTo>
                <a:cubicBezTo>
                  <a:pt x="1603339" y="2156133"/>
                  <a:pt x="1538318" y="2164214"/>
                  <a:pt x="1517922" y="2167128"/>
                </a:cubicBezTo>
                <a:cubicBezTo>
                  <a:pt x="1411242" y="2164080"/>
                  <a:pt x="1303902" y="2170217"/>
                  <a:pt x="1197882" y="2157984"/>
                </a:cubicBezTo>
                <a:cubicBezTo>
                  <a:pt x="1144227" y="2151793"/>
                  <a:pt x="1094832" y="2125364"/>
                  <a:pt x="1042434" y="2112264"/>
                </a:cubicBezTo>
                <a:cubicBezTo>
                  <a:pt x="964515" y="2092784"/>
                  <a:pt x="930622" y="2081645"/>
                  <a:pt x="841266" y="2075688"/>
                </a:cubicBezTo>
                <a:lnTo>
                  <a:pt x="704106" y="2066544"/>
                </a:lnTo>
                <a:cubicBezTo>
                  <a:pt x="554759" y="2059077"/>
                  <a:pt x="489549" y="2061547"/>
                  <a:pt x="356634" y="2048256"/>
                </a:cubicBezTo>
                <a:cubicBezTo>
                  <a:pt x="335188" y="2046111"/>
                  <a:pt x="313990" y="2041960"/>
                  <a:pt x="292626" y="2039112"/>
                </a:cubicBezTo>
                <a:lnTo>
                  <a:pt x="219474" y="2029968"/>
                </a:lnTo>
                <a:cubicBezTo>
                  <a:pt x="201186" y="2023872"/>
                  <a:pt x="182508" y="2018839"/>
                  <a:pt x="164610" y="2011680"/>
                </a:cubicBezTo>
                <a:cubicBezTo>
                  <a:pt x="84916" y="1979802"/>
                  <a:pt x="170648" y="2004045"/>
                  <a:pt x="91458" y="1984248"/>
                </a:cubicBezTo>
                <a:cubicBezTo>
                  <a:pt x="82314" y="1978152"/>
                  <a:pt x="72240" y="1973261"/>
                  <a:pt x="64026" y="1965960"/>
                </a:cubicBezTo>
                <a:cubicBezTo>
                  <a:pt x="44696" y="1948777"/>
                  <a:pt x="9162" y="1911096"/>
                  <a:pt x="9162" y="1911096"/>
                </a:cubicBezTo>
                <a:cubicBezTo>
                  <a:pt x="5450" y="1881397"/>
                  <a:pt x="-9456" y="1824805"/>
                  <a:pt x="9162" y="1792224"/>
                </a:cubicBezTo>
                <a:cubicBezTo>
                  <a:pt x="14614" y="1782682"/>
                  <a:pt x="26493" y="1778265"/>
                  <a:pt x="36594" y="1773936"/>
                </a:cubicBezTo>
                <a:cubicBezTo>
                  <a:pt x="59655" y="1764053"/>
                  <a:pt x="30498" y="1757172"/>
                  <a:pt x="45738" y="1755648"/>
                </a:cubicBezTo>
                <a:close/>
              </a:path>
            </a:pathLst>
          </a:custGeom>
          <a:noFill/>
          <a:ln w="28575">
            <a:solidFill>
              <a:srgbClr val="3494BA"/>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229" name="Groupe 228">
            <a:extLst>
              <a:ext uri="{FF2B5EF4-FFF2-40B4-BE49-F238E27FC236}">
                <a16:creationId xmlns:a16="http://schemas.microsoft.com/office/drawing/2014/main" id="{F644C633-CB02-4D89-9C90-40547CC3B721}"/>
              </a:ext>
            </a:extLst>
          </p:cNvPr>
          <p:cNvGrpSpPr/>
          <p:nvPr/>
        </p:nvGrpSpPr>
        <p:grpSpPr>
          <a:xfrm>
            <a:off x="4481425" y="2227833"/>
            <a:ext cx="2941441" cy="2643653"/>
            <a:chOff x="10408603" y="1944527"/>
            <a:chExt cx="1266205" cy="1138016"/>
          </a:xfrm>
          <a:solidFill>
            <a:srgbClr val="3494BA"/>
          </a:solidFill>
        </p:grpSpPr>
        <p:grpSp>
          <p:nvGrpSpPr>
            <p:cNvPr id="230" name="Groupe 229">
              <a:extLst>
                <a:ext uri="{FF2B5EF4-FFF2-40B4-BE49-F238E27FC236}">
                  <a16:creationId xmlns:a16="http://schemas.microsoft.com/office/drawing/2014/main" id="{6003C92F-2BBA-4051-B442-6B97BAA046C2}"/>
                </a:ext>
              </a:extLst>
            </p:cNvPr>
            <p:cNvGrpSpPr/>
            <p:nvPr/>
          </p:nvGrpSpPr>
          <p:grpSpPr>
            <a:xfrm>
              <a:off x="10781788" y="2168143"/>
              <a:ext cx="696980" cy="914400"/>
              <a:chOff x="5018285" y="3873291"/>
              <a:chExt cx="696980" cy="914400"/>
            </a:xfrm>
            <a:grpFill/>
          </p:grpSpPr>
          <p:pic>
            <p:nvPicPr>
              <p:cNvPr id="236" name="Graphique 235" descr="Personne confuse avec un remplissage uni">
                <a:extLst>
                  <a:ext uri="{FF2B5EF4-FFF2-40B4-BE49-F238E27FC236}">
                    <a16:creationId xmlns:a16="http://schemas.microsoft.com/office/drawing/2014/main" id="{F6DBB8F8-A802-458D-ACB4-AE0A7A68B848}"/>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30440" r="-1"/>
              <a:stretch/>
            </p:blipFill>
            <p:spPr>
              <a:xfrm>
                <a:off x="5079206" y="3873291"/>
                <a:ext cx="636059" cy="914400"/>
              </a:xfrm>
              <a:prstGeom prst="rect">
                <a:avLst/>
              </a:prstGeom>
            </p:spPr>
          </p:pic>
          <p:sp>
            <p:nvSpPr>
              <p:cNvPr id="237" name="Rectangle : coins arrondis 236">
                <a:extLst>
                  <a:ext uri="{FF2B5EF4-FFF2-40B4-BE49-F238E27FC236}">
                    <a16:creationId xmlns:a16="http://schemas.microsoft.com/office/drawing/2014/main" id="{1C515B92-BDDE-450C-868E-289C143BF750}"/>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231" name="Graphique 230" descr="Panneau de signalisation avec un remplissage uni">
              <a:extLst>
                <a:ext uri="{FF2B5EF4-FFF2-40B4-BE49-F238E27FC236}">
                  <a16:creationId xmlns:a16="http://schemas.microsoft.com/office/drawing/2014/main" id="{0A0B41E4-FDB4-4551-B05A-6D2D505841BB}"/>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18628"/>
            <a:stretch/>
          </p:blipFill>
          <p:spPr>
            <a:xfrm>
              <a:off x="10932558" y="1976438"/>
              <a:ext cx="742250" cy="603990"/>
            </a:xfrm>
            <a:prstGeom prst="rect">
              <a:avLst/>
            </a:prstGeom>
          </p:spPr>
        </p:pic>
        <p:grpSp>
          <p:nvGrpSpPr>
            <p:cNvPr id="232" name="Groupe 231">
              <a:extLst>
                <a:ext uri="{FF2B5EF4-FFF2-40B4-BE49-F238E27FC236}">
                  <a16:creationId xmlns:a16="http://schemas.microsoft.com/office/drawing/2014/main" id="{25D623AC-FE39-4DA1-9C2B-E63E31EA982F}"/>
                </a:ext>
              </a:extLst>
            </p:cNvPr>
            <p:cNvGrpSpPr/>
            <p:nvPr/>
          </p:nvGrpSpPr>
          <p:grpSpPr>
            <a:xfrm rot="21051146" flipH="1">
              <a:off x="10408603" y="1944527"/>
              <a:ext cx="391604" cy="567289"/>
              <a:chOff x="5616686" y="6627757"/>
              <a:chExt cx="644414" cy="888746"/>
            </a:xfrm>
            <a:grpFill/>
          </p:grpSpPr>
          <p:pic>
            <p:nvPicPr>
              <p:cNvPr id="234" name="Graphique 233" descr="Drapeau de golf dans un trou avec un remplissage uni">
                <a:extLst>
                  <a:ext uri="{FF2B5EF4-FFF2-40B4-BE49-F238E27FC236}">
                    <a16:creationId xmlns:a16="http://schemas.microsoft.com/office/drawing/2014/main" id="{E90FCEAC-24F3-48E2-9F27-9DAD7D9E2549}"/>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19715" t="5069" r="36313" b="56423"/>
              <a:stretch/>
            </p:blipFill>
            <p:spPr>
              <a:xfrm>
                <a:off x="5616686" y="6627757"/>
                <a:ext cx="644414" cy="564328"/>
              </a:xfrm>
              <a:prstGeom prst="rect">
                <a:avLst/>
              </a:prstGeom>
            </p:spPr>
          </p:pic>
          <p:sp>
            <p:nvSpPr>
              <p:cNvPr id="235" name="Rectangle : coins arrondis 234">
                <a:extLst>
                  <a:ext uri="{FF2B5EF4-FFF2-40B4-BE49-F238E27FC236}">
                    <a16:creationId xmlns:a16="http://schemas.microsoft.com/office/drawing/2014/main" id="{4B03D096-DEF2-453E-A0B6-11EFD8C78BFB}"/>
                  </a:ext>
                </a:extLst>
              </p:cNvPr>
              <p:cNvSpPr/>
              <p:nvPr/>
            </p:nvSpPr>
            <p:spPr>
              <a:xfrm rot="5400000">
                <a:off x="5542703" y="7279829"/>
                <a:ext cx="385705" cy="87643"/>
              </a:xfrm>
              <a:prstGeom prst="roundRect">
                <a:avLst>
                  <a:gd name="adj" fmla="val 50000"/>
                </a:avLst>
              </a:prstGeom>
              <a:solidFill>
                <a:schemeClr val="bg1">
                  <a:lumMod val="7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233" name="Image 232">
              <a:extLst>
                <a:ext uri="{FF2B5EF4-FFF2-40B4-BE49-F238E27FC236}">
                  <a16:creationId xmlns:a16="http://schemas.microsoft.com/office/drawing/2014/main" id="{DEEE8E89-100F-4B72-B6B7-C4866B04CFAE}"/>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rot="20424315">
              <a:off x="10580132" y="2034678"/>
              <a:ext cx="120335" cy="116088"/>
            </a:xfrm>
            <a:prstGeom prst="rect">
              <a:avLst/>
            </a:prstGeom>
            <a:noFill/>
            <a:ln>
              <a:noFill/>
            </a:ln>
          </p:spPr>
        </p:pic>
      </p:grpSp>
      <p:sp>
        <p:nvSpPr>
          <p:cNvPr id="7" name="Forme libre : forme 6">
            <a:extLst>
              <a:ext uri="{FF2B5EF4-FFF2-40B4-BE49-F238E27FC236}">
                <a16:creationId xmlns:a16="http://schemas.microsoft.com/office/drawing/2014/main" id="{3FECCF01-1FD5-44E8-891D-5BE0B61EBDB8}"/>
              </a:ext>
            </a:extLst>
          </p:cNvPr>
          <p:cNvSpPr/>
          <p:nvPr/>
        </p:nvSpPr>
        <p:spPr>
          <a:xfrm>
            <a:off x="9838900" y="3831547"/>
            <a:ext cx="1966074" cy="2111248"/>
          </a:xfrm>
          <a:custGeom>
            <a:avLst/>
            <a:gdLst>
              <a:gd name="connsiteX0" fmla="*/ 1911210 w 1966074"/>
              <a:gd name="connsiteY0" fmla="*/ 1370584 h 2111248"/>
              <a:gd name="connsiteX1" fmla="*/ 1929498 w 1966074"/>
              <a:gd name="connsiteY1" fmla="*/ 1151128 h 2111248"/>
              <a:gd name="connsiteX2" fmla="*/ 1947786 w 1966074"/>
              <a:gd name="connsiteY2" fmla="*/ 1023112 h 2111248"/>
              <a:gd name="connsiteX3" fmla="*/ 1966074 w 1966074"/>
              <a:gd name="connsiteY3" fmla="*/ 876808 h 2111248"/>
              <a:gd name="connsiteX4" fmla="*/ 1956930 w 1966074"/>
              <a:gd name="connsiteY4" fmla="*/ 483616 h 2111248"/>
              <a:gd name="connsiteX5" fmla="*/ 1929498 w 1966074"/>
              <a:gd name="connsiteY5" fmla="*/ 410464 h 2111248"/>
              <a:gd name="connsiteX6" fmla="*/ 1856346 w 1966074"/>
              <a:gd name="connsiteY6" fmla="*/ 282448 h 2111248"/>
              <a:gd name="connsiteX7" fmla="*/ 1783194 w 1966074"/>
              <a:gd name="connsiteY7" fmla="*/ 191008 h 2111248"/>
              <a:gd name="connsiteX8" fmla="*/ 1737474 w 1966074"/>
              <a:gd name="connsiteY8" fmla="*/ 163576 h 2111248"/>
              <a:gd name="connsiteX9" fmla="*/ 1682610 w 1966074"/>
              <a:gd name="connsiteY9" fmla="*/ 117856 h 2111248"/>
              <a:gd name="connsiteX10" fmla="*/ 1618602 w 1966074"/>
              <a:gd name="connsiteY10" fmla="*/ 99568 h 2111248"/>
              <a:gd name="connsiteX11" fmla="*/ 1399146 w 1966074"/>
              <a:gd name="connsiteY11" fmla="*/ 53848 h 2111248"/>
              <a:gd name="connsiteX12" fmla="*/ 1307706 w 1966074"/>
              <a:gd name="connsiteY12" fmla="*/ 44704 h 2111248"/>
              <a:gd name="connsiteX13" fmla="*/ 512178 w 1966074"/>
              <a:gd name="connsiteY13" fmla="*/ 72136 h 2111248"/>
              <a:gd name="connsiteX14" fmla="*/ 429882 w 1966074"/>
              <a:gd name="connsiteY14" fmla="*/ 127000 h 2111248"/>
              <a:gd name="connsiteX15" fmla="*/ 365874 w 1966074"/>
              <a:gd name="connsiteY15" fmla="*/ 181864 h 2111248"/>
              <a:gd name="connsiteX16" fmla="*/ 292722 w 1966074"/>
              <a:gd name="connsiteY16" fmla="*/ 300736 h 2111248"/>
              <a:gd name="connsiteX17" fmla="*/ 311010 w 1966074"/>
              <a:gd name="connsiteY17" fmla="*/ 620776 h 2111248"/>
              <a:gd name="connsiteX18" fmla="*/ 375018 w 1966074"/>
              <a:gd name="connsiteY18" fmla="*/ 748792 h 2111248"/>
              <a:gd name="connsiteX19" fmla="*/ 466458 w 1966074"/>
              <a:gd name="connsiteY19" fmla="*/ 931672 h 2111248"/>
              <a:gd name="connsiteX20" fmla="*/ 530466 w 1966074"/>
              <a:gd name="connsiteY20" fmla="*/ 1087120 h 2111248"/>
              <a:gd name="connsiteX21" fmla="*/ 548754 w 1966074"/>
              <a:gd name="connsiteY21" fmla="*/ 1141984 h 2111248"/>
              <a:gd name="connsiteX22" fmla="*/ 557898 w 1966074"/>
              <a:gd name="connsiteY22" fmla="*/ 1187704 h 2111248"/>
              <a:gd name="connsiteX23" fmla="*/ 585330 w 1966074"/>
              <a:gd name="connsiteY23" fmla="*/ 1242568 h 2111248"/>
              <a:gd name="connsiteX24" fmla="*/ 649338 w 1966074"/>
              <a:gd name="connsiteY24" fmla="*/ 1343152 h 2111248"/>
              <a:gd name="connsiteX25" fmla="*/ 676770 w 1966074"/>
              <a:gd name="connsiteY25" fmla="*/ 1370584 h 2111248"/>
              <a:gd name="connsiteX26" fmla="*/ 722490 w 1966074"/>
              <a:gd name="connsiteY26" fmla="*/ 1425448 h 2111248"/>
              <a:gd name="connsiteX27" fmla="*/ 713346 w 1966074"/>
              <a:gd name="connsiteY27" fmla="*/ 1580896 h 2111248"/>
              <a:gd name="connsiteX28" fmla="*/ 685914 w 1966074"/>
              <a:gd name="connsiteY28" fmla="*/ 1626616 h 2111248"/>
              <a:gd name="connsiteX29" fmla="*/ 667626 w 1966074"/>
              <a:gd name="connsiteY29" fmla="*/ 1654048 h 2111248"/>
              <a:gd name="connsiteX30" fmla="*/ 631050 w 1966074"/>
              <a:gd name="connsiteY30" fmla="*/ 1663192 h 2111248"/>
              <a:gd name="connsiteX31" fmla="*/ 585330 w 1966074"/>
              <a:gd name="connsiteY31" fmla="*/ 1681480 h 2111248"/>
              <a:gd name="connsiteX32" fmla="*/ 521322 w 1966074"/>
              <a:gd name="connsiteY32" fmla="*/ 1663192 h 2111248"/>
              <a:gd name="connsiteX33" fmla="*/ 484746 w 1966074"/>
              <a:gd name="connsiteY33" fmla="*/ 1635760 h 2111248"/>
              <a:gd name="connsiteX34" fmla="*/ 448170 w 1966074"/>
              <a:gd name="connsiteY34" fmla="*/ 1617472 h 2111248"/>
              <a:gd name="connsiteX35" fmla="*/ 356730 w 1966074"/>
              <a:gd name="connsiteY35" fmla="*/ 1516888 h 2111248"/>
              <a:gd name="connsiteX36" fmla="*/ 320154 w 1966074"/>
              <a:gd name="connsiteY36" fmla="*/ 1480312 h 2111248"/>
              <a:gd name="connsiteX37" fmla="*/ 219570 w 1966074"/>
              <a:gd name="connsiteY37" fmla="*/ 1443736 h 2111248"/>
              <a:gd name="connsiteX38" fmla="*/ 36690 w 1966074"/>
              <a:gd name="connsiteY38" fmla="*/ 1507744 h 2111248"/>
              <a:gd name="connsiteX39" fmla="*/ 9258 w 1966074"/>
              <a:gd name="connsiteY39" fmla="*/ 1553464 h 2111248"/>
              <a:gd name="connsiteX40" fmla="*/ 114 w 1966074"/>
              <a:gd name="connsiteY40" fmla="*/ 1599184 h 2111248"/>
              <a:gd name="connsiteX41" fmla="*/ 73266 w 1966074"/>
              <a:gd name="connsiteY41" fmla="*/ 1763776 h 2111248"/>
              <a:gd name="connsiteX42" fmla="*/ 228714 w 1966074"/>
              <a:gd name="connsiteY42" fmla="*/ 1937512 h 2111248"/>
              <a:gd name="connsiteX43" fmla="*/ 384162 w 1966074"/>
              <a:gd name="connsiteY43" fmla="*/ 2047240 h 2111248"/>
              <a:gd name="connsiteX44" fmla="*/ 420738 w 1966074"/>
              <a:gd name="connsiteY44" fmla="*/ 2074672 h 2111248"/>
              <a:gd name="connsiteX45" fmla="*/ 539610 w 1966074"/>
              <a:gd name="connsiteY45" fmla="*/ 2111248 h 2111248"/>
              <a:gd name="connsiteX46" fmla="*/ 832218 w 1966074"/>
              <a:gd name="connsiteY46" fmla="*/ 2102104 h 2111248"/>
              <a:gd name="connsiteX47" fmla="*/ 887082 w 1966074"/>
              <a:gd name="connsiteY47" fmla="*/ 2092960 h 2111248"/>
              <a:gd name="connsiteX48" fmla="*/ 969378 w 1966074"/>
              <a:gd name="connsiteY48" fmla="*/ 2083816 h 2111248"/>
              <a:gd name="connsiteX49" fmla="*/ 1033386 w 1966074"/>
              <a:gd name="connsiteY49" fmla="*/ 2074672 h 2111248"/>
              <a:gd name="connsiteX50" fmla="*/ 1115682 w 1966074"/>
              <a:gd name="connsiteY50" fmla="*/ 2038096 h 2111248"/>
              <a:gd name="connsiteX51" fmla="*/ 1225410 w 1966074"/>
              <a:gd name="connsiteY51" fmla="*/ 1937512 h 2111248"/>
              <a:gd name="connsiteX52" fmla="*/ 1261986 w 1966074"/>
              <a:gd name="connsiteY52" fmla="*/ 1882648 h 2111248"/>
              <a:gd name="connsiteX53" fmla="*/ 1280274 w 1966074"/>
              <a:gd name="connsiteY53" fmla="*/ 1836928 h 2111248"/>
              <a:gd name="connsiteX54" fmla="*/ 1289418 w 1966074"/>
              <a:gd name="connsiteY54" fmla="*/ 1800352 h 2111248"/>
              <a:gd name="connsiteX55" fmla="*/ 1316850 w 1966074"/>
              <a:gd name="connsiteY55" fmla="*/ 1763776 h 2111248"/>
              <a:gd name="connsiteX56" fmla="*/ 1344282 w 1966074"/>
              <a:gd name="connsiteY56" fmla="*/ 1736344 h 2111248"/>
              <a:gd name="connsiteX57" fmla="*/ 1618602 w 1966074"/>
              <a:gd name="connsiteY57" fmla="*/ 1718056 h 2111248"/>
              <a:gd name="connsiteX58" fmla="*/ 1682610 w 1966074"/>
              <a:gd name="connsiteY58" fmla="*/ 1663192 h 2111248"/>
              <a:gd name="connsiteX59" fmla="*/ 1719186 w 1966074"/>
              <a:gd name="connsiteY59" fmla="*/ 1635760 h 2111248"/>
              <a:gd name="connsiteX60" fmla="*/ 1746618 w 1966074"/>
              <a:gd name="connsiteY60" fmla="*/ 1599184 h 2111248"/>
              <a:gd name="connsiteX61" fmla="*/ 1783194 w 1966074"/>
              <a:gd name="connsiteY61" fmla="*/ 1562608 h 2111248"/>
              <a:gd name="connsiteX62" fmla="*/ 1856346 w 1966074"/>
              <a:gd name="connsiteY62" fmla="*/ 1471168 h 2111248"/>
              <a:gd name="connsiteX63" fmla="*/ 1865490 w 1966074"/>
              <a:gd name="connsiteY63" fmla="*/ 1434592 h 2111248"/>
              <a:gd name="connsiteX64" fmla="*/ 1883778 w 1966074"/>
              <a:gd name="connsiteY64" fmla="*/ 1407160 h 2111248"/>
              <a:gd name="connsiteX65" fmla="*/ 1892922 w 1966074"/>
              <a:gd name="connsiteY65" fmla="*/ 1361440 h 2111248"/>
              <a:gd name="connsiteX66" fmla="*/ 1902066 w 1966074"/>
              <a:gd name="connsiteY66" fmla="*/ 1315720 h 2111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966074" h="2111248">
                <a:moveTo>
                  <a:pt x="1911210" y="1370584"/>
                </a:moveTo>
                <a:cubicBezTo>
                  <a:pt x="1917306" y="1297432"/>
                  <a:pt x="1921814" y="1224130"/>
                  <a:pt x="1929498" y="1151128"/>
                </a:cubicBezTo>
                <a:cubicBezTo>
                  <a:pt x="1934010" y="1108260"/>
                  <a:pt x="1942089" y="1065839"/>
                  <a:pt x="1947786" y="1023112"/>
                </a:cubicBezTo>
                <a:cubicBezTo>
                  <a:pt x="1954282" y="974396"/>
                  <a:pt x="1959978" y="925576"/>
                  <a:pt x="1966074" y="876808"/>
                </a:cubicBezTo>
                <a:cubicBezTo>
                  <a:pt x="1963026" y="745744"/>
                  <a:pt x="1967181" y="614314"/>
                  <a:pt x="1956930" y="483616"/>
                </a:cubicBezTo>
                <a:cubicBezTo>
                  <a:pt x="1954894" y="457654"/>
                  <a:pt x="1939414" y="434545"/>
                  <a:pt x="1929498" y="410464"/>
                </a:cubicBezTo>
                <a:cubicBezTo>
                  <a:pt x="1877745" y="284779"/>
                  <a:pt x="1916389" y="368223"/>
                  <a:pt x="1856346" y="282448"/>
                </a:cubicBezTo>
                <a:cubicBezTo>
                  <a:pt x="1818527" y="228422"/>
                  <a:pt x="1840630" y="236957"/>
                  <a:pt x="1783194" y="191008"/>
                </a:cubicBezTo>
                <a:cubicBezTo>
                  <a:pt x="1769316" y="179905"/>
                  <a:pt x="1751847" y="174029"/>
                  <a:pt x="1737474" y="163576"/>
                </a:cubicBezTo>
                <a:cubicBezTo>
                  <a:pt x="1718222" y="149574"/>
                  <a:pt x="1703570" y="129142"/>
                  <a:pt x="1682610" y="117856"/>
                </a:cubicBezTo>
                <a:cubicBezTo>
                  <a:pt x="1663073" y="107336"/>
                  <a:pt x="1640129" y="104950"/>
                  <a:pt x="1618602" y="99568"/>
                </a:cubicBezTo>
                <a:cubicBezTo>
                  <a:pt x="1554829" y="83625"/>
                  <a:pt x="1465741" y="63362"/>
                  <a:pt x="1399146" y="53848"/>
                </a:cubicBezTo>
                <a:cubicBezTo>
                  <a:pt x="1368822" y="49516"/>
                  <a:pt x="1338186" y="47752"/>
                  <a:pt x="1307706" y="44704"/>
                </a:cubicBezTo>
                <a:cubicBezTo>
                  <a:pt x="1013297" y="-28898"/>
                  <a:pt x="1136638" y="-5922"/>
                  <a:pt x="512178" y="72136"/>
                </a:cubicBezTo>
                <a:cubicBezTo>
                  <a:pt x="479463" y="76225"/>
                  <a:pt x="456257" y="107219"/>
                  <a:pt x="429882" y="127000"/>
                </a:cubicBezTo>
                <a:cubicBezTo>
                  <a:pt x="407401" y="143861"/>
                  <a:pt x="384934" y="161215"/>
                  <a:pt x="365874" y="181864"/>
                </a:cubicBezTo>
                <a:cubicBezTo>
                  <a:pt x="328169" y="222711"/>
                  <a:pt x="316362" y="253456"/>
                  <a:pt x="292722" y="300736"/>
                </a:cubicBezTo>
                <a:cubicBezTo>
                  <a:pt x="298818" y="407416"/>
                  <a:pt x="298378" y="514671"/>
                  <a:pt x="311010" y="620776"/>
                </a:cubicBezTo>
                <a:cubicBezTo>
                  <a:pt x="314585" y="650804"/>
                  <a:pt x="362429" y="724513"/>
                  <a:pt x="375018" y="748792"/>
                </a:cubicBezTo>
                <a:cubicBezTo>
                  <a:pt x="406391" y="809297"/>
                  <a:pt x="440508" y="868650"/>
                  <a:pt x="466458" y="931672"/>
                </a:cubicBezTo>
                <a:cubicBezTo>
                  <a:pt x="487794" y="983488"/>
                  <a:pt x="512746" y="1033959"/>
                  <a:pt x="530466" y="1087120"/>
                </a:cubicBezTo>
                <a:cubicBezTo>
                  <a:pt x="536562" y="1105408"/>
                  <a:pt x="543682" y="1123386"/>
                  <a:pt x="548754" y="1141984"/>
                </a:cubicBezTo>
                <a:cubicBezTo>
                  <a:pt x="552843" y="1156978"/>
                  <a:pt x="552587" y="1173098"/>
                  <a:pt x="557898" y="1187704"/>
                </a:cubicBezTo>
                <a:cubicBezTo>
                  <a:pt x="564885" y="1206920"/>
                  <a:pt x="575636" y="1224565"/>
                  <a:pt x="585330" y="1242568"/>
                </a:cubicBezTo>
                <a:cubicBezTo>
                  <a:pt x="606203" y="1281332"/>
                  <a:pt x="621590" y="1310779"/>
                  <a:pt x="649338" y="1343152"/>
                </a:cubicBezTo>
                <a:cubicBezTo>
                  <a:pt x="657754" y="1352970"/>
                  <a:pt x="668179" y="1360919"/>
                  <a:pt x="676770" y="1370584"/>
                </a:cubicBezTo>
                <a:cubicBezTo>
                  <a:pt x="692586" y="1388377"/>
                  <a:pt x="707250" y="1407160"/>
                  <a:pt x="722490" y="1425448"/>
                </a:cubicBezTo>
                <a:cubicBezTo>
                  <a:pt x="738941" y="1491253"/>
                  <a:pt x="741252" y="1480433"/>
                  <a:pt x="713346" y="1580896"/>
                </a:cubicBezTo>
                <a:cubicBezTo>
                  <a:pt x="708589" y="1598020"/>
                  <a:pt x="695334" y="1611545"/>
                  <a:pt x="685914" y="1626616"/>
                </a:cubicBezTo>
                <a:cubicBezTo>
                  <a:pt x="680089" y="1635935"/>
                  <a:pt x="676770" y="1647952"/>
                  <a:pt x="667626" y="1654048"/>
                </a:cubicBezTo>
                <a:cubicBezTo>
                  <a:pt x="657169" y="1661019"/>
                  <a:pt x="642972" y="1659218"/>
                  <a:pt x="631050" y="1663192"/>
                </a:cubicBezTo>
                <a:cubicBezTo>
                  <a:pt x="615478" y="1668383"/>
                  <a:pt x="600570" y="1675384"/>
                  <a:pt x="585330" y="1681480"/>
                </a:cubicBezTo>
                <a:cubicBezTo>
                  <a:pt x="563994" y="1675384"/>
                  <a:pt x="541523" y="1672374"/>
                  <a:pt x="521322" y="1663192"/>
                </a:cubicBezTo>
                <a:cubicBezTo>
                  <a:pt x="507448" y="1656886"/>
                  <a:pt x="497669" y="1643837"/>
                  <a:pt x="484746" y="1635760"/>
                </a:cubicBezTo>
                <a:cubicBezTo>
                  <a:pt x="473187" y="1628536"/>
                  <a:pt x="460362" y="1623568"/>
                  <a:pt x="448170" y="1617472"/>
                </a:cubicBezTo>
                <a:cubicBezTo>
                  <a:pt x="350911" y="1487793"/>
                  <a:pt x="434315" y="1584775"/>
                  <a:pt x="356730" y="1516888"/>
                </a:cubicBezTo>
                <a:cubicBezTo>
                  <a:pt x="343754" y="1505534"/>
                  <a:pt x="334500" y="1489876"/>
                  <a:pt x="320154" y="1480312"/>
                </a:cubicBezTo>
                <a:cubicBezTo>
                  <a:pt x="307430" y="1471830"/>
                  <a:pt x="230233" y="1447290"/>
                  <a:pt x="219570" y="1443736"/>
                </a:cubicBezTo>
                <a:cubicBezTo>
                  <a:pt x="120254" y="1452765"/>
                  <a:pt x="113602" y="1437241"/>
                  <a:pt x="36690" y="1507744"/>
                </a:cubicBezTo>
                <a:cubicBezTo>
                  <a:pt x="23589" y="1519753"/>
                  <a:pt x="18402" y="1538224"/>
                  <a:pt x="9258" y="1553464"/>
                </a:cubicBezTo>
                <a:cubicBezTo>
                  <a:pt x="6210" y="1568704"/>
                  <a:pt x="-993" y="1583682"/>
                  <a:pt x="114" y="1599184"/>
                </a:cubicBezTo>
                <a:cubicBezTo>
                  <a:pt x="5209" y="1670513"/>
                  <a:pt x="26684" y="1708724"/>
                  <a:pt x="73266" y="1763776"/>
                </a:cubicBezTo>
                <a:cubicBezTo>
                  <a:pt x="115688" y="1813911"/>
                  <a:pt x="174452" y="1890033"/>
                  <a:pt x="228714" y="1937512"/>
                </a:cubicBezTo>
                <a:cubicBezTo>
                  <a:pt x="346888" y="2040914"/>
                  <a:pt x="281514" y="1981918"/>
                  <a:pt x="384162" y="2047240"/>
                </a:cubicBezTo>
                <a:cubicBezTo>
                  <a:pt x="397019" y="2055422"/>
                  <a:pt x="407359" y="2067374"/>
                  <a:pt x="420738" y="2074672"/>
                </a:cubicBezTo>
                <a:cubicBezTo>
                  <a:pt x="476778" y="2105239"/>
                  <a:pt x="481824" y="2101617"/>
                  <a:pt x="539610" y="2111248"/>
                </a:cubicBezTo>
                <a:cubicBezTo>
                  <a:pt x="637146" y="2108200"/>
                  <a:pt x="734769" y="2107233"/>
                  <a:pt x="832218" y="2102104"/>
                </a:cubicBezTo>
                <a:cubicBezTo>
                  <a:pt x="850733" y="2101130"/>
                  <a:pt x="868704" y="2095410"/>
                  <a:pt x="887082" y="2092960"/>
                </a:cubicBezTo>
                <a:cubicBezTo>
                  <a:pt x="914441" y="2089312"/>
                  <a:pt x="941990" y="2087239"/>
                  <a:pt x="969378" y="2083816"/>
                </a:cubicBezTo>
                <a:cubicBezTo>
                  <a:pt x="990764" y="2081143"/>
                  <a:pt x="1012050" y="2077720"/>
                  <a:pt x="1033386" y="2074672"/>
                </a:cubicBezTo>
                <a:cubicBezTo>
                  <a:pt x="1051156" y="2067564"/>
                  <a:pt x="1098147" y="2050236"/>
                  <a:pt x="1115682" y="2038096"/>
                </a:cubicBezTo>
                <a:cubicBezTo>
                  <a:pt x="1184816" y="1990234"/>
                  <a:pt x="1188174" y="1990706"/>
                  <a:pt x="1225410" y="1937512"/>
                </a:cubicBezTo>
                <a:cubicBezTo>
                  <a:pt x="1238014" y="1919506"/>
                  <a:pt x="1251461" y="1901944"/>
                  <a:pt x="1261986" y="1882648"/>
                </a:cubicBezTo>
                <a:cubicBezTo>
                  <a:pt x="1269846" y="1868238"/>
                  <a:pt x="1275083" y="1852500"/>
                  <a:pt x="1280274" y="1836928"/>
                </a:cubicBezTo>
                <a:cubicBezTo>
                  <a:pt x="1284248" y="1825006"/>
                  <a:pt x="1283798" y="1811592"/>
                  <a:pt x="1289418" y="1800352"/>
                </a:cubicBezTo>
                <a:cubicBezTo>
                  <a:pt x="1296234" y="1786721"/>
                  <a:pt x="1306932" y="1775347"/>
                  <a:pt x="1316850" y="1763776"/>
                </a:cubicBezTo>
                <a:cubicBezTo>
                  <a:pt x="1325266" y="1753958"/>
                  <a:pt x="1331496" y="1738281"/>
                  <a:pt x="1344282" y="1736344"/>
                </a:cubicBezTo>
                <a:cubicBezTo>
                  <a:pt x="1434891" y="1722615"/>
                  <a:pt x="1527162" y="1724152"/>
                  <a:pt x="1618602" y="1718056"/>
                </a:cubicBezTo>
                <a:cubicBezTo>
                  <a:pt x="1639938" y="1699768"/>
                  <a:pt x="1660861" y="1680987"/>
                  <a:pt x="1682610" y="1663192"/>
                </a:cubicBezTo>
                <a:cubicBezTo>
                  <a:pt x="1694405" y="1653541"/>
                  <a:pt x="1708410" y="1646536"/>
                  <a:pt x="1719186" y="1635760"/>
                </a:cubicBezTo>
                <a:cubicBezTo>
                  <a:pt x="1729962" y="1624984"/>
                  <a:pt x="1736582" y="1610653"/>
                  <a:pt x="1746618" y="1599184"/>
                </a:cubicBezTo>
                <a:cubicBezTo>
                  <a:pt x="1757972" y="1586208"/>
                  <a:pt x="1772423" y="1576072"/>
                  <a:pt x="1783194" y="1562608"/>
                </a:cubicBezTo>
                <a:cubicBezTo>
                  <a:pt x="1875474" y="1447258"/>
                  <a:pt x="1768033" y="1559481"/>
                  <a:pt x="1856346" y="1471168"/>
                </a:cubicBezTo>
                <a:cubicBezTo>
                  <a:pt x="1859394" y="1458976"/>
                  <a:pt x="1860540" y="1446143"/>
                  <a:pt x="1865490" y="1434592"/>
                </a:cubicBezTo>
                <a:cubicBezTo>
                  <a:pt x="1869819" y="1424491"/>
                  <a:pt x="1879919" y="1417450"/>
                  <a:pt x="1883778" y="1407160"/>
                </a:cubicBezTo>
                <a:cubicBezTo>
                  <a:pt x="1889235" y="1392608"/>
                  <a:pt x="1889551" y="1376612"/>
                  <a:pt x="1892922" y="1361440"/>
                </a:cubicBezTo>
                <a:cubicBezTo>
                  <a:pt x="1902805" y="1316965"/>
                  <a:pt x="1902066" y="1338630"/>
                  <a:pt x="1902066" y="1315720"/>
                </a:cubicBezTo>
              </a:path>
            </a:pathLst>
          </a:custGeom>
          <a:noFill/>
          <a:ln w="38100">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2445967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0">
            <a:extLst>
              <a:ext uri="{FF2B5EF4-FFF2-40B4-BE49-F238E27FC236}">
                <a16:creationId xmlns:a16="http://schemas.microsoft.com/office/drawing/2014/main" id="{0B9EE3F3-89B7-43C3-8651-C4C968309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0FA074F0-37E6-4661-8EC9-A9813F29A521}"/>
              </a:ext>
            </a:extLst>
          </p:cNvPr>
          <p:cNvSpPr>
            <a:spLocks noGrp="1"/>
          </p:cNvSpPr>
          <p:nvPr>
            <p:ph type="title"/>
          </p:nvPr>
        </p:nvSpPr>
        <p:spPr>
          <a:xfrm>
            <a:off x="411480" y="991443"/>
            <a:ext cx="4443154" cy="1087819"/>
          </a:xfrm>
        </p:spPr>
        <p:txBody>
          <a:bodyPr anchor="b">
            <a:normAutofit/>
          </a:bodyPr>
          <a:lstStyle/>
          <a:p>
            <a:r>
              <a:rPr lang="fr-FR" sz="2900" dirty="0"/>
              <a:t>Nombre de membres et seuil de taille </a:t>
            </a:r>
            <a:endParaRPr lang="en-US" sz="2900" dirty="0"/>
          </a:p>
        </p:txBody>
      </p:sp>
      <p:sp>
        <p:nvSpPr>
          <p:cNvPr id="24" name="Rectangle 22">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Rectangle 24">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F1318CDC-3C81-44B7-A41D-213A9740C19C}"/>
              </a:ext>
            </a:extLst>
          </p:cNvPr>
          <p:cNvSpPr>
            <a:spLocks noGrp="1"/>
          </p:cNvSpPr>
          <p:nvPr>
            <p:ph idx="1"/>
          </p:nvPr>
        </p:nvSpPr>
        <p:spPr>
          <a:xfrm>
            <a:off x="411480" y="2684095"/>
            <a:ext cx="3545622" cy="3492868"/>
          </a:xfrm>
        </p:spPr>
        <p:txBody>
          <a:bodyPr>
            <a:normAutofit fontScale="92500" lnSpcReduction="20000"/>
          </a:bodyPr>
          <a:lstStyle/>
          <a:p>
            <a:pPr marL="0" indent="0">
              <a:buNone/>
            </a:pPr>
            <a:r>
              <a:rPr lang="fr-FR" sz="1700" dirty="0"/>
              <a:t>Les décideurs de MegaMegaGroup occupent des positions de pouvoir telles qu'il leur est difficile de prendre en compte de très petits résultats.</a:t>
            </a:r>
          </a:p>
          <a:p>
            <a:pPr marL="0" indent="0">
              <a:buNone/>
            </a:pPr>
            <a:endParaRPr lang="fr-FR" sz="1700" dirty="0"/>
          </a:p>
          <a:p>
            <a:pPr marL="0" indent="0">
              <a:buNone/>
            </a:pPr>
            <a:r>
              <a:rPr lang="fr-FR" sz="1700" dirty="0"/>
              <a:t>Une façon pour eux de mesurer vos résultats est de mesurer la </a:t>
            </a:r>
            <a:r>
              <a:rPr lang="fr-FR" sz="1700" b="1" dirty="0"/>
              <a:t>TAILLE DE VOTRE COMMUNAUTÉ</a:t>
            </a:r>
            <a:r>
              <a:rPr lang="fr-FR" sz="1700" dirty="0"/>
              <a:t>, comme les gens ont déjà l'habitude de mesurer la taille de leurs départements dans MegaMegaGroup.</a:t>
            </a:r>
          </a:p>
        </p:txBody>
      </p:sp>
      <p:pic>
        <p:nvPicPr>
          <p:cNvPr id="7" name="Graphic 6" descr="Group of People">
            <a:extLst>
              <a:ext uri="{FF2B5EF4-FFF2-40B4-BE49-F238E27FC236}">
                <a16:creationId xmlns:a16="http://schemas.microsoft.com/office/drawing/2014/main" id="{302BDEA1-2660-48AF-9B5D-96E1F345EF8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026403" y="2592981"/>
            <a:ext cx="3675095" cy="3675095"/>
          </a:xfrm>
          <a:prstGeom prst="rect">
            <a:avLst/>
          </a:prstGeom>
        </p:spPr>
      </p:pic>
      <p:sp>
        <p:nvSpPr>
          <p:cNvPr id="15" name="ZoneTexte 14">
            <a:extLst>
              <a:ext uri="{FF2B5EF4-FFF2-40B4-BE49-F238E27FC236}">
                <a16:creationId xmlns:a16="http://schemas.microsoft.com/office/drawing/2014/main" id="{3401C6A6-7D7E-48DC-A5C7-B7CF77C727DF}"/>
              </a:ext>
            </a:extLst>
          </p:cNvPr>
          <p:cNvSpPr txBox="1"/>
          <p:nvPr/>
        </p:nvSpPr>
        <p:spPr>
          <a:xfrm>
            <a:off x="8173938" y="2252812"/>
            <a:ext cx="3545622" cy="4478149"/>
          </a:xfrm>
          <a:prstGeom prst="rect">
            <a:avLst/>
          </a:prstGeom>
          <a:solidFill>
            <a:schemeClr val="accent2">
              <a:lumMod val="20000"/>
              <a:lumOff val="80000"/>
            </a:schemeClr>
          </a:solidFill>
        </p:spPr>
        <p:txBody>
          <a:bodyPr wrap="square">
            <a:spAutoFit/>
          </a:bodyPr>
          <a:lstStyle/>
          <a:p>
            <a:pPr marL="0" indent="0">
              <a:spcAft>
                <a:spcPts val="600"/>
              </a:spcAft>
              <a:buNone/>
            </a:pPr>
            <a:r>
              <a:rPr lang="fr-FR" dirty="0"/>
              <a:t>La taille de votre Communauté sera comptée très simplement avec le </a:t>
            </a:r>
            <a:r>
              <a:rPr lang="fr-FR" b="1" dirty="0"/>
              <a:t>NOMBRE DE PERSONNES </a:t>
            </a:r>
            <a:r>
              <a:rPr lang="fr-FR" dirty="0"/>
              <a:t>qui sont identifiées comme membres de votre Communauté. </a:t>
            </a:r>
          </a:p>
          <a:p>
            <a:pPr marL="0" indent="0">
              <a:spcAft>
                <a:spcPts val="600"/>
              </a:spcAft>
              <a:buNone/>
            </a:pPr>
            <a:endParaRPr lang="fr-FR" dirty="0"/>
          </a:p>
          <a:p>
            <a:pPr marL="0" indent="0">
              <a:spcAft>
                <a:spcPts val="600"/>
              </a:spcAft>
              <a:buNone/>
            </a:pPr>
            <a:r>
              <a:rPr lang="fr-FR" dirty="0"/>
              <a:t>D'ici la fin de l'année, vous devez atteindre un nombre minimum de personnes. Ce nombre minimum est appelé le </a:t>
            </a:r>
            <a:r>
              <a:rPr lang="fr-FR" b="1" dirty="0"/>
              <a:t>SEUIL DE TAILLE</a:t>
            </a:r>
            <a:r>
              <a:rPr lang="fr-FR" dirty="0"/>
              <a:t>. </a:t>
            </a:r>
          </a:p>
          <a:p>
            <a:pPr marL="0" indent="0">
              <a:spcAft>
                <a:spcPts val="600"/>
              </a:spcAft>
              <a:buNone/>
            </a:pPr>
            <a:r>
              <a:rPr lang="fr-FR" dirty="0"/>
              <a:t>En dessous de ce seuil, votre Communauté et vos pouvoirs seront écartés.</a:t>
            </a:r>
          </a:p>
        </p:txBody>
      </p:sp>
    </p:spTree>
    <p:extLst>
      <p:ext uri="{BB962C8B-B14F-4D97-AF65-F5344CB8AC3E}">
        <p14:creationId xmlns:p14="http://schemas.microsoft.com/office/powerpoint/2010/main" val="13016169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004856B6-6A32-4276-A49E-ADFA78B216C1}"/>
              </a:ext>
            </a:extLst>
          </p:cNvPr>
          <p:cNvSpPr>
            <a:spLocks noGrp="1"/>
          </p:cNvSpPr>
          <p:nvPr>
            <p:ph type="title"/>
          </p:nvPr>
        </p:nvSpPr>
        <p:spPr>
          <a:xfrm>
            <a:off x="713076" y="865783"/>
            <a:ext cx="4503509" cy="714505"/>
          </a:xfrm>
        </p:spPr>
        <p:txBody>
          <a:bodyPr anchor="b">
            <a:normAutofit fontScale="90000"/>
          </a:bodyPr>
          <a:lstStyle/>
          <a:p>
            <a:pPr marL="0" indent="0">
              <a:lnSpc>
                <a:spcPct val="100000"/>
              </a:lnSpc>
              <a:buNone/>
            </a:pPr>
            <a:r>
              <a:rPr lang="fr-FR" sz="2800" dirty="0"/>
              <a:t>Compter les membres de votre communauté</a:t>
            </a:r>
            <a:endParaRPr lang="en-US" sz="1300" b="0" dirty="0"/>
          </a:p>
        </p:txBody>
      </p:sp>
      <p:sp>
        <p:nvSpPr>
          <p:cNvPr id="44" name="Flèche : haut 43">
            <a:extLst>
              <a:ext uri="{FF2B5EF4-FFF2-40B4-BE49-F238E27FC236}">
                <a16:creationId xmlns:a16="http://schemas.microsoft.com/office/drawing/2014/main" id="{65232C64-D0F8-4176-8FA6-5D1A4C49A346}"/>
              </a:ext>
            </a:extLst>
          </p:cNvPr>
          <p:cNvSpPr/>
          <p:nvPr/>
        </p:nvSpPr>
        <p:spPr>
          <a:xfrm>
            <a:off x="4395361" y="1398370"/>
            <a:ext cx="763480" cy="4539598"/>
          </a:xfrm>
          <a:prstGeom prst="upArrow">
            <a:avLst/>
          </a:prstGeom>
          <a:solidFill>
            <a:schemeClr val="bg1">
              <a:lumMod val="5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Espace réservé du contenu 15">
            <a:extLst>
              <a:ext uri="{FF2B5EF4-FFF2-40B4-BE49-F238E27FC236}">
                <a16:creationId xmlns:a16="http://schemas.microsoft.com/office/drawing/2014/main" id="{B20DC8F6-FA67-4E0B-97A7-CBA9584958CD}"/>
              </a:ext>
            </a:extLst>
          </p:cNvPr>
          <p:cNvSpPr>
            <a:spLocks noGrp="1"/>
          </p:cNvSpPr>
          <p:nvPr>
            <p:ph idx="1"/>
          </p:nvPr>
        </p:nvSpPr>
        <p:spPr>
          <a:xfrm>
            <a:off x="590014" y="2476340"/>
            <a:ext cx="3006119" cy="3620887"/>
          </a:xfrm>
        </p:spPr>
        <p:txBody>
          <a:bodyPr>
            <a:normAutofit fontScale="55000" lnSpcReduction="20000"/>
          </a:bodyPr>
          <a:lstStyle/>
          <a:p>
            <a:r>
              <a:rPr lang="fr-FR" dirty="0"/>
              <a:t>Votre nombre de membres de la communauté sera comptabilisé selon l’échelle ci-contre</a:t>
            </a:r>
          </a:p>
          <a:p>
            <a:endParaRPr lang="fr-FR" dirty="0"/>
          </a:p>
          <a:p>
            <a:r>
              <a:rPr lang="fr-FR" dirty="0"/>
              <a:t>Au début, vous n'aurez accès qu'aux actions de niveau Individuel.</a:t>
            </a:r>
          </a:p>
          <a:p>
            <a:endParaRPr lang="fr-FR" dirty="0"/>
          </a:p>
          <a:p>
            <a:r>
              <a:rPr lang="fr-FR" dirty="0"/>
              <a:t>À chaque nouveau niveau atteint, vous aurez accès à des actions, des recrues et des artefacts plus puissants.</a:t>
            </a:r>
          </a:p>
          <a:p>
            <a:endParaRPr lang="fr-FR" dirty="0"/>
          </a:p>
        </p:txBody>
      </p:sp>
      <p:graphicFrame>
        <p:nvGraphicFramePr>
          <p:cNvPr id="76" name="Tableau 23">
            <a:extLst>
              <a:ext uri="{FF2B5EF4-FFF2-40B4-BE49-F238E27FC236}">
                <a16:creationId xmlns:a16="http://schemas.microsoft.com/office/drawing/2014/main" id="{89CB6D9A-E131-4AD2-99A2-72D16514BE34}"/>
              </a:ext>
            </a:extLst>
          </p:cNvPr>
          <p:cNvGraphicFramePr>
            <a:graphicFrameLocks noGrp="1"/>
          </p:cNvGraphicFramePr>
          <p:nvPr>
            <p:extLst>
              <p:ext uri="{D42A27DB-BD31-4B8C-83A1-F6EECF244321}">
                <p14:modId xmlns:p14="http://schemas.microsoft.com/office/powerpoint/2010/main" val="810309383"/>
              </p:ext>
            </p:extLst>
          </p:nvPr>
        </p:nvGraphicFramePr>
        <p:xfrm>
          <a:off x="4974426" y="2300858"/>
          <a:ext cx="3045312" cy="3637110"/>
        </p:xfrm>
        <a:graphic>
          <a:graphicData uri="http://schemas.openxmlformats.org/drawingml/2006/table">
            <a:tbl>
              <a:tblPr bandRow="1">
                <a:tableStyleId>{5C22544A-7EE6-4342-B048-85BDC9FD1C3A}</a:tableStyleId>
              </a:tblPr>
              <a:tblGrid>
                <a:gridCol w="797223">
                  <a:extLst>
                    <a:ext uri="{9D8B030D-6E8A-4147-A177-3AD203B41FA5}">
                      <a16:colId xmlns:a16="http://schemas.microsoft.com/office/drawing/2014/main" val="2138380445"/>
                    </a:ext>
                  </a:extLst>
                </a:gridCol>
                <a:gridCol w="2248089">
                  <a:extLst>
                    <a:ext uri="{9D8B030D-6E8A-4147-A177-3AD203B41FA5}">
                      <a16:colId xmlns:a16="http://schemas.microsoft.com/office/drawing/2014/main" val="2856853876"/>
                    </a:ext>
                  </a:extLst>
                </a:gridCol>
              </a:tblGrid>
              <a:tr h="606185">
                <a:tc>
                  <a:txBody>
                    <a:bodyPr/>
                    <a:lstStyle/>
                    <a:p>
                      <a:r>
                        <a:rPr lang="en-US" noProof="0" dirty="0"/>
                        <a:t>≥100</a:t>
                      </a:r>
                    </a:p>
                  </a:txBody>
                  <a:tcPr anchor="ctr"/>
                </a:tc>
                <a:tc>
                  <a:txBody>
                    <a:bodyPr/>
                    <a:lstStyle/>
                    <a:p>
                      <a:r>
                        <a:rPr lang="en-US" noProof="0" dirty="0" err="1"/>
                        <a:t>Communauté</a:t>
                      </a:r>
                      <a:endParaRPr lang="en-US" noProof="0" dirty="0"/>
                    </a:p>
                  </a:txBody>
                  <a:tcPr anchor="ctr"/>
                </a:tc>
                <a:extLst>
                  <a:ext uri="{0D108BD9-81ED-4DB2-BD59-A6C34878D82A}">
                    <a16:rowId xmlns:a16="http://schemas.microsoft.com/office/drawing/2014/main" val="1441033158"/>
                  </a:ext>
                </a:extLst>
              </a:tr>
              <a:tr h="606185">
                <a:tc>
                  <a:txBody>
                    <a:bodyPr/>
                    <a:lstStyle/>
                    <a:p>
                      <a:r>
                        <a:rPr lang="en-US" noProof="0" dirty="0"/>
                        <a:t>50-99</a:t>
                      </a:r>
                    </a:p>
                  </a:txBody>
                  <a:tcPr anchor="ctr"/>
                </a:tc>
                <a:tc>
                  <a:txBody>
                    <a:bodyPr/>
                    <a:lstStyle/>
                    <a:p>
                      <a:r>
                        <a:rPr lang="en-US" noProof="0" dirty="0" err="1"/>
                        <a:t>Plusieurs</a:t>
                      </a:r>
                      <a:r>
                        <a:rPr lang="en-US" noProof="0" dirty="0"/>
                        <a:t> groups</a:t>
                      </a:r>
                    </a:p>
                  </a:txBody>
                  <a:tcPr anchor="ctr"/>
                </a:tc>
                <a:extLst>
                  <a:ext uri="{0D108BD9-81ED-4DB2-BD59-A6C34878D82A}">
                    <a16:rowId xmlns:a16="http://schemas.microsoft.com/office/drawing/2014/main" val="3626195925"/>
                  </a:ext>
                </a:extLst>
              </a:tr>
              <a:tr h="606185">
                <a:tc>
                  <a:txBody>
                    <a:bodyPr/>
                    <a:lstStyle/>
                    <a:p>
                      <a:r>
                        <a:rPr lang="en-US" noProof="0" dirty="0"/>
                        <a:t>25-49</a:t>
                      </a:r>
                    </a:p>
                  </a:txBody>
                  <a:tcPr anchor="ctr"/>
                </a:tc>
                <a:tc>
                  <a:txBody>
                    <a:bodyPr/>
                    <a:lstStyle/>
                    <a:p>
                      <a:r>
                        <a:rPr lang="en-US" noProof="0" dirty="0" err="1"/>
                        <a:t>Groupes</a:t>
                      </a:r>
                      <a:endParaRPr lang="en-US" noProof="0" dirty="0"/>
                    </a:p>
                  </a:txBody>
                  <a:tcPr anchor="ctr"/>
                </a:tc>
                <a:extLst>
                  <a:ext uri="{0D108BD9-81ED-4DB2-BD59-A6C34878D82A}">
                    <a16:rowId xmlns:a16="http://schemas.microsoft.com/office/drawing/2014/main" val="2053376849"/>
                  </a:ext>
                </a:extLst>
              </a:tr>
              <a:tr h="606185">
                <a:tc>
                  <a:txBody>
                    <a:bodyPr/>
                    <a:lstStyle/>
                    <a:p>
                      <a:r>
                        <a:rPr lang="en-US" noProof="0" dirty="0"/>
                        <a:t>9-24</a:t>
                      </a:r>
                    </a:p>
                  </a:txBody>
                  <a:tcPr anchor="ctr"/>
                </a:tc>
                <a:tc>
                  <a:txBody>
                    <a:bodyPr/>
                    <a:lstStyle/>
                    <a:p>
                      <a:r>
                        <a:rPr lang="en-US" noProof="0" dirty="0" err="1"/>
                        <a:t>Plusieurs</a:t>
                      </a:r>
                      <a:r>
                        <a:rPr lang="en-US" noProof="0" dirty="0"/>
                        <a:t> </a:t>
                      </a:r>
                      <a:r>
                        <a:rPr lang="en-US" noProof="0" dirty="0" err="1"/>
                        <a:t>équipes</a:t>
                      </a:r>
                      <a:endParaRPr lang="en-US" noProof="0" dirty="0"/>
                    </a:p>
                  </a:txBody>
                  <a:tcPr anchor="ctr"/>
                </a:tc>
                <a:extLst>
                  <a:ext uri="{0D108BD9-81ED-4DB2-BD59-A6C34878D82A}">
                    <a16:rowId xmlns:a16="http://schemas.microsoft.com/office/drawing/2014/main" val="154417976"/>
                  </a:ext>
                </a:extLst>
              </a:tr>
              <a:tr h="606185">
                <a:tc>
                  <a:txBody>
                    <a:bodyPr/>
                    <a:lstStyle/>
                    <a:p>
                      <a:r>
                        <a:rPr lang="en-US" noProof="0" dirty="0"/>
                        <a:t>4-8</a:t>
                      </a:r>
                    </a:p>
                  </a:txBody>
                  <a:tcPr anchor="ctr"/>
                </a:tc>
                <a:tc>
                  <a:txBody>
                    <a:bodyPr/>
                    <a:lstStyle/>
                    <a:p>
                      <a:r>
                        <a:rPr lang="en-US" noProof="0" dirty="0" err="1"/>
                        <a:t>Equipe</a:t>
                      </a:r>
                      <a:endParaRPr lang="en-US" noProof="0" dirty="0"/>
                    </a:p>
                  </a:txBody>
                  <a:tcPr anchor="ctr"/>
                </a:tc>
                <a:extLst>
                  <a:ext uri="{0D108BD9-81ED-4DB2-BD59-A6C34878D82A}">
                    <a16:rowId xmlns:a16="http://schemas.microsoft.com/office/drawing/2014/main" val="74032144"/>
                  </a:ext>
                </a:extLst>
              </a:tr>
              <a:tr h="606185">
                <a:tc>
                  <a:txBody>
                    <a:bodyPr/>
                    <a:lstStyle/>
                    <a:p>
                      <a:r>
                        <a:rPr lang="en-US" noProof="0" dirty="0"/>
                        <a:t>1-3</a:t>
                      </a:r>
                    </a:p>
                  </a:txBody>
                  <a:tcPr anchor="ctr"/>
                </a:tc>
                <a:tc>
                  <a:txBody>
                    <a:bodyPr/>
                    <a:lstStyle/>
                    <a:p>
                      <a:r>
                        <a:rPr lang="en-US" noProof="0" dirty="0" err="1"/>
                        <a:t>Individus</a:t>
                      </a:r>
                      <a:endParaRPr lang="en-US" noProof="0" dirty="0"/>
                    </a:p>
                  </a:txBody>
                  <a:tcPr anchor="ctr"/>
                </a:tc>
                <a:extLst>
                  <a:ext uri="{0D108BD9-81ED-4DB2-BD59-A6C34878D82A}">
                    <a16:rowId xmlns:a16="http://schemas.microsoft.com/office/drawing/2014/main" val="2147646334"/>
                  </a:ext>
                </a:extLst>
              </a:tr>
            </a:tbl>
          </a:graphicData>
        </a:graphic>
      </p:graphicFrame>
      <p:cxnSp>
        <p:nvCxnSpPr>
          <p:cNvPr id="78" name="Connecteur droit 77">
            <a:extLst>
              <a:ext uri="{FF2B5EF4-FFF2-40B4-BE49-F238E27FC236}">
                <a16:creationId xmlns:a16="http://schemas.microsoft.com/office/drawing/2014/main" id="{791FF3E6-359F-48AC-AE65-310D3A2E0126}"/>
              </a:ext>
            </a:extLst>
          </p:cNvPr>
          <p:cNvCxnSpPr>
            <a:cxnSpLocks/>
          </p:cNvCxnSpPr>
          <p:nvPr/>
        </p:nvCxnSpPr>
        <p:spPr>
          <a:xfrm>
            <a:off x="4570802" y="2888396"/>
            <a:ext cx="3448936" cy="870"/>
          </a:xfrm>
          <a:prstGeom prst="line">
            <a:avLst/>
          </a:prstGeom>
          <a:ln w="76200">
            <a:solidFill>
              <a:srgbClr val="ED7D31"/>
            </a:solidFill>
            <a:prstDash val="dash"/>
          </a:ln>
        </p:spPr>
        <p:style>
          <a:lnRef idx="1">
            <a:schemeClr val="accent1"/>
          </a:lnRef>
          <a:fillRef idx="0">
            <a:schemeClr val="accent1"/>
          </a:fillRef>
          <a:effectRef idx="0">
            <a:schemeClr val="accent1"/>
          </a:effectRef>
          <a:fontRef idx="minor">
            <a:schemeClr val="tx1"/>
          </a:fontRef>
        </p:style>
      </p:cxnSp>
      <p:sp>
        <p:nvSpPr>
          <p:cNvPr id="79" name="ZoneTexte 78">
            <a:extLst>
              <a:ext uri="{FF2B5EF4-FFF2-40B4-BE49-F238E27FC236}">
                <a16:creationId xmlns:a16="http://schemas.microsoft.com/office/drawing/2014/main" id="{3745C0CA-8EA5-46EF-BE42-BE39186A790D}"/>
              </a:ext>
            </a:extLst>
          </p:cNvPr>
          <p:cNvSpPr txBox="1"/>
          <p:nvPr/>
        </p:nvSpPr>
        <p:spPr>
          <a:xfrm flipH="1">
            <a:off x="8019738" y="2704165"/>
            <a:ext cx="2025648" cy="369332"/>
          </a:xfrm>
          <a:prstGeom prst="homePlate">
            <a:avLst/>
          </a:prstGeom>
          <a:solidFill>
            <a:srgbClr val="ED7D31"/>
          </a:solidFill>
        </p:spPr>
        <p:txBody>
          <a:bodyPr wrap="square" rtlCol="0">
            <a:spAutoFit/>
          </a:bodyPr>
          <a:lstStyle/>
          <a:p>
            <a:r>
              <a:rPr lang="en-US" dirty="0" err="1"/>
              <a:t>Seuil</a:t>
            </a:r>
            <a:r>
              <a:rPr lang="en-US" dirty="0"/>
              <a:t> de Taille !</a:t>
            </a:r>
          </a:p>
        </p:txBody>
      </p:sp>
      <p:sp>
        <p:nvSpPr>
          <p:cNvPr id="80" name="Flèche : droite 79">
            <a:extLst>
              <a:ext uri="{FF2B5EF4-FFF2-40B4-BE49-F238E27FC236}">
                <a16:creationId xmlns:a16="http://schemas.microsoft.com/office/drawing/2014/main" id="{0A77AEA7-DA3F-4935-B5B2-251F0C521569}"/>
              </a:ext>
            </a:extLst>
          </p:cNvPr>
          <p:cNvSpPr/>
          <p:nvPr/>
        </p:nvSpPr>
        <p:spPr>
          <a:xfrm rot="16200000">
            <a:off x="4039191" y="1737633"/>
            <a:ext cx="1483741" cy="805216"/>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Victoire !</a:t>
            </a:r>
          </a:p>
        </p:txBody>
      </p:sp>
      <p:pic>
        <p:nvPicPr>
          <p:cNvPr id="85" name="Graphique 84" descr="Personne confuse avec un remplissage uni">
            <a:extLst>
              <a:ext uri="{FF2B5EF4-FFF2-40B4-BE49-F238E27FC236}">
                <a16:creationId xmlns:a16="http://schemas.microsoft.com/office/drawing/2014/main" id="{64D53A9C-5059-4318-90A1-2BBE2378B34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99413" y="3472207"/>
            <a:ext cx="524287" cy="524287"/>
          </a:xfrm>
          <a:prstGeom prst="rect">
            <a:avLst/>
          </a:prstGeom>
        </p:spPr>
      </p:pic>
      <p:pic>
        <p:nvPicPr>
          <p:cNvPr id="112" name="Graphique 111" descr="Groupe avec un remplissage uni">
            <a:extLst>
              <a:ext uri="{FF2B5EF4-FFF2-40B4-BE49-F238E27FC236}">
                <a16:creationId xmlns:a16="http://schemas.microsoft.com/office/drawing/2014/main" id="{41AF1A06-4A15-474E-9A99-62FB94548C0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8138" y="4777887"/>
            <a:ext cx="647223" cy="647223"/>
          </a:xfrm>
          <a:prstGeom prst="rect">
            <a:avLst/>
          </a:prstGeom>
        </p:spPr>
      </p:pic>
      <p:grpSp>
        <p:nvGrpSpPr>
          <p:cNvPr id="113" name="Groupe 112">
            <a:extLst>
              <a:ext uri="{FF2B5EF4-FFF2-40B4-BE49-F238E27FC236}">
                <a16:creationId xmlns:a16="http://schemas.microsoft.com/office/drawing/2014/main" id="{BFB80316-31AE-445A-AECE-6A6BFB4B9685}"/>
              </a:ext>
            </a:extLst>
          </p:cNvPr>
          <p:cNvGrpSpPr/>
          <p:nvPr/>
        </p:nvGrpSpPr>
        <p:grpSpPr>
          <a:xfrm>
            <a:off x="3767834" y="3626333"/>
            <a:ext cx="649373" cy="408529"/>
            <a:chOff x="6989470" y="1452253"/>
            <a:chExt cx="2968717" cy="1867662"/>
          </a:xfrm>
          <a:solidFill>
            <a:srgbClr val="ED7D31"/>
          </a:solidFill>
        </p:grpSpPr>
        <p:pic>
          <p:nvPicPr>
            <p:cNvPr id="114" name="Graphique 113" descr="Groupe de personnes avec un remplissage uni">
              <a:extLst>
                <a:ext uri="{FF2B5EF4-FFF2-40B4-BE49-F238E27FC236}">
                  <a16:creationId xmlns:a16="http://schemas.microsoft.com/office/drawing/2014/main" id="{227CF87B-9293-4637-9FEB-1C47412460E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989470" y="1452253"/>
              <a:ext cx="1867662" cy="1867662"/>
            </a:xfrm>
            <a:prstGeom prst="rect">
              <a:avLst/>
            </a:prstGeom>
          </p:spPr>
        </p:pic>
        <p:pic>
          <p:nvPicPr>
            <p:cNvPr id="115" name="Graphique 114" descr="Groupe de personnes avec un remplissage uni">
              <a:extLst>
                <a:ext uri="{FF2B5EF4-FFF2-40B4-BE49-F238E27FC236}">
                  <a16:creationId xmlns:a16="http://schemas.microsoft.com/office/drawing/2014/main" id="{DE40656C-EC04-4431-B20C-E9E40C8277D8}"/>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t="65384"/>
            <a:stretch/>
          </p:blipFill>
          <p:spPr>
            <a:xfrm>
              <a:off x="8090525" y="1513565"/>
              <a:ext cx="1867662" cy="651367"/>
            </a:xfrm>
            <a:prstGeom prst="rect">
              <a:avLst/>
            </a:prstGeom>
          </p:spPr>
        </p:pic>
        <p:pic>
          <p:nvPicPr>
            <p:cNvPr id="116" name="Graphique 115" descr="Groupe de personnes avec un remplissage uni">
              <a:extLst>
                <a:ext uri="{FF2B5EF4-FFF2-40B4-BE49-F238E27FC236}">
                  <a16:creationId xmlns:a16="http://schemas.microsoft.com/office/drawing/2014/main" id="{EBC789D3-B3CE-47A4-8C52-9E406CB29091}"/>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t="65384" r="30495"/>
            <a:stretch/>
          </p:blipFill>
          <p:spPr>
            <a:xfrm>
              <a:off x="8316394" y="2091056"/>
              <a:ext cx="1298123" cy="651367"/>
            </a:xfrm>
            <a:prstGeom prst="rect">
              <a:avLst/>
            </a:prstGeom>
          </p:spPr>
        </p:pic>
        <p:pic>
          <p:nvPicPr>
            <p:cNvPr id="117" name="Graphique 116" descr="Groupe de personnes avec un remplissage uni">
              <a:extLst>
                <a:ext uri="{FF2B5EF4-FFF2-40B4-BE49-F238E27FC236}">
                  <a16:creationId xmlns:a16="http://schemas.microsoft.com/office/drawing/2014/main" id="{B1A77BFD-9C8A-42E9-9EFE-B7B406BC139F}"/>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t="65384" r="65831"/>
            <a:stretch/>
          </p:blipFill>
          <p:spPr>
            <a:xfrm>
              <a:off x="6989470" y="1513565"/>
              <a:ext cx="638169" cy="651367"/>
            </a:xfrm>
            <a:prstGeom prst="rect">
              <a:avLst/>
            </a:prstGeom>
          </p:spPr>
        </p:pic>
        <p:pic>
          <p:nvPicPr>
            <p:cNvPr id="118" name="Graphique 117" descr="Groupe de personnes avec un remplissage uni">
              <a:extLst>
                <a:ext uri="{FF2B5EF4-FFF2-40B4-BE49-F238E27FC236}">
                  <a16:creationId xmlns:a16="http://schemas.microsoft.com/office/drawing/2014/main" id="{54A715A3-BBB1-4B3B-B6F8-34F087583025}"/>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t="65384" r="30495"/>
            <a:stretch/>
          </p:blipFill>
          <p:spPr>
            <a:xfrm>
              <a:off x="8498660" y="2653414"/>
              <a:ext cx="1298123" cy="651367"/>
            </a:xfrm>
            <a:prstGeom prst="rect">
              <a:avLst/>
            </a:prstGeom>
          </p:spPr>
        </p:pic>
      </p:grpSp>
      <p:grpSp>
        <p:nvGrpSpPr>
          <p:cNvPr id="119" name="Groupe 118">
            <a:extLst>
              <a:ext uri="{FF2B5EF4-FFF2-40B4-BE49-F238E27FC236}">
                <a16:creationId xmlns:a16="http://schemas.microsoft.com/office/drawing/2014/main" id="{618E910B-6707-435F-8C27-2EF0A6BDC5F2}"/>
              </a:ext>
            </a:extLst>
          </p:cNvPr>
          <p:cNvGrpSpPr/>
          <p:nvPr/>
        </p:nvGrpSpPr>
        <p:grpSpPr>
          <a:xfrm>
            <a:off x="3629707" y="2949258"/>
            <a:ext cx="845887" cy="552586"/>
            <a:chOff x="560346" y="5288117"/>
            <a:chExt cx="522960" cy="341630"/>
          </a:xfrm>
          <a:solidFill>
            <a:srgbClr val="ED7D31"/>
          </a:solidFill>
        </p:grpSpPr>
        <p:grpSp>
          <p:nvGrpSpPr>
            <p:cNvPr id="120" name="Groupe 119">
              <a:extLst>
                <a:ext uri="{FF2B5EF4-FFF2-40B4-BE49-F238E27FC236}">
                  <a16:creationId xmlns:a16="http://schemas.microsoft.com/office/drawing/2014/main" id="{CCB4CB5A-3211-4844-803F-9EB26CE2F11B}"/>
                </a:ext>
              </a:extLst>
            </p:cNvPr>
            <p:cNvGrpSpPr/>
            <p:nvPr/>
          </p:nvGrpSpPr>
          <p:grpSpPr>
            <a:xfrm>
              <a:off x="560346" y="5458956"/>
              <a:ext cx="271479" cy="170791"/>
              <a:chOff x="6989470" y="1452253"/>
              <a:chExt cx="2968717" cy="1867662"/>
            </a:xfrm>
            <a:grpFill/>
          </p:grpSpPr>
          <p:pic>
            <p:nvPicPr>
              <p:cNvPr id="133" name="Graphique 132" descr="Groupe de personnes avec un remplissage uni">
                <a:extLst>
                  <a:ext uri="{FF2B5EF4-FFF2-40B4-BE49-F238E27FC236}">
                    <a16:creationId xmlns:a16="http://schemas.microsoft.com/office/drawing/2014/main" id="{3315E173-2B48-4C2B-A260-6552A8CFCDC3}"/>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989470" y="1452253"/>
                <a:ext cx="1867662" cy="1867662"/>
              </a:xfrm>
              <a:prstGeom prst="rect">
                <a:avLst/>
              </a:prstGeom>
            </p:spPr>
          </p:pic>
          <p:pic>
            <p:nvPicPr>
              <p:cNvPr id="134" name="Graphique 133" descr="Groupe de personnes avec un remplissage uni">
                <a:extLst>
                  <a:ext uri="{FF2B5EF4-FFF2-40B4-BE49-F238E27FC236}">
                    <a16:creationId xmlns:a16="http://schemas.microsoft.com/office/drawing/2014/main" id="{3745B79D-80F8-401A-819E-D5288B55EB9A}"/>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t="65384"/>
              <a:stretch/>
            </p:blipFill>
            <p:spPr>
              <a:xfrm>
                <a:off x="8090525" y="1513565"/>
                <a:ext cx="1867662" cy="651367"/>
              </a:xfrm>
              <a:prstGeom prst="rect">
                <a:avLst/>
              </a:prstGeom>
            </p:spPr>
          </p:pic>
          <p:pic>
            <p:nvPicPr>
              <p:cNvPr id="135" name="Graphique 134" descr="Groupe de personnes avec un remplissage uni">
                <a:extLst>
                  <a:ext uri="{FF2B5EF4-FFF2-40B4-BE49-F238E27FC236}">
                    <a16:creationId xmlns:a16="http://schemas.microsoft.com/office/drawing/2014/main" id="{EC77AC34-A842-430C-A75C-D79F814210B1}"/>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t="65384" r="30495"/>
              <a:stretch/>
            </p:blipFill>
            <p:spPr>
              <a:xfrm>
                <a:off x="8316394" y="2091056"/>
                <a:ext cx="1298123" cy="651367"/>
              </a:xfrm>
              <a:prstGeom prst="rect">
                <a:avLst/>
              </a:prstGeom>
            </p:spPr>
          </p:pic>
          <p:pic>
            <p:nvPicPr>
              <p:cNvPr id="136" name="Graphique 135" descr="Groupe de personnes avec un remplissage uni">
                <a:extLst>
                  <a:ext uri="{FF2B5EF4-FFF2-40B4-BE49-F238E27FC236}">
                    <a16:creationId xmlns:a16="http://schemas.microsoft.com/office/drawing/2014/main" id="{161144D4-F436-4D22-89FB-9D9C65889027}"/>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t="65384" r="65831"/>
              <a:stretch/>
            </p:blipFill>
            <p:spPr>
              <a:xfrm>
                <a:off x="6989470" y="1513565"/>
                <a:ext cx="638169" cy="651367"/>
              </a:xfrm>
              <a:prstGeom prst="rect">
                <a:avLst/>
              </a:prstGeom>
            </p:spPr>
          </p:pic>
          <p:pic>
            <p:nvPicPr>
              <p:cNvPr id="137" name="Graphique 136" descr="Groupe de personnes avec un remplissage uni">
                <a:extLst>
                  <a:ext uri="{FF2B5EF4-FFF2-40B4-BE49-F238E27FC236}">
                    <a16:creationId xmlns:a16="http://schemas.microsoft.com/office/drawing/2014/main" id="{92FE3C4F-C305-4632-B588-288233BDABBF}"/>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t="65384" r="30495"/>
              <a:stretch/>
            </p:blipFill>
            <p:spPr>
              <a:xfrm>
                <a:off x="8498660" y="2653414"/>
                <a:ext cx="1298123" cy="651367"/>
              </a:xfrm>
              <a:prstGeom prst="rect">
                <a:avLst/>
              </a:prstGeom>
            </p:spPr>
          </p:pic>
        </p:grpSp>
        <p:grpSp>
          <p:nvGrpSpPr>
            <p:cNvPr id="121" name="Groupe 120">
              <a:extLst>
                <a:ext uri="{FF2B5EF4-FFF2-40B4-BE49-F238E27FC236}">
                  <a16:creationId xmlns:a16="http://schemas.microsoft.com/office/drawing/2014/main" id="{8CE0A640-ABF0-482B-AD74-2CC83BDC69B4}"/>
                </a:ext>
              </a:extLst>
            </p:cNvPr>
            <p:cNvGrpSpPr/>
            <p:nvPr/>
          </p:nvGrpSpPr>
          <p:grpSpPr>
            <a:xfrm>
              <a:off x="811827" y="5457524"/>
              <a:ext cx="271479" cy="170791"/>
              <a:chOff x="6989470" y="1452253"/>
              <a:chExt cx="2968717" cy="1867662"/>
            </a:xfrm>
            <a:grpFill/>
          </p:grpSpPr>
          <p:pic>
            <p:nvPicPr>
              <p:cNvPr id="128" name="Graphique 127" descr="Groupe de personnes avec un remplissage uni">
                <a:extLst>
                  <a:ext uri="{FF2B5EF4-FFF2-40B4-BE49-F238E27FC236}">
                    <a16:creationId xmlns:a16="http://schemas.microsoft.com/office/drawing/2014/main" id="{DC36CEC4-7E51-4444-9F5D-A71B4368E6C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989470" y="1452253"/>
                <a:ext cx="1867662" cy="1867662"/>
              </a:xfrm>
              <a:prstGeom prst="rect">
                <a:avLst/>
              </a:prstGeom>
            </p:spPr>
          </p:pic>
          <p:pic>
            <p:nvPicPr>
              <p:cNvPr id="129" name="Graphique 128" descr="Groupe de personnes avec un remplissage uni">
                <a:extLst>
                  <a:ext uri="{FF2B5EF4-FFF2-40B4-BE49-F238E27FC236}">
                    <a16:creationId xmlns:a16="http://schemas.microsoft.com/office/drawing/2014/main" id="{9ED41DBD-F283-446F-88AD-7AB3C2F92D4F}"/>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t="65384"/>
              <a:stretch/>
            </p:blipFill>
            <p:spPr>
              <a:xfrm>
                <a:off x="8090525" y="1513565"/>
                <a:ext cx="1867662" cy="651367"/>
              </a:xfrm>
              <a:prstGeom prst="rect">
                <a:avLst/>
              </a:prstGeom>
            </p:spPr>
          </p:pic>
          <p:pic>
            <p:nvPicPr>
              <p:cNvPr id="130" name="Graphique 129" descr="Groupe de personnes avec un remplissage uni">
                <a:extLst>
                  <a:ext uri="{FF2B5EF4-FFF2-40B4-BE49-F238E27FC236}">
                    <a16:creationId xmlns:a16="http://schemas.microsoft.com/office/drawing/2014/main" id="{83D2F899-CD6E-47A2-BB3E-A03400E0BFCF}"/>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t="65384" r="30495"/>
              <a:stretch/>
            </p:blipFill>
            <p:spPr>
              <a:xfrm>
                <a:off x="8316394" y="2091056"/>
                <a:ext cx="1298123" cy="651367"/>
              </a:xfrm>
              <a:prstGeom prst="rect">
                <a:avLst/>
              </a:prstGeom>
            </p:spPr>
          </p:pic>
          <p:pic>
            <p:nvPicPr>
              <p:cNvPr id="131" name="Graphique 130" descr="Groupe de personnes avec un remplissage uni">
                <a:extLst>
                  <a:ext uri="{FF2B5EF4-FFF2-40B4-BE49-F238E27FC236}">
                    <a16:creationId xmlns:a16="http://schemas.microsoft.com/office/drawing/2014/main" id="{F670AF5A-E642-4D89-9B1C-D739FED54DF0}"/>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t="65384" r="65831"/>
              <a:stretch/>
            </p:blipFill>
            <p:spPr>
              <a:xfrm>
                <a:off x="6989470" y="1513565"/>
                <a:ext cx="638169" cy="651367"/>
              </a:xfrm>
              <a:prstGeom prst="rect">
                <a:avLst/>
              </a:prstGeom>
            </p:spPr>
          </p:pic>
          <p:pic>
            <p:nvPicPr>
              <p:cNvPr id="132" name="Graphique 131" descr="Groupe de personnes avec un remplissage uni">
                <a:extLst>
                  <a:ext uri="{FF2B5EF4-FFF2-40B4-BE49-F238E27FC236}">
                    <a16:creationId xmlns:a16="http://schemas.microsoft.com/office/drawing/2014/main" id="{66AA5839-B863-48AB-854F-59E444C5A242}"/>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t="65384" r="30495"/>
              <a:stretch/>
            </p:blipFill>
            <p:spPr>
              <a:xfrm>
                <a:off x="8498660" y="2653414"/>
                <a:ext cx="1298123" cy="651367"/>
              </a:xfrm>
              <a:prstGeom prst="rect">
                <a:avLst/>
              </a:prstGeom>
            </p:spPr>
          </p:pic>
        </p:grpSp>
        <p:grpSp>
          <p:nvGrpSpPr>
            <p:cNvPr id="122" name="Groupe 121">
              <a:extLst>
                <a:ext uri="{FF2B5EF4-FFF2-40B4-BE49-F238E27FC236}">
                  <a16:creationId xmlns:a16="http://schemas.microsoft.com/office/drawing/2014/main" id="{79E6174B-2D50-4B81-8CE2-D7E3ED1E18AD}"/>
                </a:ext>
              </a:extLst>
            </p:cNvPr>
            <p:cNvGrpSpPr/>
            <p:nvPr/>
          </p:nvGrpSpPr>
          <p:grpSpPr>
            <a:xfrm>
              <a:off x="714070" y="5288117"/>
              <a:ext cx="271479" cy="170791"/>
              <a:chOff x="6989470" y="1452253"/>
              <a:chExt cx="2968717" cy="1867662"/>
            </a:xfrm>
            <a:grpFill/>
          </p:grpSpPr>
          <p:pic>
            <p:nvPicPr>
              <p:cNvPr id="123" name="Graphique 122" descr="Groupe de personnes avec un remplissage uni">
                <a:extLst>
                  <a:ext uri="{FF2B5EF4-FFF2-40B4-BE49-F238E27FC236}">
                    <a16:creationId xmlns:a16="http://schemas.microsoft.com/office/drawing/2014/main" id="{AE3A4626-45BF-48BB-8954-E4829765ADE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989470" y="1452253"/>
                <a:ext cx="1867662" cy="1867662"/>
              </a:xfrm>
              <a:prstGeom prst="rect">
                <a:avLst/>
              </a:prstGeom>
            </p:spPr>
          </p:pic>
          <p:pic>
            <p:nvPicPr>
              <p:cNvPr id="124" name="Graphique 123" descr="Groupe de personnes avec un remplissage uni">
                <a:extLst>
                  <a:ext uri="{FF2B5EF4-FFF2-40B4-BE49-F238E27FC236}">
                    <a16:creationId xmlns:a16="http://schemas.microsoft.com/office/drawing/2014/main" id="{CB15D48F-776F-4A48-A144-36C1DD065E21}"/>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t="65384"/>
              <a:stretch/>
            </p:blipFill>
            <p:spPr>
              <a:xfrm>
                <a:off x="8090525" y="1513565"/>
                <a:ext cx="1867662" cy="651367"/>
              </a:xfrm>
              <a:prstGeom prst="rect">
                <a:avLst/>
              </a:prstGeom>
            </p:spPr>
          </p:pic>
          <p:pic>
            <p:nvPicPr>
              <p:cNvPr id="125" name="Graphique 124" descr="Groupe de personnes avec un remplissage uni">
                <a:extLst>
                  <a:ext uri="{FF2B5EF4-FFF2-40B4-BE49-F238E27FC236}">
                    <a16:creationId xmlns:a16="http://schemas.microsoft.com/office/drawing/2014/main" id="{0F8B480F-A7EE-4DD8-BF78-E5ADD82193AF}"/>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t="65384" r="30495"/>
              <a:stretch/>
            </p:blipFill>
            <p:spPr>
              <a:xfrm>
                <a:off x="8316394" y="2091056"/>
                <a:ext cx="1298123" cy="651367"/>
              </a:xfrm>
              <a:prstGeom prst="rect">
                <a:avLst/>
              </a:prstGeom>
            </p:spPr>
          </p:pic>
          <p:pic>
            <p:nvPicPr>
              <p:cNvPr id="126" name="Graphique 125" descr="Groupe de personnes avec un remplissage uni">
                <a:extLst>
                  <a:ext uri="{FF2B5EF4-FFF2-40B4-BE49-F238E27FC236}">
                    <a16:creationId xmlns:a16="http://schemas.microsoft.com/office/drawing/2014/main" id="{FB5BE548-B6F5-4562-A279-DC2E557A7E65}"/>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t="65384" r="65831"/>
              <a:stretch/>
            </p:blipFill>
            <p:spPr>
              <a:xfrm>
                <a:off x="6989470" y="1513565"/>
                <a:ext cx="638169" cy="651367"/>
              </a:xfrm>
              <a:prstGeom prst="rect">
                <a:avLst/>
              </a:prstGeom>
            </p:spPr>
          </p:pic>
          <p:pic>
            <p:nvPicPr>
              <p:cNvPr id="127" name="Graphique 126" descr="Groupe de personnes avec un remplissage uni">
                <a:extLst>
                  <a:ext uri="{FF2B5EF4-FFF2-40B4-BE49-F238E27FC236}">
                    <a16:creationId xmlns:a16="http://schemas.microsoft.com/office/drawing/2014/main" id="{A97FCC6A-5CC9-4EC7-AE08-8ADBE8A0D1EA}"/>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t="65384" r="30495"/>
              <a:stretch/>
            </p:blipFill>
            <p:spPr>
              <a:xfrm>
                <a:off x="8498660" y="2653414"/>
                <a:ext cx="1298123" cy="651367"/>
              </a:xfrm>
              <a:prstGeom prst="rect">
                <a:avLst/>
              </a:prstGeom>
            </p:spPr>
          </p:pic>
        </p:grpSp>
      </p:grpSp>
      <p:grpSp>
        <p:nvGrpSpPr>
          <p:cNvPr id="138" name="Groupe 137">
            <a:extLst>
              <a:ext uri="{FF2B5EF4-FFF2-40B4-BE49-F238E27FC236}">
                <a16:creationId xmlns:a16="http://schemas.microsoft.com/office/drawing/2014/main" id="{8E3E8096-95AC-49BE-9915-D1F2C1F30F49}"/>
              </a:ext>
            </a:extLst>
          </p:cNvPr>
          <p:cNvGrpSpPr/>
          <p:nvPr/>
        </p:nvGrpSpPr>
        <p:grpSpPr>
          <a:xfrm>
            <a:off x="3649592" y="4091510"/>
            <a:ext cx="795834" cy="685354"/>
            <a:chOff x="580554" y="3987276"/>
            <a:chExt cx="555788" cy="478632"/>
          </a:xfrm>
          <a:solidFill>
            <a:srgbClr val="ED7D31"/>
          </a:solidFill>
        </p:grpSpPr>
        <p:pic>
          <p:nvPicPr>
            <p:cNvPr id="139" name="Graphique 138" descr="Groupe avec un remplissage uni">
              <a:extLst>
                <a:ext uri="{FF2B5EF4-FFF2-40B4-BE49-F238E27FC236}">
                  <a16:creationId xmlns:a16="http://schemas.microsoft.com/office/drawing/2014/main" id="{626E8D52-0378-448C-9F4C-32B41011A5E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26167" y="3987276"/>
              <a:ext cx="285305" cy="285305"/>
            </a:xfrm>
            <a:prstGeom prst="rect">
              <a:avLst/>
            </a:prstGeom>
          </p:spPr>
        </p:pic>
        <p:pic>
          <p:nvPicPr>
            <p:cNvPr id="140" name="Graphique 139" descr="Groupe avec un remplissage uni">
              <a:extLst>
                <a:ext uri="{FF2B5EF4-FFF2-40B4-BE49-F238E27FC236}">
                  <a16:creationId xmlns:a16="http://schemas.microsoft.com/office/drawing/2014/main" id="{AFDC95ED-8936-4674-919D-8F23DD502E9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80554" y="4180603"/>
              <a:ext cx="285305" cy="285305"/>
            </a:xfrm>
            <a:prstGeom prst="rect">
              <a:avLst/>
            </a:prstGeom>
          </p:spPr>
        </p:pic>
        <p:pic>
          <p:nvPicPr>
            <p:cNvPr id="141" name="Graphique 140" descr="Groupe avec un remplissage uni">
              <a:extLst>
                <a:ext uri="{FF2B5EF4-FFF2-40B4-BE49-F238E27FC236}">
                  <a16:creationId xmlns:a16="http://schemas.microsoft.com/office/drawing/2014/main" id="{CA2939D6-5984-479A-BA74-0118A1BDC68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51037" y="4180602"/>
              <a:ext cx="285305" cy="285305"/>
            </a:xfrm>
            <a:prstGeom prst="rect">
              <a:avLst/>
            </a:prstGeom>
          </p:spPr>
        </p:pic>
      </p:grpSp>
      <p:pic>
        <p:nvPicPr>
          <p:cNvPr id="142" name="Graphique 141" descr="Personne confuse avec un remplissage uni">
            <a:extLst>
              <a:ext uri="{FF2B5EF4-FFF2-40B4-BE49-F238E27FC236}">
                <a16:creationId xmlns:a16="http://schemas.microsoft.com/office/drawing/2014/main" id="{B194D52D-C33C-4825-A250-BCD84CF0B7C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850512" y="5543185"/>
            <a:ext cx="524287" cy="524287"/>
          </a:xfrm>
          <a:prstGeom prst="rect">
            <a:avLst/>
          </a:prstGeom>
        </p:spPr>
      </p:pic>
      <p:grpSp>
        <p:nvGrpSpPr>
          <p:cNvPr id="143" name="Groupe 142">
            <a:extLst>
              <a:ext uri="{FF2B5EF4-FFF2-40B4-BE49-F238E27FC236}">
                <a16:creationId xmlns:a16="http://schemas.microsoft.com/office/drawing/2014/main" id="{7525DDD6-9105-4465-91C4-6F4240BB3919}"/>
              </a:ext>
            </a:extLst>
          </p:cNvPr>
          <p:cNvGrpSpPr/>
          <p:nvPr/>
        </p:nvGrpSpPr>
        <p:grpSpPr>
          <a:xfrm>
            <a:off x="3830155" y="2334975"/>
            <a:ext cx="550624" cy="593160"/>
            <a:chOff x="5046941" y="2636554"/>
            <a:chExt cx="550624" cy="593160"/>
          </a:xfrm>
        </p:grpSpPr>
        <p:pic>
          <p:nvPicPr>
            <p:cNvPr id="144" name="Graphique 143" descr="Monde avec un remplissage uni">
              <a:extLst>
                <a:ext uri="{FF2B5EF4-FFF2-40B4-BE49-F238E27FC236}">
                  <a16:creationId xmlns:a16="http://schemas.microsoft.com/office/drawing/2014/main" id="{F668E122-DE50-48BB-881C-1E361CFD7721}"/>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7173" r="-1"/>
            <a:stretch/>
          </p:blipFill>
          <p:spPr>
            <a:xfrm>
              <a:off x="5046941" y="2636554"/>
              <a:ext cx="550624" cy="593160"/>
            </a:xfrm>
            <a:prstGeom prst="rect">
              <a:avLst/>
            </a:prstGeom>
          </p:spPr>
        </p:pic>
        <p:pic>
          <p:nvPicPr>
            <p:cNvPr id="145" name="Graphique 144" descr="Monde avec un remplissage uni">
              <a:extLst>
                <a:ext uri="{FF2B5EF4-FFF2-40B4-BE49-F238E27FC236}">
                  <a16:creationId xmlns:a16="http://schemas.microsoft.com/office/drawing/2014/main" id="{9458C8AA-8F41-4A5C-9BB8-C7931927672F}"/>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l="29716" t="30008" r="27849" b="30408"/>
            <a:stretch/>
          </p:blipFill>
          <p:spPr>
            <a:xfrm>
              <a:off x="5180657" y="2809632"/>
              <a:ext cx="251709" cy="234792"/>
            </a:xfrm>
            <a:prstGeom prst="rect">
              <a:avLst/>
            </a:prstGeom>
          </p:spPr>
        </p:pic>
      </p:grpSp>
      <p:sp>
        <p:nvSpPr>
          <p:cNvPr id="146" name="ZoneTexte 145">
            <a:extLst>
              <a:ext uri="{FF2B5EF4-FFF2-40B4-BE49-F238E27FC236}">
                <a16:creationId xmlns:a16="http://schemas.microsoft.com/office/drawing/2014/main" id="{F34141D8-F5C6-4F35-A3C5-7AA22E4F44B6}"/>
              </a:ext>
            </a:extLst>
          </p:cNvPr>
          <p:cNvSpPr txBox="1"/>
          <p:nvPr/>
        </p:nvSpPr>
        <p:spPr>
          <a:xfrm>
            <a:off x="3944063" y="5643354"/>
            <a:ext cx="279221" cy="369332"/>
          </a:xfrm>
          <a:prstGeom prst="rect">
            <a:avLst/>
          </a:prstGeom>
          <a:noFill/>
        </p:spPr>
        <p:txBody>
          <a:bodyPr wrap="square">
            <a:spAutoFit/>
          </a:bodyPr>
          <a:lstStyle/>
          <a:p>
            <a:r>
              <a:rPr lang="en-US" b="1" noProof="0" dirty="0"/>
              <a:t>1</a:t>
            </a:r>
          </a:p>
        </p:txBody>
      </p:sp>
      <p:sp>
        <p:nvSpPr>
          <p:cNvPr id="147" name="ZoneTexte 146">
            <a:extLst>
              <a:ext uri="{FF2B5EF4-FFF2-40B4-BE49-F238E27FC236}">
                <a16:creationId xmlns:a16="http://schemas.microsoft.com/office/drawing/2014/main" id="{8B87BD7A-A5A5-41AB-91AC-6B5571C4C5B5}"/>
              </a:ext>
            </a:extLst>
          </p:cNvPr>
          <p:cNvSpPr txBox="1"/>
          <p:nvPr/>
        </p:nvSpPr>
        <p:spPr>
          <a:xfrm>
            <a:off x="3914508" y="4911404"/>
            <a:ext cx="279221" cy="369332"/>
          </a:xfrm>
          <a:prstGeom prst="rect">
            <a:avLst/>
          </a:prstGeom>
          <a:noFill/>
        </p:spPr>
        <p:txBody>
          <a:bodyPr wrap="square">
            <a:spAutoFit/>
          </a:bodyPr>
          <a:lstStyle/>
          <a:p>
            <a:r>
              <a:rPr lang="en-US" b="1" noProof="0" dirty="0"/>
              <a:t>4</a:t>
            </a:r>
          </a:p>
        </p:txBody>
      </p:sp>
      <p:sp>
        <p:nvSpPr>
          <p:cNvPr id="148" name="ZoneTexte 147">
            <a:extLst>
              <a:ext uri="{FF2B5EF4-FFF2-40B4-BE49-F238E27FC236}">
                <a16:creationId xmlns:a16="http://schemas.microsoft.com/office/drawing/2014/main" id="{E749C4D7-6BA5-4F46-8D91-E5DE453515BA}"/>
              </a:ext>
            </a:extLst>
          </p:cNvPr>
          <p:cNvSpPr txBox="1"/>
          <p:nvPr/>
        </p:nvSpPr>
        <p:spPr>
          <a:xfrm>
            <a:off x="3884394" y="4289902"/>
            <a:ext cx="279221" cy="369332"/>
          </a:xfrm>
          <a:prstGeom prst="rect">
            <a:avLst/>
          </a:prstGeom>
          <a:noFill/>
        </p:spPr>
        <p:txBody>
          <a:bodyPr wrap="square">
            <a:spAutoFit/>
          </a:bodyPr>
          <a:lstStyle/>
          <a:p>
            <a:r>
              <a:rPr lang="en-US" b="1" noProof="0" dirty="0"/>
              <a:t>9</a:t>
            </a:r>
          </a:p>
        </p:txBody>
      </p:sp>
      <p:sp>
        <p:nvSpPr>
          <p:cNvPr id="149" name="ZoneTexte 148">
            <a:extLst>
              <a:ext uri="{FF2B5EF4-FFF2-40B4-BE49-F238E27FC236}">
                <a16:creationId xmlns:a16="http://schemas.microsoft.com/office/drawing/2014/main" id="{3DBE5B54-BD75-49F6-A71F-25791F7845C6}"/>
              </a:ext>
            </a:extLst>
          </p:cNvPr>
          <p:cNvSpPr txBox="1"/>
          <p:nvPr/>
        </p:nvSpPr>
        <p:spPr>
          <a:xfrm>
            <a:off x="3882472" y="3649406"/>
            <a:ext cx="499430" cy="369332"/>
          </a:xfrm>
          <a:prstGeom prst="rect">
            <a:avLst/>
          </a:prstGeom>
          <a:noFill/>
        </p:spPr>
        <p:txBody>
          <a:bodyPr wrap="square">
            <a:spAutoFit/>
          </a:bodyPr>
          <a:lstStyle/>
          <a:p>
            <a:r>
              <a:rPr lang="en-US" b="1" noProof="0" dirty="0"/>
              <a:t>25</a:t>
            </a:r>
          </a:p>
        </p:txBody>
      </p:sp>
      <p:sp>
        <p:nvSpPr>
          <p:cNvPr id="150" name="ZoneTexte 149">
            <a:extLst>
              <a:ext uri="{FF2B5EF4-FFF2-40B4-BE49-F238E27FC236}">
                <a16:creationId xmlns:a16="http://schemas.microsoft.com/office/drawing/2014/main" id="{FC79A439-867E-4E63-B5C0-18E8988227B8}"/>
              </a:ext>
            </a:extLst>
          </p:cNvPr>
          <p:cNvSpPr txBox="1"/>
          <p:nvPr/>
        </p:nvSpPr>
        <p:spPr>
          <a:xfrm>
            <a:off x="3874296" y="3046974"/>
            <a:ext cx="499430" cy="369332"/>
          </a:xfrm>
          <a:prstGeom prst="rect">
            <a:avLst/>
          </a:prstGeom>
          <a:noFill/>
        </p:spPr>
        <p:txBody>
          <a:bodyPr wrap="square">
            <a:spAutoFit/>
          </a:bodyPr>
          <a:lstStyle/>
          <a:p>
            <a:r>
              <a:rPr lang="en-US" b="1" noProof="0" dirty="0"/>
              <a:t>50</a:t>
            </a:r>
          </a:p>
        </p:txBody>
      </p:sp>
      <p:sp>
        <p:nvSpPr>
          <p:cNvPr id="151" name="ZoneTexte 150">
            <a:extLst>
              <a:ext uri="{FF2B5EF4-FFF2-40B4-BE49-F238E27FC236}">
                <a16:creationId xmlns:a16="http://schemas.microsoft.com/office/drawing/2014/main" id="{0522A8D6-0FD0-4509-A5C7-DD590980C382}"/>
              </a:ext>
            </a:extLst>
          </p:cNvPr>
          <p:cNvSpPr txBox="1"/>
          <p:nvPr/>
        </p:nvSpPr>
        <p:spPr>
          <a:xfrm>
            <a:off x="3752539" y="2559567"/>
            <a:ext cx="692887" cy="369332"/>
          </a:xfrm>
          <a:prstGeom prst="rect">
            <a:avLst/>
          </a:prstGeom>
          <a:noFill/>
        </p:spPr>
        <p:txBody>
          <a:bodyPr wrap="square">
            <a:spAutoFit/>
          </a:bodyPr>
          <a:lstStyle/>
          <a:p>
            <a:r>
              <a:rPr lang="en-US" b="1" noProof="0" dirty="0"/>
              <a:t>100</a:t>
            </a:r>
          </a:p>
        </p:txBody>
      </p:sp>
    </p:spTree>
    <p:extLst>
      <p:ext uri="{BB962C8B-B14F-4D97-AF65-F5344CB8AC3E}">
        <p14:creationId xmlns:p14="http://schemas.microsoft.com/office/powerpoint/2010/main" val="16297833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F50C714-EE1F-4C1D-BCF1-A1139D9E3BA5}"/>
              </a:ext>
            </a:extLst>
          </p:cNvPr>
          <p:cNvSpPr>
            <a:spLocks noGrp="1"/>
          </p:cNvSpPr>
          <p:nvPr>
            <p:ph type="title"/>
          </p:nvPr>
        </p:nvSpPr>
        <p:spPr/>
        <p:txBody>
          <a:bodyPr>
            <a:normAutofit fontScale="90000"/>
          </a:bodyPr>
          <a:lstStyle/>
          <a:p>
            <a:r>
              <a:rPr lang="fr-FR" dirty="0"/>
              <a:t>Points relatifs au sentiment d'appartenance et seuil d'identité</a:t>
            </a:r>
            <a:endParaRPr lang="en-US" dirty="0"/>
          </a:p>
        </p:txBody>
      </p:sp>
      <p:sp>
        <p:nvSpPr>
          <p:cNvPr id="4" name="ZoneTexte 3">
            <a:extLst>
              <a:ext uri="{FF2B5EF4-FFF2-40B4-BE49-F238E27FC236}">
                <a16:creationId xmlns:a16="http://schemas.microsoft.com/office/drawing/2014/main" id="{0EA0FFBB-F30C-4483-BFE0-C87877B9AB56}"/>
              </a:ext>
            </a:extLst>
          </p:cNvPr>
          <p:cNvSpPr txBox="1"/>
          <p:nvPr/>
        </p:nvSpPr>
        <p:spPr>
          <a:xfrm>
            <a:off x="397111" y="2518060"/>
            <a:ext cx="2931733" cy="4185761"/>
          </a:xfrm>
          <a:prstGeom prst="rect">
            <a:avLst/>
          </a:prstGeom>
          <a:noFill/>
        </p:spPr>
        <p:txBody>
          <a:bodyPr wrap="square">
            <a:spAutoFit/>
          </a:bodyPr>
          <a:lstStyle/>
          <a:p>
            <a:pPr marL="0" indent="0" algn="just">
              <a:buNone/>
            </a:pPr>
            <a:r>
              <a:rPr lang="fr-FR" sz="1400" dirty="0"/>
              <a:t>L'effectif seul ne suffit pas comme indicateur des performances de votre communauté.</a:t>
            </a:r>
          </a:p>
          <a:p>
            <a:pPr marL="0" indent="0" algn="just">
              <a:buNone/>
            </a:pPr>
            <a:endParaRPr lang="fr-FR" sz="1400" dirty="0"/>
          </a:p>
          <a:p>
            <a:pPr marL="0" indent="0" algn="just">
              <a:buNone/>
            </a:pPr>
            <a:r>
              <a:rPr lang="fr-FR" sz="1400" dirty="0"/>
              <a:t>Une autre façon de mesurer les performances d'une communauté est d'observer le sentiment d'appartenance de ses membres.</a:t>
            </a:r>
          </a:p>
          <a:p>
            <a:pPr marL="0" indent="0" algn="just">
              <a:buNone/>
            </a:pPr>
            <a:endParaRPr lang="fr-FR" sz="1400" dirty="0"/>
          </a:p>
          <a:p>
            <a:pPr marL="0" indent="0" algn="just">
              <a:buNone/>
            </a:pPr>
            <a:r>
              <a:rPr lang="fr-FR" sz="1400" dirty="0"/>
              <a:t>Une communauté ayant un faible sentiment d'appartenance est éphémère et difficile à développer. </a:t>
            </a:r>
          </a:p>
          <a:p>
            <a:pPr marL="0" indent="0" algn="just">
              <a:buNone/>
            </a:pPr>
            <a:endParaRPr lang="fr-FR" sz="1400" dirty="0"/>
          </a:p>
          <a:p>
            <a:pPr marL="0" indent="0" algn="just">
              <a:buNone/>
            </a:pPr>
            <a:r>
              <a:rPr lang="fr-FR" sz="1400" dirty="0"/>
              <a:t>En revanche, un sentiment d'appartenance élevé augmente naturellement la participation, la collaboration et la résilience.</a:t>
            </a:r>
            <a:endParaRPr lang="en-US" sz="1400" b="1" dirty="0"/>
          </a:p>
        </p:txBody>
      </p:sp>
      <p:sp>
        <p:nvSpPr>
          <p:cNvPr id="6" name="ZoneTexte 5">
            <a:extLst>
              <a:ext uri="{FF2B5EF4-FFF2-40B4-BE49-F238E27FC236}">
                <a16:creationId xmlns:a16="http://schemas.microsoft.com/office/drawing/2014/main" id="{885826C0-8B50-4D6E-9B5C-76608F70E6A7}"/>
              </a:ext>
            </a:extLst>
          </p:cNvPr>
          <p:cNvSpPr txBox="1"/>
          <p:nvPr/>
        </p:nvSpPr>
        <p:spPr>
          <a:xfrm>
            <a:off x="8610405" y="2948947"/>
            <a:ext cx="2931733" cy="3108543"/>
          </a:xfrm>
          <a:prstGeom prst="rect">
            <a:avLst/>
          </a:prstGeom>
          <a:solidFill>
            <a:schemeClr val="accent2">
              <a:lumMod val="20000"/>
              <a:lumOff val="80000"/>
            </a:schemeClr>
          </a:solidFill>
        </p:spPr>
        <p:txBody>
          <a:bodyPr wrap="square">
            <a:spAutoFit/>
          </a:bodyPr>
          <a:lstStyle>
            <a:defPPr>
              <a:defRPr lang="fr-FR"/>
            </a:defPPr>
            <a:lvl1pPr indent="0">
              <a:buNone/>
              <a:defRPr sz="1400"/>
            </a:lvl1pPr>
          </a:lstStyle>
          <a:p>
            <a:r>
              <a:rPr lang="fr-FR" dirty="0"/>
              <a:t>Le sentiment d'appartenance à votre communauté sera mesuré à l'aide de </a:t>
            </a:r>
            <a:r>
              <a:rPr lang="fr-FR" b="1" dirty="0"/>
              <a:t>POINTS DE SENTIMENT D'APPARTENANCE</a:t>
            </a:r>
            <a:r>
              <a:rPr lang="fr-FR" dirty="0"/>
              <a:t>.</a:t>
            </a:r>
          </a:p>
          <a:p>
            <a:endParaRPr lang="fr-FR" dirty="0"/>
          </a:p>
          <a:p>
            <a:endParaRPr lang="fr-FR" dirty="0"/>
          </a:p>
          <a:p>
            <a:r>
              <a:rPr lang="fr-FR" dirty="0"/>
              <a:t>À la fin de l'année, vous devez atteindre un nombre minimum de points de sentiment d'appartenance. Ce minimum est appelé le </a:t>
            </a:r>
            <a:r>
              <a:rPr lang="fr-FR" b="1" dirty="0"/>
              <a:t>SEUIL D'IDENTITÉ</a:t>
            </a:r>
            <a:r>
              <a:rPr lang="fr-FR" dirty="0"/>
              <a:t>. En dessous de ce seuil, votre communauté sera éliminée.</a:t>
            </a:r>
          </a:p>
        </p:txBody>
      </p:sp>
      <p:pic>
        <p:nvPicPr>
          <p:cNvPr id="11" name="Image 10" descr="Une image contenant flèche&#10;&#10;Description générée automatiquement">
            <a:extLst>
              <a:ext uri="{FF2B5EF4-FFF2-40B4-BE49-F238E27FC236}">
                <a16:creationId xmlns:a16="http://schemas.microsoft.com/office/drawing/2014/main" id="{DEA11E17-ED58-4CD5-AE93-43537D90BB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39051" y="2699496"/>
            <a:ext cx="4713897" cy="2600292"/>
          </a:xfrm>
          <a:prstGeom prst="rect">
            <a:avLst/>
          </a:prstGeom>
        </p:spPr>
      </p:pic>
    </p:spTree>
    <p:extLst>
      <p:ext uri="{BB962C8B-B14F-4D97-AF65-F5344CB8AC3E}">
        <p14:creationId xmlns:p14="http://schemas.microsoft.com/office/powerpoint/2010/main" val="33293003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004856B6-6A32-4276-A49E-ADFA78B216C1}"/>
              </a:ext>
            </a:extLst>
          </p:cNvPr>
          <p:cNvSpPr>
            <a:spLocks noGrp="1"/>
          </p:cNvSpPr>
          <p:nvPr>
            <p:ph type="title"/>
          </p:nvPr>
        </p:nvSpPr>
        <p:spPr>
          <a:xfrm>
            <a:off x="713076" y="865783"/>
            <a:ext cx="4444850" cy="714505"/>
          </a:xfrm>
        </p:spPr>
        <p:txBody>
          <a:bodyPr anchor="b">
            <a:normAutofit fontScale="90000"/>
          </a:bodyPr>
          <a:lstStyle/>
          <a:p>
            <a:pPr marL="0" indent="0">
              <a:lnSpc>
                <a:spcPct val="100000"/>
              </a:lnSpc>
              <a:buNone/>
            </a:pPr>
            <a:r>
              <a:rPr lang="en-US" sz="3200" dirty="0" err="1"/>
              <a:t>Mesurer</a:t>
            </a:r>
            <a:r>
              <a:rPr lang="en-US" sz="3200" dirty="0"/>
              <a:t> le sentiment </a:t>
            </a:r>
            <a:r>
              <a:rPr lang="en-US" sz="3200" dirty="0" err="1"/>
              <a:t>d'appartenance</a:t>
            </a:r>
            <a:endParaRPr lang="en-US" sz="1400" b="0" dirty="0"/>
          </a:p>
        </p:txBody>
      </p:sp>
      <p:sp>
        <p:nvSpPr>
          <p:cNvPr id="16" name="Espace réservé du contenu 15">
            <a:extLst>
              <a:ext uri="{FF2B5EF4-FFF2-40B4-BE49-F238E27FC236}">
                <a16:creationId xmlns:a16="http://schemas.microsoft.com/office/drawing/2014/main" id="{229E4635-3C39-4EE4-B314-1ECC5B599624}"/>
              </a:ext>
            </a:extLst>
          </p:cNvPr>
          <p:cNvSpPr>
            <a:spLocks noGrp="1"/>
          </p:cNvSpPr>
          <p:nvPr>
            <p:ph idx="1"/>
          </p:nvPr>
        </p:nvSpPr>
        <p:spPr>
          <a:xfrm>
            <a:off x="255930" y="2409203"/>
            <a:ext cx="3120324" cy="3895590"/>
          </a:xfrm>
        </p:spPr>
        <p:txBody>
          <a:bodyPr>
            <a:normAutofit fontScale="55000" lnSpcReduction="20000"/>
          </a:bodyPr>
          <a:lstStyle/>
          <a:p>
            <a:r>
              <a:rPr lang="fr-FR" dirty="0"/>
              <a:t>Vos points de sentiment d'appartenance seront comptabilisés à l'aide de l'échelle suivante, qui représente le sentiment d'appartenance moyen de vos membres.</a:t>
            </a:r>
          </a:p>
          <a:p>
            <a:endParaRPr lang="fr-FR" dirty="0"/>
          </a:p>
          <a:p>
            <a:r>
              <a:rPr lang="fr-FR" dirty="0"/>
              <a:t>Au début, vous n'aurez accès qu'aux actions de niveau Inconnus</a:t>
            </a:r>
          </a:p>
          <a:p>
            <a:endParaRPr lang="fr-FR" dirty="0"/>
          </a:p>
          <a:p>
            <a:r>
              <a:rPr lang="fr-FR" dirty="0"/>
              <a:t>À chaque nouveau niveau atteint, vous aurez accès à des actions, des recrues et des artefacts plus puissants. </a:t>
            </a:r>
          </a:p>
          <a:p>
            <a:endParaRPr lang="fr-FR" dirty="0"/>
          </a:p>
          <a:p>
            <a:endParaRPr lang="fr-FR" dirty="0"/>
          </a:p>
        </p:txBody>
      </p:sp>
      <p:sp>
        <p:nvSpPr>
          <p:cNvPr id="35" name="ZoneTexte 34">
            <a:extLst>
              <a:ext uri="{FF2B5EF4-FFF2-40B4-BE49-F238E27FC236}">
                <a16:creationId xmlns:a16="http://schemas.microsoft.com/office/drawing/2014/main" id="{36E2467C-5098-40BD-AB40-98D1F492EE9F}"/>
              </a:ext>
            </a:extLst>
          </p:cNvPr>
          <p:cNvSpPr txBox="1"/>
          <p:nvPr/>
        </p:nvSpPr>
        <p:spPr>
          <a:xfrm rot="16200000" flipH="1">
            <a:off x="10449340" y="911824"/>
            <a:ext cx="981551" cy="1754306"/>
          </a:xfrm>
          <a:prstGeom prst="homePlate">
            <a:avLst/>
          </a:prstGeom>
          <a:solidFill>
            <a:schemeClr val="accent1"/>
          </a:solidFill>
        </p:spPr>
        <p:txBody>
          <a:bodyPr vert="eaVert" wrap="square" rtlCol="0">
            <a:spAutoFit/>
          </a:bodyPr>
          <a:lstStyle/>
          <a:p>
            <a:pPr algn="ctr"/>
            <a:r>
              <a:rPr lang="en-US" dirty="0" err="1">
                <a:solidFill>
                  <a:schemeClr val="bg1"/>
                </a:solidFill>
              </a:rPr>
              <a:t>Seuil</a:t>
            </a:r>
            <a:r>
              <a:rPr lang="en-US" dirty="0">
                <a:solidFill>
                  <a:schemeClr val="bg1"/>
                </a:solidFill>
              </a:rPr>
              <a:t> </a:t>
            </a:r>
            <a:r>
              <a:rPr lang="en-US" dirty="0" err="1">
                <a:solidFill>
                  <a:schemeClr val="bg1"/>
                </a:solidFill>
              </a:rPr>
              <a:t>d'identité</a:t>
            </a:r>
            <a:r>
              <a:rPr lang="en-US" dirty="0">
                <a:solidFill>
                  <a:schemeClr val="bg1"/>
                </a:solidFill>
              </a:rPr>
              <a:t> !</a:t>
            </a:r>
          </a:p>
        </p:txBody>
      </p:sp>
      <p:sp>
        <p:nvSpPr>
          <p:cNvPr id="42" name="Cœur 41">
            <a:extLst>
              <a:ext uri="{FF2B5EF4-FFF2-40B4-BE49-F238E27FC236}">
                <a16:creationId xmlns:a16="http://schemas.microsoft.com/office/drawing/2014/main" id="{1F119184-6636-474D-90C9-0DA2DBA72D1A}"/>
              </a:ext>
            </a:extLst>
          </p:cNvPr>
          <p:cNvSpPr/>
          <p:nvPr/>
        </p:nvSpPr>
        <p:spPr>
          <a:xfrm>
            <a:off x="239260" y="4017170"/>
            <a:ext cx="271144" cy="271144"/>
          </a:xfrm>
          <a:prstGeom prst="hear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3" name="Flèche : haut 42">
            <a:extLst>
              <a:ext uri="{FF2B5EF4-FFF2-40B4-BE49-F238E27FC236}">
                <a16:creationId xmlns:a16="http://schemas.microsoft.com/office/drawing/2014/main" id="{576B8BC4-EE25-4AF9-A9EF-5557703053A2}"/>
              </a:ext>
            </a:extLst>
          </p:cNvPr>
          <p:cNvSpPr/>
          <p:nvPr/>
        </p:nvSpPr>
        <p:spPr>
          <a:xfrm rot="5400000">
            <a:off x="7547856" y="1897973"/>
            <a:ext cx="763480" cy="8050159"/>
          </a:xfrm>
          <a:prstGeom prst="upArrow">
            <a:avLst/>
          </a:prstGeom>
          <a:solidFill>
            <a:schemeClr val="bg1">
              <a:lumMod val="5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4" name="Image 43">
            <a:extLst>
              <a:ext uri="{FF2B5EF4-FFF2-40B4-BE49-F238E27FC236}">
                <a16:creationId xmlns:a16="http://schemas.microsoft.com/office/drawing/2014/main" id="{F8A05B60-E57B-47A2-8BA2-C1F46742E7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16643" y="5013483"/>
            <a:ext cx="368534" cy="371305"/>
          </a:xfrm>
          <a:prstGeom prst="rect">
            <a:avLst/>
          </a:prstGeom>
        </p:spPr>
      </p:pic>
      <p:pic>
        <p:nvPicPr>
          <p:cNvPr id="45" name="Image 44">
            <a:extLst>
              <a:ext uri="{FF2B5EF4-FFF2-40B4-BE49-F238E27FC236}">
                <a16:creationId xmlns:a16="http://schemas.microsoft.com/office/drawing/2014/main" id="{0D119FE3-1E80-4D35-A0AD-4E394876428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53699" y="5000979"/>
            <a:ext cx="368534" cy="371305"/>
          </a:xfrm>
          <a:prstGeom prst="rect">
            <a:avLst/>
          </a:prstGeom>
        </p:spPr>
      </p:pic>
      <p:pic>
        <p:nvPicPr>
          <p:cNvPr id="46" name="Image 45">
            <a:extLst>
              <a:ext uri="{FF2B5EF4-FFF2-40B4-BE49-F238E27FC236}">
                <a16:creationId xmlns:a16="http://schemas.microsoft.com/office/drawing/2014/main" id="{26CEFA53-2B78-4555-8DAC-553D6B34CFD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42508" y="5000979"/>
            <a:ext cx="371305" cy="540333"/>
          </a:xfrm>
          <a:prstGeom prst="rect">
            <a:avLst/>
          </a:prstGeom>
        </p:spPr>
      </p:pic>
      <p:pic>
        <p:nvPicPr>
          <p:cNvPr id="47" name="Image 46" descr="Une image contenant roue, transport&#10;&#10;Description générée automatiquement">
            <a:extLst>
              <a:ext uri="{FF2B5EF4-FFF2-40B4-BE49-F238E27FC236}">
                <a16:creationId xmlns:a16="http://schemas.microsoft.com/office/drawing/2014/main" id="{6716BD0F-3822-4375-B250-8E3320723ED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741783" y="5005248"/>
            <a:ext cx="371305" cy="579126"/>
          </a:xfrm>
          <a:prstGeom prst="rect">
            <a:avLst/>
          </a:prstGeom>
        </p:spPr>
      </p:pic>
      <p:pic>
        <p:nvPicPr>
          <p:cNvPr id="48" name="Image 47" descr="Une image contenant transport, roue&#10;&#10;Description générée automatiquement">
            <a:extLst>
              <a:ext uri="{FF2B5EF4-FFF2-40B4-BE49-F238E27FC236}">
                <a16:creationId xmlns:a16="http://schemas.microsoft.com/office/drawing/2014/main" id="{8D3CA272-8B2A-4D1C-AD70-8AB05C7FE90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746545" y="4988623"/>
            <a:ext cx="412869" cy="612377"/>
          </a:xfrm>
          <a:prstGeom prst="rect">
            <a:avLst/>
          </a:prstGeom>
        </p:spPr>
      </p:pic>
      <p:pic>
        <p:nvPicPr>
          <p:cNvPr id="49" name="Image 48" descr="Une image contenant arme, coup de poing américain, roue, grille&#10;&#10;Description générée automatiquement">
            <a:extLst>
              <a:ext uri="{FF2B5EF4-FFF2-40B4-BE49-F238E27FC236}">
                <a16:creationId xmlns:a16="http://schemas.microsoft.com/office/drawing/2014/main" id="{E3A730B6-7510-4B52-A247-B7B14963575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730378" y="5000979"/>
            <a:ext cx="371305" cy="681650"/>
          </a:xfrm>
          <a:prstGeom prst="rect">
            <a:avLst/>
          </a:prstGeom>
        </p:spPr>
      </p:pic>
      <p:pic>
        <p:nvPicPr>
          <p:cNvPr id="50" name="Image 49">
            <a:extLst>
              <a:ext uri="{FF2B5EF4-FFF2-40B4-BE49-F238E27FC236}">
                <a16:creationId xmlns:a16="http://schemas.microsoft.com/office/drawing/2014/main" id="{05CC6A1F-2D33-4453-B8DA-3A8B15F8575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0763183" y="5013483"/>
            <a:ext cx="426724" cy="659483"/>
          </a:xfrm>
          <a:prstGeom prst="rect">
            <a:avLst/>
          </a:prstGeom>
        </p:spPr>
      </p:pic>
      <p:grpSp>
        <p:nvGrpSpPr>
          <p:cNvPr id="40" name="Groupe 39">
            <a:extLst>
              <a:ext uri="{FF2B5EF4-FFF2-40B4-BE49-F238E27FC236}">
                <a16:creationId xmlns:a16="http://schemas.microsoft.com/office/drawing/2014/main" id="{8ACBE05D-943D-4C07-A9EC-E475C91C1090}"/>
              </a:ext>
            </a:extLst>
          </p:cNvPr>
          <p:cNvGrpSpPr/>
          <p:nvPr/>
        </p:nvGrpSpPr>
        <p:grpSpPr>
          <a:xfrm>
            <a:off x="3794556" y="5004864"/>
            <a:ext cx="230539" cy="363534"/>
            <a:chOff x="4233702" y="5003941"/>
            <a:chExt cx="230539" cy="363534"/>
          </a:xfrm>
        </p:grpSpPr>
        <p:pic>
          <p:nvPicPr>
            <p:cNvPr id="51" name="Image 50">
              <a:extLst>
                <a:ext uri="{FF2B5EF4-FFF2-40B4-BE49-F238E27FC236}">
                  <a16:creationId xmlns:a16="http://schemas.microsoft.com/office/drawing/2014/main" id="{289DDA95-DF1B-4467-8CF0-B36176DFB4A3}"/>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299635" y="5003941"/>
              <a:ext cx="164606" cy="152413"/>
            </a:xfrm>
            <a:prstGeom prst="rect">
              <a:avLst/>
            </a:prstGeom>
          </p:spPr>
        </p:pic>
        <p:sp>
          <p:nvSpPr>
            <p:cNvPr id="52" name="ZoneTexte 51">
              <a:extLst>
                <a:ext uri="{FF2B5EF4-FFF2-40B4-BE49-F238E27FC236}">
                  <a16:creationId xmlns:a16="http://schemas.microsoft.com/office/drawing/2014/main" id="{4C5FA574-6FF2-47A7-8D51-17B5D3595B90}"/>
                </a:ext>
              </a:extLst>
            </p:cNvPr>
            <p:cNvSpPr txBox="1"/>
            <p:nvPr/>
          </p:nvSpPr>
          <p:spPr>
            <a:xfrm>
              <a:off x="4233702" y="5105865"/>
              <a:ext cx="215363" cy="261610"/>
            </a:xfrm>
            <a:prstGeom prst="rect">
              <a:avLst/>
            </a:prstGeom>
            <a:noFill/>
          </p:spPr>
          <p:txBody>
            <a:bodyPr wrap="square" rtlCol="0">
              <a:spAutoFit/>
            </a:bodyPr>
            <a:lstStyle/>
            <a:p>
              <a:r>
                <a:rPr lang="en-US" sz="1100" dirty="0"/>
                <a:t>1</a:t>
              </a:r>
            </a:p>
          </p:txBody>
        </p:sp>
      </p:grpSp>
      <p:graphicFrame>
        <p:nvGraphicFramePr>
          <p:cNvPr id="39" name="Tableau 39">
            <a:extLst>
              <a:ext uri="{FF2B5EF4-FFF2-40B4-BE49-F238E27FC236}">
                <a16:creationId xmlns:a16="http://schemas.microsoft.com/office/drawing/2014/main" id="{AAF3D897-4D13-4AF2-944A-2FC2307E806E}"/>
              </a:ext>
            </a:extLst>
          </p:cNvPr>
          <p:cNvGraphicFramePr>
            <a:graphicFrameLocks noGrp="1"/>
          </p:cNvGraphicFramePr>
          <p:nvPr>
            <p:extLst>
              <p:ext uri="{D42A27DB-BD31-4B8C-83A1-F6EECF244321}">
                <p14:modId xmlns:p14="http://schemas.microsoft.com/office/powerpoint/2010/main" val="573759242"/>
              </p:ext>
            </p:extLst>
          </p:nvPr>
        </p:nvGraphicFramePr>
        <p:xfrm>
          <a:off x="3900196" y="2494158"/>
          <a:ext cx="8054480" cy="2444794"/>
        </p:xfrm>
        <a:graphic>
          <a:graphicData uri="http://schemas.openxmlformats.org/drawingml/2006/table">
            <a:tbl>
              <a:tblPr firstRow="1" bandRow="1">
                <a:tableStyleId>{5C22544A-7EE6-4342-B048-85BDC9FD1C3A}</a:tableStyleId>
              </a:tblPr>
              <a:tblGrid>
                <a:gridCol w="1006810">
                  <a:extLst>
                    <a:ext uri="{9D8B030D-6E8A-4147-A177-3AD203B41FA5}">
                      <a16:colId xmlns:a16="http://schemas.microsoft.com/office/drawing/2014/main" val="2076616366"/>
                    </a:ext>
                  </a:extLst>
                </a:gridCol>
                <a:gridCol w="1006810">
                  <a:extLst>
                    <a:ext uri="{9D8B030D-6E8A-4147-A177-3AD203B41FA5}">
                      <a16:colId xmlns:a16="http://schemas.microsoft.com/office/drawing/2014/main" val="1054167473"/>
                    </a:ext>
                  </a:extLst>
                </a:gridCol>
                <a:gridCol w="1006810">
                  <a:extLst>
                    <a:ext uri="{9D8B030D-6E8A-4147-A177-3AD203B41FA5}">
                      <a16:colId xmlns:a16="http://schemas.microsoft.com/office/drawing/2014/main" val="201545734"/>
                    </a:ext>
                  </a:extLst>
                </a:gridCol>
                <a:gridCol w="1006810">
                  <a:extLst>
                    <a:ext uri="{9D8B030D-6E8A-4147-A177-3AD203B41FA5}">
                      <a16:colId xmlns:a16="http://schemas.microsoft.com/office/drawing/2014/main" val="3796371349"/>
                    </a:ext>
                  </a:extLst>
                </a:gridCol>
                <a:gridCol w="1006810">
                  <a:extLst>
                    <a:ext uri="{9D8B030D-6E8A-4147-A177-3AD203B41FA5}">
                      <a16:colId xmlns:a16="http://schemas.microsoft.com/office/drawing/2014/main" val="538851702"/>
                    </a:ext>
                  </a:extLst>
                </a:gridCol>
                <a:gridCol w="1006810">
                  <a:extLst>
                    <a:ext uri="{9D8B030D-6E8A-4147-A177-3AD203B41FA5}">
                      <a16:colId xmlns:a16="http://schemas.microsoft.com/office/drawing/2014/main" val="2345861939"/>
                    </a:ext>
                  </a:extLst>
                </a:gridCol>
                <a:gridCol w="1006810">
                  <a:extLst>
                    <a:ext uri="{9D8B030D-6E8A-4147-A177-3AD203B41FA5}">
                      <a16:colId xmlns:a16="http://schemas.microsoft.com/office/drawing/2014/main" val="530483877"/>
                    </a:ext>
                  </a:extLst>
                </a:gridCol>
                <a:gridCol w="1006810">
                  <a:extLst>
                    <a:ext uri="{9D8B030D-6E8A-4147-A177-3AD203B41FA5}">
                      <a16:colId xmlns:a16="http://schemas.microsoft.com/office/drawing/2014/main" val="2035503883"/>
                    </a:ext>
                  </a:extLst>
                </a:gridCol>
              </a:tblGrid>
              <a:tr h="537558">
                <a:tc>
                  <a:txBody>
                    <a:bodyPr/>
                    <a:lstStyle/>
                    <a:p>
                      <a:pPr algn="ctr"/>
                      <a:r>
                        <a:rPr lang="fr-FR" sz="1100" dirty="0"/>
                        <a:t>1</a:t>
                      </a:r>
                      <a:r>
                        <a:rPr lang="fr-FR" sz="1100" dirty="0">
                          <a:sym typeface="Wingdings" panose="05000000000000000000" pitchFamily="2" charset="2"/>
                        </a:rPr>
                        <a:t></a:t>
                      </a:r>
                      <a:r>
                        <a:rPr lang="fr-FR" sz="1100" dirty="0"/>
                        <a:t>9</a:t>
                      </a:r>
                    </a:p>
                    <a:p>
                      <a:pPr algn="ctr"/>
                      <a:r>
                        <a:rPr lang="fr-FR" sz="1100" dirty="0"/>
                        <a:t>Inconnus</a:t>
                      </a:r>
                    </a:p>
                  </a:txBody>
                  <a:tcPr/>
                </a:tc>
                <a:tc>
                  <a:txBody>
                    <a:bodyPr/>
                    <a:lstStyle/>
                    <a:p>
                      <a:pPr algn="ctr"/>
                      <a:r>
                        <a:rPr lang="fr-FR" sz="1100" dirty="0"/>
                        <a:t>10</a:t>
                      </a:r>
                      <a:r>
                        <a:rPr lang="fr-FR" sz="1100" dirty="0">
                          <a:sym typeface="Wingdings" panose="05000000000000000000" pitchFamily="2" charset="2"/>
                        </a:rPr>
                        <a:t>19</a:t>
                      </a:r>
                    </a:p>
                    <a:p>
                      <a:pPr algn="ctr"/>
                      <a:r>
                        <a:rPr lang="fr-FR" sz="1100" dirty="0">
                          <a:sym typeface="Wingdings" panose="05000000000000000000" pitchFamily="2" charset="2"/>
                        </a:rPr>
                        <a:t>Curieux</a:t>
                      </a:r>
                      <a:endParaRPr lang="fr-FR" sz="1100" dirty="0"/>
                    </a:p>
                  </a:txBody>
                  <a:tcPr/>
                </a:tc>
                <a:tc>
                  <a:txBody>
                    <a:bodyPr/>
                    <a:lstStyle/>
                    <a:p>
                      <a:pPr algn="ctr"/>
                      <a:r>
                        <a:rPr lang="fr-FR" sz="1100" dirty="0"/>
                        <a:t>20</a:t>
                      </a:r>
                      <a:r>
                        <a:rPr lang="fr-FR" sz="1100" dirty="0">
                          <a:sym typeface="Wingdings" panose="05000000000000000000" pitchFamily="2" charset="2"/>
                        </a:rPr>
                        <a:t>29</a:t>
                      </a:r>
                    </a:p>
                    <a:p>
                      <a:pPr algn="ctr"/>
                      <a:r>
                        <a:rPr lang="fr-FR" sz="1100" dirty="0">
                          <a:sym typeface="Wingdings" panose="05000000000000000000" pitchFamily="2" charset="2"/>
                        </a:rPr>
                        <a:t>Joueurs</a:t>
                      </a:r>
                      <a:endParaRPr lang="fr-FR" sz="1100" dirty="0"/>
                    </a:p>
                  </a:txBody>
                  <a:tcPr/>
                </a:tc>
                <a:tc>
                  <a:txBody>
                    <a:bodyPr/>
                    <a:lstStyle/>
                    <a:p>
                      <a:pPr algn="ctr"/>
                      <a:r>
                        <a:rPr lang="fr-FR" sz="1100" dirty="0"/>
                        <a:t>30</a:t>
                      </a:r>
                      <a:r>
                        <a:rPr lang="fr-FR" sz="1100" dirty="0">
                          <a:sym typeface="Wingdings" panose="05000000000000000000" pitchFamily="2" charset="2"/>
                        </a:rPr>
                        <a:t>39</a:t>
                      </a:r>
                    </a:p>
                    <a:p>
                      <a:pPr algn="ctr"/>
                      <a:r>
                        <a:rPr lang="fr-FR" sz="1100" dirty="0">
                          <a:sym typeface="Wingdings" panose="05000000000000000000" pitchFamily="2" charset="2"/>
                        </a:rPr>
                        <a:t>Eclaireurs</a:t>
                      </a:r>
                      <a:endParaRPr lang="fr-FR" sz="1100" dirty="0"/>
                    </a:p>
                  </a:txBody>
                  <a:tcPr/>
                </a:tc>
                <a:tc>
                  <a:txBody>
                    <a:bodyPr/>
                    <a:lstStyle/>
                    <a:p>
                      <a:pPr algn="ctr"/>
                      <a:r>
                        <a:rPr lang="fr-FR" sz="1100" dirty="0"/>
                        <a:t>40</a:t>
                      </a:r>
                      <a:r>
                        <a:rPr lang="fr-FR" sz="1100" dirty="0">
                          <a:sym typeface="Wingdings" panose="05000000000000000000" pitchFamily="2" charset="2"/>
                        </a:rPr>
                        <a:t>49</a:t>
                      </a:r>
                    </a:p>
                    <a:p>
                      <a:pPr algn="ctr"/>
                      <a:r>
                        <a:rPr lang="fr-FR" sz="1100" dirty="0">
                          <a:sym typeface="Wingdings" panose="05000000000000000000" pitchFamily="2" charset="2"/>
                        </a:rPr>
                        <a:t>Co-animateurs</a:t>
                      </a:r>
                      <a:endParaRPr lang="fr-FR" sz="1100" dirty="0"/>
                    </a:p>
                  </a:txBody>
                  <a:tcPr/>
                </a:tc>
                <a:tc>
                  <a:txBody>
                    <a:bodyPr/>
                    <a:lstStyle/>
                    <a:p>
                      <a:pPr algn="ctr"/>
                      <a:r>
                        <a:rPr lang="fr-FR" sz="1100" dirty="0"/>
                        <a:t>50</a:t>
                      </a:r>
                      <a:r>
                        <a:rPr lang="fr-FR" sz="1100" dirty="0">
                          <a:sym typeface="Wingdings" panose="05000000000000000000" pitchFamily="2" charset="2"/>
                        </a:rPr>
                        <a:t>59</a:t>
                      </a:r>
                    </a:p>
                    <a:p>
                      <a:pPr algn="ctr"/>
                      <a:r>
                        <a:rPr lang="fr-FR" sz="1100" dirty="0">
                          <a:sym typeface="Wingdings" panose="05000000000000000000" pitchFamily="2" charset="2"/>
                        </a:rPr>
                        <a:t>Lead animateurs</a:t>
                      </a:r>
                      <a:endParaRPr lang="fr-FR" sz="1100" dirty="0"/>
                    </a:p>
                  </a:txBody>
                  <a:tcPr/>
                </a:tc>
                <a:tc>
                  <a:txBody>
                    <a:bodyPr/>
                    <a:lstStyle/>
                    <a:p>
                      <a:pPr algn="ctr"/>
                      <a:r>
                        <a:rPr lang="fr-FR" sz="1100" dirty="0"/>
                        <a:t>60</a:t>
                      </a:r>
                      <a:r>
                        <a:rPr lang="fr-FR" sz="1100" dirty="0">
                          <a:sym typeface="Wingdings" panose="05000000000000000000" pitchFamily="2" charset="2"/>
                        </a:rPr>
                        <a:t>69</a:t>
                      </a:r>
                    </a:p>
                    <a:p>
                      <a:pPr algn="ctr"/>
                      <a:r>
                        <a:rPr lang="fr-FR" sz="1100" dirty="0" err="1">
                          <a:sym typeface="Wingdings" panose="05000000000000000000" pitchFamily="2" charset="2"/>
                        </a:rPr>
                        <a:t>Creators</a:t>
                      </a:r>
                      <a:endParaRPr lang="fr-FR" sz="1100" dirty="0"/>
                    </a:p>
                  </a:txBody>
                  <a:tcPr/>
                </a:tc>
                <a:tc>
                  <a:txBody>
                    <a:bodyPr/>
                    <a:lstStyle/>
                    <a:p>
                      <a:pPr algn="ctr"/>
                      <a:r>
                        <a:rPr lang="en-US" sz="1100" noProof="0" dirty="0"/>
                        <a:t>≥70</a:t>
                      </a:r>
                    </a:p>
                    <a:p>
                      <a:pPr algn="ctr"/>
                      <a:r>
                        <a:rPr lang="en-US" sz="1100" noProof="0" dirty="0"/>
                        <a:t>Community Boosters</a:t>
                      </a:r>
                      <a:endParaRPr lang="fr-FR" sz="1100" dirty="0"/>
                    </a:p>
                  </a:txBody>
                  <a:tcPr/>
                </a:tc>
                <a:extLst>
                  <a:ext uri="{0D108BD9-81ED-4DB2-BD59-A6C34878D82A}">
                    <a16:rowId xmlns:a16="http://schemas.microsoft.com/office/drawing/2014/main" val="1616709857"/>
                  </a:ext>
                </a:extLst>
              </a:tr>
              <a:tr h="1850434">
                <a:tc>
                  <a:txBody>
                    <a:bodyPr/>
                    <a:lstStyle/>
                    <a:p>
                      <a:r>
                        <a:rPr lang="fr-FR" sz="900" i="1" noProof="0" dirty="0"/>
                        <a:t>Je ne suis même pas au courant de cette communauté</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i="1" noProof="0" dirty="0"/>
                        <a:t>"Cette communauté vaut le coup d'œil"</a:t>
                      </a:r>
                      <a:endParaRPr lang="en-US" sz="900" i="1"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i="1" noProof="0" dirty="0"/>
                        <a:t>"Cette communauté vaut la peine d'être essayée"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i="1" noProof="0" dirty="0"/>
                        <a:t>"Cette communauté est intéressante et pleine d'opportunités".</a:t>
                      </a:r>
                      <a:endParaRPr lang="en-US" sz="900" i="1"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i="1" noProof="0" dirty="0"/>
                        <a:t>"Cette communauté vaut la peine qu'on y contribue"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i="1" noProof="0" dirty="0"/>
                        <a:t>"Cette communauté mérite qu’on y prenne des responsabilités"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i="1" noProof="0" dirty="0"/>
                        <a:t>"Cette communauté est un lieu où je peux m'exprimer et mettre en place mes projets".</a:t>
                      </a:r>
                      <a:endParaRPr lang="en-US" sz="900" i="1"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i="1" noProof="0" dirty="0"/>
                        <a:t>"Cette communauté fait partie de moi tout comme je fais partie d'elle. Je veux la stimuler."</a:t>
                      </a:r>
                      <a:endParaRPr lang="en-US" sz="900" i="1" noProof="0" dirty="0"/>
                    </a:p>
                  </a:txBody>
                  <a:tcPr/>
                </a:tc>
                <a:extLst>
                  <a:ext uri="{0D108BD9-81ED-4DB2-BD59-A6C34878D82A}">
                    <a16:rowId xmlns:a16="http://schemas.microsoft.com/office/drawing/2014/main" val="407257481"/>
                  </a:ext>
                </a:extLst>
              </a:tr>
            </a:tbl>
          </a:graphicData>
        </a:graphic>
      </p:graphicFrame>
      <p:cxnSp>
        <p:nvCxnSpPr>
          <p:cNvPr id="53" name="Connecteur droit 52">
            <a:extLst>
              <a:ext uri="{FF2B5EF4-FFF2-40B4-BE49-F238E27FC236}">
                <a16:creationId xmlns:a16="http://schemas.microsoft.com/office/drawing/2014/main" id="{5220E1FD-2A15-4E03-9958-944937043E81}"/>
              </a:ext>
            </a:extLst>
          </p:cNvPr>
          <p:cNvCxnSpPr>
            <a:cxnSpLocks/>
            <a:stCxn id="35" idx="3"/>
          </p:cNvCxnSpPr>
          <p:nvPr/>
        </p:nvCxnSpPr>
        <p:spPr>
          <a:xfrm>
            <a:off x="10940116" y="2279753"/>
            <a:ext cx="32162" cy="2659199"/>
          </a:xfrm>
          <a:prstGeom prst="line">
            <a:avLst/>
          </a:prstGeom>
          <a:ln w="76200">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4960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94AA2BD-2E3F-4B1D-8127-5744B8115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D94497A9-05F4-4387-AA64-7460C1335CC4}"/>
              </a:ext>
            </a:extLst>
          </p:cNvPr>
          <p:cNvSpPr>
            <a:spLocks noGrp="1"/>
          </p:cNvSpPr>
          <p:nvPr>
            <p:ph type="title"/>
          </p:nvPr>
        </p:nvSpPr>
        <p:spPr>
          <a:xfrm>
            <a:off x="411480" y="987552"/>
            <a:ext cx="4485861" cy="1088136"/>
          </a:xfrm>
        </p:spPr>
        <p:txBody>
          <a:bodyPr anchor="b">
            <a:normAutofit/>
          </a:bodyPr>
          <a:lstStyle/>
          <a:p>
            <a:r>
              <a:rPr lang="fr-FR" sz="2400" dirty="0"/>
              <a:t>But du jeu et points de victoire </a:t>
            </a:r>
            <a:endParaRPr lang="en-US" sz="2400" dirty="0"/>
          </a:p>
        </p:txBody>
      </p:sp>
      <p:sp>
        <p:nvSpPr>
          <p:cNvPr id="12" name="Rectangle 11">
            <a:extLst>
              <a:ext uri="{FF2B5EF4-FFF2-40B4-BE49-F238E27FC236}">
                <a16:creationId xmlns:a16="http://schemas.microsoft.com/office/drawing/2014/main" id="{4BD02261-2DC8-4AA8-9E16-7751AE8924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3D752CF2-2291-40B5-B462-C17B174C10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6000"/>
            <a:ext cx="43891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B29BB21E-806C-4925-ABFB-359D2D3DAFEB}"/>
              </a:ext>
            </a:extLst>
          </p:cNvPr>
          <p:cNvSpPr>
            <a:spLocks noGrp="1"/>
          </p:cNvSpPr>
          <p:nvPr>
            <p:ph idx="1"/>
          </p:nvPr>
        </p:nvSpPr>
        <p:spPr>
          <a:xfrm>
            <a:off x="411479" y="2688336"/>
            <a:ext cx="4498848" cy="3584448"/>
          </a:xfrm>
        </p:spPr>
        <p:txBody>
          <a:bodyPr anchor="t">
            <a:normAutofit fontScale="92500" lnSpcReduction="20000"/>
          </a:bodyPr>
          <a:lstStyle/>
          <a:p>
            <a:pPr marL="0" indent="0">
              <a:lnSpc>
                <a:spcPct val="100000"/>
              </a:lnSpc>
              <a:buNone/>
            </a:pPr>
            <a:r>
              <a:rPr lang="fr-FR" sz="1300" dirty="0"/>
              <a:t>Pour résumer, afin d'atteindre la Victoire dans le jeu, vous devez remplir 2 conditions : </a:t>
            </a:r>
          </a:p>
          <a:p>
            <a:pPr marL="0" indent="0">
              <a:lnSpc>
                <a:spcPct val="100000"/>
              </a:lnSpc>
              <a:buNone/>
            </a:pPr>
            <a:r>
              <a:rPr lang="fr-FR" sz="1300" dirty="0"/>
              <a:t>Le nombre de membres de votre communauté doit être supérieur au seuil de taille.</a:t>
            </a:r>
          </a:p>
          <a:p>
            <a:pPr marL="0" indent="0">
              <a:lnSpc>
                <a:spcPct val="100000"/>
              </a:lnSpc>
              <a:buNone/>
            </a:pPr>
            <a:r>
              <a:rPr lang="fr-FR" sz="1300" dirty="0"/>
              <a:t>Le nombre de points de sentiment d'appartenance doit être supérieur au seuil d'identité.</a:t>
            </a:r>
          </a:p>
          <a:p>
            <a:pPr marL="0" indent="0">
              <a:lnSpc>
                <a:spcPct val="100000"/>
              </a:lnSpc>
              <a:buNone/>
            </a:pPr>
            <a:endParaRPr lang="fr-FR" sz="1300" dirty="0"/>
          </a:p>
          <a:p>
            <a:pPr marL="0" indent="0">
              <a:lnSpc>
                <a:spcPct val="100000"/>
              </a:lnSpc>
              <a:buNone/>
            </a:pPr>
            <a:r>
              <a:rPr lang="fr-FR" sz="1300" dirty="0"/>
              <a:t>Score :</a:t>
            </a:r>
          </a:p>
          <a:p>
            <a:pPr marL="0" indent="0">
              <a:lnSpc>
                <a:spcPct val="100000"/>
              </a:lnSpc>
              <a:buNone/>
            </a:pPr>
            <a:r>
              <a:rPr lang="fr-FR" sz="1300" dirty="0"/>
              <a:t>Votre score total sera comptabilisé comme suit, en points de communauté : </a:t>
            </a:r>
          </a:p>
          <a:p>
            <a:pPr marL="0" indent="0">
              <a:lnSpc>
                <a:spcPct val="100000"/>
              </a:lnSpc>
              <a:buNone/>
            </a:pPr>
            <a:r>
              <a:rPr lang="fr-FR" sz="1300" dirty="0"/>
              <a:t>Points de communauté = Nombre de membres * Points de sentiment d'appartenance.</a:t>
            </a:r>
          </a:p>
          <a:p>
            <a:pPr marL="0" indent="0">
              <a:lnSpc>
                <a:spcPct val="100000"/>
              </a:lnSpc>
              <a:buNone/>
            </a:pPr>
            <a:endParaRPr lang="fr-FR" sz="1300" dirty="0"/>
          </a:p>
          <a:p>
            <a:pPr marL="0" indent="0">
              <a:lnSpc>
                <a:spcPct val="100000"/>
              </a:lnSpc>
              <a:buNone/>
            </a:pPr>
            <a:r>
              <a:rPr lang="fr-FR" sz="1300" dirty="0"/>
              <a:t>Si vous décidez de jouer à la version compétitive de ce jeu, le gagnant est celui (ou l'équipe) qui obtient le plus de points communautaires.</a:t>
            </a:r>
          </a:p>
        </p:txBody>
      </p:sp>
      <p:sp>
        <p:nvSpPr>
          <p:cNvPr id="4" name="Espace réservé du contenu 2">
            <a:extLst>
              <a:ext uri="{FF2B5EF4-FFF2-40B4-BE49-F238E27FC236}">
                <a16:creationId xmlns:a16="http://schemas.microsoft.com/office/drawing/2014/main" id="{9EF5D979-0CE3-4F99-BD1F-27D8C3ED2101}"/>
              </a:ext>
            </a:extLst>
          </p:cNvPr>
          <p:cNvSpPr txBox="1">
            <a:spLocks/>
          </p:cNvSpPr>
          <p:nvPr/>
        </p:nvSpPr>
        <p:spPr>
          <a:xfrm>
            <a:off x="6574972" y="2398517"/>
            <a:ext cx="4980432" cy="3694176"/>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a:p>
          <a:p>
            <a:pPr marL="0" indent="0">
              <a:buFont typeface="Arial" panose="020B0604020202020204" pitchFamily="34" charset="0"/>
              <a:buNone/>
            </a:pPr>
            <a:endParaRPr lang="en-US"/>
          </a:p>
          <a:p>
            <a:pPr marL="0" indent="0" algn="ctr">
              <a:buFont typeface="Arial" panose="020B0604020202020204" pitchFamily="34" charset="0"/>
              <a:buNone/>
            </a:pPr>
            <a:endParaRPr lang="en-US"/>
          </a:p>
          <a:p>
            <a:pPr marL="0" indent="0" algn="ctr">
              <a:buFont typeface="Arial" panose="020B0604020202020204" pitchFamily="34" charset="0"/>
              <a:buNone/>
            </a:pPr>
            <a:endParaRPr lang="en-US"/>
          </a:p>
          <a:p>
            <a:pPr marL="0" indent="0" algn="ctr">
              <a:buFont typeface="Arial" panose="020B0604020202020204" pitchFamily="34" charset="0"/>
              <a:buNone/>
            </a:pPr>
            <a:endParaRPr lang="en-US"/>
          </a:p>
          <a:p>
            <a:pPr marL="0" indent="0" algn="ctr">
              <a:buFont typeface="Arial" panose="020B0604020202020204" pitchFamily="34" charset="0"/>
              <a:buNone/>
            </a:pPr>
            <a:endParaRPr lang="en-US"/>
          </a:p>
        </p:txBody>
      </p:sp>
      <p:sp>
        <p:nvSpPr>
          <p:cNvPr id="9" name="Flèche : haut 8">
            <a:extLst>
              <a:ext uri="{FF2B5EF4-FFF2-40B4-BE49-F238E27FC236}">
                <a16:creationId xmlns:a16="http://schemas.microsoft.com/office/drawing/2014/main" id="{0304679B-545E-4B80-B72E-A78A63C7CC34}"/>
              </a:ext>
            </a:extLst>
          </p:cNvPr>
          <p:cNvSpPr/>
          <p:nvPr/>
        </p:nvSpPr>
        <p:spPr>
          <a:xfrm rot="5400000">
            <a:off x="8677934" y="3019293"/>
            <a:ext cx="763480" cy="5192080"/>
          </a:xfrm>
          <a:prstGeom prst="upArrow">
            <a:avLst/>
          </a:prstGeom>
          <a:solidFill>
            <a:schemeClr val="bg1">
              <a:lumMod val="5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lèche : haut 10">
            <a:extLst>
              <a:ext uri="{FF2B5EF4-FFF2-40B4-BE49-F238E27FC236}">
                <a16:creationId xmlns:a16="http://schemas.microsoft.com/office/drawing/2014/main" id="{7A63E188-327F-461E-AFDD-73662A6417EF}"/>
              </a:ext>
            </a:extLst>
          </p:cNvPr>
          <p:cNvSpPr/>
          <p:nvPr/>
        </p:nvSpPr>
        <p:spPr>
          <a:xfrm>
            <a:off x="5841374" y="860927"/>
            <a:ext cx="763480" cy="4539598"/>
          </a:xfrm>
          <a:prstGeom prst="upArrow">
            <a:avLst/>
          </a:prstGeom>
          <a:solidFill>
            <a:schemeClr val="bg1">
              <a:lumMod val="5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lèche : droite 12">
            <a:extLst>
              <a:ext uri="{FF2B5EF4-FFF2-40B4-BE49-F238E27FC236}">
                <a16:creationId xmlns:a16="http://schemas.microsoft.com/office/drawing/2014/main" id="{8EBD22A4-07D5-4923-A207-7D6B16D78B3F}"/>
              </a:ext>
            </a:extLst>
          </p:cNvPr>
          <p:cNvSpPr/>
          <p:nvPr/>
        </p:nvSpPr>
        <p:spPr>
          <a:xfrm rot="16200000">
            <a:off x="5485204" y="1200190"/>
            <a:ext cx="1483741" cy="805216"/>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Victoire</a:t>
            </a:r>
          </a:p>
        </p:txBody>
      </p:sp>
      <p:pic>
        <p:nvPicPr>
          <p:cNvPr id="15" name="Graphique 14" descr="Groupe avec un remplissage uni">
            <a:extLst>
              <a:ext uri="{FF2B5EF4-FFF2-40B4-BE49-F238E27FC236}">
                <a16:creationId xmlns:a16="http://schemas.microsoft.com/office/drawing/2014/main" id="{4B7A7138-6CDD-40DA-8574-042529ED5B7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194151" y="4240444"/>
            <a:ext cx="647223" cy="647223"/>
          </a:xfrm>
          <a:prstGeom prst="rect">
            <a:avLst/>
          </a:prstGeom>
        </p:spPr>
      </p:pic>
      <p:grpSp>
        <p:nvGrpSpPr>
          <p:cNvPr id="16" name="Groupe 15">
            <a:extLst>
              <a:ext uri="{FF2B5EF4-FFF2-40B4-BE49-F238E27FC236}">
                <a16:creationId xmlns:a16="http://schemas.microsoft.com/office/drawing/2014/main" id="{F343B545-70ED-4FBD-B027-5879B316D0C0}"/>
              </a:ext>
            </a:extLst>
          </p:cNvPr>
          <p:cNvGrpSpPr/>
          <p:nvPr/>
        </p:nvGrpSpPr>
        <p:grpSpPr>
          <a:xfrm>
            <a:off x="5213847" y="3088890"/>
            <a:ext cx="649373" cy="408529"/>
            <a:chOff x="6989470" y="1452253"/>
            <a:chExt cx="2968717" cy="1867662"/>
          </a:xfrm>
          <a:solidFill>
            <a:srgbClr val="ED7D31"/>
          </a:solidFill>
        </p:grpSpPr>
        <p:pic>
          <p:nvPicPr>
            <p:cNvPr id="17" name="Graphique 16" descr="Groupe de personnes avec un remplissage uni">
              <a:extLst>
                <a:ext uri="{FF2B5EF4-FFF2-40B4-BE49-F238E27FC236}">
                  <a16:creationId xmlns:a16="http://schemas.microsoft.com/office/drawing/2014/main" id="{3EE8AEF2-4FAB-4FA1-A8C0-5CDF9CF070A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8" name="Graphique 17" descr="Groupe de personnes avec un remplissage uni">
              <a:extLst>
                <a:ext uri="{FF2B5EF4-FFF2-40B4-BE49-F238E27FC236}">
                  <a16:creationId xmlns:a16="http://schemas.microsoft.com/office/drawing/2014/main" id="{7E985D99-6C35-4E47-ACC7-CFFBA5BACE18}"/>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9" name="Graphique 18" descr="Groupe de personnes avec un remplissage uni">
              <a:extLst>
                <a:ext uri="{FF2B5EF4-FFF2-40B4-BE49-F238E27FC236}">
                  <a16:creationId xmlns:a16="http://schemas.microsoft.com/office/drawing/2014/main" id="{9EAC65E3-C9B6-4EEC-AB3E-710A54F5093F}"/>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316394" y="2091056"/>
              <a:ext cx="1298123" cy="651367"/>
            </a:xfrm>
            <a:prstGeom prst="rect">
              <a:avLst/>
            </a:prstGeom>
          </p:spPr>
        </p:pic>
        <p:pic>
          <p:nvPicPr>
            <p:cNvPr id="20" name="Graphique 19" descr="Groupe de personnes avec un remplissage uni">
              <a:extLst>
                <a:ext uri="{FF2B5EF4-FFF2-40B4-BE49-F238E27FC236}">
                  <a16:creationId xmlns:a16="http://schemas.microsoft.com/office/drawing/2014/main" id="{1FBC90A9-3285-4E91-B07B-A569F1522D7E}"/>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65831"/>
            <a:stretch/>
          </p:blipFill>
          <p:spPr>
            <a:xfrm>
              <a:off x="6989470" y="1513565"/>
              <a:ext cx="638169" cy="651367"/>
            </a:xfrm>
            <a:prstGeom prst="rect">
              <a:avLst/>
            </a:prstGeom>
          </p:spPr>
        </p:pic>
        <p:pic>
          <p:nvPicPr>
            <p:cNvPr id="21" name="Graphique 20" descr="Groupe de personnes avec un remplissage uni">
              <a:extLst>
                <a:ext uri="{FF2B5EF4-FFF2-40B4-BE49-F238E27FC236}">
                  <a16:creationId xmlns:a16="http://schemas.microsoft.com/office/drawing/2014/main" id="{6249BA6C-C96B-4AC3-B28C-208D9B6BB0E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498660" y="2653414"/>
              <a:ext cx="1298123" cy="651367"/>
            </a:xfrm>
            <a:prstGeom prst="rect">
              <a:avLst/>
            </a:prstGeom>
          </p:spPr>
        </p:pic>
      </p:grpSp>
      <p:grpSp>
        <p:nvGrpSpPr>
          <p:cNvPr id="22" name="Groupe 21">
            <a:extLst>
              <a:ext uri="{FF2B5EF4-FFF2-40B4-BE49-F238E27FC236}">
                <a16:creationId xmlns:a16="http://schemas.microsoft.com/office/drawing/2014/main" id="{5B596FBB-3F63-4B54-81CC-E9A272B390E3}"/>
              </a:ext>
            </a:extLst>
          </p:cNvPr>
          <p:cNvGrpSpPr/>
          <p:nvPr/>
        </p:nvGrpSpPr>
        <p:grpSpPr>
          <a:xfrm>
            <a:off x="5075720" y="2411815"/>
            <a:ext cx="845887" cy="552586"/>
            <a:chOff x="560346" y="5288117"/>
            <a:chExt cx="522960" cy="341630"/>
          </a:xfrm>
          <a:solidFill>
            <a:srgbClr val="ED7D31"/>
          </a:solidFill>
        </p:grpSpPr>
        <p:grpSp>
          <p:nvGrpSpPr>
            <p:cNvPr id="23" name="Groupe 22">
              <a:extLst>
                <a:ext uri="{FF2B5EF4-FFF2-40B4-BE49-F238E27FC236}">
                  <a16:creationId xmlns:a16="http://schemas.microsoft.com/office/drawing/2014/main" id="{DB26BA6A-8F9C-4BAD-BB24-C79EAB9A40BC}"/>
                </a:ext>
              </a:extLst>
            </p:cNvPr>
            <p:cNvGrpSpPr/>
            <p:nvPr/>
          </p:nvGrpSpPr>
          <p:grpSpPr>
            <a:xfrm>
              <a:off x="560346" y="5458956"/>
              <a:ext cx="271479" cy="170791"/>
              <a:chOff x="6989470" y="1452253"/>
              <a:chExt cx="2968717" cy="1867662"/>
            </a:xfrm>
            <a:grpFill/>
          </p:grpSpPr>
          <p:pic>
            <p:nvPicPr>
              <p:cNvPr id="36" name="Graphique 35" descr="Groupe de personnes avec un remplissage uni">
                <a:extLst>
                  <a:ext uri="{FF2B5EF4-FFF2-40B4-BE49-F238E27FC236}">
                    <a16:creationId xmlns:a16="http://schemas.microsoft.com/office/drawing/2014/main" id="{45618A2C-28D9-4A8A-A53E-F4E67CBB870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37" name="Graphique 36" descr="Groupe de personnes avec un remplissage uni">
                <a:extLst>
                  <a:ext uri="{FF2B5EF4-FFF2-40B4-BE49-F238E27FC236}">
                    <a16:creationId xmlns:a16="http://schemas.microsoft.com/office/drawing/2014/main" id="{D70F0647-E3E2-4A63-AA63-91B8DD0015A3}"/>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38" name="Graphique 37" descr="Groupe de personnes avec un remplissage uni">
                <a:extLst>
                  <a:ext uri="{FF2B5EF4-FFF2-40B4-BE49-F238E27FC236}">
                    <a16:creationId xmlns:a16="http://schemas.microsoft.com/office/drawing/2014/main" id="{690FF10F-667F-4463-8451-B0D3F6A8BEB4}"/>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316394" y="2091056"/>
                <a:ext cx="1298123" cy="651367"/>
              </a:xfrm>
              <a:prstGeom prst="rect">
                <a:avLst/>
              </a:prstGeom>
            </p:spPr>
          </p:pic>
          <p:pic>
            <p:nvPicPr>
              <p:cNvPr id="39" name="Graphique 38" descr="Groupe de personnes avec un remplissage uni">
                <a:extLst>
                  <a:ext uri="{FF2B5EF4-FFF2-40B4-BE49-F238E27FC236}">
                    <a16:creationId xmlns:a16="http://schemas.microsoft.com/office/drawing/2014/main" id="{2C6D8CCA-730C-4088-A0E1-EAC78E4F53D1}"/>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65831"/>
              <a:stretch/>
            </p:blipFill>
            <p:spPr>
              <a:xfrm>
                <a:off x="6989470" y="1513565"/>
                <a:ext cx="638169" cy="651367"/>
              </a:xfrm>
              <a:prstGeom prst="rect">
                <a:avLst/>
              </a:prstGeom>
            </p:spPr>
          </p:pic>
          <p:pic>
            <p:nvPicPr>
              <p:cNvPr id="40" name="Graphique 39" descr="Groupe de personnes avec un remplissage uni">
                <a:extLst>
                  <a:ext uri="{FF2B5EF4-FFF2-40B4-BE49-F238E27FC236}">
                    <a16:creationId xmlns:a16="http://schemas.microsoft.com/office/drawing/2014/main" id="{438C862A-1A60-4642-A396-7EE0B9C1A56F}"/>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498660" y="2653414"/>
                <a:ext cx="1298123" cy="651367"/>
              </a:xfrm>
              <a:prstGeom prst="rect">
                <a:avLst/>
              </a:prstGeom>
            </p:spPr>
          </p:pic>
        </p:grpSp>
        <p:grpSp>
          <p:nvGrpSpPr>
            <p:cNvPr id="24" name="Groupe 23">
              <a:extLst>
                <a:ext uri="{FF2B5EF4-FFF2-40B4-BE49-F238E27FC236}">
                  <a16:creationId xmlns:a16="http://schemas.microsoft.com/office/drawing/2014/main" id="{9E0A6231-49BA-483A-BFF1-9A943B60537F}"/>
                </a:ext>
              </a:extLst>
            </p:cNvPr>
            <p:cNvGrpSpPr/>
            <p:nvPr/>
          </p:nvGrpSpPr>
          <p:grpSpPr>
            <a:xfrm>
              <a:off x="811827" y="5457524"/>
              <a:ext cx="271479" cy="170791"/>
              <a:chOff x="6989470" y="1452253"/>
              <a:chExt cx="2968717" cy="1867662"/>
            </a:xfrm>
            <a:grpFill/>
          </p:grpSpPr>
          <p:pic>
            <p:nvPicPr>
              <p:cNvPr id="31" name="Graphique 30" descr="Groupe de personnes avec un remplissage uni">
                <a:extLst>
                  <a:ext uri="{FF2B5EF4-FFF2-40B4-BE49-F238E27FC236}">
                    <a16:creationId xmlns:a16="http://schemas.microsoft.com/office/drawing/2014/main" id="{5BDD83E3-B30C-4B8A-88B0-1EDEBDE6E89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32" name="Graphique 31" descr="Groupe de personnes avec un remplissage uni">
                <a:extLst>
                  <a:ext uri="{FF2B5EF4-FFF2-40B4-BE49-F238E27FC236}">
                    <a16:creationId xmlns:a16="http://schemas.microsoft.com/office/drawing/2014/main" id="{1B941DCB-E1AD-47B5-80A5-56299EFC7BC8}"/>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33" name="Graphique 32" descr="Groupe de personnes avec un remplissage uni">
                <a:extLst>
                  <a:ext uri="{FF2B5EF4-FFF2-40B4-BE49-F238E27FC236}">
                    <a16:creationId xmlns:a16="http://schemas.microsoft.com/office/drawing/2014/main" id="{9F06A91A-3DCA-40C0-A1D0-19BA95D8FFCE}"/>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316394" y="2091056"/>
                <a:ext cx="1298123" cy="651367"/>
              </a:xfrm>
              <a:prstGeom prst="rect">
                <a:avLst/>
              </a:prstGeom>
            </p:spPr>
          </p:pic>
          <p:pic>
            <p:nvPicPr>
              <p:cNvPr id="34" name="Graphique 33" descr="Groupe de personnes avec un remplissage uni">
                <a:extLst>
                  <a:ext uri="{FF2B5EF4-FFF2-40B4-BE49-F238E27FC236}">
                    <a16:creationId xmlns:a16="http://schemas.microsoft.com/office/drawing/2014/main" id="{5F35578F-8D1E-4C31-9E9E-56CAAD4C10A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65831"/>
              <a:stretch/>
            </p:blipFill>
            <p:spPr>
              <a:xfrm>
                <a:off x="6989470" y="1513565"/>
                <a:ext cx="638169" cy="651367"/>
              </a:xfrm>
              <a:prstGeom prst="rect">
                <a:avLst/>
              </a:prstGeom>
            </p:spPr>
          </p:pic>
          <p:pic>
            <p:nvPicPr>
              <p:cNvPr id="35" name="Graphique 34" descr="Groupe de personnes avec un remplissage uni">
                <a:extLst>
                  <a:ext uri="{FF2B5EF4-FFF2-40B4-BE49-F238E27FC236}">
                    <a16:creationId xmlns:a16="http://schemas.microsoft.com/office/drawing/2014/main" id="{A8D8A192-D1E9-4CD0-B4BA-60CCB9FB3B53}"/>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498660" y="2653414"/>
                <a:ext cx="1298123" cy="651367"/>
              </a:xfrm>
              <a:prstGeom prst="rect">
                <a:avLst/>
              </a:prstGeom>
            </p:spPr>
          </p:pic>
        </p:grpSp>
        <p:grpSp>
          <p:nvGrpSpPr>
            <p:cNvPr id="25" name="Groupe 24">
              <a:extLst>
                <a:ext uri="{FF2B5EF4-FFF2-40B4-BE49-F238E27FC236}">
                  <a16:creationId xmlns:a16="http://schemas.microsoft.com/office/drawing/2014/main" id="{676934E9-69D8-4549-8B5F-64C0C3DA9AAE}"/>
                </a:ext>
              </a:extLst>
            </p:cNvPr>
            <p:cNvGrpSpPr/>
            <p:nvPr/>
          </p:nvGrpSpPr>
          <p:grpSpPr>
            <a:xfrm>
              <a:off x="714070" y="5288117"/>
              <a:ext cx="271479" cy="170791"/>
              <a:chOff x="6989470" y="1452253"/>
              <a:chExt cx="2968717" cy="1867662"/>
            </a:xfrm>
            <a:grpFill/>
          </p:grpSpPr>
          <p:pic>
            <p:nvPicPr>
              <p:cNvPr id="26" name="Graphique 25" descr="Groupe de personnes avec un remplissage uni">
                <a:extLst>
                  <a:ext uri="{FF2B5EF4-FFF2-40B4-BE49-F238E27FC236}">
                    <a16:creationId xmlns:a16="http://schemas.microsoft.com/office/drawing/2014/main" id="{E249426B-3B7D-43A4-AF8E-C91B5B1703B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27" name="Graphique 26" descr="Groupe de personnes avec un remplissage uni">
                <a:extLst>
                  <a:ext uri="{FF2B5EF4-FFF2-40B4-BE49-F238E27FC236}">
                    <a16:creationId xmlns:a16="http://schemas.microsoft.com/office/drawing/2014/main" id="{BAAEBB2E-033E-4A19-9188-694CF7889FFC}"/>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28" name="Graphique 27" descr="Groupe de personnes avec un remplissage uni">
                <a:extLst>
                  <a:ext uri="{FF2B5EF4-FFF2-40B4-BE49-F238E27FC236}">
                    <a16:creationId xmlns:a16="http://schemas.microsoft.com/office/drawing/2014/main" id="{CC06EEF9-B290-40D8-90B1-A64A95BCE44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316394" y="2091056"/>
                <a:ext cx="1298123" cy="651367"/>
              </a:xfrm>
              <a:prstGeom prst="rect">
                <a:avLst/>
              </a:prstGeom>
            </p:spPr>
          </p:pic>
          <p:pic>
            <p:nvPicPr>
              <p:cNvPr id="29" name="Graphique 28" descr="Groupe de personnes avec un remplissage uni">
                <a:extLst>
                  <a:ext uri="{FF2B5EF4-FFF2-40B4-BE49-F238E27FC236}">
                    <a16:creationId xmlns:a16="http://schemas.microsoft.com/office/drawing/2014/main" id="{ED279A31-30C7-4E5E-BC8A-2440C910241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65831"/>
              <a:stretch/>
            </p:blipFill>
            <p:spPr>
              <a:xfrm>
                <a:off x="6989470" y="1513565"/>
                <a:ext cx="638169" cy="651367"/>
              </a:xfrm>
              <a:prstGeom prst="rect">
                <a:avLst/>
              </a:prstGeom>
            </p:spPr>
          </p:pic>
          <p:pic>
            <p:nvPicPr>
              <p:cNvPr id="30" name="Graphique 29" descr="Groupe de personnes avec un remplissage uni">
                <a:extLst>
                  <a:ext uri="{FF2B5EF4-FFF2-40B4-BE49-F238E27FC236}">
                    <a16:creationId xmlns:a16="http://schemas.microsoft.com/office/drawing/2014/main" id="{F24DB8A0-002C-4E04-AC06-F74F6EE1440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498660" y="2653414"/>
                <a:ext cx="1298123" cy="651367"/>
              </a:xfrm>
              <a:prstGeom prst="rect">
                <a:avLst/>
              </a:prstGeom>
            </p:spPr>
          </p:pic>
        </p:grpSp>
      </p:grpSp>
      <p:grpSp>
        <p:nvGrpSpPr>
          <p:cNvPr id="41" name="Groupe 40">
            <a:extLst>
              <a:ext uri="{FF2B5EF4-FFF2-40B4-BE49-F238E27FC236}">
                <a16:creationId xmlns:a16="http://schemas.microsoft.com/office/drawing/2014/main" id="{D23A1A69-463B-49A6-81A9-6565D6665DEF}"/>
              </a:ext>
            </a:extLst>
          </p:cNvPr>
          <p:cNvGrpSpPr/>
          <p:nvPr/>
        </p:nvGrpSpPr>
        <p:grpSpPr>
          <a:xfrm>
            <a:off x="5095605" y="3554067"/>
            <a:ext cx="795834" cy="685354"/>
            <a:chOff x="580554" y="3987276"/>
            <a:chExt cx="555788" cy="478632"/>
          </a:xfrm>
          <a:solidFill>
            <a:srgbClr val="ED7D31"/>
          </a:solidFill>
        </p:grpSpPr>
        <p:pic>
          <p:nvPicPr>
            <p:cNvPr id="42" name="Graphique 41" descr="Groupe avec un remplissage uni">
              <a:extLst>
                <a:ext uri="{FF2B5EF4-FFF2-40B4-BE49-F238E27FC236}">
                  <a16:creationId xmlns:a16="http://schemas.microsoft.com/office/drawing/2014/main" id="{452D633B-1F47-4AEA-A134-DAAC1AF67DC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6167" y="3987276"/>
              <a:ext cx="285305" cy="285305"/>
            </a:xfrm>
            <a:prstGeom prst="rect">
              <a:avLst/>
            </a:prstGeom>
          </p:spPr>
        </p:pic>
        <p:pic>
          <p:nvPicPr>
            <p:cNvPr id="43" name="Graphique 42" descr="Groupe avec un remplissage uni">
              <a:extLst>
                <a:ext uri="{FF2B5EF4-FFF2-40B4-BE49-F238E27FC236}">
                  <a16:creationId xmlns:a16="http://schemas.microsoft.com/office/drawing/2014/main" id="{96E0D9DF-5D41-4E9C-BB86-0822E43F15D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80554" y="4180603"/>
              <a:ext cx="285305" cy="285305"/>
            </a:xfrm>
            <a:prstGeom prst="rect">
              <a:avLst/>
            </a:prstGeom>
          </p:spPr>
        </p:pic>
        <p:pic>
          <p:nvPicPr>
            <p:cNvPr id="44" name="Graphique 43" descr="Groupe avec un remplissage uni">
              <a:extLst>
                <a:ext uri="{FF2B5EF4-FFF2-40B4-BE49-F238E27FC236}">
                  <a16:creationId xmlns:a16="http://schemas.microsoft.com/office/drawing/2014/main" id="{5B565EA3-7162-4E6C-9762-79343482D6E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51037" y="4180602"/>
              <a:ext cx="285305" cy="285305"/>
            </a:xfrm>
            <a:prstGeom prst="rect">
              <a:avLst/>
            </a:prstGeom>
          </p:spPr>
        </p:pic>
      </p:grpSp>
      <p:pic>
        <p:nvPicPr>
          <p:cNvPr id="45" name="Graphique 44" descr="Personne confuse avec un remplissage uni">
            <a:extLst>
              <a:ext uri="{FF2B5EF4-FFF2-40B4-BE49-F238E27FC236}">
                <a16:creationId xmlns:a16="http://schemas.microsoft.com/office/drawing/2014/main" id="{E61BC370-8CAB-4656-A8B9-D7515261205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296525" y="5005742"/>
            <a:ext cx="524287" cy="524287"/>
          </a:xfrm>
          <a:prstGeom prst="rect">
            <a:avLst/>
          </a:prstGeom>
        </p:spPr>
      </p:pic>
      <p:grpSp>
        <p:nvGrpSpPr>
          <p:cNvPr id="46" name="Groupe 45">
            <a:extLst>
              <a:ext uri="{FF2B5EF4-FFF2-40B4-BE49-F238E27FC236}">
                <a16:creationId xmlns:a16="http://schemas.microsoft.com/office/drawing/2014/main" id="{A5901E3C-0183-4131-BF8F-9303DA7C8A9A}"/>
              </a:ext>
            </a:extLst>
          </p:cNvPr>
          <p:cNvGrpSpPr/>
          <p:nvPr/>
        </p:nvGrpSpPr>
        <p:grpSpPr>
          <a:xfrm>
            <a:off x="5276168" y="1797532"/>
            <a:ext cx="550624" cy="593160"/>
            <a:chOff x="5046941" y="2636554"/>
            <a:chExt cx="550624" cy="593160"/>
          </a:xfrm>
        </p:grpSpPr>
        <p:pic>
          <p:nvPicPr>
            <p:cNvPr id="47" name="Graphique 46" descr="Monde avec un remplissage uni">
              <a:extLst>
                <a:ext uri="{FF2B5EF4-FFF2-40B4-BE49-F238E27FC236}">
                  <a16:creationId xmlns:a16="http://schemas.microsoft.com/office/drawing/2014/main" id="{CEFF48BA-61DE-42D5-B831-F4CA5B016968}"/>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7173" r="-1"/>
            <a:stretch/>
          </p:blipFill>
          <p:spPr>
            <a:xfrm>
              <a:off x="5046941" y="2636554"/>
              <a:ext cx="550624" cy="593160"/>
            </a:xfrm>
            <a:prstGeom prst="rect">
              <a:avLst/>
            </a:prstGeom>
          </p:spPr>
        </p:pic>
        <p:pic>
          <p:nvPicPr>
            <p:cNvPr id="48" name="Graphique 47" descr="Monde avec un remplissage uni">
              <a:extLst>
                <a:ext uri="{FF2B5EF4-FFF2-40B4-BE49-F238E27FC236}">
                  <a16:creationId xmlns:a16="http://schemas.microsoft.com/office/drawing/2014/main" id="{A390FFA1-9D5F-4687-ACA9-669D00584A28}"/>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29716" t="30008" r="27849" b="30408"/>
            <a:stretch/>
          </p:blipFill>
          <p:spPr>
            <a:xfrm>
              <a:off x="5180657" y="2809632"/>
              <a:ext cx="251709" cy="234792"/>
            </a:xfrm>
            <a:prstGeom prst="rect">
              <a:avLst/>
            </a:prstGeom>
          </p:spPr>
        </p:pic>
      </p:grpSp>
      <p:sp>
        <p:nvSpPr>
          <p:cNvPr id="49" name="ZoneTexte 48">
            <a:extLst>
              <a:ext uri="{FF2B5EF4-FFF2-40B4-BE49-F238E27FC236}">
                <a16:creationId xmlns:a16="http://schemas.microsoft.com/office/drawing/2014/main" id="{53B9608F-203D-4152-8402-CDDAB4AD3289}"/>
              </a:ext>
            </a:extLst>
          </p:cNvPr>
          <p:cNvSpPr txBox="1"/>
          <p:nvPr/>
        </p:nvSpPr>
        <p:spPr>
          <a:xfrm>
            <a:off x="5390076" y="5105911"/>
            <a:ext cx="279221" cy="369332"/>
          </a:xfrm>
          <a:prstGeom prst="rect">
            <a:avLst/>
          </a:prstGeom>
          <a:noFill/>
        </p:spPr>
        <p:txBody>
          <a:bodyPr wrap="square">
            <a:spAutoFit/>
          </a:bodyPr>
          <a:lstStyle/>
          <a:p>
            <a:r>
              <a:rPr lang="en-US" b="1"/>
              <a:t>1</a:t>
            </a:r>
          </a:p>
        </p:txBody>
      </p:sp>
      <p:sp>
        <p:nvSpPr>
          <p:cNvPr id="50" name="ZoneTexte 49">
            <a:extLst>
              <a:ext uri="{FF2B5EF4-FFF2-40B4-BE49-F238E27FC236}">
                <a16:creationId xmlns:a16="http://schemas.microsoft.com/office/drawing/2014/main" id="{C9A2697C-23DE-427D-923F-FA561AA5465B}"/>
              </a:ext>
            </a:extLst>
          </p:cNvPr>
          <p:cNvSpPr txBox="1"/>
          <p:nvPr/>
        </p:nvSpPr>
        <p:spPr>
          <a:xfrm>
            <a:off x="5360521" y="4373961"/>
            <a:ext cx="279221" cy="369332"/>
          </a:xfrm>
          <a:prstGeom prst="rect">
            <a:avLst/>
          </a:prstGeom>
          <a:noFill/>
        </p:spPr>
        <p:txBody>
          <a:bodyPr wrap="square">
            <a:spAutoFit/>
          </a:bodyPr>
          <a:lstStyle/>
          <a:p>
            <a:r>
              <a:rPr lang="en-US" b="1"/>
              <a:t>4</a:t>
            </a:r>
          </a:p>
        </p:txBody>
      </p:sp>
      <p:sp>
        <p:nvSpPr>
          <p:cNvPr id="51" name="ZoneTexte 50">
            <a:extLst>
              <a:ext uri="{FF2B5EF4-FFF2-40B4-BE49-F238E27FC236}">
                <a16:creationId xmlns:a16="http://schemas.microsoft.com/office/drawing/2014/main" id="{62B58987-372B-4D7C-A1C3-26076F32B847}"/>
              </a:ext>
            </a:extLst>
          </p:cNvPr>
          <p:cNvSpPr txBox="1"/>
          <p:nvPr/>
        </p:nvSpPr>
        <p:spPr>
          <a:xfrm>
            <a:off x="5330407" y="3752459"/>
            <a:ext cx="279221" cy="369332"/>
          </a:xfrm>
          <a:prstGeom prst="rect">
            <a:avLst/>
          </a:prstGeom>
          <a:noFill/>
        </p:spPr>
        <p:txBody>
          <a:bodyPr wrap="square">
            <a:spAutoFit/>
          </a:bodyPr>
          <a:lstStyle/>
          <a:p>
            <a:r>
              <a:rPr lang="en-US" b="1" dirty="0"/>
              <a:t>9</a:t>
            </a:r>
          </a:p>
        </p:txBody>
      </p:sp>
      <p:sp>
        <p:nvSpPr>
          <p:cNvPr id="52" name="ZoneTexte 51">
            <a:extLst>
              <a:ext uri="{FF2B5EF4-FFF2-40B4-BE49-F238E27FC236}">
                <a16:creationId xmlns:a16="http://schemas.microsoft.com/office/drawing/2014/main" id="{AA5C393F-47D9-423F-83DA-D76A8E443FD6}"/>
              </a:ext>
            </a:extLst>
          </p:cNvPr>
          <p:cNvSpPr txBox="1"/>
          <p:nvPr/>
        </p:nvSpPr>
        <p:spPr>
          <a:xfrm>
            <a:off x="5328485" y="3111963"/>
            <a:ext cx="499430" cy="369332"/>
          </a:xfrm>
          <a:prstGeom prst="rect">
            <a:avLst/>
          </a:prstGeom>
          <a:noFill/>
        </p:spPr>
        <p:txBody>
          <a:bodyPr wrap="square">
            <a:spAutoFit/>
          </a:bodyPr>
          <a:lstStyle/>
          <a:p>
            <a:r>
              <a:rPr lang="en-US" b="1"/>
              <a:t>25</a:t>
            </a:r>
          </a:p>
        </p:txBody>
      </p:sp>
      <p:sp>
        <p:nvSpPr>
          <p:cNvPr id="53" name="ZoneTexte 52">
            <a:extLst>
              <a:ext uri="{FF2B5EF4-FFF2-40B4-BE49-F238E27FC236}">
                <a16:creationId xmlns:a16="http://schemas.microsoft.com/office/drawing/2014/main" id="{2925E417-247F-44B3-8F19-971FA1CD46CA}"/>
              </a:ext>
            </a:extLst>
          </p:cNvPr>
          <p:cNvSpPr txBox="1"/>
          <p:nvPr/>
        </p:nvSpPr>
        <p:spPr>
          <a:xfrm>
            <a:off x="5320309" y="2509531"/>
            <a:ext cx="499430" cy="369332"/>
          </a:xfrm>
          <a:prstGeom prst="rect">
            <a:avLst/>
          </a:prstGeom>
          <a:noFill/>
        </p:spPr>
        <p:txBody>
          <a:bodyPr wrap="square">
            <a:spAutoFit/>
          </a:bodyPr>
          <a:lstStyle/>
          <a:p>
            <a:r>
              <a:rPr lang="en-US" b="1"/>
              <a:t>50</a:t>
            </a:r>
          </a:p>
        </p:txBody>
      </p:sp>
      <p:sp>
        <p:nvSpPr>
          <p:cNvPr id="54" name="ZoneTexte 53">
            <a:extLst>
              <a:ext uri="{FF2B5EF4-FFF2-40B4-BE49-F238E27FC236}">
                <a16:creationId xmlns:a16="http://schemas.microsoft.com/office/drawing/2014/main" id="{AC7D8F41-DC9C-4E23-B79C-4C07CEAA3E07}"/>
              </a:ext>
            </a:extLst>
          </p:cNvPr>
          <p:cNvSpPr txBox="1"/>
          <p:nvPr/>
        </p:nvSpPr>
        <p:spPr>
          <a:xfrm>
            <a:off x="5198552" y="2022124"/>
            <a:ext cx="692887" cy="369332"/>
          </a:xfrm>
          <a:prstGeom prst="rect">
            <a:avLst/>
          </a:prstGeom>
          <a:noFill/>
        </p:spPr>
        <p:txBody>
          <a:bodyPr wrap="square">
            <a:spAutoFit/>
          </a:bodyPr>
          <a:lstStyle/>
          <a:p>
            <a:r>
              <a:rPr lang="en-US" b="1"/>
              <a:t>100</a:t>
            </a:r>
          </a:p>
        </p:txBody>
      </p:sp>
      <p:sp>
        <p:nvSpPr>
          <p:cNvPr id="55" name="Flèche : droite 54">
            <a:extLst>
              <a:ext uri="{FF2B5EF4-FFF2-40B4-BE49-F238E27FC236}">
                <a16:creationId xmlns:a16="http://schemas.microsoft.com/office/drawing/2014/main" id="{9DB4B186-004F-49FB-9457-125A8958EDE0}"/>
              </a:ext>
            </a:extLst>
          </p:cNvPr>
          <p:cNvSpPr/>
          <p:nvPr/>
        </p:nvSpPr>
        <p:spPr>
          <a:xfrm>
            <a:off x="10195882" y="5212725"/>
            <a:ext cx="1483741" cy="805216"/>
          </a:xfrm>
          <a:prstGeom prst="rightArrow">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Victoire</a:t>
            </a:r>
          </a:p>
        </p:txBody>
      </p:sp>
      <p:cxnSp>
        <p:nvCxnSpPr>
          <p:cNvPr id="56" name="Connecteur droit 55">
            <a:extLst>
              <a:ext uri="{FF2B5EF4-FFF2-40B4-BE49-F238E27FC236}">
                <a16:creationId xmlns:a16="http://schemas.microsoft.com/office/drawing/2014/main" id="{5FF4A5BE-108B-4BAE-A568-DC25197C52E7}"/>
              </a:ext>
            </a:extLst>
          </p:cNvPr>
          <p:cNvCxnSpPr>
            <a:cxnSpLocks/>
          </p:cNvCxnSpPr>
          <p:nvPr/>
        </p:nvCxnSpPr>
        <p:spPr>
          <a:xfrm>
            <a:off x="10131552" y="1051560"/>
            <a:ext cx="64330" cy="5221224"/>
          </a:xfrm>
          <a:prstGeom prst="line">
            <a:avLst/>
          </a:prstGeom>
          <a:ln w="76200">
            <a:prstDash val="dash"/>
          </a:ln>
        </p:spPr>
        <p:style>
          <a:lnRef idx="1">
            <a:schemeClr val="accent1"/>
          </a:lnRef>
          <a:fillRef idx="0">
            <a:schemeClr val="accent1"/>
          </a:fillRef>
          <a:effectRef idx="0">
            <a:schemeClr val="accent1"/>
          </a:effectRef>
          <a:fontRef idx="minor">
            <a:schemeClr val="tx1"/>
          </a:fontRef>
        </p:style>
      </p:cxnSp>
      <p:cxnSp>
        <p:nvCxnSpPr>
          <p:cNvPr id="57" name="Connecteur droit 56">
            <a:extLst>
              <a:ext uri="{FF2B5EF4-FFF2-40B4-BE49-F238E27FC236}">
                <a16:creationId xmlns:a16="http://schemas.microsoft.com/office/drawing/2014/main" id="{4918CED5-8A21-48B4-A536-DD3636CA8597}"/>
              </a:ext>
            </a:extLst>
          </p:cNvPr>
          <p:cNvCxnSpPr>
            <a:cxnSpLocks/>
          </p:cNvCxnSpPr>
          <p:nvPr/>
        </p:nvCxnSpPr>
        <p:spPr>
          <a:xfrm>
            <a:off x="6020175" y="2344669"/>
            <a:ext cx="5830733" cy="0"/>
          </a:xfrm>
          <a:prstGeom prst="line">
            <a:avLst/>
          </a:prstGeom>
          <a:ln w="76200">
            <a:solidFill>
              <a:srgbClr val="ED7D31"/>
            </a:solidFill>
            <a:prstDash val="dash"/>
          </a:ln>
        </p:spPr>
        <p:style>
          <a:lnRef idx="1">
            <a:schemeClr val="accent1"/>
          </a:lnRef>
          <a:fillRef idx="0">
            <a:schemeClr val="accent1"/>
          </a:fillRef>
          <a:effectRef idx="0">
            <a:schemeClr val="accent1"/>
          </a:effectRef>
          <a:fontRef idx="minor">
            <a:schemeClr val="tx1"/>
          </a:fontRef>
        </p:style>
      </p:cxnSp>
      <p:pic>
        <p:nvPicPr>
          <p:cNvPr id="60" name="Image 59">
            <a:extLst>
              <a:ext uri="{FF2B5EF4-FFF2-40B4-BE49-F238E27FC236}">
                <a16:creationId xmlns:a16="http://schemas.microsoft.com/office/drawing/2014/main" id="{FA5D3A80-306F-4197-8F5E-21CA62D99BD6}"/>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859049" y="5947209"/>
            <a:ext cx="368534" cy="371305"/>
          </a:xfrm>
          <a:prstGeom prst="rect">
            <a:avLst/>
          </a:prstGeom>
        </p:spPr>
      </p:pic>
      <p:pic>
        <p:nvPicPr>
          <p:cNvPr id="62" name="Image 61">
            <a:extLst>
              <a:ext uri="{FF2B5EF4-FFF2-40B4-BE49-F238E27FC236}">
                <a16:creationId xmlns:a16="http://schemas.microsoft.com/office/drawing/2014/main" id="{3AE835C6-F6D3-4573-8F9B-F66EF334DEB6}"/>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351802" y="5954851"/>
            <a:ext cx="368534" cy="371305"/>
          </a:xfrm>
          <a:prstGeom prst="rect">
            <a:avLst/>
          </a:prstGeom>
        </p:spPr>
      </p:pic>
      <p:pic>
        <p:nvPicPr>
          <p:cNvPr id="64" name="Image 63">
            <a:extLst>
              <a:ext uri="{FF2B5EF4-FFF2-40B4-BE49-F238E27FC236}">
                <a16:creationId xmlns:a16="http://schemas.microsoft.com/office/drawing/2014/main" id="{FCC937D8-35C4-4866-8A12-645856A60C20}"/>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7933285" y="5929462"/>
            <a:ext cx="371305" cy="540333"/>
          </a:xfrm>
          <a:prstGeom prst="rect">
            <a:avLst/>
          </a:prstGeom>
        </p:spPr>
      </p:pic>
      <p:pic>
        <p:nvPicPr>
          <p:cNvPr id="66" name="Image 65" descr="Une image contenant roue, transport&#10;&#10;Description générée automatiquement">
            <a:extLst>
              <a:ext uri="{FF2B5EF4-FFF2-40B4-BE49-F238E27FC236}">
                <a16:creationId xmlns:a16="http://schemas.microsoft.com/office/drawing/2014/main" id="{FD6C7BC2-2417-4DC3-A922-C487DED5F356}"/>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8560547" y="5931959"/>
            <a:ext cx="371305" cy="579126"/>
          </a:xfrm>
          <a:prstGeom prst="rect">
            <a:avLst/>
          </a:prstGeom>
        </p:spPr>
      </p:pic>
      <p:pic>
        <p:nvPicPr>
          <p:cNvPr id="68" name="Image 67" descr="Une image contenant transport, roue&#10;&#10;Description générée automatiquement">
            <a:extLst>
              <a:ext uri="{FF2B5EF4-FFF2-40B4-BE49-F238E27FC236}">
                <a16:creationId xmlns:a16="http://schemas.microsoft.com/office/drawing/2014/main" id="{E46481EF-B4FD-4AF5-8CA6-A11D80B9968B}"/>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9136913" y="5931959"/>
            <a:ext cx="412869" cy="612377"/>
          </a:xfrm>
          <a:prstGeom prst="rect">
            <a:avLst/>
          </a:prstGeom>
        </p:spPr>
      </p:pic>
      <p:pic>
        <p:nvPicPr>
          <p:cNvPr id="70" name="Image 69" descr="Une image contenant arme, coup de poing américain, roue, grille&#10;&#10;Description générée automatiquement">
            <a:extLst>
              <a:ext uri="{FF2B5EF4-FFF2-40B4-BE49-F238E27FC236}">
                <a16:creationId xmlns:a16="http://schemas.microsoft.com/office/drawing/2014/main" id="{445F44CC-31F7-4094-BDA6-D5C17D99CDD7}"/>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9710146" y="5931959"/>
            <a:ext cx="371305" cy="681650"/>
          </a:xfrm>
          <a:prstGeom prst="rect">
            <a:avLst/>
          </a:prstGeom>
        </p:spPr>
      </p:pic>
      <p:pic>
        <p:nvPicPr>
          <p:cNvPr id="72" name="Image 71">
            <a:extLst>
              <a:ext uri="{FF2B5EF4-FFF2-40B4-BE49-F238E27FC236}">
                <a16:creationId xmlns:a16="http://schemas.microsoft.com/office/drawing/2014/main" id="{D84BDA35-CEAC-4A77-8A43-B2E0D7BF3D44}"/>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10297549" y="5931959"/>
            <a:ext cx="426724" cy="659483"/>
          </a:xfrm>
          <a:prstGeom prst="rect">
            <a:avLst/>
          </a:prstGeom>
        </p:spPr>
      </p:pic>
      <p:pic>
        <p:nvPicPr>
          <p:cNvPr id="74" name="Image 73">
            <a:extLst>
              <a:ext uri="{FF2B5EF4-FFF2-40B4-BE49-F238E27FC236}">
                <a16:creationId xmlns:a16="http://schemas.microsoft.com/office/drawing/2014/main" id="{22A65A1E-7336-45E5-87D5-705E6DDE7944}"/>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6387729" y="5976849"/>
            <a:ext cx="164606" cy="152413"/>
          </a:xfrm>
          <a:prstGeom prst="rect">
            <a:avLst/>
          </a:prstGeom>
        </p:spPr>
      </p:pic>
      <p:sp>
        <p:nvSpPr>
          <p:cNvPr id="76" name="ZoneTexte 75">
            <a:extLst>
              <a:ext uri="{FF2B5EF4-FFF2-40B4-BE49-F238E27FC236}">
                <a16:creationId xmlns:a16="http://schemas.microsoft.com/office/drawing/2014/main" id="{7EDD19DB-BF41-4846-B7BF-00803ADCEFCD}"/>
              </a:ext>
            </a:extLst>
          </p:cNvPr>
          <p:cNvSpPr txBox="1"/>
          <p:nvPr/>
        </p:nvSpPr>
        <p:spPr>
          <a:xfrm>
            <a:off x="6349643" y="6051231"/>
            <a:ext cx="215363" cy="261610"/>
          </a:xfrm>
          <a:prstGeom prst="rect">
            <a:avLst/>
          </a:prstGeom>
          <a:noFill/>
        </p:spPr>
        <p:txBody>
          <a:bodyPr wrap="square" rtlCol="0">
            <a:spAutoFit/>
          </a:bodyPr>
          <a:lstStyle/>
          <a:p>
            <a:r>
              <a:rPr lang="en-US" sz="1100"/>
              <a:t>1</a:t>
            </a:r>
          </a:p>
        </p:txBody>
      </p:sp>
      <p:sp>
        <p:nvSpPr>
          <p:cNvPr id="78" name="ZoneTexte 77">
            <a:extLst>
              <a:ext uri="{FF2B5EF4-FFF2-40B4-BE49-F238E27FC236}">
                <a16:creationId xmlns:a16="http://schemas.microsoft.com/office/drawing/2014/main" id="{3A45A589-CCE3-45CD-A14F-4C5A5D0C7A7A}"/>
              </a:ext>
            </a:extLst>
          </p:cNvPr>
          <p:cNvSpPr txBox="1"/>
          <p:nvPr/>
        </p:nvSpPr>
        <p:spPr>
          <a:xfrm>
            <a:off x="10557532" y="1427721"/>
            <a:ext cx="1272818" cy="369332"/>
          </a:xfrm>
          <a:prstGeom prst="rect">
            <a:avLst/>
          </a:prstGeom>
          <a:noFill/>
        </p:spPr>
        <p:txBody>
          <a:bodyPr wrap="square" rtlCol="0">
            <a:spAutoFit/>
          </a:bodyPr>
          <a:lstStyle/>
          <a:p>
            <a:r>
              <a:rPr lang="en-US" b="1" dirty="0">
                <a:solidFill>
                  <a:srgbClr val="3494BA"/>
                </a:solidFill>
              </a:rPr>
              <a:t>V</a:t>
            </a:r>
            <a:r>
              <a:rPr lang="en-US" b="1" dirty="0">
                <a:solidFill>
                  <a:srgbClr val="ED7D31"/>
                </a:solidFill>
              </a:rPr>
              <a:t>i</a:t>
            </a:r>
            <a:r>
              <a:rPr lang="en-US" b="1" dirty="0">
                <a:solidFill>
                  <a:srgbClr val="3494BA"/>
                </a:solidFill>
              </a:rPr>
              <a:t>c</a:t>
            </a:r>
            <a:r>
              <a:rPr lang="en-US" b="1" dirty="0">
                <a:solidFill>
                  <a:srgbClr val="ED7D31"/>
                </a:solidFill>
              </a:rPr>
              <a:t>t</a:t>
            </a:r>
            <a:r>
              <a:rPr lang="en-US" b="1" dirty="0">
                <a:solidFill>
                  <a:srgbClr val="3494BA"/>
                </a:solidFill>
              </a:rPr>
              <a:t>o</a:t>
            </a:r>
            <a:r>
              <a:rPr lang="en-US" b="1" dirty="0">
                <a:solidFill>
                  <a:srgbClr val="ED7D31"/>
                </a:solidFill>
              </a:rPr>
              <a:t>i</a:t>
            </a:r>
            <a:r>
              <a:rPr lang="en-US" b="1" dirty="0">
                <a:solidFill>
                  <a:srgbClr val="3494BA"/>
                </a:solidFill>
              </a:rPr>
              <a:t>r</a:t>
            </a:r>
            <a:r>
              <a:rPr lang="en-US" b="1" dirty="0">
                <a:solidFill>
                  <a:srgbClr val="ED7D31"/>
                </a:solidFill>
              </a:rPr>
              <a:t>e</a:t>
            </a:r>
            <a:r>
              <a:rPr lang="en-US" b="1" dirty="0"/>
              <a:t> </a:t>
            </a:r>
          </a:p>
        </p:txBody>
      </p:sp>
      <p:sp>
        <p:nvSpPr>
          <p:cNvPr id="79" name="ZoneTexte 78">
            <a:extLst>
              <a:ext uri="{FF2B5EF4-FFF2-40B4-BE49-F238E27FC236}">
                <a16:creationId xmlns:a16="http://schemas.microsoft.com/office/drawing/2014/main" id="{6F8175CF-1B06-473D-8AE7-131D6A94B802}"/>
              </a:ext>
            </a:extLst>
          </p:cNvPr>
          <p:cNvSpPr txBox="1"/>
          <p:nvPr/>
        </p:nvSpPr>
        <p:spPr>
          <a:xfrm>
            <a:off x="10332687" y="3687931"/>
            <a:ext cx="1625826" cy="1754326"/>
          </a:xfrm>
          <a:prstGeom prst="rect">
            <a:avLst/>
          </a:prstGeom>
          <a:noFill/>
        </p:spPr>
        <p:txBody>
          <a:bodyPr wrap="square" rtlCol="0">
            <a:spAutoFit/>
          </a:bodyPr>
          <a:lstStyle/>
          <a:p>
            <a:r>
              <a:rPr lang="fr-FR" dirty="0"/>
              <a:t>Une communauté très impliquée mais trop petite</a:t>
            </a:r>
          </a:p>
        </p:txBody>
      </p:sp>
      <p:sp>
        <p:nvSpPr>
          <p:cNvPr id="80" name="ZoneTexte 79">
            <a:extLst>
              <a:ext uri="{FF2B5EF4-FFF2-40B4-BE49-F238E27FC236}">
                <a16:creationId xmlns:a16="http://schemas.microsoft.com/office/drawing/2014/main" id="{C16EF6B7-725E-4F6D-A3A7-6C44C746236C}"/>
              </a:ext>
            </a:extLst>
          </p:cNvPr>
          <p:cNvSpPr txBox="1"/>
          <p:nvPr/>
        </p:nvSpPr>
        <p:spPr>
          <a:xfrm>
            <a:off x="7091139" y="1139738"/>
            <a:ext cx="2173861" cy="1200329"/>
          </a:xfrm>
          <a:prstGeom prst="rect">
            <a:avLst/>
          </a:prstGeom>
          <a:noFill/>
        </p:spPr>
        <p:txBody>
          <a:bodyPr wrap="square" rtlCol="0">
            <a:spAutoFit/>
          </a:bodyPr>
          <a:lstStyle/>
          <a:p>
            <a:r>
              <a:rPr lang="fr-FR" dirty="0"/>
              <a:t>Grande communauté mais pas assez impliquée</a:t>
            </a:r>
          </a:p>
        </p:txBody>
      </p:sp>
      <p:sp>
        <p:nvSpPr>
          <p:cNvPr id="81" name="ZoneTexte 80">
            <a:extLst>
              <a:ext uri="{FF2B5EF4-FFF2-40B4-BE49-F238E27FC236}">
                <a16:creationId xmlns:a16="http://schemas.microsoft.com/office/drawing/2014/main" id="{077B032E-5CF2-44E4-BD14-A49AE8397587}"/>
              </a:ext>
            </a:extLst>
          </p:cNvPr>
          <p:cNvSpPr txBox="1"/>
          <p:nvPr/>
        </p:nvSpPr>
        <p:spPr>
          <a:xfrm>
            <a:off x="7142082" y="3544956"/>
            <a:ext cx="2173861" cy="923330"/>
          </a:xfrm>
          <a:prstGeom prst="rect">
            <a:avLst/>
          </a:prstGeom>
          <a:noFill/>
        </p:spPr>
        <p:txBody>
          <a:bodyPr wrap="square" rtlCol="0">
            <a:spAutoFit/>
          </a:bodyPr>
          <a:lstStyle/>
          <a:p>
            <a:r>
              <a:rPr lang="fr-FR" dirty="0"/>
              <a:t>Continuez à développer votre communauté</a:t>
            </a:r>
            <a:endParaRPr lang="en-US" dirty="0"/>
          </a:p>
        </p:txBody>
      </p:sp>
    </p:spTree>
    <p:extLst>
      <p:ext uri="{BB962C8B-B14F-4D97-AF65-F5344CB8AC3E}">
        <p14:creationId xmlns:p14="http://schemas.microsoft.com/office/powerpoint/2010/main" val="29756770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6825ADB0-6B55-48AA-8CB2-18534DA1E28C}"/>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dirty="0" err="1"/>
              <a:t>Règles</a:t>
            </a:r>
            <a:r>
              <a:rPr lang="en-US" sz="7200" dirty="0"/>
              <a:t> du jeu</a:t>
            </a:r>
          </a:p>
        </p:txBody>
      </p:sp>
      <p:sp>
        <p:nvSpPr>
          <p:cNvPr id="5" name="Espace réservé du texte 4">
            <a:extLst>
              <a:ext uri="{FF2B5EF4-FFF2-40B4-BE49-F238E27FC236}">
                <a16:creationId xmlns:a16="http://schemas.microsoft.com/office/drawing/2014/main" id="{8DFC07AB-D375-427C-93EE-9E4BCCE55DE3}"/>
              </a:ext>
            </a:extLst>
          </p:cNvPr>
          <p:cNvSpPr>
            <a:spLocks noGrp="1"/>
          </p:cNvSpPr>
          <p:nvPr>
            <p:ph type="body" idx="1"/>
          </p:nvPr>
        </p:nvSpPr>
        <p:spPr>
          <a:xfrm>
            <a:off x="1966912" y="5645150"/>
            <a:ext cx="8258176" cy="631825"/>
          </a:xfrm>
        </p:spPr>
        <p:txBody>
          <a:bodyPr vert="horz" lIns="91440" tIns="45720" rIns="91440" bIns="45720" rtlCol="0" anchor="ctr">
            <a:normAutofit/>
          </a:bodyPr>
          <a:lstStyle/>
          <a:p>
            <a:pPr algn="ctr"/>
            <a:endParaRPr lang="en-US" sz="2800" dirty="0"/>
          </a:p>
        </p:txBody>
      </p:sp>
    </p:spTree>
    <p:extLst>
      <p:ext uri="{BB962C8B-B14F-4D97-AF65-F5344CB8AC3E}">
        <p14:creationId xmlns:p14="http://schemas.microsoft.com/office/powerpoint/2010/main" val="25985946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5" name="Rectangle 52">
            <a:extLst>
              <a:ext uri="{FF2B5EF4-FFF2-40B4-BE49-F238E27FC236}">
                <a16:creationId xmlns:a16="http://schemas.microsoft.com/office/drawing/2014/main" id="{AFF8D2E5-2C4E-47B1-930B-6C82B7C313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re 4">
            <a:extLst>
              <a:ext uri="{FF2B5EF4-FFF2-40B4-BE49-F238E27FC236}">
                <a16:creationId xmlns:a16="http://schemas.microsoft.com/office/drawing/2014/main" id="{0AFFD0A0-57B0-4104-9D6E-50252CC2188A}"/>
              </a:ext>
            </a:extLst>
          </p:cNvPr>
          <p:cNvSpPr>
            <a:spLocks noGrp="1"/>
          </p:cNvSpPr>
          <p:nvPr>
            <p:ph type="title"/>
          </p:nvPr>
        </p:nvSpPr>
        <p:spPr>
          <a:xfrm>
            <a:off x="841248" y="251312"/>
            <a:ext cx="10506456" cy="1010264"/>
          </a:xfrm>
        </p:spPr>
        <p:txBody>
          <a:bodyPr anchor="ctr">
            <a:normAutofit/>
          </a:bodyPr>
          <a:lstStyle/>
          <a:p>
            <a:r>
              <a:rPr lang="en-US" dirty="0" err="1"/>
              <a:t>Système</a:t>
            </a:r>
            <a:r>
              <a:rPr lang="en-US" dirty="0"/>
              <a:t> de jeu</a:t>
            </a:r>
          </a:p>
        </p:txBody>
      </p:sp>
      <p:sp>
        <p:nvSpPr>
          <p:cNvPr id="66" name="Rectangle 54">
            <a:extLst>
              <a:ext uri="{FF2B5EF4-FFF2-40B4-BE49-F238E27FC236}">
                <a16:creationId xmlns:a16="http://schemas.microsoft.com/office/drawing/2014/main" id="{801E4ADA-0EA9-4930-846E-3C11E8BED6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17618"/>
            <a:ext cx="128016" cy="6314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7" name="Rectangle 56">
            <a:extLst>
              <a:ext uri="{FF2B5EF4-FFF2-40B4-BE49-F238E27FC236}">
                <a16:creationId xmlns:a16="http://schemas.microsoft.com/office/drawing/2014/main" id="{FB92FFCE-0C90-454E-AA25-D4EE9A6C3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380864"/>
            <a:ext cx="1050645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Espace réservé du contenu 4">
            <a:extLst>
              <a:ext uri="{FF2B5EF4-FFF2-40B4-BE49-F238E27FC236}">
                <a16:creationId xmlns:a16="http://schemas.microsoft.com/office/drawing/2014/main" id="{A50E1A9C-FD21-4561-B5F0-ED3848240A35}"/>
              </a:ext>
            </a:extLst>
          </p:cNvPr>
          <p:cNvSpPr txBox="1">
            <a:spLocks/>
          </p:cNvSpPr>
          <p:nvPr/>
        </p:nvSpPr>
        <p:spPr>
          <a:xfrm>
            <a:off x="4279024" y="4847587"/>
            <a:ext cx="1915463" cy="596766"/>
          </a:xfrm>
          <a:prstGeom prst="rect">
            <a:avLst/>
          </a:prstGeom>
          <a:solidFill>
            <a:schemeClr val="bg1">
              <a:lumMod val="95000"/>
            </a:schemeClr>
          </a:solidFill>
        </p:spPr>
        <p:txBody>
          <a:bodyPr vert="horz" lIns="91440" tIns="45720" rIns="91440" bIns="45720" rtlCol="0" anchor="ctr">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Font typeface="Arial" panose="020B0604020202020204" pitchFamily="34" charset="0"/>
              <a:buNone/>
            </a:pPr>
            <a:r>
              <a:rPr lang="fr-FR" sz="900" dirty="0"/>
              <a:t>Les ACTIONS génèrent de la VALEUR</a:t>
            </a:r>
          </a:p>
        </p:txBody>
      </p:sp>
      <p:sp>
        <p:nvSpPr>
          <p:cNvPr id="56" name="Espace réservé du contenu 4">
            <a:extLst>
              <a:ext uri="{FF2B5EF4-FFF2-40B4-BE49-F238E27FC236}">
                <a16:creationId xmlns:a16="http://schemas.microsoft.com/office/drawing/2014/main" id="{A325364B-48EA-45A4-8370-E00DD6791234}"/>
              </a:ext>
            </a:extLst>
          </p:cNvPr>
          <p:cNvSpPr txBox="1">
            <a:spLocks/>
          </p:cNvSpPr>
          <p:nvPr/>
        </p:nvSpPr>
        <p:spPr>
          <a:xfrm>
            <a:off x="182607" y="4900548"/>
            <a:ext cx="1083745" cy="577171"/>
          </a:xfrm>
          <a:prstGeom prst="rect">
            <a:avLst/>
          </a:prstGeom>
          <a:solidFill>
            <a:schemeClr val="bg1">
              <a:lumMod val="95000"/>
            </a:schemeClr>
          </a:solidFill>
        </p:spPr>
        <p:txBody>
          <a:bodyPr vert="horz" lIns="91440" tIns="45720" rIns="91440" bIns="45720" rtlCol="0" anchor="ctr">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Font typeface="Arial" panose="020B0604020202020204" pitchFamily="34" charset="0"/>
              <a:buNone/>
            </a:pPr>
            <a:r>
              <a:rPr lang="fr-FR" sz="900" dirty="0"/>
              <a:t>Vous avez une CAPACITE de travail</a:t>
            </a:r>
          </a:p>
        </p:txBody>
      </p:sp>
      <p:grpSp>
        <p:nvGrpSpPr>
          <p:cNvPr id="13" name="Groupe 12">
            <a:extLst>
              <a:ext uri="{FF2B5EF4-FFF2-40B4-BE49-F238E27FC236}">
                <a16:creationId xmlns:a16="http://schemas.microsoft.com/office/drawing/2014/main" id="{15181427-E329-42B5-90AA-1B0DF86A795D}"/>
              </a:ext>
            </a:extLst>
          </p:cNvPr>
          <p:cNvGrpSpPr/>
          <p:nvPr/>
        </p:nvGrpSpPr>
        <p:grpSpPr>
          <a:xfrm>
            <a:off x="8940556" y="1679194"/>
            <a:ext cx="2777283" cy="3022756"/>
            <a:chOff x="6198493" y="4297325"/>
            <a:chExt cx="2309923" cy="2514088"/>
          </a:xfrm>
        </p:grpSpPr>
        <p:grpSp>
          <p:nvGrpSpPr>
            <p:cNvPr id="6" name="Groupe 5">
              <a:extLst>
                <a:ext uri="{FF2B5EF4-FFF2-40B4-BE49-F238E27FC236}">
                  <a16:creationId xmlns:a16="http://schemas.microsoft.com/office/drawing/2014/main" id="{B088FE76-8E0D-4101-BC21-4C394444A51B}"/>
                </a:ext>
              </a:extLst>
            </p:cNvPr>
            <p:cNvGrpSpPr/>
            <p:nvPr/>
          </p:nvGrpSpPr>
          <p:grpSpPr>
            <a:xfrm>
              <a:off x="6931967" y="4297325"/>
              <a:ext cx="388558" cy="2505449"/>
              <a:chOff x="5505731" y="1088058"/>
              <a:chExt cx="805216" cy="5192080"/>
            </a:xfrm>
          </p:grpSpPr>
          <p:sp>
            <p:nvSpPr>
              <p:cNvPr id="51" name="Flèche : haut 50">
                <a:extLst>
                  <a:ext uri="{FF2B5EF4-FFF2-40B4-BE49-F238E27FC236}">
                    <a16:creationId xmlns:a16="http://schemas.microsoft.com/office/drawing/2014/main" id="{2E2AD467-F4DB-4EC9-9F35-2D2570088BEC}"/>
                  </a:ext>
                </a:extLst>
              </p:cNvPr>
              <p:cNvSpPr/>
              <p:nvPr/>
            </p:nvSpPr>
            <p:spPr>
              <a:xfrm>
                <a:off x="5522638" y="1095579"/>
                <a:ext cx="763480" cy="5184559"/>
              </a:xfrm>
              <a:prstGeom prst="upArrow">
                <a:avLst/>
              </a:prstGeom>
              <a:solidFill>
                <a:schemeClr val="bg1">
                  <a:lumMod val="5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Flèche : droite 51">
                <a:extLst>
                  <a:ext uri="{FF2B5EF4-FFF2-40B4-BE49-F238E27FC236}">
                    <a16:creationId xmlns:a16="http://schemas.microsoft.com/office/drawing/2014/main" id="{34F5A6C5-252C-411C-9B5C-C61E51033038}"/>
                  </a:ext>
                </a:extLst>
              </p:cNvPr>
              <p:cNvSpPr/>
              <p:nvPr/>
            </p:nvSpPr>
            <p:spPr>
              <a:xfrm rot="16200000">
                <a:off x="4840227" y="1753562"/>
                <a:ext cx="2136224" cy="805216"/>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53" name="Groupe 52">
              <a:extLst>
                <a:ext uri="{FF2B5EF4-FFF2-40B4-BE49-F238E27FC236}">
                  <a16:creationId xmlns:a16="http://schemas.microsoft.com/office/drawing/2014/main" id="{3C2166CE-F3CF-4ED8-85D1-71197EF4B46C}"/>
                </a:ext>
              </a:extLst>
            </p:cNvPr>
            <p:cNvGrpSpPr/>
            <p:nvPr/>
          </p:nvGrpSpPr>
          <p:grpSpPr>
            <a:xfrm>
              <a:off x="8113884" y="4305964"/>
              <a:ext cx="388558" cy="2505449"/>
              <a:chOff x="5505731" y="1088058"/>
              <a:chExt cx="805216" cy="5192080"/>
            </a:xfrm>
          </p:grpSpPr>
          <p:sp>
            <p:nvSpPr>
              <p:cNvPr id="54" name="Flèche : haut 53">
                <a:extLst>
                  <a:ext uri="{FF2B5EF4-FFF2-40B4-BE49-F238E27FC236}">
                    <a16:creationId xmlns:a16="http://schemas.microsoft.com/office/drawing/2014/main" id="{39035CC0-8037-463D-AB47-45C180DDD15B}"/>
                  </a:ext>
                </a:extLst>
              </p:cNvPr>
              <p:cNvSpPr/>
              <p:nvPr/>
            </p:nvSpPr>
            <p:spPr>
              <a:xfrm>
                <a:off x="5522638" y="1095579"/>
                <a:ext cx="763480" cy="5184559"/>
              </a:xfrm>
              <a:prstGeom prst="upArrow">
                <a:avLst/>
              </a:prstGeom>
              <a:solidFill>
                <a:schemeClr val="bg1">
                  <a:lumMod val="5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lèche : droite 54">
                <a:extLst>
                  <a:ext uri="{FF2B5EF4-FFF2-40B4-BE49-F238E27FC236}">
                    <a16:creationId xmlns:a16="http://schemas.microsoft.com/office/drawing/2014/main" id="{B2F12C10-E797-4C3A-BD59-14692B78B6B8}"/>
                  </a:ext>
                </a:extLst>
              </p:cNvPr>
              <p:cNvSpPr/>
              <p:nvPr/>
            </p:nvSpPr>
            <p:spPr>
              <a:xfrm rot="16200000">
                <a:off x="4840227" y="1753562"/>
                <a:ext cx="2136224" cy="805216"/>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2" name="Groupe 1">
              <a:extLst>
                <a:ext uri="{FF2B5EF4-FFF2-40B4-BE49-F238E27FC236}">
                  <a16:creationId xmlns:a16="http://schemas.microsoft.com/office/drawing/2014/main" id="{8BD42FA4-CE76-4506-81A6-6AC9F3B8DA2F}"/>
                </a:ext>
              </a:extLst>
            </p:cNvPr>
            <p:cNvGrpSpPr/>
            <p:nvPr/>
          </p:nvGrpSpPr>
          <p:grpSpPr>
            <a:xfrm>
              <a:off x="6513469" y="5013963"/>
              <a:ext cx="406514" cy="1742139"/>
              <a:chOff x="4837615" y="2636554"/>
              <a:chExt cx="845887" cy="3625095"/>
            </a:xfrm>
          </p:grpSpPr>
          <p:pic>
            <p:nvPicPr>
              <p:cNvPr id="62" name="Graphique 61" descr="Groupe avec un remplissage uni">
                <a:extLst>
                  <a:ext uri="{FF2B5EF4-FFF2-40B4-BE49-F238E27FC236}">
                    <a16:creationId xmlns:a16="http://schemas.microsoft.com/office/drawing/2014/main" id="{AEFDFCD7-BDD7-4597-AD2E-99D1E35F92E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56046" y="5088344"/>
                <a:ext cx="647223" cy="647223"/>
              </a:xfrm>
              <a:prstGeom prst="rect">
                <a:avLst/>
              </a:prstGeom>
            </p:spPr>
          </p:pic>
          <p:grpSp>
            <p:nvGrpSpPr>
              <p:cNvPr id="63" name="Groupe 62">
                <a:extLst>
                  <a:ext uri="{FF2B5EF4-FFF2-40B4-BE49-F238E27FC236}">
                    <a16:creationId xmlns:a16="http://schemas.microsoft.com/office/drawing/2014/main" id="{B1D218D4-3376-45D5-BDB2-BDD86F4C89F0}"/>
                  </a:ext>
                </a:extLst>
              </p:cNvPr>
              <p:cNvGrpSpPr/>
              <p:nvPr/>
            </p:nvGrpSpPr>
            <p:grpSpPr>
              <a:xfrm>
                <a:off x="4975742" y="3936790"/>
                <a:ext cx="649373" cy="408529"/>
                <a:chOff x="6989470" y="1452253"/>
                <a:chExt cx="2968717" cy="1867662"/>
              </a:xfrm>
              <a:solidFill>
                <a:srgbClr val="ED7D31"/>
              </a:solidFill>
            </p:grpSpPr>
            <p:pic>
              <p:nvPicPr>
                <p:cNvPr id="81" name="Graphique 80" descr="Groupe de personnes avec un remplissage uni">
                  <a:extLst>
                    <a:ext uri="{FF2B5EF4-FFF2-40B4-BE49-F238E27FC236}">
                      <a16:creationId xmlns:a16="http://schemas.microsoft.com/office/drawing/2014/main" id="{6B028A1C-BD63-4074-95AE-3BA0B4AAD59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82" name="Graphique 81" descr="Groupe de personnes avec un remplissage uni">
                  <a:extLst>
                    <a:ext uri="{FF2B5EF4-FFF2-40B4-BE49-F238E27FC236}">
                      <a16:creationId xmlns:a16="http://schemas.microsoft.com/office/drawing/2014/main" id="{8DF1B993-2C48-46D8-A185-447F985B96B9}"/>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83" name="Graphique 82" descr="Groupe de personnes avec un remplissage uni">
                  <a:extLst>
                    <a:ext uri="{FF2B5EF4-FFF2-40B4-BE49-F238E27FC236}">
                      <a16:creationId xmlns:a16="http://schemas.microsoft.com/office/drawing/2014/main" id="{84A66FDC-384C-4BB1-9FA9-84D7FB6CDFE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316394" y="2091056"/>
                  <a:ext cx="1298123" cy="651367"/>
                </a:xfrm>
                <a:prstGeom prst="rect">
                  <a:avLst/>
                </a:prstGeom>
              </p:spPr>
            </p:pic>
            <p:pic>
              <p:nvPicPr>
                <p:cNvPr id="84" name="Graphique 83" descr="Groupe de personnes avec un remplissage uni">
                  <a:extLst>
                    <a:ext uri="{FF2B5EF4-FFF2-40B4-BE49-F238E27FC236}">
                      <a16:creationId xmlns:a16="http://schemas.microsoft.com/office/drawing/2014/main" id="{E70B3BE3-4E49-4B6E-AFE0-0CEAF8234DC9}"/>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65831"/>
                <a:stretch/>
              </p:blipFill>
              <p:spPr>
                <a:xfrm>
                  <a:off x="6989470" y="1513565"/>
                  <a:ext cx="638169" cy="651367"/>
                </a:xfrm>
                <a:prstGeom prst="rect">
                  <a:avLst/>
                </a:prstGeom>
              </p:spPr>
            </p:pic>
            <p:pic>
              <p:nvPicPr>
                <p:cNvPr id="85" name="Graphique 84" descr="Groupe de personnes avec un remplissage uni">
                  <a:extLst>
                    <a:ext uri="{FF2B5EF4-FFF2-40B4-BE49-F238E27FC236}">
                      <a16:creationId xmlns:a16="http://schemas.microsoft.com/office/drawing/2014/main" id="{681C407B-01AF-474D-A742-592E05672577}"/>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498660" y="2653414"/>
                  <a:ext cx="1298123" cy="651367"/>
                </a:xfrm>
                <a:prstGeom prst="rect">
                  <a:avLst/>
                </a:prstGeom>
              </p:spPr>
            </p:pic>
          </p:grpSp>
          <p:grpSp>
            <p:nvGrpSpPr>
              <p:cNvPr id="86" name="Groupe 85">
                <a:extLst>
                  <a:ext uri="{FF2B5EF4-FFF2-40B4-BE49-F238E27FC236}">
                    <a16:creationId xmlns:a16="http://schemas.microsoft.com/office/drawing/2014/main" id="{756A0B8C-AC3F-487C-872F-829543C6BD85}"/>
                  </a:ext>
                </a:extLst>
              </p:cNvPr>
              <p:cNvGrpSpPr/>
              <p:nvPr/>
            </p:nvGrpSpPr>
            <p:grpSpPr>
              <a:xfrm>
                <a:off x="4837615" y="3259715"/>
                <a:ext cx="845887" cy="552586"/>
                <a:chOff x="560346" y="5288117"/>
                <a:chExt cx="522960" cy="341630"/>
              </a:xfrm>
              <a:solidFill>
                <a:srgbClr val="ED7D31"/>
              </a:solidFill>
            </p:grpSpPr>
            <p:grpSp>
              <p:nvGrpSpPr>
                <p:cNvPr id="87" name="Groupe 86">
                  <a:extLst>
                    <a:ext uri="{FF2B5EF4-FFF2-40B4-BE49-F238E27FC236}">
                      <a16:creationId xmlns:a16="http://schemas.microsoft.com/office/drawing/2014/main" id="{785EFE79-8D6D-4B49-B7A2-EDAA30388D2F}"/>
                    </a:ext>
                  </a:extLst>
                </p:cNvPr>
                <p:cNvGrpSpPr/>
                <p:nvPr/>
              </p:nvGrpSpPr>
              <p:grpSpPr>
                <a:xfrm>
                  <a:off x="560346" y="5458956"/>
                  <a:ext cx="271479" cy="170791"/>
                  <a:chOff x="6989470" y="1452253"/>
                  <a:chExt cx="2968717" cy="1867662"/>
                </a:xfrm>
                <a:grpFill/>
              </p:grpSpPr>
              <p:pic>
                <p:nvPicPr>
                  <p:cNvPr id="100" name="Graphique 99" descr="Groupe de personnes avec un remplissage uni">
                    <a:extLst>
                      <a:ext uri="{FF2B5EF4-FFF2-40B4-BE49-F238E27FC236}">
                        <a16:creationId xmlns:a16="http://schemas.microsoft.com/office/drawing/2014/main" id="{AB1C0AE5-550B-4A1B-B9A6-DEA2A2B3ABE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01" name="Graphique 100" descr="Groupe de personnes avec un remplissage uni">
                    <a:extLst>
                      <a:ext uri="{FF2B5EF4-FFF2-40B4-BE49-F238E27FC236}">
                        <a16:creationId xmlns:a16="http://schemas.microsoft.com/office/drawing/2014/main" id="{C62B87D8-4E60-4251-9E92-A13065A4828D}"/>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02" name="Graphique 101" descr="Groupe de personnes avec un remplissage uni">
                    <a:extLst>
                      <a:ext uri="{FF2B5EF4-FFF2-40B4-BE49-F238E27FC236}">
                        <a16:creationId xmlns:a16="http://schemas.microsoft.com/office/drawing/2014/main" id="{A1C36D2F-FB44-4F72-BA1B-B8D761D4B68D}"/>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316394" y="2091056"/>
                    <a:ext cx="1298123" cy="651367"/>
                  </a:xfrm>
                  <a:prstGeom prst="rect">
                    <a:avLst/>
                  </a:prstGeom>
                </p:spPr>
              </p:pic>
              <p:pic>
                <p:nvPicPr>
                  <p:cNvPr id="103" name="Graphique 102" descr="Groupe de personnes avec un remplissage uni">
                    <a:extLst>
                      <a:ext uri="{FF2B5EF4-FFF2-40B4-BE49-F238E27FC236}">
                        <a16:creationId xmlns:a16="http://schemas.microsoft.com/office/drawing/2014/main" id="{1EBC151B-954D-4AB1-88E0-A0B689D1AF39}"/>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65831"/>
                  <a:stretch/>
                </p:blipFill>
                <p:spPr>
                  <a:xfrm>
                    <a:off x="6989470" y="1513565"/>
                    <a:ext cx="638169" cy="651367"/>
                  </a:xfrm>
                  <a:prstGeom prst="rect">
                    <a:avLst/>
                  </a:prstGeom>
                </p:spPr>
              </p:pic>
              <p:pic>
                <p:nvPicPr>
                  <p:cNvPr id="104" name="Graphique 103" descr="Groupe de personnes avec un remplissage uni">
                    <a:extLst>
                      <a:ext uri="{FF2B5EF4-FFF2-40B4-BE49-F238E27FC236}">
                        <a16:creationId xmlns:a16="http://schemas.microsoft.com/office/drawing/2014/main" id="{047DBC8F-06AA-48F1-9C8E-9636A092403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498660" y="2653414"/>
                    <a:ext cx="1298123" cy="651367"/>
                  </a:xfrm>
                  <a:prstGeom prst="rect">
                    <a:avLst/>
                  </a:prstGeom>
                </p:spPr>
              </p:pic>
            </p:grpSp>
            <p:grpSp>
              <p:nvGrpSpPr>
                <p:cNvPr id="88" name="Groupe 87">
                  <a:extLst>
                    <a:ext uri="{FF2B5EF4-FFF2-40B4-BE49-F238E27FC236}">
                      <a16:creationId xmlns:a16="http://schemas.microsoft.com/office/drawing/2014/main" id="{354D7C71-F219-484E-954E-C4EE84702233}"/>
                    </a:ext>
                  </a:extLst>
                </p:cNvPr>
                <p:cNvGrpSpPr/>
                <p:nvPr/>
              </p:nvGrpSpPr>
              <p:grpSpPr>
                <a:xfrm>
                  <a:off x="811827" y="5457524"/>
                  <a:ext cx="271479" cy="170791"/>
                  <a:chOff x="6989470" y="1452253"/>
                  <a:chExt cx="2968717" cy="1867662"/>
                </a:xfrm>
                <a:grpFill/>
              </p:grpSpPr>
              <p:pic>
                <p:nvPicPr>
                  <p:cNvPr id="95" name="Graphique 94" descr="Groupe de personnes avec un remplissage uni">
                    <a:extLst>
                      <a:ext uri="{FF2B5EF4-FFF2-40B4-BE49-F238E27FC236}">
                        <a16:creationId xmlns:a16="http://schemas.microsoft.com/office/drawing/2014/main" id="{5BAA118C-ACB4-4A48-A7CB-1DD5C9F97FE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96" name="Graphique 95" descr="Groupe de personnes avec un remplissage uni">
                    <a:extLst>
                      <a:ext uri="{FF2B5EF4-FFF2-40B4-BE49-F238E27FC236}">
                        <a16:creationId xmlns:a16="http://schemas.microsoft.com/office/drawing/2014/main" id="{87E2CB8E-AFD9-4CAB-8049-67322F68811F}"/>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97" name="Graphique 96" descr="Groupe de personnes avec un remplissage uni">
                    <a:extLst>
                      <a:ext uri="{FF2B5EF4-FFF2-40B4-BE49-F238E27FC236}">
                        <a16:creationId xmlns:a16="http://schemas.microsoft.com/office/drawing/2014/main" id="{D4E7CD88-5EA5-4443-A59B-85256B0AB2CB}"/>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316394" y="2091056"/>
                    <a:ext cx="1298123" cy="651367"/>
                  </a:xfrm>
                  <a:prstGeom prst="rect">
                    <a:avLst/>
                  </a:prstGeom>
                </p:spPr>
              </p:pic>
              <p:pic>
                <p:nvPicPr>
                  <p:cNvPr id="98" name="Graphique 97" descr="Groupe de personnes avec un remplissage uni">
                    <a:extLst>
                      <a:ext uri="{FF2B5EF4-FFF2-40B4-BE49-F238E27FC236}">
                        <a16:creationId xmlns:a16="http://schemas.microsoft.com/office/drawing/2014/main" id="{420A7563-CD76-4785-8989-1A6B7EE92CA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65831"/>
                  <a:stretch/>
                </p:blipFill>
                <p:spPr>
                  <a:xfrm>
                    <a:off x="6989470" y="1513565"/>
                    <a:ext cx="638169" cy="651367"/>
                  </a:xfrm>
                  <a:prstGeom prst="rect">
                    <a:avLst/>
                  </a:prstGeom>
                </p:spPr>
              </p:pic>
              <p:pic>
                <p:nvPicPr>
                  <p:cNvPr id="99" name="Graphique 98" descr="Groupe de personnes avec un remplissage uni">
                    <a:extLst>
                      <a:ext uri="{FF2B5EF4-FFF2-40B4-BE49-F238E27FC236}">
                        <a16:creationId xmlns:a16="http://schemas.microsoft.com/office/drawing/2014/main" id="{5B0B13F2-F083-4596-99CF-3AB9AD221753}"/>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498660" y="2653414"/>
                    <a:ext cx="1298123" cy="651367"/>
                  </a:xfrm>
                  <a:prstGeom prst="rect">
                    <a:avLst/>
                  </a:prstGeom>
                </p:spPr>
              </p:pic>
            </p:grpSp>
            <p:grpSp>
              <p:nvGrpSpPr>
                <p:cNvPr id="89" name="Groupe 88">
                  <a:extLst>
                    <a:ext uri="{FF2B5EF4-FFF2-40B4-BE49-F238E27FC236}">
                      <a16:creationId xmlns:a16="http://schemas.microsoft.com/office/drawing/2014/main" id="{8AE7C408-7D4A-4A5B-806D-838C580FD054}"/>
                    </a:ext>
                  </a:extLst>
                </p:cNvPr>
                <p:cNvGrpSpPr/>
                <p:nvPr/>
              </p:nvGrpSpPr>
              <p:grpSpPr>
                <a:xfrm>
                  <a:off x="714070" y="5288117"/>
                  <a:ext cx="271479" cy="170791"/>
                  <a:chOff x="6989470" y="1452253"/>
                  <a:chExt cx="2968717" cy="1867662"/>
                </a:xfrm>
                <a:grpFill/>
              </p:grpSpPr>
              <p:pic>
                <p:nvPicPr>
                  <p:cNvPr id="90" name="Graphique 89" descr="Groupe de personnes avec un remplissage uni">
                    <a:extLst>
                      <a:ext uri="{FF2B5EF4-FFF2-40B4-BE49-F238E27FC236}">
                        <a16:creationId xmlns:a16="http://schemas.microsoft.com/office/drawing/2014/main" id="{6BAC5D76-70D6-4891-B6C7-42F8E7171C9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91" name="Graphique 90" descr="Groupe de personnes avec un remplissage uni">
                    <a:extLst>
                      <a:ext uri="{FF2B5EF4-FFF2-40B4-BE49-F238E27FC236}">
                        <a16:creationId xmlns:a16="http://schemas.microsoft.com/office/drawing/2014/main" id="{2F1CDC1A-5D6C-4E79-AFF0-26EFEF13BAB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92" name="Graphique 91" descr="Groupe de personnes avec un remplissage uni">
                    <a:extLst>
                      <a:ext uri="{FF2B5EF4-FFF2-40B4-BE49-F238E27FC236}">
                        <a16:creationId xmlns:a16="http://schemas.microsoft.com/office/drawing/2014/main" id="{EF73B26C-5759-4C3A-B369-2399983182F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316394" y="2091056"/>
                    <a:ext cx="1298123" cy="651367"/>
                  </a:xfrm>
                  <a:prstGeom prst="rect">
                    <a:avLst/>
                  </a:prstGeom>
                </p:spPr>
              </p:pic>
              <p:pic>
                <p:nvPicPr>
                  <p:cNvPr id="93" name="Graphique 92" descr="Groupe de personnes avec un remplissage uni">
                    <a:extLst>
                      <a:ext uri="{FF2B5EF4-FFF2-40B4-BE49-F238E27FC236}">
                        <a16:creationId xmlns:a16="http://schemas.microsoft.com/office/drawing/2014/main" id="{5141C401-7876-4CA5-A229-7CC0B4FD1A69}"/>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65831"/>
                  <a:stretch/>
                </p:blipFill>
                <p:spPr>
                  <a:xfrm>
                    <a:off x="6989470" y="1513565"/>
                    <a:ext cx="638169" cy="651367"/>
                  </a:xfrm>
                  <a:prstGeom prst="rect">
                    <a:avLst/>
                  </a:prstGeom>
                </p:spPr>
              </p:pic>
              <p:pic>
                <p:nvPicPr>
                  <p:cNvPr id="94" name="Graphique 93" descr="Groupe de personnes avec un remplissage uni">
                    <a:extLst>
                      <a:ext uri="{FF2B5EF4-FFF2-40B4-BE49-F238E27FC236}">
                        <a16:creationId xmlns:a16="http://schemas.microsoft.com/office/drawing/2014/main" id="{44CB18AC-9F72-4DD2-8363-E007A00046C3}"/>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498660" y="2653414"/>
                    <a:ext cx="1298123" cy="651367"/>
                  </a:xfrm>
                  <a:prstGeom prst="rect">
                    <a:avLst/>
                  </a:prstGeom>
                </p:spPr>
              </p:pic>
            </p:grpSp>
          </p:grpSp>
          <p:grpSp>
            <p:nvGrpSpPr>
              <p:cNvPr id="105" name="Groupe 104">
                <a:extLst>
                  <a:ext uri="{FF2B5EF4-FFF2-40B4-BE49-F238E27FC236}">
                    <a16:creationId xmlns:a16="http://schemas.microsoft.com/office/drawing/2014/main" id="{41C353F7-A346-46EE-8CC0-0AFAF6336BAF}"/>
                  </a:ext>
                </a:extLst>
              </p:cNvPr>
              <p:cNvGrpSpPr/>
              <p:nvPr/>
            </p:nvGrpSpPr>
            <p:grpSpPr>
              <a:xfrm>
                <a:off x="4857500" y="4401967"/>
                <a:ext cx="795834" cy="685354"/>
                <a:chOff x="580554" y="3987276"/>
                <a:chExt cx="555788" cy="478632"/>
              </a:xfrm>
              <a:solidFill>
                <a:srgbClr val="ED7D31"/>
              </a:solidFill>
            </p:grpSpPr>
            <p:pic>
              <p:nvPicPr>
                <p:cNvPr id="106" name="Graphique 105" descr="Groupe avec un remplissage uni">
                  <a:extLst>
                    <a:ext uri="{FF2B5EF4-FFF2-40B4-BE49-F238E27FC236}">
                      <a16:creationId xmlns:a16="http://schemas.microsoft.com/office/drawing/2014/main" id="{12DD535B-C178-45CC-BDC4-F7813A76540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6167" y="3987276"/>
                  <a:ext cx="285305" cy="285305"/>
                </a:xfrm>
                <a:prstGeom prst="rect">
                  <a:avLst/>
                </a:prstGeom>
              </p:spPr>
            </p:pic>
            <p:pic>
              <p:nvPicPr>
                <p:cNvPr id="107" name="Graphique 106" descr="Groupe avec un remplissage uni">
                  <a:extLst>
                    <a:ext uri="{FF2B5EF4-FFF2-40B4-BE49-F238E27FC236}">
                      <a16:creationId xmlns:a16="http://schemas.microsoft.com/office/drawing/2014/main" id="{F4BEF252-CAC1-46C7-A864-1CE05826F70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80554" y="4180603"/>
                  <a:ext cx="285305" cy="285305"/>
                </a:xfrm>
                <a:prstGeom prst="rect">
                  <a:avLst/>
                </a:prstGeom>
              </p:spPr>
            </p:pic>
            <p:pic>
              <p:nvPicPr>
                <p:cNvPr id="108" name="Graphique 107" descr="Groupe avec un remplissage uni">
                  <a:extLst>
                    <a:ext uri="{FF2B5EF4-FFF2-40B4-BE49-F238E27FC236}">
                      <a16:creationId xmlns:a16="http://schemas.microsoft.com/office/drawing/2014/main" id="{5ABFBD00-F2C4-4AB5-81A6-5E7B1AD6012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51037" y="4180602"/>
                  <a:ext cx="285305" cy="285305"/>
                </a:xfrm>
                <a:prstGeom prst="rect">
                  <a:avLst/>
                </a:prstGeom>
              </p:spPr>
            </p:pic>
          </p:grpSp>
          <p:pic>
            <p:nvPicPr>
              <p:cNvPr id="109" name="Graphique 108" descr="Personne confuse avec un remplissage uni">
                <a:extLst>
                  <a:ext uri="{FF2B5EF4-FFF2-40B4-BE49-F238E27FC236}">
                    <a16:creationId xmlns:a16="http://schemas.microsoft.com/office/drawing/2014/main" id="{6D0AC221-CCC3-47E3-85C3-BEC7CCCFBCC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030473" y="5737362"/>
                <a:ext cx="524287" cy="524287"/>
              </a:xfrm>
              <a:prstGeom prst="rect">
                <a:avLst/>
              </a:prstGeom>
            </p:spPr>
          </p:pic>
          <p:grpSp>
            <p:nvGrpSpPr>
              <p:cNvPr id="110" name="Groupe 109">
                <a:extLst>
                  <a:ext uri="{FF2B5EF4-FFF2-40B4-BE49-F238E27FC236}">
                    <a16:creationId xmlns:a16="http://schemas.microsoft.com/office/drawing/2014/main" id="{BC783117-4957-40C1-8AA9-49EA5F6D0DB8}"/>
                  </a:ext>
                </a:extLst>
              </p:cNvPr>
              <p:cNvGrpSpPr/>
              <p:nvPr/>
            </p:nvGrpSpPr>
            <p:grpSpPr>
              <a:xfrm>
                <a:off x="5046941" y="2636554"/>
                <a:ext cx="550624" cy="593160"/>
                <a:chOff x="5046941" y="2636554"/>
                <a:chExt cx="550624" cy="593160"/>
              </a:xfrm>
            </p:grpSpPr>
            <p:pic>
              <p:nvPicPr>
                <p:cNvPr id="111" name="Graphique 110" descr="Monde avec un remplissage uni">
                  <a:extLst>
                    <a:ext uri="{FF2B5EF4-FFF2-40B4-BE49-F238E27FC236}">
                      <a16:creationId xmlns:a16="http://schemas.microsoft.com/office/drawing/2014/main" id="{83877D26-7D01-45B8-80F8-93B2CC901851}"/>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7173" r="-1"/>
                <a:stretch/>
              </p:blipFill>
              <p:spPr>
                <a:xfrm>
                  <a:off x="5046941" y="2636554"/>
                  <a:ext cx="550624" cy="593160"/>
                </a:xfrm>
                <a:prstGeom prst="rect">
                  <a:avLst/>
                </a:prstGeom>
              </p:spPr>
            </p:pic>
            <p:pic>
              <p:nvPicPr>
                <p:cNvPr id="112" name="Graphique 111" descr="Monde avec un remplissage uni">
                  <a:extLst>
                    <a:ext uri="{FF2B5EF4-FFF2-40B4-BE49-F238E27FC236}">
                      <a16:creationId xmlns:a16="http://schemas.microsoft.com/office/drawing/2014/main" id="{267C143D-EE11-4C9B-91A2-62E735A133B8}"/>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29716" t="30008" r="27849" b="30408"/>
                <a:stretch/>
              </p:blipFill>
              <p:spPr>
                <a:xfrm>
                  <a:off x="5180657" y="2809632"/>
                  <a:ext cx="251709" cy="234792"/>
                </a:xfrm>
                <a:prstGeom prst="rect">
                  <a:avLst/>
                </a:prstGeom>
              </p:spPr>
            </p:pic>
          </p:grpSp>
        </p:grpSp>
        <p:cxnSp>
          <p:nvCxnSpPr>
            <p:cNvPr id="113" name="Connecteur droit 112">
              <a:extLst>
                <a:ext uri="{FF2B5EF4-FFF2-40B4-BE49-F238E27FC236}">
                  <a16:creationId xmlns:a16="http://schemas.microsoft.com/office/drawing/2014/main" id="{7A0808F4-84B4-4F98-BDF4-6133F18F540D}"/>
                </a:ext>
              </a:extLst>
            </p:cNvPr>
            <p:cNvCxnSpPr>
              <a:cxnSpLocks/>
            </p:cNvCxnSpPr>
            <p:nvPr/>
          </p:nvCxnSpPr>
          <p:spPr>
            <a:xfrm>
              <a:off x="6198493" y="5281316"/>
              <a:ext cx="1025474" cy="17581"/>
            </a:xfrm>
            <a:prstGeom prst="line">
              <a:avLst/>
            </a:prstGeom>
            <a:ln w="19050">
              <a:solidFill>
                <a:srgbClr val="ED7D31"/>
              </a:solidFill>
              <a:prstDash val="dash"/>
            </a:ln>
          </p:spPr>
          <p:style>
            <a:lnRef idx="1">
              <a:schemeClr val="accent1"/>
            </a:lnRef>
            <a:fillRef idx="0">
              <a:schemeClr val="accent1"/>
            </a:fillRef>
            <a:effectRef idx="0">
              <a:schemeClr val="accent1"/>
            </a:effectRef>
            <a:fontRef idx="minor">
              <a:schemeClr val="tx1"/>
            </a:fontRef>
          </p:style>
        </p:cxnSp>
        <p:grpSp>
          <p:nvGrpSpPr>
            <p:cNvPr id="11" name="Groupe 10">
              <a:extLst>
                <a:ext uri="{FF2B5EF4-FFF2-40B4-BE49-F238E27FC236}">
                  <a16:creationId xmlns:a16="http://schemas.microsoft.com/office/drawing/2014/main" id="{8E02E967-4C1E-4CFA-88AF-B2921CCE2877}"/>
                </a:ext>
              </a:extLst>
            </p:cNvPr>
            <p:cNvGrpSpPr/>
            <p:nvPr/>
          </p:nvGrpSpPr>
          <p:grpSpPr>
            <a:xfrm flipH="1">
              <a:off x="7860932" y="5096266"/>
              <a:ext cx="176533" cy="1627918"/>
              <a:chOff x="3574401" y="2264503"/>
              <a:chExt cx="434941" cy="4010823"/>
            </a:xfrm>
          </p:grpSpPr>
          <p:sp>
            <p:nvSpPr>
              <p:cNvPr id="114" name="Cœur 113">
                <a:extLst>
                  <a:ext uri="{FF2B5EF4-FFF2-40B4-BE49-F238E27FC236}">
                    <a16:creationId xmlns:a16="http://schemas.microsoft.com/office/drawing/2014/main" id="{1AF90BD8-2894-4A62-BA48-2B874CA2F2DA}"/>
                  </a:ext>
                </a:extLst>
              </p:cNvPr>
              <p:cNvSpPr/>
              <p:nvPr/>
            </p:nvSpPr>
            <p:spPr>
              <a:xfrm>
                <a:off x="3709679" y="6123860"/>
                <a:ext cx="151466" cy="151466"/>
              </a:xfrm>
              <a:prstGeom prst="hear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115" name="Groupe 114">
                <a:extLst>
                  <a:ext uri="{FF2B5EF4-FFF2-40B4-BE49-F238E27FC236}">
                    <a16:creationId xmlns:a16="http://schemas.microsoft.com/office/drawing/2014/main" id="{38C5C57F-E665-45C9-ACA7-B14EC9EE3F3C}"/>
                  </a:ext>
                </a:extLst>
              </p:cNvPr>
              <p:cNvGrpSpPr/>
              <p:nvPr/>
            </p:nvGrpSpPr>
            <p:grpSpPr>
              <a:xfrm>
                <a:off x="3602007" y="5533310"/>
                <a:ext cx="335755" cy="151466"/>
                <a:chOff x="4241199" y="5506677"/>
                <a:chExt cx="335755" cy="151466"/>
              </a:xfrm>
              <a:solidFill>
                <a:srgbClr val="3494BA"/>
              </a:solidFill>
            </p:grpSpPr>
            <p:sp>
              <p:nvSpPr>
                <p:cNvPr id="116" name="Cœur 115">
                  <a:extLst>
                    <a:ext uri="{FF2B5EF4-FFF2-40B4-BE49-F238E27FC236}">
                      <a16:creationId xmlns:a16="http://schemas.microsoft.com/office/drawing/2014/main" id="{74C8C975-3D97-49BA-B24D-6971762CCB4D}"/>
                    </a:ext>
                  </a:extLst>
                </p:cNvPr>
                <p:cNvSpPr/>
                <p:nvPr/>
              </p:nvSpPr>
              <p:spPr>
                <a:xfrm>
                  <a:off x="4241199" y="5506677"/>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7" name="Cœur 116">
                  <a:extLst>
                    <a:ext uri="{FF2B5EF4-FFF2-40B4-BE49-F238E27FC236}">
                      <a16:creationId xmlns:a16="http://schemas.microsoft.com/office/drawing/2014/main" id="{10895660-9C67-47FA-AEB5-D0351B2FD00F}"/>
                    </a:ext>
                  </a:extLst>
                </p:cNvPr>
                <p:cNvSpPr/>
                <p:nvPr/>
              </p:nvSpPr>
              <p:spPr>
                <a:xfrm>
                  <a:off x="4425488" y="5506677"/>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18" name="Groupe 117">
                <a:extLst>
                  <a:ext uri="{FF2B5EF4-FFF2-40B4-BE49-F238E27FC236}">
                    <a16:creationId xmlns:a16="http://schemas.microsoft.com/office/drawing/2014/main" id="{B9ADB600-A51F-4061-B393-0FE8D4CA3186}"/>
                  </a:ext>
                </a:extLst>
              </p:cNvPr>
              <p:cNvGrpSpPr/>
              <p:nvPr/>
            </p:nvGrpSpPr>
            <p:grpSpPr>
              <a:xfrm>
                <a:off x="3607222" y="4869360"/>
                <a:ext cx="342452" cy="319977"/>
                <a:chOff x="4219745" y="4840394"/>
                <a:chExt cx="342452" cy="319977"/>
              </a:xfrm>
              <a:solidFill>
                <a:srgbClr val="3494BA"/>
              </a:solidFill>
            </p:grpSpPr>
            <p:sp>
              <p:nvSpPr>
                <p:cNvPr id="119" name="Cœur 118">
                  <a:extLst>
                    <a:ext uri="{FF2B5EF4-FFF2-40B4-BE49-F238E27FC236}">
                      <a16:creationId xmlns:a16="http://schemas.microsoft.com/office/drawing/2014/main" id="{14E3D26F-D74A-42BC-AD62-B7EEC731CB31}"/>
                    </a:ext>
                  </a:extLst>
                </p:cNvPr>
                <p:cNvSpPr/>
                <p:nvPr/>
              </p:nvSpPr>
              <p:spPr>
                <a:xfrm>
                  <a:off x="4219745" y="5008905"/>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0" name="Cœur 119">
                  <a:extLst>
                    <a:ext uri="{FF2B5EF4-FFF2-40B4-BE49-F238E27FC236}">
                      <a16:creationId xmlns:a16="http://schemas.microsoft.com/office/drawing/2014/main" id="{A605B5F4-DFCF-4274-85CD-20C3DF62B67A}"/>
                    </a:ext>
                  </a:extLst>
                </p:cNvPr>
                <p:cNvSpPr/>
                <p:nvPr/>
              </p:nvSpPr>
              <p:spPr>
                <a:xfrm>
                  <a:off x="4410731" y="5008905"/>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1" name="Cœur 120">
                  <a:extLst>
                    <a:ext uri="{FF2B5EF4-FFF2-40B4-BE49-F238E27FC236}">
                      <a16:creationId xmlns:a16="http://schemas.microsoft.com/office/drawing/2014/main" id="{D8462334-720A-4246-BCE4-625C4058F7C0}"/>
                    </a:ext>
                  </a:extLst>
                </p:cNvPr>
                <p:cNvSpPr/>
                <p:nvPr/>
              </p:nvSpPr>
              <p:spPr>
                <a:xfrm>
                  <a:off x="4316932" y="4840394"/>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22" name="Groupe 121">
                <a:extLst>
                  <a:ext uri="{FF2B5EF4-FFF2-40B4-BE49-F238E27FC236}">
                    <a16:creationId xmlns:a16="http://schemas.microsoft.com/office/drawing/2014/main" id="{889F4B60-FB1F-40FB-A4B6-E7624FCD5C73}"/>
                  </a:ext>
                </a:extLst>
              </p:cNvPr>
              <p:cNvGrpSpPr/>
              <p:nvPr/>
            </p:nvGrpSpPr>
            <p:grpSpPr>
              <a:xfrm>
                <a:off x="3611146" y="4234362"/>
                <a:ext cx="343602" cy="355903"/>
                <a:chOff x="4226442" y="4227083"/>
                <a:chExt cx="343602" cy="355903"/>
              </a:xfrm>
              <a:solidFill>
                <a:srgbClr val="3494BA"/>
              </a:solidFill>
            </p:grpSpPr>
            <p:sp>
              <p:nvSpPr>
                <p:cNvPr id="123" name="Cœur 122">
                  <a:extLst>
                    <a:ext uri="{FF2B5EF4-FFF2-40B4-BE49-F238E27FC236}">
                      <a16:creationId xmlns:a16="http://schemas.microsoft.com/office/drawing/2014/main" id="{494FDEA5-76A7-4E34-90CE-FF947AC0D632}"/>
                    </a:ext>
                  </a:extLst>
                </p:cNvPr>
                <p:cNvSpPr/>
                <p:nvPr/>
              </p:nvSpPr>
              <p:spPr>
                <a:xfrm>
                  <a:off x="4234289" y="4431520"/>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4" name="Cœur 123">
                  <a:extLst>
                    <a:ext uri="{FF2B5EF4-FFF2-40B4-BE49-F238E27FC236}">
                      <a16:creationId xmlns:a16="http://schemas.microsoft.com/office/drawing/2014/main" id="{14DCD2FF-60AB-4DF2-8B3A-68DF092F0734}"/>
                    </a:ext>
                  </a:extLst>
                </p:cNvPr>
                <p:cNvSpPr/>
                <p:nvPr/>
              </p:nvSpPr>
              <p:spPr>
                <a:xfrm>
                  <a:off x="4418578" y="4431520"/>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5" name="Cœur 124">
                  <a:extLst>
                    <a:ext uri="{FF2B5EF4-FFF2-40B4-BE49-F238E27FC236}">
                      <a16:creationId xmlns:a16="http://schemas.microsoft.com/office/drawing/2014/main" id="{EF8C2CD0-6EB1-42BE-A5F6-1563C9334D77}"/>
                    </a:ext>
                  </a:extLst>
                </p:cNvPr>
                <p:cNvSpPr/>
                <p:nvPr/>
              </p:nvSpPr>
              <p:spPr>
                <a:xfrm>
                  <a:off x="4226442" y="4227083"/>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6" name="Cœur 125">
                  <a:extLst>
                    <a:ext uri="{FF2B5EF4-FFF2-40B4-BE49-F238E27FC236}">
                      <a16:creationId xmlns:a16="http://schemas.microsoft.com/office/drawing/2014/main" id="{A295D857-66DA-4431-9298-99508F92AD2A}"/>
                    </a:ext>
                  </a:extLst>
                </p:cNvPr>
                <p:cNvSpPr/>
                <p:nvPr/>
              </p:nvSpPr>
              <p:spPr>
                <a:xfrm>
                  <a:off x="4410731" y="4227083"/>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27" name="Groupe 126">
                <a:extLst>
                  <a:ext uri="{FF2B5EF4-FFF2-40B4-BE49-F238E27FC236}">
                    <a16:creationId xmlns:a16="http://schemas.microsoft.com/office/drawing/2014/main" id="{5F8CCF58-5651-4825-9EC8-2114E12EB4D1}"/>
                  </a:ext>
                </a:extLst>
              </p:cNvPr>
              <p:cNvGrpSpPr/>
              <p:nvPr/>
            </p:nvGrpSpPr>
            <p:grpSpPr>
              <a:xfrm>
                <a:off x="3574401" y="3584402"/>
                <a:ext cx="407656" cy="419426"/>
                <a:chOff x="4180663" y="3563014"/>
                <a:chExt cx="407656" cy="419426"/>
              </a:xfrm>
              <a:solidFill>
                <a:srgbClr val="3494BA"/>
              </a:solidFill>
            </p:grpSpPr>
            <p:sp>
              <p:nvSpPr>
                <p:cNvPr id="128" name="Cœur 127">
                  <a:extLst>
                    <a:ext uri="{FF2B5EF4-FFF2-40B4-BE49-F238E27FC236}">
                      <a16:creationId xmlns:a16="http://schemas.microsoft.com/office/drawing/2014/main" id="{9AC807CD-A018-43AF-A119-B04A24A0A283}"/>
                    </a:ext>
                  </a:extLst>
                </p:cNvPr>
                <p:cNvSpPr/>
                <p:nvPr/>
              </p:nvSpPr>
              <p:spPr>
                <a:xfrm>
                  <a:off x="4188718" y="3830974"/>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9" name="Cœur 128">
                  <a:extLst>
                    <a:ext uri="{FF2B5EF4-FFF2-40B4-BE49-F238E27FC236}">
                      <a16:creationId xmlns:a16="http://schemas.microsoft.com/office/drawing/2014/main" id="{F10AB88F-D098-4648-B126-6725F47ED245}"/>
                    </a:ext>
                  </a:extLst>
                </p:cNvPr>
                <p:cNvSpPr/>
                <p:nvPr/>
              </p:nvSpPr>
              <p:spPr>
                <a:xfrm>
                  <a:off x="4433114" y="3826847"/>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0" name="Cœur 129">
                  <a:extLst>
                    <a:ext uri="{FF2B5EF4-FFF2-40B4-BE49-F238E27FC236}">
                      <a16:creationId xmlns:a16="http://schemas.microsoft.com/office/drawing/2014/main" id="{3310D5E1-0294-4C1D-BFB4-3212289C60ED}"/>
                    </a:ext>
                  </a:extLst>
                </p:cNvPr>
                <p:cNvSpPr/>
                <p:nvPr/>
              </p:nvSpPr>
              <p:spPr>
                <a:xfrm>
                  <a:off x="4180663" y="3564707"/>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1" name="Cœur 130">
                  <a:extLst>
                    <a:ext uri="{FF2B5EF4-FFF2-40B4-BE49-F238E27FC236}">
                      <a16:creationId xmlns:a16="http://schemas.microsoft.com/office/drawing/2014/main" id="{2D4A187E-1EC8-4E1B-80AA-2D4A896FF4F9}"/>
                    </a:ext>
                  </a:extLst>
                </p:cNvPr>
                <p:cNvSpPr/>
                <p:nvPr/>
              </p:nvSpPr>
              <p:spPr>
                <a:xfrm>
                  <a:off x="4436853" y="3563014"/>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2" name="Cœur 131">
                  <a:extLst>
                    <a:ext uri="{FF2B5EF4-FFF2-40B4-BE49-F238E27FC236}">
                      <a16:creationId xmlns:a16="http://schemas.microsoft.com/office/drawing/2014/main" id="{058379E9-967F-46E9-967B-9430BCA8A083}"/>
                    </a:ext>
                  </a:extLst>
                </p:cNvPr>
                <p:cNvSpPr/>
                <p:nvPr/>
              </p:nvSpPr>
              <p:spPr>
                <a:xfrm>
                  <a:off x="4311553" y="3685308"/>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33" name="Groupe 132">
                <a:extLst>
                  <a:ext uri="{FF2B5EF4-FFF2-40B4-BE49-F238E27FC236}">
                    <a16:creationId xmlns:a16="http://schemas.microsoft.com/office/drawing/2014/main" id="{1C4E2371-D8D4-4F23-8CBE-CC81830C1E63}"/>
                  </a:ext>
                </a:extLst>
              </p:cNvPr>
              <p:cNvGrpSpPr/>
              <p:nvPr/>
            </p:nvGrpSpPr>
            <p:grpSpPr>
              <a:xfrm>
                <a:off x="3603595" y="2922220"/>
                <a:ext cx="335887" cy="455930"/>
                <a:chOff x="4196091" y="2957320"/>
                <a:chExt cx="335887" cy="455930"/>
              </a:xfrm>
              <a:solidFill>
                <a:srgbClr val="3494BA"/>
              </a:solidFill>
            </p:grpSpPr>
            <p:sp>
              <p:nvSpPr>
                <p:cNvPr id="134" name="Cœur 133">
                  <a:extLst>
                    <a:ext uri="{FF2B5EF4-FFF2-40B4-BE49-F238E27FC236}">
                      <a16:creationId xmlns:a16="http://schemas.microsoft.com/office/drawing/2014/main" id="{A79EC8A7-4C72-4E1B-A5F6-87B411548D0A}"/>
                    </a:ext>
                  </a:extLst>
                </p:cNvPr>
                <p:cNvSpPr/>
                <p:nvPr/>
              </p:nvSpPr>
              <p:spPr>
                <a:xfrm>
                  <a:off x="4196091" y="3261784"/>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5" name="Cœur 134">
                  <a:extLst>
                    <a:ext uri="{FF2B5EF4-FFF2-40B4-BE49-F238E27FC236}">
                      <a16:creationId xmlns:a16="http://schemas.microsoft.com/office/drawing/2014/main" id="{2DF1AB3F-9779-4728-8F4D-85284D34E3FA}"/>
                    </a:ext>
                  </a:extLst>
                </p:cNvPr>
                <p:cNvSpPr/>
                <p:nvPr/>
              </p:nvSpPr>
              <p:spPr>
                <a:xfrm>
                  <a:off x="4380380" y="3261784"/>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6" name="Cœur 135">
                  <a:extLst>
                    <a:ext uri="{FF2B5EF4-FFF2-40B4-BE49-F238E27FC236}">
                      <a16:creationId xmlns:a16="http://schemas.microsoft.com/office/drawing/2014/main" id="{7FFA9119-61DC-4FB8-B91C-EB06207C6A15}"/>
                    </a:ext>
                  </a:extLst>
                </p:cNvPr>
                <p:cNvSpPr/>
                <p:nvPr/>
              </p:nvSpPr>
              <p:spPr>
                <a:xfrm>
                  <a:off x="4196091" y="3107245"/>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7" name="Cœur 136">
                  <a:extLst>
                    <a:ext uri="{FF2B5EF4-FFF2-40B4-BE49-F238E27FC236}">
                      <a16:creationId xmlns:a16="http://schemas.microsoft.com/office/drawing/2014/main" id="{AEEE9CBC-8AC9-4BEB-95AC-F4BFB69E6320}"/>
                    </a:ext>
                  </a:extLst>
                </p:cNvPr>
                <p:cNvSpPr/>
                <p:nvPr/>
              </p:nvSpPr>
              <p:spPr>
                <a:xfrm>
                  <a:off x="4380380" y="3107245"/>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8" name="Cœur 137">
                  <a:extLst>
                    <a:ext uri="{FF2B5EF4-FFF2-40B4-BE49-F238E27FC236}">
                      <a16:creationId xmlns:a16="http://schemas.microsoft.com/office/drawing/2014/main" id="{F51F1AB8-D01C-4158-A2D6-F62BB95EF198}"/>
                    </a:ext>
                  </a:extLst>
                </p:cNvPr>
                <p:cNvSpPr/>
                <p:nvPr/>
              </p:nvSpPr>
              <p:spPr>
                <a:xfrm>
                  <a:off x="4196223" y="2957320"/>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9" name="Cœur 138">
                  <a:extLst>
                    <a:ext uri="{FF2B5EF4-FFF2-40B4-BE49-F238E27FC236}">
                      <a16:creationId xmlns:a16="http://schemas.microsoft.com/office/drawing/2014/main" id="{D2908E2E-8F06-45AC-9A12-AB7B7B916E27}"/>
                    </a:ext>
                  </a:extLst>
                </p:cNvPr>
                <p:cNvSpPr/>
                <p:nvPr/>
              </p:nvSpPr>
              <p:spPr>
                <a:xfrm>
                  <a:off x="4380512" y="2957320"/>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40" name="Groupe 139">
                <a:extLst>
                  <a:ext uri="{FF2B5EF4-FFF2-40B4-BE49-F238E27FC236}">
                    <a16:creationId xmlns:a16="http://schemas.microsoft.com/office/drawing/2014/main" id="{F59C94E3-279E-4962-8356-40E025D0612E}"/>
                  </a:ext>
                </a:extLst>
              </p:cNvPr>
              <p:cNvGrpSpPr/>
              <p:nvPr/>
            </p:nvGrpSpPr>
            <p:grpSpPr>
              <a:xfrm>
                <a:off x="3588574" y="2264503"/>
                <a:ext cx="420768" cy="420768"/>
                <a:chOff x="4227766" y="2237870"/>
                <a:chExt cx="420768" cy="420768"/>
              </a:xfrm>
            </p:grpSpPr>
            <p:sp>
              <p:nvSpPr>
                <p:cNvPr id="141" name="Cœur 140">
                  <a:extLst>
                    <a:ext uri="{FF2B5EF4-FFF2-40B4-BE49-F238E27FC236}">
                      <a16:creationId xmlns:a16="http://schemas.microsoft.com/office/drawing/2014/main" id="{49E6777A-00C7-464B-B8F3-C99BAE26769F}"/>
                    </a:ext>
                  </a:extLst>
                </p:cNvPr>
                <p:cNvSpPr/>
                <p:nvPr/>
              </p:nvSpPr>
              <p:spPr>
                <a:xfrm>
                  <a:off x="4227766" y="2237870"/>
                  <a:ext cx="420768" cy="420768"/>
                </a:xfrm>
                <a:prstGeom prst="hear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2" name="Cœur 141">
                  <a:extLst>
                    <a:ext uri="{FF2B5EF4-FFF2-40B4-BE49-F238E27FC236}">
                      <a16:creationId xmlns:a16="http://schemas.microsoft.com/office/drawing/2014/main" id="{39478716-FB92-4C3D-88EB-A4E09F250683}"/>
                    </a:ext>
                  </a:extLst>
                </p:cNvPr>
                <p:cNvSpPr/>
                <p:nvPr/>
              </p:nvSpPr>
              <p:spPr>
                <a:xfrm>
                  <a:off x="4303587" y="2335827"/>
                  <a:ext cx="262079" cy="262079"/>
                </a:xfrm>
                <a:prstGeom prst="heart">
                  <a:avLst/>
                </a:prstGeom>
                <a:solidFill>
                  <a:srgbClr val="F783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cxnSp>
          <p:nvCxnSpPr>
            <p:cNvPr id="143" name="Connecteur droit 142">
              <a:extLst>
                <a:ext uri="{FF2B5EF4-FFF2-40B4-BE49-F238E27FC236}">
                  <a16:creationId xmlns:a16="http://schemas.microsoft.com/office/drawing/2014/main" id="{D1B71B7C-CF35-43C3-ADDA-F1380C2EB319}"/>
                </a:ext>
              </a:extLst>
            </p:cNvPr>
            <p:cNvCxnSpPr>
              <a:cxnSpLocks/>
            </p:cNvCxnSpPr>
            <p:nvPr/>
          </p:nvCxnSpPr>
          <p:spPr>
            <a:xfrm>
              <a:off x="7482942" y="5310584"/>
              <a:ext cx="1025474" cy="17581"/>
            </a:xfrm>
            <a:prstGeom prst="line">
              <a:avLst/>
            </a:prstGeom>
            <a:ln w="19050">
              <a:solidFill>
                <a:schemeClr val="accent1"/>
              </a:solidFill>
              <a:prstDash val="dash"/>
            </a:ln>
          </p:spPr>
          <p:style>
            <a:lnRef idx="1">
              <a:schemeClr val="accent1"/>
            </a:lnRef>
            <a:fillRef idx="0">
              <a:schemeClr val="accent1"/>
            </a:fillRef>
            <a:effectRef idx="0">
              <a:schemeClr val="accent1"/>
            </a:effectRef>
            <a:fontRef idx="minor">
              <a:schemeClr val="tx1"/>
            </a:fontRef>
          </p:style>
        </p:cxnSp>
      </p:grpSp>
      <p:grpSp>
        <p:nvGrpSpPr>
          <p:cNvPr id="9" name="Groupe 8">
            <a:extLst>
              <a:ext uri="{FF2B5EF4-FFF2-40B4-BE49-F238E27FC236}">
                <a16:creationId xmlns:a16="http://schemas.microsoft.com/office/drawing/2014/main" id="{D0DC9418-6BFB-4FB7-8C5D-5091667BF4F3}"/>
              </a:ext>
            </a:extLst>
          </p:cNvPr>
          <p:cNvGrpSpPr/>
          <p:nvPr/>
        </p:nvGrpSpPr>
        <p:grpSpPr>
          <a:xfrm>
            <a:off x="5056390" y="3976656"/>
            <a:ext cx="1240144" cy="801688"/>
            <a:chOff x="6033919" y="2473917"/>
            <a:chExt cx="790758" cy="511184"/>
          </a:xfrm>
        </p:grpSpPr>
        <p:pic>
          <p:nvPicPr>
            <p:cNvPr id="37" name="Graphique 36" descr="Signe pouce en haut avec un remplissage uni">
              <a:extLst>
                <a:ext uri="{FF2B5EF4-FFF2-40B4-BE49-F238E27FC236}">
                  <a16:creationId xmlns:a16="http://schemas.microsoft.com/office/drawing/2014/main" id="{D4F949ED-3450-4C94-956A-BC45A5A154B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313493" y="2473917"/>
              <a:ext cx="511184" cy="511184"/>
            </a:xfrm>
            <a:prstGeom prst="rect">
              <a:avLst/>
            </a:prstGeom>
          </p:spPr>
        </p:pic>
        <p:sp>
          <p:nvSpPr>
            <p:cNvPr id="48" name="Flèche : gauche 47">
              <a:extLst>
                <a:ext uri="{FF2B5EF4-FFF2-40B4-BE49-F238E27FC236}">
                  <a16:creationId xmlns:a16="http://schemas.microsoft.com/office/drawing/2014/main" id="{D966187E-F142-4803-8534-73D13962A389}"/>
                </a:ext>
              </a:extLst>
            </p:cNvPr>
            <p:cNvSpPr/>
            <p:nvPr/>
          </p:nvSpPr>
          <p:spPr>
            <a:xfrm rot="10800000">
              <a:off x="6033919" y="2711474"/>
              <a:ext cx="284371" cy="163924"/>
            </a:xfrm>
            <a:prstGeom prst="lef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145" name="Graphique 144" descr="Signe pouce en haut avec un remplissage uni">
            <a:extLst>
              <a:ext uri="{FF2B5EF4-FFF2-40B4-BE49-F238E27FC236}">
                <a16:creationId xmlns:a16="http://schemas.microsoft.com/office/drawing/2014/main" id="{D67B4DA4-2B41-4232-A715-3C8EC1190750}"/>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812016" y="3398395"/>
            <a:ext cx="412396" cy="412396"/>
          </a:xfrm>
          <a:prstGeom prst="rect">
            <a:avLst/>
          </a:prstGeom>
        </p:spPr>
      </p:pic>
      <p:pic>
        <p:nvPicPr>
          <p:cNvPr id="146" name="Graphique 145" descr="Signe pouce en haut avec un remplissage uni">
            <a:extLst>
              <a:ext uri="{FF2B5EF4-FFF2-40B4-BE49-F238E27FC236}">
                <a16:creationId xmlns:a16="http://schemas.microsoft.com/office/drawing/2014/main" id="{1BBB6734-05CE-4D79-856E-830C7C8A25B6}"/>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812016" y="4142778"/>
            <a:ext cx="412396" cy="412396"/>
          </a:xfrm>
          <a:prstGeom prst="rect">
            <a:avLst/>
          </a:prstGeom>
        </p:spPr>
      </p:pic>
      <p:sp>
        <p:nvSpPr>
          <p:cNvPr id="148" name="Flèche : gauche 147">
            <a:extLst>
              <a:ext uri="{FF2B5EF4-FFF2-40B4-BE49-F238E27FC236}">
                <a16:creationId xmlns:a16="http://schemas.microsoft.com/office/drawing/2014/main" id="{2BF4AFD6-1B7A-498F-AC81-2A8EC4B874F9}"/>
              </a:ext>
            </a:extLst>
          </p:cNvPr>
          <p:cNvSpPr/>
          <p:nvPr/>
        </p:nvSpPr>
        <p:spPr>
          <a:xfrm flipH="1">
            <a:off x="7246623" y="3545656"/>
            <a:ext cx="272826" cy="175803"/>
          </a:xfrm>
          <a:prstGeom prst="lef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9" name="Flèche : gauche 148">
            <a:extLst>
              <a:ext uri="{FF2B5EF4-FFF2-40B4-BE49-F238E27FC236}">
                <a16:creationId xmlns:a16="http://schemas.microsoft.com/office/drawing/2014/main" id="{92287DD0-513D-45D3-BB8B-B046CDA91445}"/>
              </a:ext>
            </a:extLst>
          </p:cNvPr>
          <p:cNvSpPr/>
          <p:nvPr/>
        </p:nvSpPr>
        <p:spPr>
          <a:xfrm flipH="1">
            <a:off x="7265911" y="4265760"/>
            <a:ext cx="272826" cy="175803"/>
          </a:xfrm>
          <a:prstGeom prst="lef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0" name="Cœur 149">
            <a:extLst>
              <a:ext uri="{FF2B5EF4-FFF2-40B4-BE49-F238E27FC236}">
                <a16:creationId xmlns:a16="http://schemas.microsoft.com/office/drawing/2014/main" id="{C51195C8-8E49-4805-82A7-3488CF29A1CC}"/>
              </a:ext>
            </a:extLst>
          </p:cNvPr>
          <p:cNvSpPr/>
          <p:nvPr/>
        </p:nvSpPr>
        <p:spPr>
          <a:xfrm>
            <a:off x="8084743" y="4191483"/>
            <a:ext cx="350358" cy="350358"/>
          </a:xfrm>
          <a:prstGeom prst="hear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1" name="Ellipse 150">
            <a:extLst>
              <a:ext uri="{FF2B5EF4-FFF2-40B4-BE49-F238E27FC236}">
                <a16:creationId xmlns:a16="http://schemas.microsoft.com/office/drawing/2014/main" id="{79F2A930-B024-49DB-AE78-0F0F112840F3}"/>
              </a:ext>
            </a:extLst>
          </p:cNvPr>
          <p:cNvSpPr/>
          <p:nvPr/>
        </p:nvSpPr>
        <p:spPr>
          <a:xfrm>
            <a:off x="8302283" y="4374831"/>
            <a:ext cx="227228" cy="227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fontScale="92500" lnSpcReduction="10000"/>
          </a:bodyPr>
          <a:lstStyle/>
          <a:p>
            <a:pPr algn="ctr">
              <a:lnSpc>
                <a:spcPct val="90000"/>
              </a:lnSpc>
              <a:spcAft>
                <a:spcPts val="600"/>
              </a:spcAft>
            </a:pPr>
            <a:r>
              <a:rPr lang="fr-FR" sz="1400" b="1" dirty="0"/>
              <a:t>+</a:t>
            </a:r>
          </a:p>
        </p:txBody>
      </p:sp>
      <p:pic>
        <p:nvPicPr>
          <p:cNvPr id="15" name="Graphique 14" descr="Utilisateur avec un remplissage uni">
            <a:extLst>
              <a:ext uri="{FF2B5EF4-FFF2-40B4-BE49-F238E27FC236}">
                <a16:creationId xmlns:a16="http://schemas.microsoft.com/office/drawing/2014/main" id="{82FC6565-B7A0-43CC-95D1-3CBF96737D54}"/>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14959" t="10077" r="12793" b="12793"/>
          <a:stretch/>
        </p:blipFill>
        <p:spPr>
          <a:xfrm>
            <a:off x="8065539" y="3446464"/>
            <a:ext cx="350358" cy="374034"/>
          </a:xfrm>
          <a:prstGeom prst="rect">
            <a:avLst/>
          </a:prstGeom>
        </p:spPr>
      </p:pic>
      <p:sp>
        <p:nvSpPr>
          <p:cNvPr id="167" name="Ellipse 166">
            <a:extLst>
              <a:ext uri="{FF2B5EF4-FFF2-40B4-BE49-F238E27FC236}">
                <a16:creationId xmlns:a16="http://schemas.microsoft.com/office/drawing/2014/main" id="{A4AC839B-D486-4FFA-B7FF-F40BB4A691F6}"/>
              </a:ext>
            </a:extLst>
          </p:cNvPr>
          <p:cNvSpPr/>
          <p:nvPr/>
        </p:nvSpPr>
        <p:spPr>
          <a:xfrm>
            <a:off x="8302283" y="3696147"/>
            <a:ext cx="227228" cy="227227"/>
          </a:xfrm>
          <a:prstGeom prst="ellips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fontScale="92500" lnSpcReduction="10000"/>
          </a:bodyPr>
          <a:lstStyle/>
          <a:p>
            <a:pPr algn="ctr">
              <a:lnSpc>
                <a:spcPct val="90000"/>
              </a:lnSpc>
              <a:spcAft>
                <a:spcPts val="600"/>
              </a:spcAft>
            </a:pPr>
            <a:r>
              <a:rPr lang="fr-FR" sz="1400" b="1" dirty="0"/>
              <a:t>+</a:t>
            </a:r>
          </a:p>
        </p:txBody>
      </p:sp>
      <p:grpSp>
        <p:nvGrpSpPr>
          <p:cNvPr id="8" name="Groupe 7">
            <a:extLst>
              <a:ext uri="{FF2B5EF4-FFF2-40B4-BE49-F238E27FC236}">
                <a16:creationId xmlns:a16="http://schemas.microsoft.com/office/drawing/2014/main" id="{A9A3C3E5-8445-4ED0-9E28-DB0BA4DA86B5}"/>
              </a:ext>
            </a:extLst>
          </p:cNvPr>
          <p:cNvGrpSpPr/>
          <p:nvPr/>
        </p:nvGrpSpPr>
        <p:grpSpPr>
          <a:xfrm>
            <a:off x="1702568" y="3840973"/>
            <a:ext cx="1073998" cy="720226"/>
            <a:chOff x="2043877" y="2009925"/>
            <a:chExt cx="1422421" cy="953880"/>
          </a:xfrm>
        </p:grpSpPr>
        <p:sp>
          <p:nvSpPr>
            <p:cNvPr id="35" name="Flèche : gauche 34">
              <a:extLst>
                <a:ext uri="{FF2B5EF4-FFF2-40B4-BE49-F238E27FC236}">
                  <a16:creationId xmlns:a16="http://schemas.microsoft.com/office/drawing/2014/main" id="{730C6DB3-71A3-4051-B3A1-63E8164A075C}"/>
                </a:ext>
              </a:extLst>
            </p:cNvPr>
            <p:cNvSpPr/>
            <p:nvPr/>
          </p:nvSpPr>
          <p:spPr>
            <a:xfrm rot="10800000">
              <a:off x="2878487" y="2361467"/>
              <a:ext cx="587811" cy="338840"/>
            </a:xfrm>
            <a:prstGeom prst="lef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168" name="Groupe 167">
              <a:extLst>
                <a:ext uri="{FF2B5EF4-FFF2-40B4-BE49-F238E27FC236}">
                  <a16:creationId xmlns:a16="http://schemas.microsoft.com/office/drawing/2014/main" id="{838F2FC3-98AF-4D01-9F71-963C54056F6A}"/>
                </a:ext>
              </a:extLst>
            </p:cNvPr>
            <p:cNvGrpSpPr/>
            <p:nvPr/>
          </p:nvGrpSpPr>
          <p:grpSpPr>
            <a:xfrm>
              <a:off x="2043877" y="2009925"/>
              <a:ext cx="953880" cy="953880"/>
              <a:chOff x="5484965" y="3511896"/>
              <a:chExt cx="461468" cy="461468"/>
            </a:xfrm>
          </p:grpSpPr>
          <p:pic>
            <p:nvPicPr>
              <p:cNvPr id="169" name="Graphique 168" descr="Batterie chargée avec un remplissage uni">
                <a:extLst>
                  <a:ext uri="{FF2B5EF4-FFF2-40B4-BE49-F238E27FC236}">
                    <a16:creationId xmlns:a16="http://schemas.microsoft.com/office/drawing/2014/main" id="{EC298613-A836-4ED0-9937-1F427D6AB2C6}"/>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16200000">
                <a:off x="5484965" y="3511896"/>
                <a:ext cx="461468" cy="461468"/>
              </a:xfrm>
              <a:prstGeom prst="rect">
                <a:avLst/>
              </a:prstGeom>
            </p:spPr>
          </p:pic>
          <p:pic>
            <p:nvPicPr>
              <p:cNvPr id="170" name="Graphique 169" descr="Éclair avec un remplissage uni">
                <a:extLst>
                  <a:ext uri="{FF2B5EF4-FFF2-40B4-BE49-F238E27FC236}">
                    <a16:creationId xmlns:a16="http://schemas.microsoft.com/office/drawing/2014/main" id="{A0F91870-B04F-41A1-BCA7-82153C4512CE}"/>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5616565" y="3653734"/>
                <a:ext cx="209320" cy="209320"/>
              </a:xfrm>
              <a:prstGeom prst="rect">
                <a:avLst/>
              </a:prstGeom>
            </p:spPr>
          </p:pic>
        </p:grpSp>
      </p:grpSp>
      <p:grpSp>
        <p:nvGrpSpPr>
          <p:cNvPr id="171" name="Groupe 170">
            <a:extLst>
              <a:ext uri="{FF2B5EF4-FFF2-40B4-BE49-F238E27FC236}">
                <a16:creationId xmlns:a16="http://schemas.microsoft.com/office/drawing/2014/main" id="{F3F0673E-380C-4ECC-BE5E-9D878104E866}"/>
              </a:ext>
            </a:extLst>
          </p:cNvPr>
          <p:cNvGrpSpPr/>
          <p:nvPr/>
        </p:nvGrpSpPr>
        <p:grpSpPr>
          <a:xfrm>
            <a:off x="128016" y="4217440"/>
            <a:ext cx="461468" cy="461468"/>
            <a:chOff x="5484964" y="3511896"/>
            <a:chExt cx="461468" cy="461468"/>
          </a:xfrm>
        </p:grpSpPr>
        <p:pic>
          <p:nvPicPr>
            <p:cNvPr id="172" name="Graphique 171" descr="Batterie chargée avec un remplissage uni">
              <a:extLst>
                <a:ext uri="{FF2B5EF4-FFF2-40B4-BE49-F238E27FC236}">
                  <a16:creationId xmlns:a16="http://schemas.microsoft.com/office/drawing/2014/main" id="{82522EDC-5676-4591-AA2D-EAAB3E1A43FE}"/>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16200000">
              <a:off x="5484964" y="3511896"/>
              <a:ext cx="461468" cy="461468"/>
            </a:xfrm>
            <a:prstGeom prst="rect">
              <a:avLst/>
            </a:prstGeom>
          </p:spPr>
        </p:pic>
        <p:pic>
          <p:nvPicPr>
            <p:cNvPr id="173" name="Graphique 172" descr="Éclair avec un remplissage uni">
              <a:extLst>
                <a:ext uri="{FF2B5EF4-FFF2-40B4-BE49-F238E27FC236}">
                  <a16:creationId xmlns:a16="http://schemas.microsoft.com/office/drawing/2014/main" id="{F9C85B81-DA05-4A2E-86A5-C45E0AD6A59D}"/>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5616565" y="3653734"/>
              <a:ext cx="209320" cy="209320"/>
            </a:xfrm>
            <a:prstGeom prst="rect">
              <a:avLst/>
            </a:prstGeom>
          </p:spPr>
        </p:pic>
      </p:grpSp>
      <p:grpSp>
        <p:nvGrpSpPr>
          <p:cNvPr id="174" name="Groupe 173">
            <a:extLst>
              <a:ext uri="{FF2B5EF4-FFF2-40B4-BE49-F238E27FC236}">
                <a16:creationId xmlns:a16="http://schemas.microsoft.com/office/drawing/2014/main" id="{05162489-F92B-48DA-8AAC-9CC674D2FE3F}"/>
              </a:ext>
            </a:extLst>
          </p:cNvPr>
          <p:cNvGrpSpPr/>
          <p:nvPr/>
        </p:nvGrpSpPr>
        <p:grpSpPr>
          <a:xfrm>
            <a:off x="391675" y="4217440"/>
            <a:ext cx="461468" cy="461468"/>
            <a:chOff x="5484964" y="3511896"/>
            <a:chExt cx="461468" cy="461468"/>
          </a:xfrm>
        </p:grpSpPr>
        <p:pic>
          <p:nvPicPr>
            <p:cNvPr id="175" name="Graphique 174" descr="Batterie chargée avec un remplissage uni">
              <a:extLst>
                <a:ext uri="{FF2B5EF4-FFF2-40B4-BE49-F238E27FC236}">
                  <a16:creationId xmlns:a16="http://schemas.microsoft.com/office/drawing/2014/main" id="{669C7F44-BA31-4E5B-8735-349F9454AC93}"/>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16200000">
              <a:off x="5484964" y="3511896"/>
              <a:ext cx="461468" cy="461468"/>
            </a:xfrm>
            <a:prstGeom prst="rect">
              <a:avLst/>
            </a:prstGeom>
          </p:spPr>
        </p:pic>
        <p:pic>
          <p:nvPicPr>
            <p:cNvPr id="176" name="Graphique 175" descr="Éclair avec un remplissage uni">
              <a:extLst>
                <a:ext uri="{FF2B5EF4-FFF2-40B4-BE49-F238E27FC236}">
                  <a16:creationId xmlns:a16="http://schemas.microsoft.com/office/drawing/2014/main" id="{A6DE7B12-3A68-4038-B362-981BC068E8D5}"/>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5616565" y="3653734"/>
              <a:ext cx="209320" cy="209320"/>
            </a:xfrm>
            <a:prstGeom prst="rect">
              <a:avLst/>
            </a:prstGeom>
          </p:spPr>
        </p:pic>
      </p:grpSp>
      <p:grpSp>
        <p:nvGrpSpPr>
          <p:cNvPr id="177" name="Groupe 176">
            <a:extLst>
              <a:ext uri="{FF2B5EF4-FFF2-40B4-BE49-F238E27FC236}">
                <a16:creationId xmlns:a16="http://schemas.microsoft.com/office/drawing/2014/main" id="{328DD8A8-8180-4130-93AB-D0DF8A4D3161}"/>
              </a:ext>
            </a:extLst>
          </p:cNvPr>
          <p:cNvGrpSpPr/>
          <p:nvPr/>
        </p:nvGrpSpPr>
        <p:grpSpPr>
          <a:xfrm>
            <a:off x="661772" y="4217440"/>
            <a:ext cx="461468" cy="461468"/>
            <a:chOff x="5484964" y="3511896"/>
            <a:chExt cx="461468" cy="461468"/>
          </a:xfrm>
        </p:grpSpPr>
        <p:pic>
          <p:nvPicPr>
            <p:cNvPr id="178" name="Graphique 177" descr="Batterie chargée avec un remplissage uni">
              <a:extLst>
                <a:ext uri="{FF2B5EF4-FFF2-40B4-BE49-F238E27FC236}">
                  <a16:creationId xmlns:a16="http://schemas.microsoft.com/office/drawing/2014/main" id="{3D68CF6F-8154-4891-A132-F93B187A6E08}"/>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16200000">
              <a:off x="5484964" y="3511896"/>
              <a:ext cx="461468" cy="461468"/>
            </a:xfrm>
            <a:prstGeom prst="rect">
              <a:avLst/>
            </a:prstGeom>
          </p:spPr>
        </p:pic>
        <p:pic>
          <p:nvPicPr>
            <p:cNvPr id="179" name="Graphique 178" descr="Éclair avec un remplissage uni">
              <a:extLst>
                <a:ext uri="{FF2B5EF4-FFF2-40B4-BE49-F238E27FC236}">
                  <a16:creationId xmlns:a16="http://schemas.microsoft.com/office/drawing/2014/main" id="{5B9F1EFA-590A-45B1-87DD-10C484B56FAF}"/>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5616565" y="3653734"/>
              <a:ext cx="209320" cy="209320"/>
            </a:xfrm>
            <a:prstGeom prst="rect">
              <a:avLst/>
            </a:prstGeom>
          </p:spPr>
        </p:pic>
      </p:grpSp>
      <p:grpSp>
        <p:nvGrpSpPr>
          <p:cNvPr id="180" name="Groupe 179">
            <a:extLst>
              <a:ext uri="{FF2B5EF4-FFF2-40B4-BE49-F238E27FC236}">
                <a16:creationId xmlns:a16="http://schemas.microsoft.com/office/drawing/2014/main" id="{8C29448A-3398-4C5A-9FA6-78CF1C9C7852}"/>
              </a:ext>
            </a:extLst>
          </p:cNvPr>
          <p:cNvGrpSpPr/>
          <p:nvPr/>
        </p:nvGrpSpPr>
        <p:grpSpPr>
          <a:xfrm>
            <a:off x="925431" y="4217440"/>
            <a:ext cx="461468" cy="461468"/>
            <a:chOff x="5484964" y="3511896"/>
            <a:chExt cx="461468" cy="461468"/>
          </a:xfrm>
        </p:grpSpPr>
        <p:pic>
          <p:nvPicPr>
            <p:cNvPr id="181" name="Graphique 180" descr="Batterie chargée avec un remplissage uni">
              <a:extLst>
                <a:ext uri="{FF2B5EF4-FFF2-40B4-BE49-F238E27FC236}">
                  <a16:creationId xmlns:a16="http://schemas.microsoft.com/office/drawing/2014/main" id="{2C87EB9E-C361-415A-A39C-82C47806906F}"/>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16200000">
              <a:off x="5484964" y="3511896"/>
              <a:ext cx="461468" cy="461468"/>
            </a:xfrm>
            <a:prstGeom prst="rect">
              <a:avLst/>
            </a:prstGeom>
          </p:spPr>
        </p:pic>
        <p:pic>
          <p:nvPicPr>
            <p:cNvPr id="182" name="Graphique 181" descr="Éclair avec un remplissage uni">
              <a:extLst>
                <a:ext uri="{FF2B5EF4-FFF2-40B4-BE49-F238E27FC236}">
                  <a16:creationId xmlns:a16="http://schemas.microsoft.com/office/drawing/2014/main" id="{6BC48324-0472-4B62-9E92-AF7C0EEB95A5}"/>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5616565" y="3653734"/>
              <a:ext cx="209320" cy="209320"/>
            </a:xfrm>
            <a:prstGeom prst="rect">
              <a:avLst/>
            </a:prstGeom>
          </p:spPr>
        </p:pic>
      </p:grpSp>
      <p:grpSp>
        <p:nvGrpSpPr>
          <p:cNvPr id="183" name="Groupe 182">
            <a:extLst>
              <a:ext uri="{FF2B5EF4-FFF2-40B4-BE49-F238E27FC236}">
                <a16:creationId xmlns:a16="http://schemas.microsoft.com/office/drawing/2014/main" id="{3B9170EE-1A57-4081-9E19-EE88C0FB6254}"/>
              </a:ext>
            </a:extLst>
          </p:cNvPr>
          <p:cNvGrpSpPr/>
          <p:nvPr/>
        </p:nvGrpSpPr>
        <p:grpSpPr>
          <a:xfrm>
            <a:off x="140434" y="3741832"/>
            <a:ext cx="461468" cy="461468"/>
            <a:chOff x="5484964" y="3511896"/>
            <a:chExt cx="461468" cy="461468"/>
          </a:xfrm>
        </p:grpSpPr>
        <p:pic>
          <p:nvPicPr>
            <p:cNvPr id="184" name="Graphique 183" descr="Batterie chargée avec un remplissage uni">
              <a:extLst>
                <a:ext uri="{FF2B5EF4-FFF2-40B4-BE49-F238E27FC236}">
                  <a16:creationId xmlns:a16="http://schemas.microsoft.com/office/drawing/2014/main" id="{9503D3B1-111D-4644-B4B2-46F2E0E20E35}"/>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16200000">
              <a:off x="5484964" y="3511896"/>
              <a:ext cx="461468" cy="461468"/>
            </a:xfrm>
            <a:prstGeom prst="rect">
              <a:avLst/>
            </a:prstGeom>
          </p:spPr>
        </p:pic>
        <p:pic>
          <p:nvPicPr>
            <p:cNvPr id="185" name="Graphique 184" descr="Éclair avec un remplissage uni">
              <a:extLst>
                <a:ext uri="{FF2B5EF4-FFF2-40B4-BE49-F238E27FC236}">
                  <a16:creationId xmlns:a16="http://schemas.microsoft.com/office/drawing/2014/main" id="{45BEFCBE-ADB0-46F3-A615-4968A7524038}"/>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5616565" y="3653734"/>
              <a:ext cx="209320" cy="209320"/>
            </a:xfrm>
            <a:prstGeom prst="rect">
              <a:avLst/>
            </a:prstGeom>
          </p:spPr>
        </p:pic>
      </p:grpSp>
      <p:grpSp>
        <p:nvGrpSpPr>
          <p:cNvPr id="186" name="Groupe 185">
            <a:extLst>
              <a:ext uri="{FF2B5EF4-FFF2-40B4-BE49-F238E27FC236}">
                <a16:creationId xmlns:a16="http://schemas.microsoft.com/office/drawing/2014/main" id="{DF316426-D195-436A-8F3C-077C32589775}"/>
              </a:ext>
            </a:extLst>
          </p:cNvPr>
          <p:cNvGrpSpPr/>
          <p:nvPr/>
        </p:nvGrpSpPr>
        <p:grpSpPr>
          <a:xfrm>
            <a:off x="404093" y="3741832"/>
            <a:ext cx="461468" cy="461468"/>
            <a:chOff x="5484964" y="3511896"/>
            <a:chExt cx="461468" cy="461468"/>
          </a:xfrm>
        </p:grpSpPr>
        <p:pic>
          <p:nvPicPr>
            <p:cNvPr id="187" name="Graphique 186" descr="Batterie chargée avec un remplissage uni">
              <a:extLst>
                <a:ext uri="{FF2B5EF4-FFF2-40B4-BE49-F238E27FC236}">
                  <a16:creationId xmlns:a16="http://schemas.microsoft.com/office/drawing/2014/main" id="{CB6FAD50-306C-4F03-B92B-02A867597E3A}"/>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16200000">
              <a:off x="5484964" y="3511896"/>
              <a:ext cx="461468" cy="461468"/>
            </a:xfrm>
            <a:prstGeom prst="rect">
              <a:avLst/>
            </a:prstGeom>
          </p:spPr>
        </p:pic>
        <p:pic>
          <p:nvPicPr>
            <p:cNvPr id="188" name="Graphique 187" descr="Éclair avec un remplissage uni">
              <a:extLst>
                <a:ext uri="{FF2B5EF4-FFF2-40B4-BE49-F238E27FC236}">
                  <a16:creationId xmlns:a16="http://schemas.microsoft.com/office/drawing/2014/main" id="{5180955A-A0A5-42BF-A0F1-78CB7320C341}"/>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5616565" y="3653734"/>
              <a:ext cx="209320" cy="209320"/>
            </a:xfrm>
            <a:prstGeom prst="rect">
              <a:avLst/>
            </a:prstGeom>
          </p:spPr>
        </p:pic>
      </p:grpSp>
      <p:grpSp>
        <p:nvGrpSpPr>
          <p:cNvPr id="189" name="Groupe 188">
            <a:extLst>
              <a:ext uri="{FF2B5EF4-FFF2-40B4-BE49-F238E27FC236}">
                <a16:creationId xmlns:a16="http://schemas.microsoft.com/office/drawing/2014/main" id="{0161C643-58A9-4C46-9947-C9116E2A012C}"/>
              </a:ext>
            </a:extLst>
          </p:cNvPr>
          <p:cNvGrpSpPr/>
          <p:nvPr/>
        </p:nvGrpSpPr>
        <p:grpSpPr>
          <a:xfrm>
            <a:off x="674190" y="3741832"/>
            <a:ext cx="461468" cy="461468"/>
            <a:chOff x="5484964" y="3511896"/>
            <a:chExt cx="461468" cy="461468"/>
          </a:xfrm>
        </p:grpSpPr>
        <p:pic>
          <p:nvPicPr>
            <p:cNvPr id="190" name="Graphique 189" descr="Batterie chargée avec un remplissage uni">
              <a:extLst>
                <a:ext uri="{FF2B5EF4-FFF2-40B4-BE49-F238E27FC236}">
                  <a16:creationId xmlns:a16="http://schemas.microsoft.com/office/drawing/2014/main" id="{785559A3-FA1D-41C1-BF17-4F0ECFA08C2C}"/>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16200000">
              <a:off x="5484964" y="3511896"/>
              <a:ext cx="461468" cy="461468"/>
            </a:xfrm>
            <a:prstGeom prst="rect">
              <a:avLst/>
            </a:prstGeom>
          </p:spPr>
        </p:pic>
        <p:pic>
          <p:nvPicPr>
            <p:cNvPr id="191" name="Graphique 190" descr="Éclair avec un remplissage uni">
              <a:extLst>
                <a:ext uri="{FF2B5EF4-FFF2-40B4-BE49-F238E27FC236}">
                  <a16:creationId xmlns:a16="http://schemas.microsoft.com/office/drawing/2014/main" id="{FDD2442E-DE6F-4F0B-A000-188101AFCDE4}"/>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5616565" y="3653734"/>
              <a:ext cx="209320" cy="209320"/>
            </a:xfrm>
            <a:prstGeom prst="rect">
              <a:avLst/>
            </a:prstGeom>
          </p:spPr>
        </p:pic>
      </p:grpSp>
      <p:grpSp>
        <p:nvGrpSpPr>
          <p:cNvPr id="192" name="Groupe 191">
            <a:extLst>
              <a:ext uri="{FF2B5EF4-FFF2-40B4-BE49-F238E27FC236}">
                <a16:creationId xmlns:a16="http://schemas.microsoft.com/office/drawing/2014/main" id="{62E88FB7-CDB3-4B66-B059-82D0D05A18CD}"/>
              </a:ext>
            </a:extLst>
          </p:cNvPr>
          <p:cNvGrpSpPr/>
          <p:nvPr/>
        </p:nvGrpSpPr>
        <p:grpSpPr>
          <a:xfrm>
            <a:off x="937849" y="3741832"/>
            <a:ext cx="461468" cy="461468"/>
            <a:chOff x="5484964" y="3511896"/>
            <a:chExt cx="461468" cy="461468"/>
          </a:xfrm>
        </p:grpSpPr>
        <p:pic>
          <p:nvPicPr>
            <p:cNvPr id="193" name="Graphique 192" descr="Batterie chargée avec un remplissage uni">
              <a:extLst>
                <a:ext uri="{FF2B5EF4-FFF2-40B4-BE49-F238E27FC236}">
                  <a16:creationId xmlns:a16="http://schemas.microsoft.com/office/drawing/2014/main" id="{F6645EA9-E343-423C-9D0B-527D212BC17B}"/>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16200000">
              <a:off x="5484964" y="3511896"/>
              <a:ext cx="461468" cy="461468"/>
            </a:xfrm>
            <a:prstGeom prst="rect">
              <a:avLst/>
            </a:prstGeom>
          </p:spPr>
        </p:pic>
        <p:pic>
          <p:nvPicPr>
            <p:cNvPr id="194" name="Graphique 193" descr="Éclair avec un remplissage uni">
              <a:extLst>
                <a:ext uri="{FF2B5EF4-FFF2-40B4-BE49-F238E27FC236}">
                  <a16:creationId xmlns:a16="http://schemas.microsoft.com/office/drawing/2014/main" id="{6B27F77A-F385-4F15-A49B-5BFBE0CA2F97}"/>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5616565" y="3653734"/>
              <a:ext cx="209320" cy="209320"/>
            </a:xfrm>
            <a:prstGeom prst="rect">
              <a:avLst/>
            </a:prstGeom>
          </p:spPr>
        </p:pic>
      </p:grpSp>
      <p:pic>
        <p:nvPicPr>
          <p:cNvPr id="144" name="Image 143">
            <a:extLst>
              <a:ext uri="{FF2B5EF4-FFF2-40B4-BE49-F238E27FC236}">
                <a16:creationId xmlns:a16="http://schemas.microsoft.com/office/drawing/2014/main" id="{F6FF2BCB-2506-419E-A9EB-A515AD71FEC6}"/>
              </a:ext>
            </a:extLst>
          </p:cNvPr>
          <p:cNvPicPr>
            <a:picLocks noChangeAspect="1"/>
          </p:cNvPicPr>
          <p:nvPr/>
        </p:nvPicPr>
        <p:blipFill>
          <a:blip r:embed="rId20"/>
          <a:stretch>
            <a:fillRect/>
          </a:stretch>
        </p:blipFill>
        <p:spPr>
          <a:xfrm>
            <a:off x="7548912" y="3358192"/>
            <a:ext cx="443180" cy="618467"/>
          </a:xfrm>
          <a:prstGeom prst="rect">
            <a:avLst/>
          </a:prstGeom>
        </p:spPr>
      </p:pic>
      <p:sp>
        <p:nvSpPr>
          <p:cNvPr id="147" name="Espace réservé du contenu 4">
            <a:extLst>
              <a:ext uri="{FF2B5EF4-FFF2-40B4-BE49-F238E27FC236}">
                <a16:creationId xmlns:a16="http://schemas.microsoft.com/office/drawing/2014/main" id="{0B7A0539-9EBA-472D-8915-3E8BD7E6F29C}"/>
              </a:ext>
            </a:extLst>
          </p:cNvPr>
          <p:cNvSpPr txBox="1">
            <a:spLocks/>
          </p:cNvSpPr>
          <p:nvPr/>
        </p:nvSpPr>
        <p:spPr>
          <a:xfrm>
            <a:off x="2207670" y="4900548"/>
            <a:ext cx="1083745" cy="577171"/>
          </a:xfrm>
          <a:prstGeom prst="rect">
            <a:avLst/>
          </a:prstGeom>
          <a:solidFill>
            <a:schemeClr val="bg1">
              <a:lumMod val="95000"/>
            </a:schemeClr>
          </a:solidFill>
        </p:spPr>
        <p:txBody>
          <a:bodyPr vert="horz" lIns="91440" tIns="45720" rIns="91440" bIns="45720" rtlCol="0" anchor="ctr">
            <a:normAutofit fontScale="925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Font typeface="Arial" panose="020B0604020202020204" pitchFamily="34" charset="0"/>
              <a:buNone/>
            </a:pPr>
            <a:r>
              <a:rPr lang="fr-FR" sz="900" dirty="0"/>
              <a:t>Vous transformez la CAPACITÉ en ACTIONS</a:t>
            </a:r>
          </a:p>
        </p:txBody>
      </p:sp>
      <p:sp>
        <p:nvSpPr>
          <p:cNvPr id="152" name="Espace réservé du contenu 4">
            <a:extLst>
              <a:ext uri="{FF2B5EF4-FFF2-40B4-BE49-F238E27FC236}">
                <a16:creationId xmlns:a16="http://schemas.microsoft.com/office/drawing/2014/main" id="{FC53C47D-8B10-4016-B5AC-7A428BBB300C}"/>
              </a:ext>
            </a:extLst>
          </p:cNvPr>
          <p:cNvSpPr txBox="1">
            <a:spLocks/>
          </p:cNvSpPr>
          <p:nvPr/>
        </p:nvSpPr>
        <p:spPr>
          <a:xfrm>
            <a:off x="6889595" y="4847587"/>
            <a:ext cx="1815576" cy="596766"/>
          </a:xfrm>
          <a:prstGeom prst="rect">
            <a:avLst/>
          </a:prstGeom>
          <a:solidFill>
            <a:schemeClr val="bg1">
              <a:lumMod val="95000"/>
            </a:schemeClr>
          </a:solidFill>
        </p:spPr>
        <p:txBody>
          <a:bodyPr vert="horz" lIns="91440" tIns="45720" rIns="91440" bIns="45720" rtlCol="0" anchor="ctr">
            <a:normAutofit lnSpcReduction="1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Font typeface="Arial" panose="020B0604020202020204" pitchFamily="34" charset="0"/>
              <a:buNone/>
            </a:pPr>
            <a:r>
              <a:rPr lang="fr-FR" sz="900" dirty="0"/>
              <a:t>La VALEUR permet de recruter ou d’acquérir des POINTS DE SENTIMENT D'APPARTENANCE</a:t>
            </a:r>
          </a:p>
        </p:txBody>
      </p:sp>
      <p:sp>
        <p:nvSpPr>
          <p:cNvPr id="153" name="Espace réservé du contenu 4">
            <a:extLst>
              <a:ext uri="{FF2B5EF4-FFF2-40B4-BE49-F238E27FC236}">
                <a16:creationId xmlns:a16="http://schemas.microsoft.com/office/drawing/2014/main" id="{D22269A4-2F5D-47A1-8C7A-A52C68B5625E}"/>
              </a:ext>
            </a:extLst>
          </p:cNvPr>
          <p:cNvSpPr txBox="1">
            <a:spLocks/>
          </p:cNvSpPr>
          <p:nvPr/>
        </p:nvSpPr>
        <p:spPr>
          <a:xfrm>
            <a:off x="9531872" y="4849132"/>
            <a:ext cx="2178784" cy="977317"/>
          </a:xfrm>
          <a:prstGeom prst="rect">
            <a:avLst/>
          </a:prstGeom>
          <a:solidFill>
            <a:schemeClr val="bg1">
              <a:lumMod val="95000"/>
            </a:schemeClr>
          </a:solidFill>
        </p:spPr>
        <p:txBody>
          <a:bodyPr vert="horz" lIns="91440" tIns="45720" rIns="91440" bIns="45720" rtlCol="0" anchor="ctr">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Font typeface="Arial" panose="020B0604020202020204" pitchFamily="34" charset="0"/>
              <a:buNone/>
            </a:pPr>
            <a:r>
              <a:rPr lang="fr-FR" sz="900" dirty="0"/>
              <a:t>Avoir plus de MEMBRES et de SENTIMENT D’APPARTENANCE vous rapproche de votre objectif et vous ouvre de nouvelles possibilités.</a:t>
            </a:r>
            <a:endParaRPr lang="en-US" sz="900" dirty="0"/>
          </a:p>
        </p:txBody>
      </p:sp>
      <p:sp>
        <p:nvSpPr>
          <p:cNvPr id="154" name="Ellipse 153">
            <a:extLst>
              <a:ext uri="{FF2B5EF4-FFF2-40B4-BE49-F238E27FC236}">
                <a16:creationId xmlns:a16="http://schemas.microsoft.com/office/drawing/2014/main" id="{4D28BB0E-BEBA-4CAB-BF53-9554C4184710}"/>
              </a:ext>
            </a:extLst>
          </p:cNvPr>
          <p:cNvSpPr/>
          <p:nvPr/>
        </p:nvSpPr>
        <p:spPr>
          <a:xfrm>
            <a:off x="1587191" y="4849639"/>
            <a:ext cx="724312" cy="7203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b="1" dirty="0"/>
              <a:t>1</a:t>
            </a:r>
          </a:p>
        </p:txBody>
      </p:sp>
      <p:sp>
        <p:nvSpPr>
          <p:cNvPr id="155" name="Ellipse 154">
            <a:extLst>
              <a:ext uri="{FF2B5EF4-FFF2-40B4-BE49-F238E27FC236}">
                <a16:creationId xmlns:a16="http://schemas.microsoft.com/office/drawing/2014/main" id="{AC069430-91A3-4204-9795-6D647590BFA1}"/>
              </a:ext>
            </a:extLst>
          </p:cNvPr>
          <p:cNvSpPr/>
          <p:nvPr/>
        </p:nvSpPr>
        <p:spPr>
          <a:xfrm>
            <a:off x="3711914" y="4756805"/>
            <a:ext cx="724312" cy="7203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b="1" dirty="0"/>
              <a:t>2</a:t>
            </a:r>
          </a:p>
        </p:txBody>
      </p:sp>
      <p:sp>
        <p:nvSpPr>
          <p:cNvPr id="156" name="Ellipse 155">
            <a:extLst>
              <a:ext uri="{FF2B5EF4-FFF2-40B4-BE49-F238E27FC236}">
                <a16:creationId xmlns:a16="http://schemas.microsoft.com/office/drawing/2014/main" id="{7488C7DF-0046-4619-B865-C6F50764AD55}"/>
              </a:ext>
            </a:extLst>
          </p:cNvPr>
          <p:cNvSpPr/>
          <p:nvPr/>
        </p:nvSpPr>
        <p:spPr>
          <a:xfrm>
            <a:off x="6293902" y="4793457"/>
            <a:ext cx="724312" cy="7203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b="1" dirty="0"/>
              <a:t>3</a:t>
            </a:r>
          </a:p>
        </p:txBody>
      </p:sp>
      <p:sp>
        <p:nvSpPr>
          <p:cNvPr id="157" name="Ellipse 156">
            <a:extLst>
              <a:ext uri="{FF2B5EF4-FFF2-40B4-BE49-F238E27FC236}">
                <a16:creationId xmlns:a16="http://schemas.microsoft.com/office/drawing/2014/main" id="{6017D4B9-07BC-4051-A7B0-5D3DDF21CA96}"/>
              </a:ext>
            </a:extLst>
          </p:cNvPr>
          <p:cNvSpPr/>
          <p:nvPr/>
        </p:nvSpPr>
        <p:spPr>
          <a:xfrm>
            <a:off x="8885506" y="4793457"/>
            <a:ext cx="724312" cy="7203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b="1" dirty="0"/>
              <a:t>4</a:t>
            </a:r>
          </a:p>
        </p:txBody>
      </p:sp>
      <p:pic>
        <p:nvPicPr>
          <p:cNvPr id="158" name="Image 157" descr="Une image contenant texte&#10;&#10;Description générée automatiquement">
            <a:extLst>
              <a:ext uri="{FF2B5EF4-FFF2-40B4-BE49-F238E27FC236}">
                <a16:creationId xmlns:a16="http://schemas.microsoft.com/office/drawing/2014/main" id="{04CE4196-2443-4045-A476-0252D45C0DCF}"/>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7559181" y="4099397"/>
            <a:ext cx="447081" cy="625425"/>
          </a:xfrm>
          <a:prstGeom prst="rect">
            <a:avLst/>
          </a:prstGeom>
        </p:spPr>
      </p:pic>
      <p:pic>
        <p:nvPicPr>
          <p:cNvPr id="159" name="Image 158" descr="Une image contenant texte&#10;&#10;Description générée automatiquement">
            <a:extLst>
              <a:ext uri="{FF2B5EF4-FFF2-40B4-BE49-F238E27FC236}">
                <a16:creationId xmlns:a16="http://schemas.microsoft.com/office/drawing/2014/main" id="{DAD81549-D4EA-460B-9E40-E2BA52A89D08}"/>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4301883" y="3754584"/>
            <a:ext cx="661739" cy="925711"/>
          </a:xfrm>
          <a:prstGeom prst="rect">
            <a:avLst/>
          </a:prstGeom>
        </p:spPr>
      </p:pic>
      <p:pic>
        <p:nvPicPr>
          <p:cNvPr id="160" name="Image 159" descr="Une image contenant texte&#10;&#10;Description générée automatiquement">
            <a:extLst>
              <a:ext uri="{FF2B5EF4-FFF2-40B4-BE49-F238E27FC236}">
                <a16:creationId xmlns:a16="http://schemas.microsoft.com/office/drawing/2014/main" id="{776D0B33-C953-4080-99AB-A7368EB8F25D}"/>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2829716" y="3754584"/>
            <a:ext cx="661739" cy="925711"/>
          </a:xfrm>
          <a:prstGeom prst="rect">
            <a:avLst/>
          </a:prstGeom>
        </p:spPr>
      </p:pic>
    </p:spTree>
    <p:extLst>
      <p:ext uri="{BB962C8B-B14F-4D97-AF65-F5344CB8AC3E}">
        <p14:creationId xmlns:p14="http://schemas.microsoft.com/office/powerpoint/2010/main" val="37045830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5" name="Rectangle 52">
            <a:extLst>
              <a:ext uri="{FF2B5EF4-FFF2-40B4-BE49-F238E27FC236}">
                <a16:creationId xmlns:a16="http://schemas.microsoft.com/office/drawing/2014/main" id="{AFF8D2E5-2C4E-47B1-930B-6C82B7C313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re 4">
            <a:extLst>
              <a:ext uri="{FF2B5EF4-FFF2-40B4-BE49-F238E27FC236}">
                <a16:creationId xmlns:a16="http://schemas.microsoft.com/office/drawing/2014/main" id="{0AFFD0A0-57B0-4104-9D6E-50252CC2188A}"/>
              </a:ext>
            </a:extLst>
          </p:cNvPr>
          <p:cNvSpPr>
            <a:spLocks noGrp="1"/>
          </p:cNvSpPr>
          <p:nvPr>
            <p:ph type="title"/>
          </p:nvPr>
        </p:nvSpPr>
        <p:spPr>
          <a:xfrm>
            <a:off x="841248" y="251312"/>
            <a:ext cx="10506456" cy="1010264"/>
          </a:xfrm>
        </p:spPr>
        <p:txBody>
          <a:bodyPr anchor="ctr">
            <a:normAutofit/>
          </a:bodyPr>
          <a:lstStyle/>
          <a:p>
            <a:r>
              <a:rPr lang="en-US" dirty="0" err="1"/>
              <a:t>Système</a:t>
            </a:r>
            <a:r>
              <a:rPr lang="en-US" dirty="0"/>
              <a:t> de jeu</a:t>
            </a:r>
          </a:p>
        </p:txBody>
      </p:sp>
      <p:sp>
        <p:nvSpPr>
          <p:cNvPr id="66" name="Rectangle 54">
            <a:extLst>
              <a:ext uri="{FF2B5EF4-FFF2-40B4-BE49-F238E27FC236}">
                <a16:creationId xmlns:a16="http://schemas.microsoft.com/office/drawing/2014/main" id="{801E4ADA-0EA9-4930-846E-3C11E8BED6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17618"/>
            <a:ext cx="128016" cy="6314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7" name="Rectangle 56">
            <a:extLst>
              <a:ext uri="{FF2B5EF4-FFF2-40B4-BE49-F238E27FC236}">
                <a16:creationId xmlns:a16="http://schemas.microsoft.com/office/drawing/2014/main" id="{FB92FFCE-0C90-454E-AA25-D4EE9A6C3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380864"/>
            <a:ext cx="1050645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7" name="Diagramme 6">
            <a:extLst>
              <a:ext uri="{FF2B5EF4-FFF2-40B4-BE49-F238E27FC236}">
                <a16:creationId xmlns:a16="http://schemas.microsoft.com/office/drawing/2014/main" id="{3DDFCC37-FF6C-4833-B3C0-6967D8B19783}"/>
              </a:ext>
            </a:extLst>
          </p:cNvPr>
          <p:cNvGraphicFramePr/>
          <p:nvPr>
            <p:extLst>
              <p:ext uri="{D42A27DB-BD31-4B8C-83A1-F6EECF244321}">
                <p14:modId xmlns:p14="http://schemas.microsoft.com/office/powerpoint/2010/main" val="940104617"/>
              </p:ext>
            </p:extLst>
          </p:nvPr>
        </p:nvGraphicFramePr>
        <p:xfrm>
          <a:off x="4798387" y="2488097"/>
          <a:ext cx="4454204" cy="274934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 name="Graphique 2" descr="Signe pouce en haut avec un remplissage uni">
            <a:extLst>
              <a:ext uri="{FF2B5EF4-FFF2-40B4-BE49-F238E27FC236}">
                <a16:creationId xmlns:a16="http://schemas.microsoft.com/office/drawing/2014/main" id="{371BC41E-A99E-47C8-9A2F-D4FB1EF2541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976012" y="3035206"/>
            <a:ext cx="652871" cy="652871"/>
          </a:xfrm>
          <a:prstGeom prst="rect">
            <a:avLst/>
          </a:prstGeom>
        </p:spPr>
      </p:pic>
      <p:sp>
        <p:nvSpPr>
          <p:cNvPr id="29" name="Espace réservé du contenu 4">
            <a:extLst>
              <a:ext uri="{FF2B5EF4-FFF2-40B4-BE49-F238E27FC236}">
                <a16:creationId xmlns:a16="http://schemas.microsoft.com/office/drawing/2014/main" id="{439AD4B0-9275-4C42-B57A-7285FADCB1EA}"/>
              </a:ext>
            </a:extLst>
          </p:cNvPr>
          <p:cNvSpPr txBox="1">
            <a:spLocks/>
          </p:cNvSpPr>
          <p:nvPr/>
        </p:nvSpPr>
        <p:spPr>
          <a:xfrm>
            <a:off x="8993080" y="4405568"/>
            <a:ext cx="2938508" cy="807481"/>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Font typeface="Arial" panose="020B0604020202020204" pitchFamily="34" charset="0"/>
              <a:buNone/>
            </a:pPr>
            <a:r>
              <a:rPr lang="fr-FR" sz="900" dirty="0"/>
              <a:t>À la fin du mois, vous choisissez de dépenser vos points de valeur pour RECRUTER et/ou pour augmenter le SENTIMENT D'APPARTENANCE. Les points de valeur non dépensés sont accumulés pour le mois suivant, mais disparaissent à la fin de l'année.</a:t>
            </a:r>
          </a:p>
        </p:txBody>
      </p:sp>
      <p:sp>
        <p:nvSpPr>
          <p:cNvPr id="30" name="Espace réservé du contenu 4">
            <a:extLst>
              <a:ext uri="{FF2B5EF4-FFF2-40B4-BE49-F238E27FC236}">
                <a16:creationId xmlns:a16="http://schemas.microsoft.com/office/drawing/2014/main" id="{A50E1A9C-FD21-4561-B5F0-ED3848240A35}"/>
              </a:ext>
            </a:extLst>
          </p:cNvPr>
          <p:cNvSpPr txBox="1">
            <a:spLocks/>
          </p:cNvSpPr>
          <p:nvPr/>
        </p:nvSpPr>
        <p:spPr>
          <a:xfrm>
            <a:off x="6198497" y="1999194"/>
            <a:ext cx="3118184" cy="596766"/>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Font typeface="Arial" panose="020B0604020202020204" pitchFamily="34" charset="0"/>
              <a:buNone/>
            </a:pPr>
            <a:r>
              <a:rPr lang="fr-FR" sz="900" dirty="0"/>
              <a:t>Les ACTIONS </a:t>
            </a:r>
            <a:r>
              <a:rPr lang="fr-FR" sz="900" dirty="0" err="1"/>
              <a:t>Générent</a:t>
            </a:r>
            <a:r>
              <a:rPr lang="fr-FR" sz="900" dirty="0"/>
              <a:t> des points de VALEUR, ou avoir divers effets pour générer plus de points de valeur au fil du temps.</a:t>
            </a:r>
          </a:p>
        </p:txBody>
      </p:sp>
      <p:sp>
        <p:nvSpPr>
          <p:cNvPr id="31" name="Espace réservé du contenu 4">
            <a:extLst>
              <a:ext uri="{FF2B5EF4-FFF2-40B4-BE49-F238E27FC236}">
                <a16:creationId xmlns:a16="http://schemas.microsoft.com/office/drawing/2014/main" id="{1641F4C2-3F70-4FDF-896B-374B452C3D85}"/>
              </a:ext>
            </a:extLst>
          </p:cNvPr>
          <p:cNvSpPr txBox="1">
            <a:spLocks/>
          </p:cNvSpPr>
          <p:nvPr/>
        </p:nvSpPr>
        <p:spPr>
          <a:xfrm>
            <a:off x="3820379" y="3348156"/>
            <a:ext cx="1876445" cy="534567"/>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Font typeface="Arial" panose="020B0604020202020204" pitchFamily="34" charset="0"/>
              <a:buNone/>
            </a:pPr>
            <a:r>
              <a:rPr lang="fr-FR" sz="900" dirty="0"/>
              <a:t>Au début du mois, la CAPACITE D'EFFORT est dépensée en ACTIONS.</a:t>
            </a:r>
          </a:p>
        </p:txBody>
      </p:sp>
      <p:sp>
        <p:nvSpPr>
          <p:cNvPr id="35" name="Flèche : gauche 34">
            <a:extLst>
              <a:ext uri="{FF2B5EF4-FFF2-40B4-BE49-F238E27FC236}">
                <a16:creationId xmlns:a16="http://schemas.microsoft.com/office/drawing/2014/main" id="{730C6DB3-71A3-4051-B3A1-63E8164A075C}"/>
              </a:ext>
            </a:extLst>
          </p:cNvPr>
          <p:cNvSpPr/>
          <p:nvPr/>
        </p:nvSpPr>
        <p:spPr>
          <a:xfrm rot="10800000">
            <a:off x="4252835" y="2839005"/>
            <a:ext cx="284371" cy="163924"/>
          </a:xfrm>
          <a:prstGeom prst="lef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7" name="Graphique 36" descr="Signe pouce en haut avec un remplissage uni">
            <a:extLst>
              <a:ext uri="{FF2B5EF4-FFF2-40B4-BE49-F238E27FC236}">
                <a16:creationId xmlns:a16="http://schemas.microsoft.com/office/drawing/2014/main" id="{D4F949ED-3450-4C94-956A-BC45A5A154BE}"/>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208322" y="1482754"/>
            <a:ext cx="417539" cy="417539"/>
          </a:xfrm>
          <a:prstGeom prst="rect">
            <a:avLst/>
          </a:prstGeom>
        </p:spPr>
      </p:pic>
      <p:sp>
        <p:nvSpPr>
          <p:cNvPr id="48" name="Flèche : gauche 47">
            <a:extLst>
              <a:ext uri="{FF2B5EF4-FFF2-40B4-BE49-F238E27FC236}">
                <a16:creationId xmlns:a16="http://schemas.microsoft.com/office/drawing/2014/main" id="{D966187E-F142-4803-8534-73D13962A389}"/>
              </a:ext>
            </a:extLst>
          </p:cNvPr>
          <p:cNvSpPr/>
          <p:nvPr/>
        </p:nvSpPr>
        <p:spPr>
          <a:xfrm rot="10800000">
            <a:off x="6668090" y="1634683"/>
            <a:ext cx="284371" cy="163924"/>
          </a:xfrm>
          <a:prstGeom prst="lef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7" name="Espace réservé du contenu 4">
            <a:extLst>
              <a:ext uri="{FF2B5EF4-FFF2-40B4-BE49-F238E27FC236}">
                <a16:creationId xmlns:a16="http://schemas.microsoft.com/office/drawing/2014/main" id="{3A4C04BF-3F34-4336-8557-093347EF4B87}"/>
              </a:ext>
            </a:extLst>
          </p:cNvPr>
          <p:cNvSpPr txBox="1">
            <a:spLocks/>
          </p:cNvSpPr>
          <p:nvPr/>
        </p:nvSpPr>
        <p:spPr>
          <a:xfrm>
            <a:off x="3818367" y="4290669"/>
            <a:ext cx="1990737" cy="661265"/>
          </a:xfrm>
          <a:prstGeom prst="rect">
            <a:avLst/>
          </a:prstGeom>
          <a:solidFill>
            <a:schemeClr val="bg1">
              <a:lumMod val="95000"/>
            </a:schemeClr>
          </a:solidFill>
        </p:spPr>
        <p:txBody>
          <a:bodyPr vert="horz" lIns="91440" tIns="45720" rIns="91440" bIns="45720" rtlCol="0">
            <a:normAutofit fontScale="925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Font typeface="Arial" panose="020B0604020202020204" pitchFamily="34" charset="0"/>
              <a:buNone/>
            </a:pPr>
            <a:r>
              <a:rPr lang="fr-FR" sz="900" dirty="0"/>
              <a:t>Des personnes supplémentaires ou un sentiment d'appartenance débloquent de nouvelles ACTIONS, ARTEFACTS et RECRUES pour le mois prochain.</a:t>
            </a:r>
          </a:p>
        </p:txBody>
      </p:sp>
      <p:grpSp>
        <p:nvGrpSpPr>
          <p:cNvPr id="6" name="Groupe 5">
            <a:extLst>
              <a:ext uri="{FF2B5EF4-FFF2-40B4-BE49-F238E27FC236}">
                <a16:creationId xmlns:a16="http://schemas.microsoft.com/office/drawing/2014/main" id="{B088FE76-8E0D-4101-BC21-4C394444A51B}"/>
              </a:ext>
            </a:extLst>
          </p:cNvPr>
          <p:cNvGrpSpPr/>
          <p:nvPr/>
        </p:nvGrpSpPr>
        <p:grpSpPr>
          <a:xfrm>
            <a:off x="6531078" y="5671908"/>
            <a:ext cx="176187" cy="1136066"/>
            <a:chOff x="5505731" y="1088058"/>
            <a:chExt cx="805216" cy="5192080"/>
          </a:xfrm>
        </p:grpSpPr>
        <p:sp>
          <p:nvSpPr>
            <p:cNvPr id="51" name="Flèche : haut 50">
              <a:extLst>
                <a:ext uri="{FF2B5EF4-FFF2-40B4-BE49-F238E27FC236}">
                  <a16:creationId xmlns:a16="http://schemas.microsoft.com/office/drawing/2014/main" id="{2E2AD467-F4DB-4EC9-9F35-2D2570088BEC}"/>
                </a:ext>
              </a:extLst>
            </p:cNvPr>
            <p:cNvSpPr/>
            <p:nvPr/>
          </p:nvSpPr>
          <p:spPr>
            <a:xfrm>
              <a:off x="5522638" y="1095579"/>
              <a:ext cx="763480" cy="5184559"/>
            </a:xfrm>
            <a:prstGeom prst="upArrow">
              <a:avLst/>
            </a:prstGeom>
            <a:solidFill>
              <a:schemeClr val="bg1">
                <a:lumMod val="5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Flèche : droite 51">
              <a:extLst>
                <a:ext uri="{FF2B5EF4-FFF2-40B4-BE49-F238E27FC236}">
                  <a16:creationId xmlns:a16="http://schemas.microsoft.com/office/drawing/2014/main" id="{34F5A6C5-252C-411C-9B5C-C61E51033038}"/>
                </a:ext>
              </a:extLst>
            </p:cNvPr>
            <p:cNvSpPr/>
            <p:nvPr/>
          </p:nvSpPr>
          <p:spPr>
            <a:xfrm rot="16200000">
              <a:off x="4840227" y="1753562"/>
              <a:ext cx="2136224" cy="805216"/>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56" name="Espace réservé du contenu 4">
            <a:extLst>
              <a:ext uri="{FF2B5EF4-FFF2-40B4-BE49-F238E27FC236}">
                <a16:creationId xmlns:a16="http://schemas.microsoft.com/office/drawing/2014/main" id="{A325364B-48EA-45A4-8370-E00DD6791234}"/>
              </a:ext>
            </a:extLst>
          </p:cNvPr>
          <p:cNvSpPr txBox="1">
            <a:spLocks/>
          </p:cNvSpPr>
          <p:nvPr/>
        </p:nvSpPr>
        <p:spPr>
          <a:xfrm>
            <a:off x="278786" y="3399492"/>
            <a:ext cx="1714518" cy="577171"/>
          </a:xfrm>
          <a:prstGeom prst="rect">
            <a:avLst/>
          </a:prstGeom>
          <a:solidFill>
            <a:schemeClr val="bg1">
              <a:lumMod val="95000"/>
            </a:schemeClr>
          </a:solidFill>
        </p:spPr>
        <p:txBody>
          <a:bodyPr vert="horz" lIns="91440" tIns="45720" rIns="91440" bIns="45720" rtlCol="0">
            <a:normAutofit fontScale="92500" lnSpcReduction="1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Font typeface="Arial" panose="020B0604020202020204" pitchFamily="34" charset="0"/>
              <a:buNone/>
            </a:pPr>
            <a:r>
              <a:rPr lang="fr-FR" sz="900" dirty="0"/>
              <a:t>Chaque mois, vous disposez d'une CAPACITÉ D'EFFORT donnée en tant que Community Boosters.</a:t>
            </a:r>
            <a:endParaRPr lang="en-US" sz="900" dirty="0"/>
          </a:p>
        </p:txBody>
      </p:sp>
      <p:sp>
        <p:nvSpPr>
          <p:cNvPr id="71" name="Espace réservé du contenu 4">
            <a:extLst>
              <a:ext uri="{FF2B5EF4-FFF2-40B4-BE49-F238E27FC236}">
                <a16:creationId xmlns:a16="http://schemas.microsoft.com/office/drawing/2014/main" id="{9918A544-237D-4928-A64E-3E2CB0803AF4}"/>
              </a:ext>
            </a:extLst>
          </p:cNvPr>
          <p:cNvSpPr txBox="1">
            <a:spLocks/>
          </p:cNvSpPr>
          <p:nvPr/>
        </p:nvSpPr>
        <p:spPr>
          <a:xfrm>
            <a:off x="8371622" y="3205636"/>
            <a:ext cx="2500594" cy="688520"/>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Font typeface="Arial" panose="020B0604020202020204" pitchFamily="34" charset="0"/>
              <a:buNone/>
            </a:pPr>
            <a:r>
              <a:rPr lang="fr-FR" sz="900" dirty="0"/>
              <a:t>Les POINTS de valeur représentent l'impact positif accumulé sur votre Communauté et dans MegaMegaGroup.</a:t>
            </a:r>
          </a:p>
        </p:txBody>
      </p:sp>
      <p:grpSp>
        <p:nvGrpSpPr>
          <p:cNvPr id="53" name="Groupe 52">
            <a:extLst>
              <a:ext uri="{FF2B5EF4-FFF2-40B4-BE49-F238E27FC236}">
                <a16:creationId xmlns:a16="http://schemas.microsoft.com/office/drawing/2014/main" id="{3C2166CE-F3CF-4ED8-85D1-71197EF4B46C}"/>
              </a:ext>
            </a:extLst>
          </p:cNvPr>
          <p:cNvGrpSpPr/>
          <p:nvPr/>
        </p:nvGrpSpPr>
        <p:grpSpPr>
          <a:xfrm>
            <a:off x="7310922" y="5676222"/>
            <a:ext cx="176187" cy="1136066"/>
            <a:chOff x="5505731" y="1088058"/>
            <a:chExt cx="805216" cy="5192080"/>
          </a:xfrm>
        </p:grpSpPr>
        <p:sp>
          <p:nvSpPr>
            <p:cNvPr id="54" name="Flèche : haut 53">
              <a:extLst>
                <a:ext uri="{FF2B5EF4-FFF2-40B4-BE49-F238E27FC236}">
                  <a16:creationId xmlns:a16="http://schemas.microsoft.com/office/drawing/2014/main" id="{39035CC0-8037-463D-AB47-45C180DDD15B}"/>
                </a:ext>
              </a:extLst>
            </p:cNvPr>
            <p:cNvSpPr/>
            <p:nvPr/>
          </p:nvSpPr>
          <p:spPr>
            <a:xfrm>
              <a:off x="5522638" y="1095579"/>
              <a:ext cx="763480" cy="5184559"/>
            </a:xfrm>
            <a:prstGeom prst="upArrow">
              <a:avLst/>
            </a:prstGeom>
            <a:solidFill>
              <a:schemeClr val="bg1">
                <a:lumMod val="5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lèche : droite 54">
              <a:extLst>
                <a:ext uri="{FF2B5EF4-FFF2-40B4-BE49-F238E27FC236}">
                  <a16:creationId xmlns:a16="http://schemas.microsoft.com/office/drawing/2014/main" id="{B2F12C10-E797-4C3A-BD59-14692B78B6B8}"/>
                </a:ext>
              </a:extLst>
            </p:cNvPr>
            <p:cNvSpPr/>
            <p:nvPr/>
          </p:nvSpPr>
          <p:spPr>
            <a:xfrm rot="16200000">
              <a:off x="4840227" y="1753562"/>
              <a:ext cx="2136224" cy="805216"/>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57" name="Espace réservé du contenu 4">
            <a:extLst>
              <a:ext uri="{FF2B5EF4-FFF2-40B4-BE49-F238E27FC236}">
                <a16:creationId xmlns:a16="http://schemas.microsoft.com/office/drawing/2014/main" id="{4F612DAC-C52B-4A4A-891A-E80DCEAF6061}"/>
              </a:ext>
            </a:extLst>
          </p:cNvPr>
          <p:cNvSpPr txBox="1">
            <a:spLocks/>
          </p:cNvSpPr>
          <p:nvPr/>
        </p:nvSpPr>
        <p:spPr>
          <a:xfrm>
            <a:off x="5659598" y="5079531"/>
            <a:ext cx="2373604" cy="552325"/>
          </a:xfrm>
          <a:prstGeom prst="rect">
            <a:avLst/>
          </a:prstGeom>
          <a:solidFill>
            <a:schemeClr val="bg1">
              <a:lumMod val="95000"/>
            </a:schemeClr>
          </a:solidFill>
        </p:spPr>
        <p:txBody>
          <a:bodyPr vert="horz" lIns="91440" tIns="45720" rIns="91440" bIns="45720" rtlCol="0">
            <a:normAutofit fontScale="925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Font typeface="Arial" panose="020B0604020202020204" pitchFamily="34" charset="0"/>
              <a:buNone/>
            </a:pPr>
            <a:r>
              <a:rPr lang="fr-FR" sz="900" dirty="0"/>
              <a:t>Plus vous aurez de MEMBRES et plus vous aurez le SENTIMENT D'APPARTENANCE, plus vous vous rapprocherez de votre objectif.</a:t>
            </a:r>
          </a:p>
        </p:txBody>
      </p:sp>
      <p:grpSp>
        <p:nvGrpSpPr>
          <p:cNvPr id="2" name="Groupe 1">
            <a:extLst>
              <a:ext uri="{FF2B5EF4-FFF2-40B4-BE49-F238E27FC236}">
                <a16:creationId xmlns:a16="http://schemas.microsoft.com/office/drawing/2014/main" id="{8BD42FA4-CE76-4506-81A6-6AC9F3B8DA2F}"/>
              </a:ext>
            </a:extLst>
          </p:cNvPr>
          <p:cNvGrpSpPr/>
          <p:nvPr/>
        </p:nvGrpSpPr>
        <p:grpSpPr>
          <a:xfrm>
            <a:off x="6341315" y="5996859"/>
            <a:ext cx="184329" cy="789952"/>
            <a:chOff x="4837615" y="2636554"/>
            <a:chExt cx="845887" cy="3625095"/>
          </a:xfrm>
        </p:grpSpPr>
        <p:pic>
          <p:nvPicPr>
            <p:cNvPr id="62" name="Graphique 61" descr="Groupe avec un remplissage uni">
              <a:extLst>
                <a:ext uri="{FF2B5EF4-FFF2-40B4-BE49-F238E27FC236}">
                  <a16:creationId xmlns:a16="http://schemas.microsoft.com/office/drawing/2014/main" id="{AEFDFCD7-BDD7-4597-AD2E-99D1E35F92E1}"/>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956046" y="5088344"/>
              <a:ext cx="647223" cy="647223"/>
            </a:xfrm>
            <a:prstGeom prst="rect">
              <a:avLst/>
            </a:prstGeom>
          </p:spPr>
        </p:pic>
        <p:grpSp>
          <p:nvGrpSpPr>
            <p:cNvPr id="63" name="Groupe 62">
              <a:extLst>
                <a:ext uri="{FF2B5EF4-FFF2-40B4-BE49-F238E27FC236}">
                  <a16:creationId xmlns:a16="http://schemas.microsoft.com/office/drawing/2014/main" id="{B1D218D4-3376-45D5-BDB2-BDD86F4C89F0}"/>
                </a:ext>
              </a:extLst>
            </p:cNvPr>
            <p:cNvGrpSpPr/>
            <p:nvPr/>
          </p:nvGrpSpPr>
          <p:grpSpPr>
            <a:xfrm>
              <a:off x="4975742" y="3936790"/>
              <a:ext cx="649373" cy="408529"/>
              <a:chOff x="6989470" y="1452253"/>
              <a:chExt cx="2968717" cy="1867662"/>
            </a:xfrm>
            <a:solidFill>
              <a:srgbClr val="ED7D31"/>
            </a:solidFill>
          </p:grpSpPr>
          <p:pic>
            <p:nvPicPr>
              <p:cNvPr id="81" name="Graphique 80" descr="Groupe de personnes avec un remplissage uni">
                <a:extLst>
                  <a:ext uri="{FF2B5EF4-FFF2-40B4-BE49-F238E27FC236}">
                    <a16:creationId xmlns:a16="http://schemas.microsoft.com/office/drawing/2014/main" id="{6B028A1C-BD63-4074-95AE-3BA0B4AAD59C}"/>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989470" y="1452253"/>
                <a:ext cx="1867662" cy="1867662"/>
              </a:xfrm>
              <a:prstGeom prst="rect">
                <a:avLst/>
              </a:prstGeom>
            </p:spPr>
          </p:pic>
          <p:pic>
            <p:nvPicPr>
              <p:cNvPr id="82" name="Graphique 81" descr="Groupe de personnes avec un remplissage uni">
                <a:extLst>
                  <a:ext uri="{FF2B5EF4-FFF2-40B4-BE49-F238E27FC236}">
                    <a16:creationId xmlns:a16="http://schemas.microsoft.com/office/drawing/2014/main" id="{8DF1B993-2C48-46D8-A185-447F985B96B9}"/>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a:stretch/>
            </p:blipFill>
            <p:spPr>
              <a:xfrm>
                <a:off x="8090525" y="1513565"/>
                <a:ext cx="1867662" cy="651367"/>
              </a:xfrm>
              <a:prstGeom prst="rect">
                <a:avLst/>
              </a:prstGeom>
            </p:spPr>
          </p:pic>
          <p:pic>
            <p:nvPicPr>
              <p:cNvPr id="83" name="Graphique 82" descr="Groupe de personnes avec un remplissage uni">
                <a:extLst>
                  <a:ext uri="{FF2B5EF4-FFF2-40B4-BE49-F238E27FC236}">
                    <a16:creationId xmlns:a16="http://schemas.microsoft.com/office/drawing/2014/main" id="{84A66FDC-384C-4BB1-9FA9-84D7FB6CDFE5}"/>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30495"/>
              <a:stretch/>
            </p:blipFill>
            <p:spPr>
              <a:xfrm>
                <a:off x="8316394" y="2091056"/>
                <a:ext cx="1298123" cy="651367"/>
              </a:xfrm>
              <a:prstGeom prst="rect">
                <a:avLst/>
              </a:prstGeom>
            </p:spPr>
          </p:pic>
          <p:pic>
            <p:nvPicPr>
              <p:cNvPr id="84" name="Graphique 83" descr="Groupe de personnes avec un remplissage uni">
                <a:extLst>
                  <a:ext uri="{FF2B5EF4-FFF2-40B4-BE49-F238E27FC236}">
                    <a16:creationId xmlns:a16="http://schemas.microsoft.com/office/drawing/2014/main" id="{E70B3BE3-4E49-4B6E-AFE0-0CEAF8234DC9}"/>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65831"/>
              <a:stretch/>
            </p:blipFill>
            <p:spPr>
              <a:xfrm>
                <a:off x="6989470" y="1513565"/>
                <a:ext cx="638169" cy="651367"/>
              </a:xfrm>
              <a:prstGeom prst="rect">
                <a:avLst/>
              </a:prstGeom>
            </p:spPr>
          </p:pic>
          <p:pic>
            <p:nvPicPr>
              <p:cNvPr id="85" name="Graphique 84" descr="Groupe de personnes avec un remplissage uni">
                <a:extLst>
                  <a:ext uri="{FF2B5EF4-FFF2-40B4-BE49-F238E27FC236}">
                    <a16:creationId xmlns:a16="http://schemas.microsoft.com/office/drawing/2014/main" id="{681C407B-01AF-474D-A742-592E05672577}"/>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30495"/>
              <a:stretch/>
            </p:blipFill>
            <p:spPr>
              <a:xfrm>
                <a:off x="8498660" y="2653414"/>
                <a:ext cx="1298123" cy="651367"/>
              </a:xfrm>
              <a:prstGeom prst="rect">
                <a:avLst/>
              </a:prstGeom>
            </p:spPr>
          </p:pic>
        </p:grpSp>
        <p:grpSp>
          <p:nvGrpSpPr>
            <p:cNvPr id="86" name="Groupe 85">
              <a:extLst>
                <a:ext uri="{FF2B5EF4-FFF2-40B4-BE49-F238E27FC236}">
                  <a16:creationId xmlns:a16="http://schemas.microsoft.com/office/drawing/2014/main" id="{756A0B8C-AC3F-487C-872F-829543C6BD85}"/>
                </a:ext>
              </a:extLst>
            </p:cNvPr>
            <p:cNvGrpSpPr/>
            <p:nvPr/>
          </p:nvGrpSpPr>
          <p:grpSpPr>
            <a:xfrm>
              <a:off x="4837615" y="3259715"/>
              <a:ext cx="845887" cy="552586"/>
              <a:chOff x="560346" y="5288117"/>
              <a:chExt cx="522960" cy="341630"/>
            </a:xfrm>
            <a:solidFill>
              <a:srgbClr val="ED7D31"/>
            </a:solidFill>
          </p:grpSpPr>
          <p:grpSp>
            <p:nvGrpSpPr>
              <p:cNvPr id="87" name="Groupe 86">
                <a:extLst>
                  <a:ext uri="{FF2B5EF4-FFF2-40B4-BE49-F238E27FC236}">
                    <a16:creationId xmlns:a16="http://schemas.microsoft.com/office/drawing/2014/main" id="{785EFE79-8D6D-4B49-B7A2-EDAA30388D2F}"/>
                  </a:ext>
                </a:extLst>
              </p:cNvPr>
              <p:cNvGrpSpPr/>
              <p:nvPr/>
            </p:nvGrpSpPr>
            <p:grpSpPr>
              <a:xfrm>
                <a:off x="560346" y="5458956"/>
                <a:ext cx="271479" cy="170791"/>
                <a:chOff x="6989470" y="1452253"/>
                <a:chExt cx="2968717" cy="1867662"/>
              </a:xfrm>
              <a:grpFill/>
            </p:grpSpPr>
            <p:pic>
              <p:nvPicPr>
                <p:cNvPr id="100" name="Graphique 99" descr="Groupe de personnes avec un remplissage uni">
                  <a:extLst>
                    <a:ext uri="{FF2B5EF4-FFF2-40B4-BE49-F238E27FC236}">
                      <a16:creationId xmlns:a16="http://schemas.microsoft.com/office/drawing/2014/main" id="{AB1C0AE5-550B-4A1B-B9A6-DEA2A2B3ABE3}"/>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989470" y="1452253"/>
                  <a:ext cx="1867662" cy="1867662"/>
                </a:xfrm>
                <a:prstGeom prst="rect">
                  <a:avLst/>
                </a:prstGeom>
              </p:spPr>
            </p:pic>
            <p:pic>
              <p:nvPicPr>
                <p:cNvPr id="101" name="Graphique 100" descr="Groupe de personnes avec un remplissage uni">
                  <a:extLst>
                    <a:ext uri="{FF2B5EF4-FFF2-40B4-BE49-F238E27FC236}">
                      <a16:creationId xmlns:a16="http://schemas.microsoft.com/office/drawing/2014/main" id="{C62B87D8-4E60-4251-9E92-A13065A4828D}"/>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a:stretch/>
              </p:blipFill>
              <p:spPr>
                <a:xfrm>
                  <a:off x="8090525" y="1513565"/>
                  <a:ext cx="1867662" cy="651367"/>
                </a:xfrm>
                <a:prstGeom prst="rect">
                  <a:avLst/>
                </a:prstGeom>
              </p:spPr>
            </p:pic>
            <p:pic>
              <p:nvPicPr>
                <p:cNvPr id="102" name="Graphique 101" descr="Groupe de personnes avec un remplissage uni">
                  <a:extLst>
                    <a:ext uri="{FF2B5EF4-FFF2-40B4-BE49-F238E27FC236}">
                      <a16:creationId xmlns:a16="http://schemas.microsoft.com/office/drawing/2014/main" id="{A1C36D2F-FB44-4F72-BA1B-B8D761D4B68D}"/>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30495"/>
                <a:stretch/>
              </p:blipFill>
              <p:spPr>
                <a:xfrm>
                  <a:off x="8316394" y="2091056"/>
                  <a:ext cx="1298123" cy="651367"/>
                </a:xfrm>
                <a:prstGeom prst="rect">
                  <a:avLst/>
                </a:prstGeom>
              </p:spPr>
            </p:pic>
            <p:pic>
              <p:nvPicPr>
                <p:cNvPr id="103" name="Graphique 102" descr="Groupe de personnes avec un remplissage uni">
                  <a:extLst>
                    <a:ext uri="{FF2B5EF4-FFF2-40B4-BE49-F238E27FC236}">
                      <a16:creationId xmlns:a16="http://schemas.microsoft.com/office/drawing/2014/main" id="{1EBC151B-954D-4AB1-88E0-A0B689D1AF39}"/>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65831"/>
                <a:stretch/>
              </p:blipFill>
              <p:spPr>
                <a:xfrm>
                  <a:off x="6989470" y="1513565"/>
                  <a:ext cx="638169" cy="651367"/>
                </a:xfrm>
                <a:prstGeom prst="rect">
                  <a:avLst/>
                </a:prstGeom>
              </p:spPr>
            </p:pic>
            <p:pic>
              <p:nvPicPr>
                <p:cNvPr id="104" name="Graphique 103" descr="Groupe de personnes avec un remplissage uni">
                  <a:extLst>
                    <a:ext uri="{FF2B5EF4-FFF2-40B4-BE49-F238E27FC236}">
                      <a16:creationId xmlns:a16="http://schemas.microsoft.com/office/drawing/2014/main" id="{047DBC8F-06AA-48F1-9C8E-9636A0924036}"/>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30495"/>
                <a:stretch/>
              </p:blipFill>
              <p:spPr>
                <a:xfrm>
                  <a:off x="8498660" y="2653414"/>
                  <a:ext cx="1298123" cy="651367"/>
                </a:xfrm>
                <a:prstGeom prst="rect">
                  <a:avLst/>
                </a:prstGeom>
              </p:spPr>
            </p:pic>
          </p:grpSp>
          <p:grpSp>
            <p:nvGrpSpPr>
              <p:cNvPr id="88" name="Groupe 87">
                <a:extLst>
                  <a:ext uri="{FF2B5EF4-FFF2-40B4-BE49-F238E27FC236}">
                    <a16:creationId xmlns:a16="http://schemas.microsoft.com/office/drawing/2014/main" id="{354D7C71-F219-484E-954E-C4EE84702233}"/>
                  </a:ext>
                </a:extLst>
              </p:cNvPr>
              <p:cNvGrpSpPr/>
              <p:nvPr/>
            </p:nvGrpSpPr>
            <p:grpSpPr>
              <a:xfrm>
                <a:off x="811827" y="5457524"/>
                <a:ext cx="271479" cy="170791"/>
                <a:chOff x="6989470" y="1452253"/>
                <a:chExt cx="2968717" cy="1867662"/>
              </a:xfrm>
              <a:grpFill/>
            </p:grpSpPr>
            <p:pic>
              <p:nvPicPr>
                <p:cNvPr id="95" name="Graphique 94" descr="Groupe de personnes avec un remplissage uni">
                  <a:extLst>
                    <a:ext uri="{FF2B5EF4-FFF2-40B4-BE49-F238E27FC236}">
                      <a16:creationId xmlns:a16="http://schemas.microsoft.com/office/drawing/2014/main" id="{5BAA118C-ACB4-4A48-A7CB-1DD5C9F97FE4}"/>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989470" y="1452253"/>
                  <a:ext cx="1867662" cy="1867662"/>
                </a:xfrm>
                <a:prstGeom prst="rect">
                  <a:avLst/>
                </a:prstGeom>
              </p:spPr>
            </p:pic>
            <p:pic>
              <p:nvPicPr>
                <p:cNvPr id="96" name="Graphique 95" descr="Groupe de personnes avec un remplissage uni">
                  <a:extLst>
                    <a:ext uri="{FF2B5EF4-FFF2-40B4-BE49-F238E27FC236}">
                      <a16:creationId xmlns:a16="http://schemas.microsoft.com/office/drawing/2014/main" id="{87E2CB8E-AFD9-4CAB-8049-67322F68811F}"/>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a:stretch/>
              </p:blipFill>
              <p:spPr>
                <a:xfrm>
                  <a:off x="8090525" y="1513565"/>
                  <a:ext cx="1867662" cy="651367"/>
                </a:xfrm>
                <a:prstGeom prst="rect">
                  <a:avLst/>
                </a:prstGeom>
              </p:spPr>
            </p:pic>
            <p:pic>
              <p:nvPicPr>
                <p:cNvPr id="97" name="Graphique 96" descr="Groupe de personnes avec un remplissage uni">
                  <a:extLst>
                    <a:ext uri="{FF2B5EF4-FFF2-40B4-BE49-F238E27FC236}">
                      <a16:creationId xmlns:a16="http://schemas.microsoft.com/office/drawing/2014/main" id="{D4E7CD88-5EA5-4443-A59B-85256B0AB2CB}"/>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30495"/>
                <a:stretch/>
              </p:blipFill>
              <p:spPr>
                <a:xfrm>
                  <a:off x="8316394" y="2091056"/>
                  <a:ext cx="1298123" cy="651367"/>
                </a:xfrm>
                <a:prstGeom prst="rect">
                  <a:avLst/>
                </a:prstGeom>
              </p:spPr>
            </p:pic>
            <p:pic>
              <p:nvPicPr>
                <p:cNvPr id="98" name="Graphique 97" descr="Groupe de personnes avec un remplissage uni">
                  <a:extLst>
                    <a:ext uri="{FF2B5EF4-FFF2-40B4-BE49-F238E27FC236}">
                      <a16:creationId xmlns:a16="http://schemas.microsoft.com/office/drawing/2014/main" id="{420A7563-CD76-4785-8989-1A6B7EE92CA5}"/>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65831"/>
                <a:stretch/>
              </p:blipFill>
              <p:spPr>
                <a:xfrm>
                  <a:off x="6989470" y="1513565"/>
                  <a:ext cx="638169" cy="651367"/>
                </a:xfrm>
                <a:prstGeom prst="rect">
                  <a:avLst/>
                </a:prstGeom>
              </p:spPr>
            </p:pic>
            <p:pic>
              <p:nvPicPr>
                <p:cNvPr id="99" name="Graphique 98" descr="Groupe de personnes avec un remplissage uni">
                  <a:extLst>
                    <a:ext uri="{FF2B5EF4-FFF2-40B4-BE49-F238E27FC236}">
                      <a16:creationId xmlns:a16="http://schemas.microsoft.com/office/drawing/2014/main" id="{5B0B13F2-F083-4596-99CF-3AB9AD221753}"/>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30495"/>
                <a:stretch/>
              </p:blipFill>
              <p:spPr>
                <a:xfrm>
                  <a:off x="8498660" y="2653414"/>
                  <a:ext cx="1298123" cy="651367"/>
                </a:xfrm>
                <a:prstGeom prst="rect">
                  <a:avLst/>
                </a:prstGeom>
              </p:spPr>
            </p:pic>
          </p:grpSp>
          <p:grpSp>
            <p:nvGrpSpPr>
              <p:cNvPr id="89" name="Groupe 88">
                <a:extLst>
                  <a:ext uri="{FF2B5EF4-FFF2-40B4-BE49-F238E27FC236}">
                    <a16:creationId xmlns:a16="http://schemas.microsoft.com/office/drawing/2014/main" id="{8AE7C408-7D4A-4A5B-806D-838C580FD054}"/>
                  </a:ext>
                </a:extLst>
              </p:cNvPr>
              <p:cNvGrpSpPr/>
              <p:nvPr/>
            </p:nvGrpSpPr>
            <p:grpSpPr>
              <a:xfrm>
                <a:off x="714070" y="5288117"/>
                <a:ext cx="271479" cy="170791"/>
                <a:chOff x="6989470" y="1452253"/>
                <a:chExt cx="2968717" cy="1867662"/>
              </a:xfrm>
              <a:grpFill/>
            </p:grpSpPr>
            <p:pic>
              <p:nvPicPr>
                <p:cNvPr id="90" name="Graphique 89" descr="Groupe de personnes avec un remplissage uni">
                  <a:extLst>
                    <a:ext uri="{FF2B5EF4-FFF2-40B4-BE49-F238E27FC236}">
                      <a16:creationId xmlns:a16="http://schemas.microsoft.com/office/drawing/2014/main" id="{6BAC5D76-70D6-4891-B6C7-42F8E7171C99}"/>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989470" y="1452253"/>
                  <a:ext cx="1867662" cy="1867662"/>
                </a:xfrm>
                <a:prstGeom prst="rect">
                  <a:avLst/>
                </a:prstGeom>
              </p:spPr>
            </p:pic>
            <p:pic>
              <p:nvPicPr>
                <p:cNvPr id="91" name="Graphique 90" descr="Groupe de personnes avec un remplissage uni">
                  <a:extLst>
                    <a:ext uri="{FF2B5EF4-FFF2-40B4-BE49-F238E27FC236}">
                      <a16:creationId xmlns:a16="http://schemas.microsoft.com/office/drawing/2014/main" id="{2F1CDC1A-5D6C-4E79-AFF0-26EFEF13BAB5}"/>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a:stretch/>
              </p:blipFill>
              <p:spPr>
                <a:xfrm>
                  <a:off x="8090525" y="1513565"/>
                  <a:ext cx="1867662" cy="651367"/>
                </a:xfrm>
                <a:prstGeom prst="rect">
                  <a:avLst/>
                </a:prstGeom>
              </p:spPr>
            </p:pic>
            <p:pic>
              <p:nvPicPr>
                <p:cNvPr id="92" name="Graphique 91" descr="Groupe de personnes avec un remplissage uni">
                  <a:extLst>
                    <a:ext uri="{FF2B5EF4-FFF2-40B4-BE49-F238E27FC236}">
                      <a16:creationId xmlns:a16="http://schemas.microsoft.com/office/drawing/2014/main" id="{EF73B26C-5759-4C3A-B369-2399983182F5}"/>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30495"/>
                <a:stretch/>
              </p:blipFill>
              <p:spPr>
                <a:xfrm>
                  <a:off x="8316394" y="2091056"/>
                  <a:ext cx="1298123" cy="651367"/>
                </a:xfrm>
                <a:prstGeom prst="rect">
                  <a:avLst/>
                </a:prstGeom>
              </p:spPr>
            </p:pic>
            <p:pic>
              <p:nvPicPr>
                <p:cNvPr id="93" name="Graphique 92" descr="Groupe de personnes avec un remplissage uni">
                  <a:extLst>
                    <a:ext uri="{FF2B5EF4-FFF2-40B4-BE49-F238E27FC236}">
                      <a16:creationId xmlns:a16="http://schemas.microsoft.com/office/drawing/2014/main" id="{5141C401-7876-4CA5-A229-7CC0B4FD1A69}"/>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65831"/>
                <a:stretch/>
              </p:blipFill>
              <p:spPr>
                <a:xfrm>
                  <a:off x="6989470" y="1513565"/>
                  <a:ext cx="638169" cy="651367"/>
                </a:xfrm>
                <a:prstGeom prst="rect">
                  <a:avLst/>
                </a:prstGeom>
              </p:spPr>
            </p:pic>
            <p:pic>
              <p:nvPicPr>
                <p:cNvPr id="94" name="Graphique 93" descr="Groupe de personnes avec un remplissage uni">
                  <a:extLst>
                    <a:ext uri="{FF2B5EF4-FFF2-40B4-BE49-F238E27FC236}">
                      <a16:creationId xmlns:a16="http://schemas.microsoft.com/office/drawing/2014/main" id="{44CB18AC-9F72-4DD2-8363-E007A00046C3}"/>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30495"/>
                <a:stretch/>
              </p:blipFill>
              <p:spPr>
                <a:xfrm>
                  <a:off x="8498660" y="2653414"/>
                  <a:ext cx="1298123" cy="651367"/>
                </a:xfrm>
                <a:prstGeom prst="rect">
                  <a:avLst/>
                </a:prstGeom>
              </p:spPr>
            </p:pic>
          </p:grpSp>
        </p:grpSp>
        <p:grpSp>
          <p:nvGrpSpPr>
            <p:cNvPr id="105" name="Groupe 104">
              <a:extLst>
                <a:ext uri="{FF2B5EF4-FFF2-40B4-BE49-F238E27FC236}">
                  <a16:creationId xmlns:a16="http://schemas.microsoft.com/office/drawing/2014/main" id="{41C353F7-A346-46EE-8CC0-0AFAF6336BAF}"/>
                </a:ext>
              </a:extLst>
            </p:cNvPr>
            <p:cNvGrpSpPr/>
            <p:nvPr/>
          </p:nvGrpSpPr>
          <p:grpSpPr>
            <a:xfrm>
              <a:off x="4857500" y="4401967"/>
              <a:ext cx="795834" cy="685354"/>
              <a:chOff x="580554" y="3987276"/>
              <a:chExt cx="555788" cy="478632"/>
            </a:xfrm>
            <a:solidFill>
              <a:srgbClr val="ED7D31"/>
            </a:solidFill>
          </p:grpSpPr>
          <p:pic>
            <p:nvPicPr>
              <p:cNvPr id="106" name="Graphique 105" descr="Groupe avec un remplissage uni">
                <a:extLst>
                  <a:ext uri="{FF2B5EF4-FFF2-40B4-BE49-F238E27FC236}">
                    <a16:creationId xmlns:a16="http://schemas.microsoft.com/office/drawing/2014/main" id="{12DD535B-C178-45CC-BDC4-F7813A765407}"/>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26167" y="3987276"/>
                <a:ext cx="285305" cy="285305"/>
              </a:xfrm>
              <a:prstGeom prst="rect">
                <a:avLst/>
              </a:prstGeom>
            </p:spPr>
          </p:pic>
          <p:pic>
            <p:nvPicPr>
              <p:cNvPr id="107" name="Graphique 106" descr="Groupe avec un remplissage uni">
                <a:extLst>
                  <a:ext uri="{FF2B5EF4-FFF2-40B4-BE49-F238E27FC236}">
                    <a16:creationId xmlns:a16="http://schemas.microsoft.com/office/drawing/2014/main" id="{F4BEF252-CAC1-46C7-A864-1CE05826F708}"/>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80554" y="4180603"/>
                <a:ext cx="285305" cy="285305"/>
              </a:xfrm>
              <a:prstGeom prst="rect">
                <a:avLst/>
              </a:prstGeom>
            </p:spPr>
          </p:pic>
          <p:pic>
            <p:nvPicPr>
              <p:cNvPr id="108" name="Graphique 107" descr="Groupe avec un remplissage uni">
                <a:extLst>
                  <a:ext uri="{FF2B5EF4-FFF2-40B4-BE49-F238E27FC236}">
                    <a16:creationId xmlns:a16="http://schemas.microsoft.com/office/drawing/2014/main" id="{5ABFBD00-F2C4-4AB5-81A6-5E7B1AD60129}"/>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51037" y="4180602"/>
                <a:ext cx="285305" cy="285305"/>
              </a:xfrm>
              <a:prstGeom prst="rect">
                <a:avLst/>
              </a:prstGeom>
            </p:spPr>
          </p:pic>
        </p:grpSp>
        <p:pic>
          <p:nvPicPr>
            <p:cNvPr id="109" name="Graphique 108" descr="Personne confuse avec un remplissage uni">
              <a:extLst>
                <a:ext uri="{FF2B5EF4-FFF2-40B4-BE49-F238E27FC236}">
                  <a16:creationId xmlns:a16="http://schemas.microsoft.com/office/drawing/2014/main" id="{6D0AC221-CCC3-47E3-85C3-BEC7CCCFBCCE}"/>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5030473" y="5737362"/>
              <a:ext cx="524287" cy="524287"/>
            </a:xfrm>
            <a:prstGeom prst="rect">
              <a:avLst/>
            </a:prstGeom>
          </p:spPr>
        </p:pic>
        <p:grpSp>
          <p:nvGrpSpPr>
            <p:cNvPr id="110" name="Groupe 109">
              <a:extLst>
                <a:ext uri="{FF2B5EF4-FFF2-40B4-BE49-F238E27FC236}">
                  <a16:creationId xmlns:a16="http://schemas.microsoft.com/office/drawing/2014/main" id="{BC783117-4957-40C1-8AA9-49EA5F6D0DB8}"/>
                </a:ext>
              </a:extLst>
            </p:cNvPr>
            <p:cNvGrpSpPr/>
            <p:nvPr/>
          </p:nvGrpSpPr>
          <p:grpSpPr>
            <a:xfrm>
              <a:off x="5046941" y="2636554"/>
              <a:ext cx="550624" cy="593160"/>
              <a:chOff x="5046941" y="2636554"/>
              <a:chExt cx="550624" cy="593160"/>
            </a:xfrm>
          </p:grpSpPr>
          <p:pic>
            <p:nvPicPr>
              <p:cNvPr id="111" name="Graphique 110" descr="Monde avec un remplissage uni">
                <a:extLst>
                  <a:ext uri="{FF2B5EF4-FFF2-40B4-BE49-F238E27FC236}">
                    <a16:creationId xmlns:a16="http://schemas.microsoft.com/office/drawing/2014/main" id="{83877D26-7D01-45B8-80F8-93B2CC901851}"/>
                  </a:ext>
                </a:extLst>
              </p:cNvPr>
              <p:cNvPicPr>
                <a:picLocks noChangeAspect="1"/>
              </p:cNvPicPr>
              <p:nvPr/>
            </p:nvPicPr>
            <p:blipFill rotWithShape="1">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rcRect l="7173" r="-1"/>
              <a:stretch/>
            </p:blipFill>
            <p:spPr>
              <a:xfrm>
                <a:off x="5046941" y="2636554"/>
                <a:ext cx="550624" cy="593160"/>
              </a:xfrm>
              <a:prstGeom prst="rect">
                <a:avLst/>
              </a:prstGeom>
            </p:spPr>
          </p:pic>
          <p:pic>
            <p:nvPicPr>
              <p:cNvPr id="112" name="Graphique 111" descr="Monde avec un remplissage uni">
                <a:extLst>
                  <a:ext uri="{FF2B5EF4-FFF2-40B4-BE49-F238E27FC236}">
                    <a16:creationId xmlns:a16="http://schemas.microsoft.com/office/drawing/2014/main" id="{267C143D-EE11-4C9B-91A2-62E735A133B8}"/>
                  </a:ext>
                </a:extLst>
              </p:cNvPr>
              <p:cNvPicPr>
                <a:picLocks noChangeAspect="1"/>
              </p:cNvPicPr>
              <p:nvPr/>
            </p:nvPicPr>
            <p:blipFill rotWithShape="1">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rcRect l="29716" t="30008" r="27849" b="30408"/>
              <a:stretch/>
            </p:blipFill>
            <p:spPr>
              <a:xfrm>
                <a:off x="5180657" y="2809632"/>
                <a:ext cx="251709" cy="234792"/>
              </a:xfrm>
              <a:prstGeom prst="rect">
                <a:avLst/>
              </a:prstGeom>
            </p:spPr>
          </p:pic>
        </p:grpSp>
      </p:grpSp>
      <p:cxnSp>
        <p:nvCxnSpPr>
          <p:cNvPr id="113" name="Connecteur droit 112">
            <a:extLst>
              <a:ext uri="{FF2B5EF4-FFF2-40B4-BE49-F238E27FC236}">
                <a16:creationId xmlns:a16="http://schemas.microsoft.com/office/drawing/2014/main" id="{7A0808F4-84B4-4F98-BDF4-6133F18F540D}"/>
              </a:ext>
            </a:extLst>
          </p:cNvPr>
          <p:cNvCxnSpPr>
            <a:cxnSpLocks/>
          </p:cNvCxnSpPr>
          <p:nvPr/>
        </p:nvCxnSpPr>
        <p:spPr>
          <a:xfrm>
            <a:off x="6198493" y="6118087"/>
            <a:ext cx="464989" cy="7972"/>
          </a:xfrm>
          <a:prstGeom prst="line">
            <a:avLst/>
          </a:prstGeom>
          <a:ln w="19050">
            <a:solidFill>
              <a:srgbClr val="ED7D31"/>
            </a:solidFill>
            <a:prstDash val="dash"/>
          </a:ln>
        </p:spPr>
        <p:style>
          <a:lnRef idx="1">
            <a:schemeClr val="accent1"/>
          </a:lnRef>
          <a:fillRef idx="0">
            <a:schemeClr val="accent1"/>
          </a:fillRef>
          <a:effectRef idx="0">
            <a:schemeClr val="accent1"/>
          </a:effectRef>
          <a:fontRef idx="minor">
            <a:schemeClr val="tx1"/>
          </a:fontRef>
        </p:style>
      </p:cxnSp>
      <p:grpSp>
        <p:nvGrpSpPr>
          <p:cNvPr id="11" name="Groupe 10">
            <a:extLst>
              <a:ext uri="{FF2B5EF4-FFF2-40B4-BE49-F238E27FC236}">
                <a16:creationId xmlns:a16="http://schemas.microsoft.com/office/drawing/2014/main" id="{8E02E967-4C1E-4CFA-88AF-B2921CCE2877}"/>
              </a:ext>
            </a:extLst>
          </p:cNvPr>
          <p:cNvGrpSpPr/>
          <p:nvPr/>
        </p:nvGrpSpPr>
        <p:grpSpPr>
          <a:xfrm flipH="1">
            <a:off x="7196224" y="6034575"/>
            <a:ext cx="80047" cy="738160"/>
            <a:chOff x="3574401" y="2264503"/>
            <a:chExt cx="434941" cy="4010823"/>
          </a:xfrm>
        </p:grpSpPr>
        <p:sp>
          <p:nvSpPr>
            <p:cNvPr id="114" name="Cœur 113">
              <a:extLst>
                <a:ext uri="{FF2B5EF4-FFF2-40B4-BE49-F238E27FC236}">
                  <a16:creationId xmlns:a16="http://schemas.microsoft.com/office/drawing/2014/main" id="{1AF90BD8-2894-4A62-BA48-2B874CA2F2DA}"/>
                </a:ext>
              </a:extLst>
            </p:cNvPr>
            <p:cNvSpPr/>
            <p:nvPr/>
          </p:nvSpPr>
          <p:spPr>
            <a:xfrm>
              <a:off x="3709679" y="6123860"/>
              <a:ext cx="151466" cy="151466"/>
            </a:xfrm>
            <a:prstGeom prst="hear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115" name="Groupe 114">
              <a:extLst>
                <a:ext uri="{FF2B5EF4-FFF2-40B4-BE49-F238E27FC236}">
                  <a16:creationId xmlns:a16="http://schemas.microsoft.com/office/drawing/2014/main" id="{38C5C57F-E665-45C9-ACA7-B14EC9EE3F3C}"/>
                </a:ext>
              </a:extLst>
            </p:cNvPr>
            <p:cNvGrpSpPr/>
            <p:nvPr/>
          </p:nvGrpSpPr>
          <p:grpSpPr>
            <a:xfrm>
              <a:off x="3602007" y="5533310"/>
              <a:ext cx="335755" cy="151466"/>
              <a:chOff x="4241199" y="5506677"/>
              <a:chExt cx="335755" cy="151466"/>
            </a:xfrm>
            <a:solidFill>
              <a:srgbClr val="3494BA"/>
            </a:solidFill>
          </p:grpSpPr>
          <p:sp>
            <p:nvSpPr>
              <p:cNvPr id="116" name="Cœur 115">
                <a:extLst>
                  <a:ext uri="{FF2B5EF4-FFF2-40B4-BE49-F238E27FC236}">
                    <a16:creationId xmlns:a16="http://schemas.microsoft.com/office/drawing/2014/main" id="{74C8C975-3D97-49BA-B24D-6971762CCB4D}"/>
                  </a:ext>
                </a:extLst>
              </p:cNvPr>
              <p:cNvSpPr/>
              <p:nvPr/>
            </p:nvSpPr>
            <p:spPr>
              <a:xfrm>
                <a:off x="4241199" y="5506677"/>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7" name="Cœur 116">
                <a:extLst>
                  <a:ext uri="{FF2B5EF4-FFF2-40B4-BE49-F238E27FC236}">
                    <a16:creationId xmlns:a16="http://schemas.microsoft.com/office/drawing/2014/main" id="{10895660-9C67-47FA-AEB5-D0351B2FD00F}"/>
                  </a:ext>
                </a:extLst>
              </p:cNvPr>
              <p:cNvSpPr/>
              <p:nvPr/>
            </p:nvSpPr>
            <p:spPr>
              <a:xfrm>
                <a:off x="4425488" y="5506677"/>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18" name="Groupe 117">
              <a:extLst>
                <a:ext uri="{FF2B5EF4-FFF2-40B4-BE49-F238E27FC236}">
                  <a16:creationId xmlns:a16="http://schemas.microsoft.com/office/drawing/2014/main" id="{B9ADB600-A51F-4061-B393-0FE8D4CA3186}"/>
                </a:ext>
              </a:extLst>
            </p:cNvPr>
            <p:cNvGrpSpPr/>
            <p:nvPr/>
          </p:nvGrpSpPr>
          <p:grpSpPr>
            <a:xfrm>
              <a:off x="3607222" y="4869360"/>
              <a:ext cx="342452" cy="319977"/>
              <a:chOff x="4219745" y="4840394"/>
              <a:chExt cx="342452" cy="319977"/>
            </a:xfrm>
            <a:solidFill>
              <a:srgbClr val="3494BA"/>
            </a:solidFill>
          </p:grpSpPr>
          <p:sp>
            <p:nvSpPr>
              <p:cNvPr id="119" name="Cœur 118">
                <a:extLst>
                  <a:ext uri="{FF2B5EF4-FFF2-40B4-BE49-F238E27FC236}">
                    <a16:creationId xmlns:a16="http://schemas.microsoft.com/office/drawing/2014/main" id="{14E3D26F-D74A-42BC-AD62-B7EEC731CB31}"/>
                  </a:ext>
                </a:extLst>
              </p:cNvPr>
              <p:cNvSpPr/>
              <p:nvPr/>
            </p:nvSpPr>
            <p:spPr>
              <a:xfrm>
                <a:off x="4219745" y="5008905"/>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0" name="Cœur 119">
                <a:extLst>
                  <a:ext uri="{FF2B5EF4-FFF2-40B4-BE49-F238E27FC236}">
                    <a16:creationId xmlns:a16="http://schemas.microsoft.com/office/drawing/2014/main" id="{A605B5F4-DFCF-4274-85CD-20C3DF62B67A}"/>
                  </a:ext>
                </a:extLst>
              </p:cNvPr>
              <p:cNvSpPr/>
              <p:nvPr/>
            </p:nvSpPr>
            <p:spPr>
              <a:xfrm>
                <a:off x="4410731" y="5008905"/>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1" name="Cœur 120">
                <a:extLst>
                  <a:ext uri="{FF2B5EF4-FFF2-40B4-BE49-F238E27FC236}">
                    <a16:creationId xmlns:a16="http://schemas.microsoft.com/office/drawing/2014/main" id="{D8462334-720A-4246-BCE4-625C4058F7C0}"/>
                  </a:ext>
                </a:extLst>
              </p:cNvPr>
              <p:cNvSpPr/>
              <p:nvPr/>
            </p:nvSpPr>
            <p:spPr>
              <a:xfrm>
                <a:off x="4316932" y="4840394"/>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22" name="Groupe 121">
              <a:extLst>
                <a:ext uri="{FF2B5EF4-FFF2-40B4-BE49-F238E27FC236}">
                  <a16:creationId xmlns:a16="http://schemas.microsoft.com/office/drawing/2014/main" id="{889F4B60-FB1F-40FB-A4B6-E7624FCD5C73}"/>
                </a:ext>
              </a:extLst>
            </p:cNvPr>
            <p:cNvGrpSpPr/>
            <p:nvPr/>
          </p:nvGrpSpPr>
          <p:grpSpPr>
            <a:xfrm>
              <a:off x="3611146" y="4234362"/>
              <a:ext cx="343602" cy="355903"/>
              <a:chOff x="4226442" y="4227083"/>
              <a:chExt cx="343602" cy="355903"/>
            </a:xfrm>
            <a:solidFill>
              <a:srgbClr val="3494BA"/>
            </a:solidFill>
          </p:grpSpPr>
          <p:sp>
            <p:nvSpPr>
              <p:cNvPr id="123" name="Cœur 122">
                <a:extLst>
                  <a:ext uri="{FF2B5EF4-FFF2-40B4-BE49-F238E27FC236}">
                    <a16:creationId xmlns:a16="http://schemas.microsoft.com/office/drawing/2014/main" id="{494FDEA5-76A7-4E34-90CE-FF947AC0D632}"/>
                  </a:ext>
                </a:extLst>
              </p:cNvPr>
              <p:cNvSpPr/>
              <p:nvPr/>
            </p:nvSpPr>
            <p:spPr>
              <a:xfrm>
                <a:off x="4234289" y="4431520"/>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4" name="Cœur 123">
                <a:extLst>
                  <a:ext uri="{FF2B5EF4-FFF2-40B4-BE49-F238E27FC236}">
                    <a16:creationId xmlns:a16="http://schemas.microsoft.com/office/drawing/2014/main" id="{14DCD2FF-60AB-4DF2-8B3A-68DF092F0734}"/>
                  </a:ext>
                </a:extLst>
              </p:cNvPr>
              <p:cNvSpPr/>
              <p:nvPr/>
            </p:nvSpPr>
            <p:spPr>
              <a:xfrm>
                <a:off x="4418578" y="4431520"/>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5" name="Cœur 124">
                <a:extLst>
                  <a:ext uri="{FF2B5EF4-FFF2-40B4-BE49-F238E27FC236}">
                    <a16:creationId xmlns:a16="http://schemas.microsoft.com/office/drawing/2014/main" id="{EF8C2CD0-6EB1-42BE-A5F6-1563C9334D77}"/>
                  </a:ext>
                </a:extLst>
              </p:cNvPr>
              <p:cNvSpPr/>
              <p:nvPr/>
            </p:nvSpPr>
            <p:spPr>
              <a:xfrm>
                <a:off x="4226442" y="4227083"/>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6" name="Cœur 125">
                <a:extLst>
                  <a:ext uri="{FF2B5EF4-FFF2-40B4-BE49-F238E27FC236}">
                    <a16:creationId xmlns:a16="http://schemas.microsoft.com/office/drawing/2014/main" id="{A295D857-66DA-4431-9298-99508F92AD2A}"/>
                  </a:ext>
                </a:extLst>
              </p:cNvPr>
              <p:cNvSpPr/>
              <p:nvPr/>
            </p:nvSpPr>
            <p:spPr>
              <a:xfrm>
                <a:off x="4410731" y="4227083"/>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27" name="Groupe 126">
              <a:extLst>
                <a:ext uri="{FF2B5EF4-FFF2-40B4-BE49-F238E27FC236}">
                  <a16:creationId xmlns:a16="http://schemas.microsoft.com/office/drawing/2014/main" id="{5F8CCF58-5651-4825-9EC8-2114E12EB4D1}"/>
                </a:ext>
              </a:extLst>
            </p:cNvPr>
            <p:cNvGrpSpPr/>
            <p:nvPr/>
          </p:nvGrpSpPr>
          <p:grpSpPr>
            <a:xfrm>
              <a:off x="3574401" y="3584402"/>
              <a:ext cx="407656" cy="419426"/>
              <a:chOff x="4180663" y="3563014"/>
              <a:chExt cx="407656" cy="419426"/>
            </a:xfrm>
            <a:solidFill>
              <a:srgbClr val="3494BA"/>
            </a:solidFill>
          </p:grpSpPr>
          <p:sp>
            <p:nvSpPr>
              <p:cNvPr id="128" name="Cœur 127">
                <a:extLst>
                  <a:ext uri="{FF2B5EF4-FFF2-40B4-BE49-F238E27FC236}">
                    <a16:creationId xmlns:a16="http://schemas.microsoft.com/office/drawing/2014/main" id="{9AC807CD-A018-43AF-A119-B04A24A0A283}"/>
                  </a:ext>
                </a:extLst>
              </p:cNvPr>
              <p:cNvSpPr/>
              <p:nvPr/>
            </p:nvSpPr>
            <p:spPr>
              <a:xfrm>
                <a:off x="4188718" y="3830974"/>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9" name="Cœur 128">
                <a:extLst>
                  <a:ext uri="{FF2B5EF4-FFF2-40B4-BE49-F238E27FC236}">
                    <a16:creationId xmlns:a16="http://schemas.microsoft.com/office/drawing/2014/main" id="{F10AB88F-D098-4648-B126-6725F47ED245}"/>
                  </a:ext>
                </a:extLst>
              </p:cNvPr>
              <p:cNvSpPr/>
              <p:nvPr/>
            </p:nvSpPr>
            <p:spPr>
              <a:xfrm>
                <a:off x="4433114" y="3826847"/>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0" name="Cœur 129">
                <a:extLst>
                  <a:ext uri="{FF2B5EF4-FFF2-40B4-BE49-F238E27FC236}">
                    <a16:creationId xmlns:a16="http://schemas.microsoft.com/office/drawing/2014/main" id="{3310D5E1-0294-4C1D-BFB4-3212289C60ED}"/>
                  </a:ext>
                </a:extLst>
              </p:cNvPr>
              <p:cNvSpPr/>
              <p:nvPr/>
            </p:nvSpPr>
            <p:spPr>
              <a:xfrm>
                <a:off x="4180663" y="3564707"/>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1" name="Cœur 130">
                <a:extLst>
                  <a:ext uri="{FF2B5EF4-FFF2-40B4-BE49-F238E27FC236}">
                    <a16:creationId xmlns:a16="http://schemas.microsoft.com/office/drawing/2014/main" id="{2D4A187E-1EC8-4E1B-80AA-2D4A896FF4F9}"/>
                  </a:ext>
                </a:extLst>
              </p:cNvPr>
              <p:cNvSpPr/>
              <p:nvPr/>
            </p:nvSpPr>
            <p:spPr>
              <a:xfrm>
                <a:off x="4436853" y="3563014"/>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2" name="Cœur 131">
                <a:extLst>
                  <a:ext uri="{FF2B5EF4-FFF2-40B4-BE49-F238E27FC236}">
                    <a16:creationId xmlns:a16="http://schemas.microsoft.com/office/drawing/2014/main" id="{058379E9-967F-46E9-967B-9430BCA8A083}"/>
                  </a:ext>
                </a:extLst>
              </p:cNvPr>
              <p:cNvSpPr/>
              <p:nvPr/>
            </p:nvSpPr>
            <p:spPr>
              <a:xfrm>
                <a:off x="4311553" y="3685308"/>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33" name="Groupe 132">
              <a:extLst>
                <a:ext uri="{FF2B5EF4-FFF2-40B4-BE49-F238E27FC236}">
                  <a16:creationId xmlns:a16="http://schemas.microsoft.com/office/drawing/2014/main" id="{1C4E2371-D8D4-4F23-8CBE-CC81830C1E63}"/>
                </a:ext>
              </a:extLst>
            </p:cNvPr>
            <p:cNvGrpSpPr/>
            <p:nvPr/>
          </p:nvGrpSpPr>
          <p:grpSpPr>
            <a:xfrm>
              <a:off x="3603595" y="2922220"/>
              <a:ext cx="335887" cy="455930"/>
              <a:chOff x="4196091" y="2957320"/>
              <a:chExt cx="335887" cy="455930"/>
            </a:xfrm>
            <a:solidFill>
              <a:srgbClr val="3494BA"/>
            </a:solidFill>
          </p:grpSpPr>
          <p:sp>
            <p:nvSpPr>
              <p:cNvPr id="134" name="Cœur 133">
                <a:extLst>
                  <a:ext uri="{FF2B5EF4-FFF2-40B4-BE49-F238E27FC236}">
                    <a16:creationId xmlns:a16="http://schemas.microsoft.com/office/drawing/2014/main" id="{A79EC8A7-4C72-4E1B-A5F6-87B411548D0A}"/>
                  </a:ext>
                </a:extLst>
              </p:cNvPr>
              <p:cNvSpPr/>
              <p:nvPr/>
            </p:nvSpPr>
            <p:spPr>
              <a:xfrm>
                <a:off x="4196091" y="3261784"/>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5" name="Cœur 134">
                <a:extLst>
                  <a:ext uri="{FF2B5EF4-FFF2-40B4-BE49-F238E27FC236}">
                    <a16:creationId xmlns:a16="http://schemas.microsoft.com/office/drawing/2014/main" id="{2DF1AB3F-9779-4728-8F4D-85284D34E3FA}"/>
                  </a:ext>
                </a:extLst>
              </p:cNvPr>
              <p:cNvSpPr/>
              <p:nvPr/>
            </p:nvSpPr>
            <p:spPr>
              <a:xfrm>
                <a:off x="4380380" y="3261784"/>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6" name="Cœur 135">
                <a:extLst>
                  <a:ext uri="{FF2B5EF4-FFF2-40B4-BE49-F238E27FC236}">
                    <a16:creationId xmlns:a16="http://schemas.microsoft.com/office/drawing/2014/main" id="{7FFA9119-61DC-4FB8-B91C-EB06207C6A15}"/>
                  </a:ext>
                </a:extLst>
              </p:cNvPr>
              <p:cNvSpPr/>
              <p:nvPr/>
            </p:nvSpPr>
            <p:spPr>
              <a:xfrm>
                <a:off x="4196091" y="3107245"/>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7" name="Cœur 136">
                <a:extLst>
                  <a:ext uri="{FF2B5EF4-FFF2-40B4-BE49-F238E27FC236}">
                    <a16:creationId xmlns:a16="http://schemas.microsoft.com/office/drawing/2014/main" id="{AEEE9CBC-8AC9-4BEB-95AC-F4BFB69E6320}"/>
                  </a:ext>
                </a:extLst>
              </p:cNvPr>
              <p:cNvSpPr/>
              <p:nvPr/>
            </p:nvSpPr>
            <p:spPr>
              <a:xfrm>
                <a:off x="4380380" y="3107245"/>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8" name="Cœur 137">
                <a:extLst>
                  <a:ext uri="{FF2B5EF4-FFF2-40B4-BE49-F238E27FC236}">
                    <a16:creationId xmlns:a16="http://schemas.microsoft.com/office/drawing/2014/main" id="{F51F1AB8-D01C-4158-A2D6-F62BB95EF198}"/>
                  </a:ext>
                </a:extLst>
              </p:cNvPr>
              <p:cNvSpPr/>
              <p:nvPr/>
            </p:nvSpPr>
            <p:spPr>
              <a:xfrm>
                <a:off x="4196223" y="2957320"/>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9" name="Cœur 138">
                <a:extLst>
                  <a:ext uri="{FF2B5EF4-FFF2-40B4-BE49-F238E27FC236}">
                    <a16:creationId xmlns:a16="http://schemas.microsoft.com/office/drawing/2014/main" id="{D2908E2E-8F06-45AC-9A12-AB7B7B916E27}"/>
                  </a:ext>
                </a:extLst>
              </p:cNvPr>
              <p:cNvSpPr/>
              <p:nvPr/>
            </p:nvSpPr>
            <p:spPr>
              <a:xfrm>
                <a:off x="4380512" y="2957320"/>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40" name="Groupe 139">
              <a:extLst>
                <a:ext uri="{FF2B5EF4-FFF2-40B4-BE49-F238E27FC236}">
                  <a16:creationId xmlns:a16="http://schemas.microsoft.com/office/drawing/2014/main" id="{F59C94E3-279E-4962-8356-40E025D0612E}"/>
                </a:ext>
              </a:extLst>
            </p:cNvPr>
            <p:cNvGrpSpPr/>
            <p:nvPr/>
          </p:nvGrpSpPr>
          <p:grpSpPr>
            <a:xfrm>
              <a:off x="3588574" y="2264503"/>
              <a:ext cx="420768" cy="420768"/>
              <a:chOff x="4227766" y="2237870"/>
              <a:chExt cx="420768" cy="420768"/>
            </a:xfrm>
          </p:grpSpPr>
          <p:sp>
            <p:nvSpPr>
              <p:cNvPr id="141" name="Cœur 140">
                <a:extLst>
                  <a:ext uri="{FF2B5EF4-FFF2-40B4-BE49-F238E27FC236}">
                    <a16:creationId xmlns:a16="http://schemas.microsoft.com/office/drawing/2014/main" id="{49E6777A-00C7-464B-B8F3-C99BAE26769F}"/>
                  </a:ext>
                </a:extLst>
              </p:cNvPr>
              <p:cNvSpPr/>
              <p:nvPr/>
            </p:nvSpPr>
            <p:spPr>
              <a:xfrm>
                <a:off x="4227766" y="2237870"/>
                <a:ext cx="420768" cy="420768"/>
              </a:xfrm>
              <a:prstGeom prst="hear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2" name="Cœur 141">
                <a:extLst>
                  <a:ext uri="{FF2B5EF4-FFF2-40B4-BE49-F238E27FC236}">
                    <a16:creationId xmlns:a16="http://schemas.microsoft.com/office/drawing/2014/main" id="{39478716-FB92-4C3D-88EB-A4E09F250683}"/>
                  </a:ext>
                </a:extLst>
              </p:cNvPr>
              <p:cNvSpPr/>
              <p:nvPr/>
            </p:nvSpPr>
            <p:spPr>
              <a:xfrm>
                <a:off x="4303587" y="2335827"/>
                <a:ext cx="262079" cy="262079"/>
              </a:xfrm>
              <a:prstGeom prst="heart">
                <a:avLst/>
              </a:prstGeom>
              <a:solidFill>
                <a:srgbClr val="F783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cxnSp>
        <p:nvCxnSpPr>
          <p:cNvPr id="143" name="Connecteur droit 142">
            <a:extLst>
              <a:ext uri="{FF2B5EF4-FFF2-40B4-BE49-F238E27FC236}">
                <a16:creationId xmlns:a16="http://schemas.microsoft.com/office/drawing/2014/main" id="{D1B71B7C-CF35-43C3-ADDA-F1380C2EB319}"/>
              </a:ext>
            </a:extLst>
          </p:cNvPr>
          <p:cNvCxnSpPr>
            <a:cxnSpLocks/>
          </p:cNvCxnSpPr>
          <p:nvPr/>
        </p:nvCxnSpPr>
        <p:spPr>
          <a:xfrm>
            <a:off x="7024829" y="6131755"/>
            <a:ext cx="464989" cy="7972"/>
          </a:xfrm>
          <a:prstGeom prst="line">
            <a:avLst/>
          </a:prstGeom>
          <a:ln w="19050">
            <a:solidFill>
              <a:schemeClr val="accent1"/>
            </a:solidFill>
            <a:prstDash val="dash"/>
          </a:ln>
        </p:spPr>
        <p:style>
          <a:lnRef idx="1">
            <a:schemeClr val="accent1"/>
          </a:lnRef>
          <a:fillRef idx="0">
            <a:schemeClr val="accent1"/>
          </a:fillRef>
          <a:effectRef idx="0">
            <a:schemeClr val="accent1"/>
          </a:effectRef>
          <a:fontRef idx="minor">
            <a:schemeClr val="tx1"/>
          </a:fontRef>
        </p:style>
      </p:cxnSp>
      <p:pic>
        <p:nvPicPr>
          <p:cNvPr id="145" name="Graphique 144" descr="Signe pouce en haut avec un remplissage uni">
            <a:extLst>
              <a:ext uri="{FF2B5EF4-FFF2-40B4-BE49-F238E27FC236}">
                <a16:creationId xmlns:a16="http://schemas.microsoft.com/office/drawing/2014/main" id="{D67B4DA4-2B41-4232-A715-3C8EC119075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688822" y="5446445"/>
            <a:ext cx="412396" cy="412396"/>
          </a:xfrm>
          <a:prstGeom prst="rect">
            <a:avLst/>
          </a:prstGeom>
        </p:spPr>
      </p:pic>
      <p:pic>
        <p:nvPicPr>
          <p:cNvPr id="146" name="Graphique 145" descr="Signe pouce en haut avec un remplissage uni">
            <a:extLst>
              <a:ext uri="{FF2B5EF4-FFF2-40B4-BE49-F238E27FC236}">
                <a16:creationId xmlns:a16="http://schemas.microsoft.com/office/drawing/2014/main" id="{1BBB6734-05CE-4D79-856E-830C7C8A25B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688822" y="6190828"/>
            <a:ext cx="412396" cy="412396"/>
          </a:xfrm>
          <a:prstGeom prst="rect">
            <a:avLst/>
          </a:prstGeom>
        </p:spPr>
      </p:pic>
      <p:sp>
        <p:nvSpPr>
          <p:cNvPr id="148" name="Flèche : gauche 147">
            <a:extLst>
              <a:ext uri="{FF2B5EF4-FFF2-40B4-BE49-F238E27FC236}">
                <a16:creationId xmlns:a16="http://schemas.microsoft.com/office/drawing/2014/main" id="{2BF4AFD6-1B7A-498F-AC81-2A8EC4B874F9}"/>
              </a:ext>
            </a:extLst>
          </p:cNvPr>
          <p:cNvSpPr/>
          <p:nvPr/>
        </p:nvSpPr>
        <p:spPr>
          <a:xfrm flipH="1">
            <a:off x="9123429" y="5593706"/>
            <a:ext cx="272826" cy="175803"/>
          </a:xfrm>
          <a:prstGeom prst="lef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9" name="Flèche : gauche 148">
            <a:extLst>
              <a:ext uri="{FF2B5EF4-FFF2-40B4-BE49-F238E27FC236}">
                <a16:creationId xmlns:a16="http://schemas.microsoft.com/office/drawing/2014/main" id="{92287DD0-513D-45D3-BB8B-B046CDA91445}"/>
              </a:ext>
            </a:extLst>
          </p:cNvPr>
          <p:cNvSpPr/>
          <p:nvPr/>
        </p:nvSpPr>
        <p:spPr>
          <a:xfrm flipH="1">
            <a:off x="9142717" y="6313810"/>
            <a:ext cx="272826" cy="175803"/>
          </a:xfrm>
          <a:prstGeom prst="lef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0" name="Cœur 149">
            <a:extLst>
              <a:ext uri="{FF2B5EF4-FFF2-40B4-BE49-F238E27FC236}">
                <a16:creationId xmlns:a16="http://schemas.microsoft.com/office/drawing/2014/main" id="{C51195C8-8E49-4805-82A7-3488CF29A1CC}"/>
              </a:ext>
            </a:extLst>
          </p:cNvPr>
          <p:cNvSpPr/>
          <p:nvPr/>
        </p:nvSpPr>
        <p:spPr>
          <a:xfrm>
            <a:off x="9961549" y="6239533"/>
            <a:ext cx="350358" cy="350358"/>
          </a:xfrm>
          <a:prstGeom prst="hear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1" name="Ellipse 150">
            <a:extLst>
              <a:ext uri="{FF2B5EF4-FFF2-40B4-BE49-F238E27FC236}">
                <a16:creationId xmlns:a16="http://schemas.microsoft.com/office/drawing/2014/main" id="{79F2A930-B024-49DB-AE78-0F0F112840F3}"/>
              </a:ext>
            </a:extLst>
          </p:cNvPr>
          <p:cNvSpPr/>
          <p:nvPr/>
        </p:nvSpPr>
        <p:spPr>
          <a:xfrm>
            <a:off x="10179089" y="6422881"/>
            <a:ext cx="227228" cy="227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fontScale="92500" lnSpcReduction="10000"/>
          </a:bodyPr>
          <a:lstStyle/>
          <a:p>
            <a:pPr algn="ctr">
              <a:lnSpc>
                <a:spcPct val="90000"/>
              </a:lnSpc>
              <a:spcAft>
                <a:spcPts val="600"/>
              </a:spcAft>
            </a:pPr>
            <a:r>
              <a:rPr lang="fr-FR" sz="1400" b="1" dirty="0"/>
              <a:t>+</a:t>
            </a:r>
          </a:p>
        </p:txBody>
      </p:sp>
      <p:sp>
        <p:nvSpPr>
          <p:cNvPr id="12" name="Ellipse 11">
            <a:extLst>
              <a:ext uri="{FF2B5EF4-FFF2-40B4-BE49-F238E27FC236}">
                <a16:creationId xmlns:a16="http://schemas.microsoft.com/office/drawing/2014/main" id="{8632700B-813E-42A2-BE2B-2E2E870838D6}"/>
              </a:ext>
            </a:extLst>
          </p:cNvPr>
          <p:cNvSpPr/>
          <p:nvPr/>
        </p:nvSpPr>
        <p:spPr>
          <a:xfrm>
            <a:off x="3187582" y="3189730"/>
            <a:ext cx="724312" cy="7203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b="1" dirty="0"/>
              <a:t>1</a:t>
            </a:r>
          </a:p>
        </p:txBody>
      </p:sp>
      <p:sp>
        <p:nvSpPr>
          <p:cNvPr id="165" name="Ellipse 164">
            <a:extLst>
              <a:ext uri="{FF2B5EF4-FFF2-40B4-BE49-F238E27FC236}">
                <a16:creationId xmlns:a16="http://schemas.microsoft.com/office/drawing/2014/main" id="{F842342A-B159-4704-A60B-975651716A8C}"/>
              </a:ext>
            </a:extLst>
          </p:cNvPr>
          <p:cNvSpPr/>
          <p:nvPr/>
        </p:nvSpPr>
        <p:spPr>
          <a:xfrm>
            <a:off x="5542624" y="1923222"/>
            <a:ext cx="724312" cy="7203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b="1" dirty="0"/>
              <a:t>2</a:t>
            </a:r>
          </a:p>
        </p:txBody>
      </p:sp>
      <p:sp>
        <p:nvSpPr>
          <p:cNvPr id="166" name="Ellipse 165">
            <a:extLst>
              <a:ext uri="{FF2B5EF4-FFF2-40B4-BE49-F238E27FC236}">
                <a16:creationId xmlns:a16="http://schemas.microsoft.com/office/drawing/2014/main" id="{E1A9CB38-EF0C-470E-92BD-B5B36E60A204}"/>
              </a:ext>
            </a:extLst>
          </p:cNvPr>
          <p:cNvSpPr/>
          <p:nvPr/>
        </p:nvSpPr>
        <p:spPr>
          <a:xfrm>
            <a:off x="8373634" y="4344271"/>
            <a:ext cx="724312" cy="7203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b="1" dirty="0"/>
              <a:t>3</a:t>
            </a:r>
          </a:p>
        </p:txBody>
      </p:sp>
      <p:pic>
        <p:nvPicPr>
          <p:cNvPr id="15" name="Graphique 14" descr="Utilisateur avec un remplissage uni">
            <a:extLst>
              <a:ext uri="{FF2B5EF4-FFF2-40B4-BE49-F238E27FC236}">
                <a16:creationId xmlns:a16="http://schemas.microsoft.com/office/drawing/2014/main" id="{82FC6565-B7A0-43CC-95D1-3CBF96737D54}"/>
              </a:ext>
            </a:extLst>
          </p:cNvPr>
          <p:cNvPicPr>
            <a:picLocks noChangeAspect="1"/>
          </p:cNvPicPr>
          <p:nvPr/>
        </p:nvPicPr>
        <p:blipFill rotWithShape="1">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rcRect l="14959" t="10077" r="12793" b="12793"/>
          <a:stretch/>
        </p:blipFill>
        <p:spPr>
          <a:xfrm>
            <a:off x="9942345" y="5494514"/>
            <a:ext cx="350358" cy="374034"/>
          </a:xfrm>
          <a:prstGeom prst="rect">
            <a:avLst/>
          </a:prstGeom>
        </p:spPr>
      </p:pic>
      <p:sp>
        <p:nvSpPr>
          <p:cNvPr id="167" name="Ellipse 166">
            <a:extLst>
              <a:ext uri="{FF2B5EF4-FFF2-40B4-BE49-F238E27FC236}">
                <a16:creationId xmlns:a16="http://schemas.microsoft.com/office/drawing/2014/main" id="{A4AC839B-D486-4FFA-B7FF-F40BB4A691F6}"/>
              </a:ext>
            </a:extLst>
          </p:cNvPr>
          <p:cNvSpPr/>
          <p:nvPr/>
        </p:nvSpPr>
        <p:spPr>
          <a:xfrm>
            <a:off x="10179089" y="5744197"/>
            <a:ext cx="227228" cy="227227"/>
          </a:xfrm>
          <a:prstGeom prst="ellips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fontScale="92500" lnSpcReduction="10000"/>
          </a:bodyPr>
          <a:lstStyle/>
          <a:p>
            <a:pPr algn="ctr">
              <a:lnSpc>
                <a:spcPct val="90000"/>
              </a:lnSpc>
              <a:spcAft>
                <a:spcPts val="600"/>
              </a:spcAft>
            </a:pPr>
            <a:r>
              <a:rPr lang="fr-FR" sz="1400" b="1" dirty="0"/>
              <a:t>+</a:t>
            </a:r>
          </a:p>
        </p:txBody>
      </p:sp>
      <p:grpSp>
        <p:nvGrpSpPr>
          <p:cNvPr id="168" name="Groupe 167">
            <a:extLst>
              <a:ext uri="{FF2B5EF4-FFF2-40B4-BE49-F238E27FC236}">
                <a16:creationId xmlns:a16="http://schemas.microsoft.com/office/drawing/2014/main" id="{838F2FC3-98AF-4D01-9F71-963C54056F6A}"/>
              </a:ext>
            </a:extLst>
          </p:cNvPr>
          <p:cNvGrpSpPr/>
          <p:nvPr/>
        </p:nvGrpSpPr>
        <p:grpSpPr>
          <a:xfrm>
            <a:off x="3689411" y="2595960"/>
            <a:ext cx="461468" cy="461468"/>
            <a:chOff x="5484964" y="3511896"/>
            <a:chExt cx="461468" cy="461468"/>
          </a:xfrm>
        </p:grpSpPr>
        <p:pic>
          <p:nvPicPr>
            <p:cNvPr id="169" name="Graphique 168" descr="Batterie chargée avec un remplissage uni">
              <a:extLst>
                <a:ext uri="{FF2B5EF4-FFF2-40B4-BE49-F238E27FC236}">
                  <a16:creationId xmlns:a16="http://schemas.microsoft.com/office/drawing/2014/main" id="{EC298613-A836-4ED0-9937-1F427D6AB2C6}"/>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rot="16200000">
              <a:off x="5484964" y="3511896"/>
              <a:ext cx="461468" cy="461468"/>
            </a:xfrm>
            <a:prstGeom prst="rect">
              <a:avLst/>
            </a:prstGeom>
          </p:spPr>
        </p:pic>
        <p:pic>
          <p:nvPicPr>
            <p:cNvPr id="170" name="Graphique 169" descr="Éclair avec un remplissage uni">
              <a:extLst>
                <a:ext uri="{FF2B5EF4-FFF2-40B4-BE49-F238E27FC236}">
                  <a16:creationId xmlns:a16="http://schemas.microsoft.com/office/drawing/2014/main" id="{A0F91870-B04F-41A1-BCA7-82153C4512CE}"/>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5616565" y="3653734"/>
              <a:ext cx="209320" cy="209320"/>
            </a:xfrm>
            <a:prstGeom prst="rect">
              <a:avLst/>
            </a:prstGeom>
          </p:spPr>
        </p:pic>
      </p:grpSp>
      <p:grpSp>
        <p:nvGrpSpPr>
          <p:cNvPr id="171" name="Groupe 170">
            <a:extLst>
              <a:ext uri="{FF2B5EF4-FFF2-40B4-BE49-F238E27FC236}">
                <a16:creationId xmlns:a16="http://schemas.microsoft.com/office/drawing/2014/main" id="{F3F0673E-380C-4ECC-BE5E-9D878104E866}"/>
              </a:ext>
            </a:extLst>
          </p:cNvPr>
          <p:cNvGrpSpPr/>
          <p:nvPr/>
        </p:nvGrpSpPr>
        <p:grpSpPr>
          <a:xfrm>
            <a:off x="224195" y="2716384"/>
            <a:ext cx="461468" cy="461468"/>
            <a:chOff x="5484964" y="3511896"/>
            <a:chExt cx="461468" cy="461468"/>
          </a:xfrm>
        </p:grpSpPr>
        <p:pic>
          <p:nvPicPr>
            <p:cNvPr id="172" name="Graphique 171" descr="Batterie chargée avec un remplissage uni">
              <a:extLst>
                <a:ext uri="{FF2B5EF4-FFF2-40B4-BE49-F238E27FC236}">
                  <a16:creationId xmlns:a16="http://schemas.microsoft.com/office/drawing/2014/main" id="{82522EDC-5676-4591-AA2D-EAAB3E1A43FE}"/>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rot="16200000">
              <a:off x="5484964" y="3511896"/>
              <a:ext cx="461468" cy="461468"/>
            </a:xfrm>
            <a:prstGeom prst="rect">
              <a:avLst/>
            </a:prstGeom>
          </p:spPr>
        </p:pic>
        <p:pic>
          <p:nvPicPr>
            <p:cNvPr id="173" name="Graphique 172" descr="Éclair avec un remplissage uni">
              <a:extLst>
                <a:ext uri="{FF2B5EF4-FFF2-40B4-BE49-F238E27FC236}">
                  <a16:creationId xmlns:a16="http://schemas.microsoft.com/office/drawing/2014/main" id="{F9C85B81-DA05-4A2E-86A5-C45E0AD6A59D}"/>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5616565" y="3653734"/>
              <a:ext cx="209320" cy="209320"/>
            </a:xfrm>
            <a:prstGeom prst="rect">
              <a:avLst/>
            </a:prstGeom>
          </p:spPr>
        </p:pic>
      </p:grpSp>
      <p:grpSp>
        <p:nvGrpSpPr>
          <p:cNvPr id="174" name="Groupe 173">
            <a:extLst>
              <a:ext uri="{FF2B5EF4-FFF2-40B4-BE49-F238E27FC236}">
                <a16:creationId xmlns:a16="http://schemas.microsoft.com/office/drawing/2014/main" id="{05162489-F92B-48DA-8AAC-9CC674D2FE3F}"/>
              </a:ext>
            </a:extLst>
          </p:cNvPr>
          <p:cNvGrpSpPr/>
          <p:nvPr/>
        </p:nvGrpSpPr>
        <p:grpSpPr>
          <a:xfrm>
            <a:off x="487854" y="2716384"/>
            <a:ext cx="461468" cy="461468"/>
            <a:chOff x="5484964" y="3511896"/>
            <a:chExt cx="461468" cy="461468"/>
          </a:xfrm>
        </p:grpSpPr>
        <p:pic>
          <p:nvPicPr>
            <p:cNvPr id="175" name="Graphique 174" descr="Batterie chargée avec un remplissage uni">
              <a:extLst>
                <a:ext uri="{FF2B5EF4-FFF2-40B4-BE49-F238E27FC236}">
                  <a16:creationId xmlns:a16="http://schemas.microsoft.com/office/drawing/2014/main" id="{669C7F44-BA31-4E5B-8735-349F9454AC93}"/>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rot="16200000">
              <a:off x="5484964" y="3511896"/>
              <a:ext cx="461468" cy="461468"/>
            </a:xfrm>
            <a:prstGeom prst="rect">
              <a:avLst/>
            </a:prstGeom>
          </p:spPr>
        </p:pic>
        <p:pic>
          <p:nvPicPr>
            <p:cNvPr id="176" name="Graphique 175" descr="Éclair avec un remplissage uni">
              <a:extLst>
                <a:ext uri="{FF2B5EF4-FFF2-40B4-BE49-F238E27FC236}">
                  <a16:creationId xmlns:a16="http://schemas.microsoft.com/office/drawing/2014/main" id="{A6DE7B12-3A68-4038-B362-981BC068E8D5}"/>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5616565" y="3653734"/>
              <a:ext cx="209320" cy="209320"/>
            </a:xfrm>
            <a:prstGeom prst="rect">
              <a:avLst/>
            </a:prstGeom>
          </p:spPr>
        </p:pic>
      </p:grpSp>
      <p:grpSp>
        <p:nvGrpSpPr>
          <p:cNvPr id="177" name="Groupe 176">
            <a:extLst>
              <a:ext uri="{FF2B5EF4-FFF2-40B4-BE49-F238E27FC236}">
                <a16:creationId xmlns:a16="http://schemas.microsoft.com/office/drawing/2014/main" id="{328DD8A8-8180-4130-93AB-D0DF8A4D3161}"/>
              </a:ext>
            </a:extLst>
          </p:cNvPr>
          <p:cNvGrpSpPr/>
          <p:nvPr/>
        </p:nvGrpSpPr>
        <p:grpSpPr>
          <a:xfrm>
            <a:off x="757951" y="2716384"/>
            <a:ext cx="461468" cy="461468"/>
            <a:chOff x="5484964" y="3511896"/>
            <a:chExt cx="461468" cy="461468"/>
          </a:xfrm>
        </p:grpSpPr>
        <p:pic>
          <p:nvPicPr>
            <p:cNvPr id="178" name="Graphique 177" descr="Batterie chargée avec un remplissage uni">
              <a:extLst>
                <a:ext uri="{FF2B5EF4-FFF2-40B4-BE49-F238E27FC236}">
                  <a16:creationId xmlns:a16="http://schemas.microsoft.com/office/drawing/2014/main" id="{3D68CF6F-8154-4891-A132-F93B187A6E08}"/>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rot="16200000">
              <a:off x="5484964" y="3511896"/>
              <a:ext cx="461468" cy="461468"/>
            </a:xfrm>
            <a:prstGeom prst="rect">
              <a:avLst/>
            </a:prstGeom>
          </p:spPr>
        </p:pic>
        <p:pic>
          <p:nvPicPr>
            <p:cNvPr id="179" name="Graphique 178" descr="Éclair avec un remplissage uni">
              <a:extLst>
                <a:ext uri="{FF2B5EF4-FFF2-40B4-BE49-F238E27FC236}">
                  <a16:creationId xmlns:a16="http://schemas.microsoft.com/office/drawing/2014/main" id="{5B9F1EFA-590A-45B1-87DD-10C484B56FAF}"/>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5616565" y="3653734"/>
              <a:ext cx="209320" cy="209320"/>
            </a:xfrm>
            <a:prstGeom prst="rect">
              <a:avLst/>
            </a:prstGeom>
          </p:spPr>
        </p:pic>
      </p:grpSp>
      <p:grpSp>
        <p:nvGrpSpPr>
          <p:cNvPr id="180" name="Groupe 179">
            <a:extLst>
              <a:ext uri="{FF2B5EF4-FFF2-40B4-BE49-F238E27FC236}">
                <a16:creationId xmlns:a16="http://schemas.microsoft.com/office/drawing/2014/main" id="{8C29448A-3398-4C5A-9FA6-78CF1C9C7852}"/>
              </a:ext>
            </a:extLst>
          </p:cNvPr>
          <p:cNvGrpSpPr/>
          <p:nvPr/>
        </p:nvGrpSpPr>
        <p:grpSpPr>
          <a:xfrm>
            <a:off x="1021610" y="2716384"/>
            <a:ext cx="461468" cy="461468"/>
            <a:chOff x="5484964" y="3511896"/>
            <a:chExt cx="461468" cy="461468"/>
          </a:xfrm>
        </p:grpSpPr>
        <p:pic>
          <p:nvPicPr>
            <p:cNvPr id="181" name="Graphique 180" descr="Batterie chargée avec un remplissage uni">
              <a:extLst>
                <a:ext uri="{FF2B5EF4-FFF2-40B4-BE49-F238E27FC236}">
                  <a16:creationId xmlns:a16="http://schemas.microsoft.com/office/drawing/2014/main" id="{2C87EB9E-C361-415A-A39C-82C47806906F}"/>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rot="16200000">
              <a:off x="5484964" y="3511896"/>
              <a:ext cx="461468" cy="461468"/>
            </a:xfrm>
            <a:prstGeom prst="rect">
              <a:avLst/>
            </a:prstGeom>
          </p:spPr>
        </p:pic>
        <p:pic>
          <p:nvPicPr>
            <p:cNvPr id="182" name="Graphique 181" descr="Éclair avec un remplissage uni">
              <a:extLst>
                <a:ext uri="{FF2B5EF4-FFF2-40B4-BE49-F238E27FC236}">
                  <a16:creationId xmlns:a16="http://schemas.microsoft.com/office/drawing/2014/main" id="{6BC48324-0472-4B62-9E92-AF7C0EEB95A5}"/>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5616565" y="3653734"/>
              <a:ext cx="209320" cy="209320"/>
            </a:xfrm>
            <a:prstGeom prst="rect">
              <a:avLst/>
            </a:prstGeom>
          </p:spPr>
        </p:pic>
      </p:grpSp>
      <p:grpSp>
        <p:nvGrpSpPr>
          <p:cNvPr id="183" name="Groupe 182">
            <a:extLst>
              <a:ext uri="{FF2B5EF4-FFF2-40B4-BE49-F238E27FC236}">
                <a16:creationId xmlns:a16="http://schemas.microsoft.com/office/drawing/2014/main" id="{3B9170EE-1A57-4081-9E19-EE88C0FB6254}"/>
              </a:ext>
            </a:extLst>
          </p:cNvPr>
          <p:cNvGrpSpPr/>
          <p:nvPr/>
        </p:nvGrpSpPr>
        <p:grpSpPr>
          <a:xfrm>
            <a:off x="236613" y="2240776"/>
            <a:ext cx="461468" cy="461468"/>
            <a:chOff x="5484964" y="3511896"/>
            <a:chExt cx="461468" cy="461468"/>
          </a:xfrm>
        </p:grpSpPr>
        <p:pic>
          <p:nvPicPr>
            <p:cNvPr id="184" name="Graphique 183" descr="Batterie chargée avec un remplissage uni">
              <a:extLst>
                <a:ext uri="{FF2B5EF4-FFF2-40B4-BE49-F238E27FC236}">
                  <a16:creationId xmlns:a16="http://schemas.microsoft.com/office/drawing/2014/main" id="{9503D3B1-111D-4644-B4B2-46F2E0E20E35}"/>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rot="16200000">
              <a:off x="5484964" y="3511896"/>
              <a:ext cx="461468" cy="461468"/>
            </a:xfrm>
            <a:prstGeom prst="rect">
              <a:avLst/>
            </a:prstGeom>
          </p:spPr>
        </p:pic>
        <p:pic>
          <p:nvPicPr>
            <p:cNvPr id="185" name="Graphique 184" descr="Éclair avec un remplissage uni">
              <a:extLst>
                <a:ext uri="{FF2B5EF4-FFF2-40B4-BE49-F238E27FC236}">
                  <a16:creationId xmlns:a16="http://schemas.microsoft.com/office/drawing/2014/main" id="{45BEFCBE-ADB0-46F3-A615-4968A7524038}"/>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5616565" y="3653734"/>
              <a:ext cx="209320" cy="209320"/>
            </a:xfrm>
            <a:prstGeom prst="rect">
              <a:avLst/>
            </a:prstGeom>
          </p:spPr>
        </p:pic>
      </p:grpSp>
      <p:grpSp>
        <p:nvGrpSpPr>
          <p:cNvPr id="186" name="Groupe 185">
            <a:extLst>
              <a:ext uri="{FF2B5EF4-FFF2-40B4-BE49-F238E27FC236}">
                <a16:creationId xmlns:a16="http://schemas.microsoft.com/office/drawing/2014/main" id="{DF316426-D195-436A-8F3C-077C32589775}"/>
              </a:ext>
            </a:extLst>
          </p:cNvPr>
          <p:cNvGrpSpPr/>
          <p:nvPr/>
        </p:nvGrpSpPr>
        <p:grpSpPr>
          <a:xfrm>
            <a:off x="500272" y="2240776"/>
            <a:ext cx="461468" cy="461468"/>
            <a:chOff x="5484964" y="3511896"/>
            <a:chExt cx="461468" cy="461468"/>
          </a:xfrm>
        </p:grpSpPr>
        <p:pic>
          <p:nvPicPr>
            <p:cNvPr id="187" name="Graphique 186" descr="Batterie chargée avec un remplissage uni">
              <a:extLst>
                <a:ext uri="{FF2B5EF4-FFF2-40B4-BE49-F238E27FC236}">
                  <a16:creationId xmlns:a16="http://schemas.microsoft.com/office/drawing/2014/main" id="{CB6FAD50-306C-4F03-B92B-02A867597E3A}"/>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rot="16200000">
              <a:off x="5484964" y="3511896"/>
              <a:ext cx="461468" cy="461468"/>
            </a:xfrm>
            <a:prstGeom prst="rect">
              <a:avLst/>
            </a:prstGeom>
          </p:spPr>
        </p:pic>
        <p:pic>
          <p:nvPicPr>
            <p:cNvPr id="188" name="Graphique 187" descr="Éclair avec un remplissage uni">
              <a:extLst>
                <a:ext uri="{FF2B5EF4-FFF2-40B4-BE49-F238E27FC236}">
                  <a16:creationId xmlns:a16="http://schemas.microsoft.com/office/drawing/2014/main" id="{5180955A-A0A5-42BF-A0F1-78CB7320C341}"/>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5616565" y="3653734"/>
              <a:ext cx="209320" cy="209320"/>
            </a:xfrm>
            <a:prstGeom prst="rect">
              <a:avLst/>
            </a:prstGeom>
          </p:spPr>
        </p:pic>
      </p:grpSp>
      <p:grpSp>
        <p:nvGrpSpPr>
          <p:cNvPr id="189" name="Groupe 188">
            <a:extLst>
              <a:ext uri="{FF2B5EF4-FFF2-40B4-BE49-F238E27FC236}">
                <a16:creationId xmlns:a16="http://schemas.microsoft.com/office/drawing/2014/main" id="{0161C643-58A9-4C46-9947-C9116E2A012C}"/>
              </a:ext>
            </a:extLst>
          </p:cNvPr>
          <p:cNvGrpSpPr/>
          <p:nvPr/>
        </p:nvGrpSpPr>
        <p:grpSpPr>
          <a:xfrm>
            <a:off x="770369" y="2240776"/>
            <a:ext cx="461468" cy="461468"/>
            <a:chOff x="5484964" y="3511896"/>
            <a:chExt cx="461468" cy="461468"/>
          </a:xfrm>
        </p:grpSpPr>
        <p:pic>
          <p:nvPicPr>
            <p:cNvPr id="190" name="Graphique 189" descr="Batterie chargée avec un remplissage uni">
              <a:extLst>
                <a:ext uri="{FF2B5EF4-FFF2-40B4-BE49-F238E27FC236}">
                  <a16:creationId xmlns:a16="http://schemas.microsoft.com/office/drawing/2014/main" id="{785559A3-FA1D-41C1-BF17-4F0ECFA08C2C}"/>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rot="16200000">
              <a:off x="5484964" y="3511896"/>
              <a:ext cx="461468" cy="461468"/>
            </a:xfrm>
            <a:prstGeom prst="rect">
              <a:avLst/>
            </a:prstGeom>
          </p:spPr>
        </p:pic>
        <p:pic>
          <p:nvPicPr>
            <p:cNvPr id="191" name="Graphique 190" descr="Éclair avec un remplissage uni">
              <a:extLst>
                <a:ext uri="{FF2B5EF4-FFF2-40B4-BE49-F238E27FC236}">
                  <a16:creationId xmlns:a16="http://schemas.microsoft.com/office/drawing/2014/main" id="{FDD2442E-DE6F-4F0B-A000-188101AFCDE4}"/>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5616565" y="3653734"/>
              <a:ext cx="209320" cy="209320"/>
            </a:xfrm>
            <a:prstGeom prst="rect">
              <a:avLst/>
            </a:prstGeom>
          </p:spPr>
        </p:pic>
      </p:grpSp>
      <p:grpSp>
        <p:nvGrpSpPr>
          <p:cNvPr id="192" name="Groupe 191">
            <a:extLst>
              <a:ext uri="{FF2B5EF4-FFF2-40B4-BE49-F238E27FC236}">
                <a16:creationId xmlns:a16="http://schemas.microsoft.com/office/drawing/2014/main" id="{62E88FB7-CDB3-4B66-B059-82D0D05A18CD}"/>
              </a:ext>
            </a:extLst>
          </p:cNvPr>
          <p:cNvGrpSpPr/>
          <p:nvPr/>
        </p:nvGrpSpPr>
        <p:grpSpPr>
          <a:xfrm>
            <a:off x="1034028" y="2240776"/>
            <a:ext cx="461468" cy="461468"/>
            <a:chOff x="5484964" y="3511896"/>
            <a:chExt cx="461468" cy="461468"/>
          </a:xfrm>
        </p:grpSpPr>
        <p:pic>
          <p:nvPicPr>
            <p:cNvPr id="193" name="Graphique 192" descr="Batterie chargée avec un remplissage uni">
              <a:extLst>
                <a:ext uri="{FF2B5EF4-FFF2-40B4-BE49-F238E27FC236}">
                  <a16:creationId xmlns:a16="http://schemas.microsoft.com/office/drawing/2014/main" id="{F6645EA9-E343-423C-9D0B-527D212BC17B}"/>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rot="16200000">
              <a:off x="5484964" y="3511896"/>
              <a:ext cx="461468" cy="461468"/>
            </a:xfrm>
            <a:prstGeom prst="rect">
              <a:avLst/>
            </a:prstGeom>
          </p:spPr>
        </p:pic>
        <p:pic>
          <p:nvPicPr>
            <p:cNvPr id="194" name="Graphique 193" descr="Éclair avec un remplissage uni">
              <a:extLst>
                <a:ext uri="{FF2B5EF4-FFF2-40B4-BE49-F238E27FC236}">
                  <a16:creationId xmlns:a16="http://schemas.microsoft.com/office/drawing/2014/main" id="{6B27F77A-F385-4F15-A49B-5BFBE0CA2F97}"/>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5616565" y="3653734"/>
              <a:ext cx="209320" cy="209320"/>
            </a:xfrm>
            <a:prstGeom prst="rect">
              <a:avLst/>
            </a:prstGeom>
          </p:spPr>
        </p:pic>
      </p:grpSp>
      <p:sp>
        <p:nvSpPr>
          <p:cNvPr id="196" name="Ellipse 195">
            <a:extLst>
              <a:ext uri="{FF2B5EF4-FFF2-40B4-BE49-F238E27FC236}">
                <a16:creationId xmlns:a16="http://schemas.microsoft.com/office/drawing/2014/main" id="{71C0922B-132D-43B8-84DC-2F5057DC6D15}"/>
              </a:ext>
            </a:extLst>
          </p:cNvPr>
          <p:cNvSpPr/>
          <p:nvPr/>
        </p:nvSpPr>
        <p:spPr>
          <a:xfrm>
            <a:off x="3187582" y="4279826"/>
            <a:ext cx="724312" cy="7203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b="1" dirty="0"/>
              <a:t>4</a:t>
            </a:r>
          </a:p>
        </p:txBody>
      </p:sp>
      <p:pic>
        <p:nvPicPr>
          <p:cNvPr id="147" name="Image 146" descr="Une image contenant texte&#10;&#10;Description générée automatiquement">
            <a:extLst>
              <a:ext uri="{FF2B5EF4-FFF2-40B4-BE49-F238E27FC236}">
                <a16:creationId xmlns:a16="http://schemas.microsoft.com/office/drawing/2014/main" id="{3C3E55C1-4DA3-4894-8CD3-18E14A1D85DC}"/>
              </a:ext>
            </a:extLst>
          </p:cNvPr>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9416532" y="6119434"/>
            <a:ext cx="447081" cy="625425"/>
          </a:xfrm>
          <a:prstGeom prst="rect">
            <a:avLst/>
          </a:prstGeom>
        </p:spPr>
      </p:pic>
      <p:pic>
        <p:nvPicPr>
          <p:cNvPr id="152" name="Image 151" descr="Une image contenant texte&#10;&#10;Description générée automatiquement">
            <a:extLst>
              <a:ext uri="{FF2B5EF4-FFF2-40B4-BE49-F238E27FC236}">
                <a16:creationId xmlns:a16="http://schemas.microsoft.com/office/drawing/2014/main" id="{EC020C7E-B924-4680-8207-3952452CA89F}"/>
              </a:ext>
            </a:extLst>
          </p:cNvPr>
          <p:cNvPicPr>
            <a:picLocks noChangeAspect="1"/>
          </p:cNvPicPr>
          <p:nvPr/>
        </p:nvPicPr>
        <p:blipFill>
          <a:blip r:embed="rId26">
            <a:extLst>
              <a:ext uri="{28A0092B-C50C-407E-A947-70E740481C1C}">
                <a14:useLocalDpi xmlns:a14="http://schemas.microsoft.com/office/drawing/2010/main" val="0"/>
              </a:ext>
            </a:extLst>
          </a:blip>
          <a:stretch>
            <a:fillRect/>
          </a:stretch>
        </p:blipFill>
        <p:spPr>
          <a:xfrm>
            <a:off x="9415543" y="5412913"/>
            <a:ext cx="457278" cy="639690"/>
          </a:xfrm>
          <a:prstGeom prst="rect">
            <a:avLst/>
          </a:prstGeom>
        </p:spPr>
      </p:pic>
      <p:pic>
        <p:nvPicPr>
          <p:cNvPr id="8" name="Image 7" descr="Une image contenant texte&#10;&#10;Description générée automatiquement">
            <a:extLst>
              <a:ext uri="{FF2B5EF4-FFF2-40B4-BE49-F238E27FC236}">
                <a16:creationId xmlns:a16="http://schemas.microsoft.com/office/drawing/2014/main" id="{B1E15D98-C061-43F5-83BB-AEEBB1A1E888}"/>
              </a:ext>
            </a:extLst>
          </p:cNvPr>
          <p:cNvPicPr>
            <a:picLocks noChangeAspect="1"/>
          </p:cNvPicPr>
          <p:nvPr/>
        </p:nvPicPr>
        <p:blipFill>
          <a:blip r:embed="rId27">
            <a:extLst>
              <a:ext uri="{28A0092B-C50C-407E-A947-70E740481C1C}">
                <a14:useLocalDpi xmlns:a14="http://schemas.microsoft.com/office/drawing/2010/main" val="0"/>
              </a:ext>
            </a:extLst>
          </a:blip>
          <a:stretch>
            <a:fillRect/>
          </a:stretch>
        </p:blipFill>
        <p:spPr>
          <a:xfrm>
            <a:off x="4590880" y="2563569"/>
            <a:ext cx="415014" cy="580567"/>
          </a:xfrm>
          <a:prstGeom prst="rect">
            <a:avLst/>
          </a:prstGeom>
        </p:spPr>
      </p:pic>
      <p:pic>
        <p:nvPicPr>
          <p:cNvPr id="153" name="Image 152" descr="Une image contenant texte&#10;&#10;Description générée automatiquement">
            <a:extLst>
              <a:ext uri="{FF2B5EF4-FFF2-40B4-BE49-F238E27FC236}">
                <a16:creationId xmlns:a16="http://schemas.microsoft.com/office/drawing/2014/main" id="{1C583E4F-2387-46E5-B568-36F79280EC5C}"/>
              </a:ext>
            </a:extLst>
          </p:cNvPr>
          <p:cNvPicPr>
            <a:picLocks noChangeAspect="1"/>
          </p:cNvPicPr>
          <p:nvPr/>
        </p:nvPicPr>
        <p:blipFill>
          <a:blip r:embed="rId27">
            <a:extLst>
              <a:ext uri="{28A0092B-C50C-407E-A947-70E740481C1C}">
                <a14:useLocalDpi xmlns:a14="http://schemas.microsoft.com/office/drawing/2010/main" val="0"/>
              </a:ext>
            </a:extLst>
          </a:blip>
          <a:stretch>
            <a:fillRect/>
          </a:stretch>
        </p:blipFill>
        <p:spPr>
          <a:xfrm>
            <a:off x="6257135" y="1426679"/>
            <a:ext cx="350280" cy="490010"/>
          </a:xfrm>
          <a:prstGeom prst="rect">
            <a:avLst/>
          </a:prstGeom>
        </p:spPr>
      </p:pic>
    </p:spTree>
    <p:extLst>
      <p:ext uri="{BB962C8B-B14F-4D97-AF65-F5344CB8AC3E}">
        <p14:creationId xmlns:p14="http://schemas.microsoft.com/office/powerpoint/2010/main" val="9125997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9A0E5AF7-6D7B-487F-8E47-95A67CE92ED3}"/>
              </a:ext>
            </a:extLst>
          </p:cNvPr>
          <p:cNvSpPr>
            <a:spLocks noGrp="1"/>
          </p:cNvSpPr>
          <p:nvPr>
            <p:ph type="ctrTitle"/>
          </p:nvPr>
        </p:nvSpPr>
        <p:spPr/>
        <p:txBody>
          <a:bodyPr/>
          <a:lstStyle/>
          <a:p>
            <a:r>
              <a:rPr lang="en-US" dirty="0"/>
              <a:t>Actions</a:t>
            </a:r>
          </a:p>
        </p:txBody>
      </p:sp>
      <p:sp>
        <p:nvSpPr>
          <p:cNvPr id="5" name="Sous-titre 4">
            <a:extLst>
              <a:ext uri="{FF2B5EF4-FFF2-40B4-BE49-F238E27FC236}">
                <a16:creationId xmlns:a16="http://schemas.microsoft.com/office/drawing/2014/main" id="{E2978A82-C76D-4644-A676-846E323DE3C8}"/>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5093622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0">
            <a:extLst>
              <a:ext uri="{FF2B5EF4-FFF2-40B4-BE49-F238E27FC236}">
                <a16:creationId xmlns:a16="http://schemas.microsoft.com/office/drawing/2014/main" id="{8380AD67-C5CA-4918-B4BB-C359BB03EE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re 3">
            <a:extLst>
              <a:ext uri="{FF2B5EF4-FFF2-40B4-BE49-F238E27FC236}">
                <a16:creationId xmlns:a16="http://schemas.microsoft.com/office/drawing/2014/main" id="{D08E87C2-E085-45B8-B627-9FA1C707F17A}"/>
              </a:ext>
            </a:extLst>
          </p:cNvPr>
          <p:cNvSpPr>
            <a:spLocks noGrp="1"/>
          </p:cNvSpPr>
          <p:nvPr>
            <p:ph type="title"/>
          </p:nvPr>
        </p:nvSpPr>
        <p:spPr>
          <a:xfrm>
            <a:off x="5080216" y="1076324"/>
            <a:ext cx="6272784" cy="1535051"/>
          </a:xfrm>
        </p:spPr>
        <p:txBody>
          <a:bodyPr anchor="b">
            <a:normAutofit/>
          </a:bodyPr>
          <a:lstStyle/>
          <a:p>
            <a:r>
              <a:rPr lang="en-US" dirty="0"/>
              <a:t>Les </a:t>
            </a:r>
            <a:r>
              <a:rPr lang="en-US" dirty="0" err="1"/>
              <a:t>cartes</a:t>
            </a:r>
            <a:r>
              <a:rPr lang="en-US" dirty="0"/>
              <a:t> </a:t>
            </a:r>
            <a:r>
              <a:rPr lang="en-US" dirty="0" err="1"/>
              <a:t>d’actions</a:t>
            </a:r>
            <a:endParaRPr lang="en-US" dirty="0"/>
          </a:p>
        </p:txBody>
      </p:sp>
      <p:sp>
        <p:nvSpPr>
          <p:cNvPr id="17" name="Rectangle 12">
            <a:extLst>
              <a:ext uri="{FF2B5EF4-FFF2-40B4-BE49-F238E27FC236}">
                <a16:creationId xmlns:a16="http://schemas.microsoft.com/office/drawing/2014/main" id="{EABAD4DA-87BA-4F70-9EF0-45C6BCF17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17960" y="36338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Rectangle 14">
            <a:extLst>
              <a:ext uri="{FF2B5EF4-FFF2-40B4-BE49-F238E27FC236}">
                <a16:creationId xmlns:a16="http://schemas.microsoft.com/office/drawing/2014/main" id="{915128D9-2797-47FA-B6FE-EC24E6B843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99266" y="2935541"/>
            <a:ext cx="62179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Espace réservé du contenu 4">
            <a:extLst>
              <a:ext uri="{FF2B5EF4-FFF2-40B4-BE49-F238E27FC236}">
                <a16:creationId xmlns:a16="http://schemas.microsoft.com/office/drawing/2014/main" id="{9DE35906-0723-4092-AD69-E6814D9BF701}"/>
              </a:ext>
            </a:extLst>
          </p:cNvPr>
          <p:cNvSpPr>
            <a:spLocks noGrp="1"/>
          </p:cNvSpPr>
          <p:nvPr>
            <p:ph idx="1"/>
          </p:nvPr>
        </p:nvSpPr>
        <p:spPr>
          <a:xfrm>
            <a:off x="5359215" y="2935541"/>
            <a:ext cx="6839226" cy="3922459"/>
          </a:xfrm>
        </p:spPr>
        <p:txBody>
          <a:bodyPr>
            <a:normAutofit fontScale="77500" lnSpcReduction="20000"/>
          </a:bodyPr>
          <a:lstStyle/>
          <a:p>
            <a:pPr>
              <a:lnSpc>
                <a:spcPct val="100000"/>
              </a:lnSpc>
            </a:pPr>
            <a:r>
              <a:rPr lang="fr-FR" sz="1400" dirty="0"/>
              <a:t>En tant que Boosters de la Communauté, vous pouvez effectuer un certain nombre d'ACTIONS par mois, représentées par des CARTES ACTION.</a:t>
            </a:r>
          </a:p>
          <a:p>
            <a:pPr>
              <a:lnSpc>
                <a:spcPct val="100000"/>
              </a:lnSpc>
            </a:pPr>
            <a:endParaRPr lang="fr-FR" sz="1400" dirty="0"/>
          </a:p>
          <a:p>
            <a:pPr>
              <a:lnSpc>
                <a:spcPct val="100000"/>
              </a:lnSpc>
            </a:pPr>
            <a:r>
              <a:rPr lang="fr-FR" sz="1400" dirty="0"/>
              <a:t>Pour représenter les limites de vos propres efforts dans la Communauté, chaque CARTE ACTION a un COÛT en EFFORT. Votre capacité en Effort est limitée au départ et peut augmenter avec le temps. Le coût minimum est toujours de un, quelle que soit la réduction du coût.</a:t>
            </a:r>
          </a:p>
          <a:p>
            <a:pPr>
              <a:lnSpc>
                <a:spcPct val="100000"/>
              </a:lnSpc>
            </a:pPr>
            <a:endParaRPr lang="fr-FR" sz="1400" dirty="0"/>
          </a:p>
          <a:p>
            <a:pPr>
              <a:lnSpc>
                <a:spcPct val="100000"/>
              </a:lnSpc>
            </a:pPr>
            <a:r>
              <a:rPr lang="fr-FR" sz="1400" dirty="0"/>
              <a:t>La plupart des actions sont destinées à créer un impact positif direct sur vos membres ou sur le MegaMegaGroup. Cet impact positif est précieux et est compté en POINTS DE VALEUR.</a:t>
            </a:r>
          </a:p>
          <a:p>
            <a:pPr>
              <a:lnSpc>
                <a:spcPct val="100000"/>
              </a:lnSpc>
            </a:pPr>
            <a:endParaRPr lang="fr-FR" sz="1400" dirty="0"/>
          </a:p>
          <a:p>
            <a:pPr>
              <a:lnSpc>
                <a:spcPct val="100000"/>
              </a:lnSpc>
            </a:pPr>
            <a:r>
              <a:rPr lang="fr-FR" sz="1400" dirty="0"/>
              <a:t>Certaines actions nécessitent un minimum d'effectifs. Par exemple, il est inutile de lancer une base de données wiki complète pour seulement quelques membres. Les actions de base ne nécessitent pas un effectif important.</a:t>
            </a:r>
          </a:p>
          <a:p>
            <a:pPr>
              <a:lnSpc>
                <a:spcPct val="100000"/>
              </a:lnSpc>
            </a:pPr>
            <a:endParaRPr lang="fr-FR" sz="1400" dirty="0"/>
          </a:p>
          <a:p>
            <a:pPr>
              <a:lnSpc>
                <a:spcPct val="100000"/>
              </a:lnSpc>
            </a:pPr>
            <a:r>
              <a:rPr lang="fr-FR" sz="1400" dirty="0"/>
              <a:t>Certaines actions requièrent un minimum de sentiment d'appartenance. Par exemple, vous ne pouvez pas faire participer une communauté à un hackathon d'un week-end si elle n'a qu'un niveau de curiosité. Les actions de base ne nécessitent pas un sentiment d'appartenance élevé.</a:t>
            </a:r>
          </a:p>
          <a:p>
            <a:pPr>
              <a:lnSpc>
                <a:spcPct val="100000"/>
              </a:lnSpc>
            </a:pPr>
            <a:endParaRPr lang="fr-FR" sz="1400" dirty="0"/>
          </a:p>
          <a:p>
            <a:pPr>
              <a:lnSpc>
                <a:spcPct val="100000"/>
              </a:lnSpc>
            </a:pPr>
            <a:r>
              <a:rPr lang="fr-FR" sz="1400" dirty="0"/>
              <a:t>Les actions ont des caractéristiques qui peuvent influencer leurs effets</a:t>
            </a:r>
          </a:p>
        </p:txBody>
      </p:sp>
      <p:pic>
        <p:nvPicPr>
          <p:cNvPr id="9" name="Graphique 8" descr="Signe pouce en haut avec un remplissage uni">
            <a:extLst>
              <a:ext uri="{FF2B5EF4-FFF2-40B4-BE49-F238E27FC236}">
                <a16:creationId xmlns:a16="http://schemas.microsoft.com/office/drawing/2014/main" id="{5BB0A3DE-8E96-44C6-AD99-862F4C3622B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153017" y="4191032"/>
            <a:ext cx="412396" cy="412396"/>
          </a:xfrm>
          <a:prstGeom prst="rect">
            <a:avLst/>
          </a:prstGeom>
        </p:spPr>
      </p:pic>
      <p:grpSp>
        <p:nvGrpSpPr>
          <p:cNvPr id="12" name="Groupe 11">
            <a:extLst>
              <a:ext uri="{FF2B5EF4-FFF2-40B4-BE49-F238E27FC236}">
                <a16:creationId xmlns:a16="http://schemas.microsoft.com/office/drawing/2014/main" id="{F2A41A19-25B0-42DE-AF8C-BE8873B4F5CA}"/>
              </a:ext>
            </a:extLst>
          </p:cNvPr>
          <p:cNvGrpSpPr/>
          <p:nvPr/>
        </p:nvGrpSpPr>
        <p:grpSpPr>
          <a:xfrm>
            <a:off x="4929761" y="4981614"/>
            <a:ext cx="649373" cy="408529"/>
            <a:chOff x="6989470" y="1452253"/>
            <a:chExt cx="2968717" cy="1867662"/>
          </a:xfrm>
          <a:solidFill>
            <a:srgbClr val="ED7D31"/>
          </a:solidFill>
        </p:grpSpPr>
        <p:pic>
          <p:nvPicPr>
            <p:cNvPr id="13" name="Graphique 12" descr="Groupe de personnes avec un remplissage uni">
              <a:extLst>
                <a:ext uri="{FF2B5EF4-FFF2-40B4-BE49-F238E27FC236}">
                  <a16:creationId xmlns:a16="http://schemas.microsoft.com/office/drawing/2014/main" id="{3B4658D6-45F2-4FFE-983C-D3F2627F119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4" name="Graphique 13" descr="Groupe de personnes avec un remplissage uni">
              <a:extLst>
                <a:ext uri="{FF2B5EF4-FFF2-40B4-BE49-F238E27FC236}">
                  <a16:creationId xmlns:a16="http://schemas.microsoft.com/office/drawing/2014/main" id="{9CA9F69E-FF27-4BC1-B453-ACCC4C927A7C}"/>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5" name="Graphique 14" descr="Groupe de personnes avec un remplissage uni">
              <a:extLst>
                <a:ext uri="{FF2B5EF4-FFF2-40B4-BE49-F238E27FC236}">
                  <a16:creationId xmlns:a16="http://schemas.microsoft.com/office/drawing/2014/main" id="{2A03C53E-937B-4108-B0A9-9D543494625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316394" y="2091056"/>
              <a:ext cx="1298123" cy="651367"/>
            </a:xfrm>
            <a:prstGeom prst="rect">
              <a:avLst/>
            </a:prstGeom>
          </p:spPr>
        </p:pic>
        <p:pic>
          <p:nvPicPr>
            <p:cNvPr id="19" name="Graphique 18" descr="Groupe de personnes avec un remplissage uni">
              <a:extLst>
                <a:ext uri="{FF2B5EF4-FFF2-40B4-BE49-F238E27FC236}">
                  <a16:creationId xmlns:a16="http://schemas.microsoft.com/office/drawing/2014/main" id="{074241D7-906E-4D69-BF05-09305F51CCBD}"/>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65831"/>
            <a:stretch/>
          </p:blipFill>
          <p:spPr>
            <a:xfrm>
              <a:off x="6989470" y="1513565"/>
              <a:ext cx="638169" cy="651367"/>
            </a:xfrm>
            <a:prstGeom prst="rect">
              <a:avLst/>
            </a:prstGeom>
          </p:spPr>
        </p:pic>
        <p:pic>
          <p:nvPicPr>
            <p:cNvPr id="20" name="Graphique 19" descr="Groupe de personnes avec un remplissage uni">
              <a:extLst>
                <a:ext uri="{FF2B5EF4-FFF2-40B4-BE49-F238E27FC236}">
                  <a16:creationId xmlns:a16="http://schemas.microsoft.com/office/drawing/2014/main" id="{548EB32F-DF1D-4EB4-9B59-321D2682F943}"/>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498660" y="2653414"/>
              <a:ext cx="1298123" cy="651367"/>
            </a:xfrm>
            <a:prstGeom prst="rect">
              <a:avLst/>
            </a:prstGeom>
          </p:spPr>
        </p:pic>
      </p:grpSp>
      <p:grpSp>
        <p:nvGrpSpPr>
          <p:cNvPr id="21" name="Groupe 20">
            <a:extLst>
              <a:ext uri="{FF2B5EF4-FFF2-40B4-BE49-F238E27FC236}">
                <a16:creationId xmlns:a16="http://schemas.microsoft.com/office/drawing/2014/main" id="{B4166510-6A9A-4B51-BAC4-5ECDE3278E2E}"/>
              </a:ext>
            </a:extLst>
          </p:cNvPr>
          <p:cNvGrpSpPr/>
          <p:nvPr/>
        </p:nvGrpSpPr>
        <p:grpSpPr>
          <a:xfrm>
            <a:off x="5108280" y="5692100"/>
            <a:ext cx="407656" cy="419426"/>
            <a:chOff x="4180663" y="3563014"/>
            <a:chExt cx="407656" cy="419426"/>
          </a:xfrm>
          <a:solidFill>
            <a:srgbClr val="3494BA"/>
          </a:solidFill>
        </p:grpSpPr>
        <p:sp>
          <p:nvSpPr>
            <p:cNvPr id="22" name="Cœur 21">
              <a:extLst>
                <a:ext uri="{FF2B5EF4-FFF2-40B4-BE49-F238E27FC236}">
                  <a16:creationId xmlns:a16="http://schemas.microsoft.com/office/drawing/2014/main" id="{AABDC76A-A297-4D65-BC0A-E3271346B2FD}"/>
                </a:ext>
              </a:extLst>
            </p:cNvPr>
            <p:cNvSpPr/>
            <p:nvPr/>
          </p:nvSpPr>
          <p:spPr>
            <a:xfrm>
              <a:off x="4188718" y="3830974"/>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Cœur 22">
              <a:extLst>
                <a:ext uri="{FF2B5EF4-FFF2-40B4-BE49-F238E27FC236}">
                  <a16:creationId xmlns:a16="http://schemas.microsoft.com/office/drawing/2014/main" id="{F5C76181-AB69-4929-9609-401B92B0F06A}"/>
                </a:ext>
              </a:extLst>
            </p:cNvPr>
            <p:cNvSpPr/>
            <p:nvPr/>
          </p:nvSpPr>
          <p:spPr>
            <a:xfrm>
              <a:off x="4433114" y="3826847"/>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Cœur 23">
              <a:extLst>
                <a:ext uri="{FF2B5EF4-FFF2-40B4-BE49-F238E27FC236}">
                  <a16:creationId xmlns:a16="http://schemas.microsoft.com/office/drawing/2014/main" id="{B8D0863B-A85D-44E8-AD48-1C2B643EB614}"/>
                </a:ext>
              </a:extLst>
            </p:cNvPr>
            <p:cNvSpPr/>
            <p:nvPr/>
          </p:nvSpPr>
          <p:spPr>
            <a:xfrm>
              <a:off x="4180663" y="3564707"/>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Cœur 24">
              <a:extLst>
                <a:ext uri="{FF2B5EF4-FFF2-40B4-BE49-F238E27FC236}">
                  <a16:creationId xmlns:a16="http://schemas.microsoft.com/office/drawing/2014/main" id="{C7468D9D-6AAB-4585-B3EE-8C2B8AC79F2E}"/>
                </a:ext>
              </a:extLst>
            </p:cNvPr>
            <p:cNvSpPr/>
            <p:nvPr/>
          </p:nvSpPr>
          <p:spPr>
            <a:xfrm>
              <a:off x="4436853" y="3563014"/>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Cœur 25">
              <a:extLst>
                <a:ext uri="{FF2B5EF4-FFF2-40B4-BE49-F238E27FC236}">
                  <a16:creationId xmlns:a16="http://schemas.microsoft.com/office/drawing/2014/main" id="{88EDA6E9-97CF-4E35-9783-61D313976F6F}"/>
                </a:ext>
              </a:extLst>
            </p:cNvPr>
            <p:cNvSpPr/>
            <p:nvPr/>
          </p:nvSpPr>
          <p:spPr>
            <a:xfrm>
              <a:off x="4311553" y="3685308"/>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32" name="Groupe 31">
            <a:extLst>
              <a:ext uri="{FF2B5EF4-FFF2-40B4-BE49-F238E27FC236}">
                <a16:creationId xmlns:a16="http://schemas.microsoft.com/office/drawing/2014/main" id="{C2C9BDCA-0404-4257-8A4A-D58EBB374D64}"/>
              </a:ext>
            </a:extLst>
          </p:cNvPr>
          <p:cNvGrpSpPr/>
          <p:nvPr/>
        </p:nvGrpSpPr>
        <p:grpSpPr>
          <a:xfrm>
            <a:off x="5205896" y="3452320"/>
            <a:ext cx="461468" cy="461468"/>
            <a:chOff x="5484964" y="3511896"/>
            <a:chExt cx="461468" cy="461468"/>
          </a:xfrm>
        </p:grpSpPr>
        <p:pic>
          <p:nvPicPr>
            <p:cNvPr id="8" name="Graphique 7" descr="Batterie chargée avec un remplissage uni">
              <a:extLst>
                <a:ext uri="{FF2B5EF4-FFF2-40B4-BE49-F238E27FC236}">
                  <a16:creationId xmlns:a16="http://schemas.microsoft.com/office/drawing/2014/main" id="{F3A84A7D-7D14-4B9B-B77F-397AC9F26DB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16200000">
              <a:off x="5484964" y="3511896"/>
              <a:ext cx="461468" cy="461468"/>
            </a:xfrm>
            <a:prstGeom prst="rect">
              <a:avLst/>
            </a:prstGeom>
          </p:spPr>
        </p:pic>
        <p:pic>
          <p:nvPicPr>
            <p:cNvPr id="31" name="Graphique 30" descr="Éclair avec un remplissage uni">
              <a:extLst>
                <a:ext uri="{FF2B5EF4-FFF2-40B4-BE49-F238E27FC236}">
                  <a16:creationId xmlns:a16="http://schemas.microsoft.com/office/drawing/2014/main" id="{DB74FB80-2E15-4AB6-B336-58F77C06BE0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616565" y="3653734"/>
              <a:ext cx="209320" cy="209320"/>
            </a:xfrm>
            <a:prstGeom prst="rect">
              <a:avLst/>
            </a:prstGeom>
          </p:spPr>
        </p:pic>
      </p:grpSp>
      <p:pic>
        <p:nvPicPr>
          <p:cNvPr id="3" name="Image 2" descr="Une image contenant texte&#10;&#10;Description générée automatiquement">
            <a:extLst>
              <a:ext uri="{FF2B5EF4-FFF2-40B4-BE49-F238E27FC236}">
                <a16:creationId xmlns:a16="http://schemas.microsoft.com/office/drawing/2014/main" id="{AD98D51B-896D-47AB-9026-58BDE65F8F86}"/>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441" y="0"/>
            <a:ext cx="4902398" cy="6858000"/>
          </a:xfrm>
          <a:prstGeom prst="rect">
            <a:avLst/>
          </a:prstGeom>
        </p:spPr>
      </p:pic>
    </p:spTree>
    <p:extLst>
      <p:ext uri="{BB962C8B-B14F-4D97-AF65-F5344CB8AC3E}">
        <p14:creationId xmlns:p14="http://schemas.microsoft.com/office/powerpoint/2010/main" val="35043117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848D136-629F-4725-89A0-22108925A8E6}"/>
              </a:ext>
            </a:extLst>
          </p:cNvPr>
          <p:cNvSpPr>
            <a:spLocks noGrp="1"/>
          </p:cNvSpPr>
          <p:nvPr>
            <p:ph type="title"/>
          </p:nvPr>
        </p:nvSpPr>
        <p:spPr/>
        <p:txBody>
          <a:bodyPr/>
          <a:lstStyle/>
          <a:p>
            <a:r>
              <a:rPr lang="en-US" dirty="0"/>
              <a:t>Type </a:t>
            </a:r>
            <a:r>
              <a:rPr lang="en-US" dirty="0" err="1"/>
              <a:t>d’actions</a:t>
            </a:r>
            <a:endParaRPr lang="en-US" dirty="0"/>
          </a:p>
        </p:txBody>
      </p:sp>
      <p:pic>
        <p:nvPicPr>
          <p:cNvPr id="5" name="Espace réservé du contenu 4" descr="Calendrier mensuel avec un remplissage uni">
            <a:extLst>
              <a:ext uri="{FF2B5EF4-FFF2-40B4-BE49-F238E27FC236}">
                <a16:creationId xmlns:a16="http://schemas.microsoft.com/office/drawing/2014/main" id="{945E2614-A394-4EB5-BC79-42C10433F26A}"/>
              </a:ext>
            </a:extLst>
          </p:cNvPr>
          <p:cNvPicPr>
            <a:picLocks noGrp="1" noChangeAspect="1"/>
          </p:cNvPicPr>
          <p:nvPr>
            <p:ph idx="1"/>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90974" y="2263604"/>
            <a:ext cx="914400" cy="914400"/>
          </a:xfrm>
        </p:spPr>
      </p:pic>
      <p:pic>
        <p:nvPicPr>
          <p:cNvPr id="7" name="Graphique 6" descr="Engrenage avec un remplissage uni">
            <a:extLst>
              <a:ext uri="{FF2B5EF4-FFF2-40B4-BE49-F238E27FC236}">
                <a16:creationId xmlns:a16="http://schemas.microsoft.com/office/drawing/2014/main" id="{2B800071-B6BD-48FF-AF17-B01F87AC209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734239" y="3678294"/>
            <a:ext cx="914400" cy="914400"/>
          </a:xfrm>
          <a:prstGeom prst="rect">
            <a:avLst/>
          </a:prstGeom>
        </p:spPr>
      </p:pic>
      <p:pic>
        <p:nvPicPr>
          <p:cNvPr id="9" name="Graphique 8" descr="Curseur avec un remplissage uni">
            <a:extLst>
              <a:ext uri="{FF2B5EF4-FFF2-40B4-BE49-F238E27FC236}">
                <a16:creationId xmlns:a16="http://schemas.microsoft.com/office/drawing/2014/main" id="{60A56AFE-3C57-4B40-92BD-5AD45390B42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704410" y="5035528"/>
            <a:ext cx="914400" cy="914400"/>
          </a:xfrm>
          <a:prstGeom prst="rect">
            <a:avLst/>
          </a:prstGeom>
        </p:spPr>
      </p:pic>
      <p:sp>
        <p:nvSpPr>
          <p:cNvPr id="10" name="Espace réservé du contenu 4">
            <a:extLst>
              <a:ext uri="{FF2B5EF4-FFF2-40B4-BE49-F238E27FC236}">
                <a16:creationId xmlns:a16="http://schemas.microsoft.com/office/drawing/2014/main" id="{5D7D2F87-7BD0-46FF-96D6-BC962CC084EA}"/>
              </a:ext>
            </a:extLst>
          </p:cNvPr>
          <p:cNvSpPr txBox="1">
            <a:spLocks/>
          </p:cNvSpPr>
          <p:nvPr/>
        </p:nvSpPr>
        <p:spPr>
          <a:xfrm>
            <a:off x="4719695" y="2263604"/>
            <a:ext cx="6839226" cy="3922459"/>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fr-FR" sz="1400" dirty="0"/>
          </a:p>
          <a:p>
            <a:pPr>
              <a:lnSpc>
                <a:spcPct val="100000"/>
              </a:lnSpc>
            </a:pPr>
            <a:r>
              <a:rPr lang="fr-FR" sz="1400" dirty="0"/>
              <a:t>Les événements relient les gens. Ils créent souvent de la valeur et augmentent le sentiment d'appartenance. </a:t>
            </a:r>
          </a:p>
          <a:p>
            <a:pPr>
              <a:lnSpc>
                <a:spcPct val="100000"/>
              </a:lnSpc>
            </a:pPr>
            <a:endParaRPr lang="fr-FR" sz="1400" dirty="0"/>
          </a:p>
          <a:p>
            <a:pPr>
              <a:lnSpc>
                <a:spcPct val="100000"/>
              </a:lnSpc>
            </a:pPr>
            <a:endParaRPr lang="fr-FR" sz="1400" dirty="0"/>
          </a:p>
          <a:p>
            <a:pPr>
              <a:lnSpc>
                <a:spcPct val="100000"/>
              </a:lnSpc>
            </a:pPr>
            <a:endParaRPr lang="fr-FR" sz="1400" dirty="0"/>
          </a:p>
          <a:p>
            <a:pPr>
              <a:lnSpc>
                <a:spcPct val="100000"/>
              </a:lnSpc>
            </a:pPr>
            <a:r>
              <a:rPr lang="fr-FR" sz="1400" dirty="0"/>
              <a:t>Amélioration de la structure : Pas de valeur directe, mais des effets secondaires (réduction des coûts, augmentation de la valeur, ...)</a:t>
            </a:r>
          </a:p>
          <a:p>
            <a:pPr>
              <a:lnSpc>
                <a:spcPct val="100000"/>
              </a:lnSpc>
            </a:pPr>
            <a:endParaRPr lang="fr-FR" sz="1400" dirty="0"/>
          </a:p>
          <a:p>
            <a:pPr>
              <a:lnSpc>
                <a:spcPct val="100000"/>
              </a:lnSpc>
            </a:pPr>
            <a:endParaRPr lang="fr-FR" sz="1400" dirty="0"/>
          </a:p>
          <a:p>
            <a:pPr>
              <a:lnSpc>
                <a:spcPct val="100000"/>
              </a:lnSpc>
            </a:pPr>
            <a:r>
              <a:rPr lang="fr-FR" sz="1400" dirty="0"/>
              <a:t>La publication de contenu génère une faible valeur sur le moment, mais continue de générer de la valeur plus tard</a:t>
            </a:r>
          </a:p>
        </p:txBody>
      </p:sp>
    </p:spTree>
    <p:extLst>
      <p:ext uri="{BB962C8B-B14F-4D97-AF65-F5344CB8AC3E}">
        <p14:creationId xmlns:p14="http://schemas.microsoft.com/office/powerpoint/2010/main" val="25737954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2D6FBB9D-1CAA-4D05-AB33-BABDFE17B8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7" name="Rectangle 16">
            <a:extLst>
              <a:ext uri="{FF2B5EF4-FFF2-40B4-BE49-F238E27FC236}">
                <a16:creationId xmlns:a16="http://schemas.microsoft.com/office/drawing/2014/main" id="{04727B71-B4B6-4823-80A1-68C40B475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79A6DB05-9FB5-4B07-8675-74C23D4FD8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1" name="Rectangle 20">
            <a:extLst>
              <a:ext uri="{FF2B5EF4-FFF2-40B4-BE49-F238E27FC236}">
                <a16:creationId xmlns:a16="http://schemas.microsoft.com/office/drawing/2014/main" id="{8380AD67-C5CA-4918-B4BB-C359BB03EE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48FD8BBB-7303-490E-8816-71E9571331E4}"/>
              </a:ext>
            </a:extLst>
          </p:cNvPr>
          <p:cNvSpPr>
            <a:spLocks noGrp="1"/>
          </p:cNvSpPr>
          <p:nvPr>
            <p:ph type="title"/>
          </p:nvPr>
        </p:nvSpPr>
        <p:spPr>
          <a:xfrm>
            <a:off x="5080216" y="1076324"/>
            <a:ext cx="6272784" cy="1535051"/>
          </a:xfrm>
        </p:spPr>
        <p:txBody>
          <a:bodyPr vert="horz" lIns="91440" tIns="45720" rIns="91440" bIns="45720" rtlCol="0" anchor="b">
            <a:normAutofit/>
          </a:bodyPr>
          <a:lstStyle/>
          <a:p>
            <a:r>
              <a:rPr lang="en-US" sz="5200" dirty="0" err="1"/>
              <a:t>Recruter</a:t>
            </a:r>
            <a:r>
              <a:rPr lang="en-US" sz="5200" dirty="0"/>
              <a:t> des </a:t>
            </a:r>
            <a:r>
              <a:rPr lang="en-US" sz="5200" dirty="0" err="1"/>
              <a:t>membres</a:t>
            </a:r>
            <a:endParaRPr lang="en-US" sz="5200" dirty="0"/>
          </a:p>
        </p:txBody>
      </p:sp>
      <p:sp>
        <p:nvSpPr>
          <p:cNvPr id="23" name="Rectangle 22">
            <a:extLst>
              <a:ext uri="{FF2B5EF4-FFF2-40B4-BE49-F238E27FC236}">
                <a16:creationId xmlns:a16="http://schemas.microsoft.com/office/drawing/2014/main" id="{EABAD4DA-87BA-4F70-9EF0-45C6BCF17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17960" y="36338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915128D9-2797-47FA-B6FE-EC24E6B843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99266" y="2935541"/>
            <a:ext cx="62179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79E8C09E-8D68-4D11-8E9A-42233610FC0E}"/>
              </a:ext>
            </a:extLst>
          </p:cNvPr>
          <p:cNvSpPr>
            <a:spLocks noGrp="1"/>
          </p:cNvSpPr>
          <p:nvPr>
            <p:ph sz="half" idx="1"/>
          </p:nvPr>
        </p:nvSpPr>
        <p:spPr>
          <a:xfrm>
            <a:off x="5371834" y="3095130"/>
            <a:ext cx="6618009" cy="3543429"/>
          </a:xfrm>
        </p:spPr>
        <p:txBody>
          <a:bodyPr vert="horz" lIns="91440" tIns="45720" rIns="91440" bIns="45720" rtlCol="0">
            <a:normAutofit fontScale="55000" lnSpcReduction="20000"/>
          </a:bodyPr>
          <a:lstStyle/>
          <a:p>
            <a:r>
              <a:rPr lang="fr-FR" sz="1800" dirty="0"/>
              <a:t>Les recrues représentent de nouveaux membres ou un ensemble de membres qui rejoignent votre communauté. Les recrues peuvent additionner les chiffres</a:t>
            </a:r>
          </a:p>
          <a:p>
            <a:r>
              <a:rPr lang="fr-FR" sz="1800" dirty="0"/>
              <a:t>Les personnes qui rejoignent votre communauté apportent leurs propres compétences et exigences. Certaines recrues peuvent avoir des effets spéciaux, selon le profil de la ou des recrues. Certaines recrues peuvent avoir des prérequis</a:t>
            </a:r>
          </a:p>
          <a:p>
            <a:endParaRPr lang="fr-FR" sz="1800" dirty="0"/>
          </a:p>
          <a:p>
            <a:r>
              <a:rPr lang="fr-FR" sz="1800" dirty="0"/>
              <a:t>Les membres sont recrutés avec de la valeur : les personnes qui ne voient pas ou ne reçoivent pas de nouvelle valeur de votre communauté n'accepteront pas de la rejoindre. Le coût minimum est toujours de 1</a:t>
            </a:r>
          </a:p>
          <a:p>
            <a:endParaRPr lang="fr-FR" sz="1800" dirty="0"/>
          </a:p>
          <a:p>
            <a:r>
              <a:rPr lang="fr-FR" sz="1800" dirty="0"/>
              <a:t>Certaines personnes ne rejoindront pas votre communauté si elle est trop petite, car elle leur coûte de l'attention et du temps.  Par exemple, il n'est pas possible d'obtenir un Sponsor si vous êtes moins de plusieurs équipes. Les recrutements de base ne nécessitent pas un nombre élevé de personnes.</a:t>
            </a:r>
          </a:p>
          <a:p>
            <a:endParaRPr lang="fr-FR" sz="1800" dirty="0"/>
          </a:p>
          <a:p>
            <a:r>
              <a:rPr lang="fr-FR" sz="1800" dirty="0"/>
              <a:t>Certaines personnes ne rejoindront pas votre Communauté si l'implication et le sentiment d'appartenance leur semblent trop faibles. Par exemple, un sponsor ne rejoindra pas votre Communauté si le sentiment d'appartenance est au niveau Curieux.</a:t>
            </a:r>
          </a:p>
        </p:txBody>
      </p:sp>
      <p:pic>
        <p:nvPicPr>
          <p:cNvPr id="18" name="Graphique 17" descr="Signe pouce en haut avec un remplissage uni">
            <a:extLst>
              <a:ext uri="{FF2B5EF4-FFF2-40B4-BE49-F238E27FC236}">
                <a16:creationId xmlns:a16="http://schemas.microsoft.com/office/drawing/2014/main" id="{85F7B334-D975-4651-B808-D4F49650F65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20367" y="4251538"/>
            <a:ext cx="379056" cy="379056"/>
          </a:xfrm>
          <a:prstGeom prst="rect">
            <a:avLst/>
          </a:prstGeom>
        </p:spPr>
      </p:pic>
      <p:sp>
        <p:nvSpPr>
          <p:cNvPr id="20" name="Cœur 19">
            <a:extLst>
              <a:ext uri="{FF2B5EF4-FFF2-40B4-BE49-F238E27FC236}">
                <a16:creationId xmlns:a16="http://schemas.microsoft.com/office/drawing/2014/main" id="{C40FEEB7-2996-498E-9FA5-93B1A95E8821}"/>
              </a:ext>
            </a:extLst>
          </p:cNvPr>
          <p:cNvSpPr/>
          <p:nvPr/>
        </p:nvSpPr>
        <p:spPr>
          <a:xfrm>
            <a:off x="5292085" y="3098429"/>
            <a:ext cx="288328" cy="288328"/>
          </a:xfrm>
          <a:prstGeom prst="hear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22" name="Groupe 21">
            <a:extLst>
              <a:ext uri="{FF2B5EF4-FFF2-40B4-BE49-F238E27FC236}">
                <a16:creationId xmlns:a16="http://schemas.microsoft.com/office/drawing/2014/main" id="{F1606866-38D6-43F1-8122-DEA3323B7822}"/>
              </a:ext>
            </a:extLst>
          </p:cNvPr>
          <p:cNvGrpSpPr/>
          <p:nvPr/>
        </p:nvGrpSpPr>
        <p:grpSpPr>
          <a:xfrm>
            <a:off x="5028766" y="5046035"/>
            <a:ext cx="600090" cy="516784"/>
            <a:chOff x="580554" y="3987276"/>
            <a:chExt cx="555788" cy="478632"/>
          </a:xfrm>
          <a:solidFill>
            <a:srgbClr val="ED7D31"/>
          </a:solidFill>
        </p:grpSpPr>
        <p:pic>
          <p:nvPicPr>
            <p:cNvPr id="24" name="Graphique 23" descr="Groupe avec un remplissage uni">
              <a:extLst>
                <a:ext uri="{FF2B5EF4-FFF2-40B4-BE49-F238E27FC236}">
                  <a16:creationId xmlns:a16="http://schemas.microsoft.com/office/drawing/2014/main" id="{8C0DA089-C937-4365-949D-2F7F4B87A3D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26167" y="3987276"/>
              <a:ext cx="285305" cy="285305"/>
            </a:xfrm>
            <a:prstGeom prst="rect">
              <a:avLst/>
            </a:prstGeom>
          </p:spPr>
        </p:pic>
        <p:pic>
          <p:nvPicPr>
            <p:cNvPr id="26" name="Graphique 25" descr="Groupe avec un remplissage uni">
              <a:extLst>
                <a:ext uri="{FF2B5EF4-FFF2-40B4-BE49-F238E27FC236}">
                  <a16:creationId xmlns:a16="http://schemas.microsoft.com/office/drawing/2014/main" id="{FAF4E9E0-0A89-48E5-B0BD-949D34AFDA5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0554" y="4180603"/>
              <a:ext cx="285305" cy="285305"/>
            </a:xfrm>
            <a:prstGeom prst="rect">
              <a:avLst/>
            </a:prstGeom>
          </p:spPr>
        </p:pic>
        <p:pic>
          <p:nvPicPr>
            <p:cNvPr id="27" name="Graphique 26" descr="Groupe avec un remplissage uni">
              <a:extLst>
                <a:ext uri="{FF2B5EF4-FFF2-40B4-BE49-F238E27FC236}">
                  <a16:creationId xmlns:a16="http://schemas.microsoft.com/office/drawing/2014/main" id="{0C86DD45-97D6-47B2-A380-1FCCA01AE3A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51037" y="4180602"/>
              <a:ext cx="285305" cy="285305"/>
            </a:xfrm>
            <a:prstGeom prst="rect">
              <a:avLst/>
            </a:prstGeom>
          </p:spPr>
        </p:pic>
      </p:grpSp>
      <p:sp>
        <p:nvSpPr>
          <p:cNvPr id="28" name="Cœur 27">
            <a:extLst>
              <a:ext uri="{FF2B5EF4-FFF2-40B4-BE49-F238E27FC236}">
                <a16:creationId xmlns:a16="http://schemas.microsoft.com/office/drawing/2014/main" id="{5AF4F934-8F90-4268-A44F-1F47907C52AB}"/>
              </a:ext>
            </a:extLst>
          </p:cNvPr>
          <p:cNvSpPr/>
          <p:nvPr/>
        </p:nvSpPr>
        <p:spPr>
          <a:xfrm>
            <a:off x="5248145" y="5878055"/>
            <a:ext cx="332353" cy="332353"/>
          </a:xfrm>
          <a:prstGeom prst="hear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 name="Image 4" descr="Une image contenant texte&#10;&#10;Description générée automatiquement">
            <a:extLst>
              <a:ext uri="{FF2B5EF4-FFF2-40B4-BE49-F238E27FC236}">
                <a16:creationId xmlns:a16="http://schemas.microsoft.com/office/drawing/2014/main" id="{B25BA50D-7D28-41A1-837B-56192205962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181" y="0"/>
            <a:ext cx="4902398" cy="6858000"/>
          </a:xfrm>
          <a:prstGeom prst="rect">
            <a:avLst/>
          </a:prstGeom>
        </p:spPr>
      </p:pic>
    </p:spTree>
    <p:extLst>
      <p:ext uri="{BB962C8B-B14F-4D97-AF65-F5344CB8AC3E}">
        <p14:creationId xmlns:p14="http://schemas.microsoft.com/office/powerpoint/2010/main" val="37555361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2D6FBB9D-1CAA-4D05-AB33-BABDFE17B8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7" name="Rectangle 16">
            <a:extLst>
              <a:ext uri="{FF2B5EF4-FFF2-40B4-BE49-F238E27FC236}">
                <a16:creationId xmlns:a16="http://schemas.microsoft.com/office/drawing/2014/main" id="{04727B71-B4B6-4823-80A1-68C40B475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79A6DB05-9FB5-4B07-8675-74C23D4FD8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1" name="Rectangle 20">
            <a:extLst>
              <a:ext uri="{FF2B5EF4-FFF2-40B4-BE49-F238E27FC236}">
                <a16:creationId xmlns:a16="http://schemas.microsoft.com/office/drawing/2014/main" id="{8380AD67-C5CA-4918-B4BB-C359BB03EE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48FD8BBB-7303-490E-8816-71E9571331E4}"/>
              </a:ext>
            </a:extLst>
          </p:cNvPr>
          <p:cNvSpPr>
            <a:spLocks noGrp="1"/>
          </p:cNvSpPr>
          <p:nvPr>
            <p:ph type="title"/>
          </p:nvPr>
        </p:nvSpPr>
        <p:spPr>
          <a:xfrm>
            <a:off x="5080216" y="1076324"/>
            <a:ext cx="6272784" cy="1535051"/>
          </a:xfrm>
        </p:spPr>
        <p:txBody>
          <a:bodyPr vert="horz" lIns="91440" tIns="45720" rIns="91440" bIns="45720" rtlCol="0" anchor="b">
            <a:normAutofit/>
          </a:bodyPr>
          <a:lstStyle/>
          <a:p>
            <a:r>
              <a:rPr lang="en-US" sz="5200" dirty="0" err="1"/>
              <a:t>Acquérir</a:t>
            </a:r>
            <a:r>
              <a:rPr lang="en-US" sz="5200" dirty="0"/>
              <a:t> des artefacts</a:t>
            </a:r>
          </a:p>
        </p:txBody>
      </p:sp>
      <p:sp>
        <p:nvSpPr>
          <p:cNvPr id="23" name="Rectangle 22">
            <a:extLst>
              <a:ext uri="{FF2B5EF4-FFF2-40B4-BE49-F238E27FC236}">
                <a16:creationId xmlns:a16="http://schemas.microsoft.com/office/drawing/2014/main" id="{EABAD4DA-87BA-4F70-9EF0-45C6BCF17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17960" y="36338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915128D9-2797-47FA-B6FE-EC24E6B843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99266" y="2935541"/>
            <a:ext cx="62179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79E8C09E-8D68-4D11-8E9A-42233610FC0E}"/>
              </a:ext>
            </a:extLst>
          </p:cNvPr>
          <p:cNvSpPr>
            <a:spLocks noGrp="1"/>
          </p:cNvSpPr>
          <p:nvPr>
            <p:ph sz="half" idx="1"/>
          </p:nvPr>
        </p:nvSpPr>
        <p:spPr>
          <a:xfrm>
            <a:off x="5430666" y="3095131"/>
            <a:ext cx="6368072" cy="3498418"/>
          </a:xfrm>
        </p:spPr>
        <p:txBody>
          <a:bodyPr vert="horz" lIns="91440" tIns="45720" rIns="91440" bIns="45720" rtlCol="0">
            <a:normAutofit fontScale="92500" lnSpcReduction="20000"/>
          </a:bodyPr>
          <a:lstStyle/>
          <a:p>
            <a:r>
              <a:rPr lang="fr-FR" sz="1100" dirty="0"/>
              <a:t>Les points du sentiment d'appartenance sont gagnés grâce aux artefacts. Chaque artefact représente une partie de la culture de votre communauté qui est officiellement ancrée. Les artefacts aident vos membres à communiquer facilement à l'intérieur et à l'extérieur de la communauté. Certains artefacts nécessitent d'autres artefacts comme </a:t>
            </a:r>
            <a:r>
              <a:rPr lang="fr-FR" sz="1100" dirty="0" err="1"/>
              <a:t>pré-requis</a:t>
            </a:r>
            <a:r>
              <a:rPr lang="fr-FR" sz="1100" dirty="0"/>
              <a:t>.</a:t>
            </a:r>
          </a:p>
          <a:p>
            <a:endParaRPr lang="fr-FR" sz="1100" dirty="0"/>
          </a:p>
          <a:p>
            <a:r>
              <a:rPr lang="fr-FR" sz="1100" dirty="0"/>
              <a:t>Les artefacts sont "achetés" avec des points de valeur (sinon, les personnes qui ne voient pas ou ne reçoivent pas de nouvelle valeur de votre communauté n'adopteront pas de nouveaux artefacts). Le coût minimum est toujours de 1, quelles que soient les réductions de coût.</a:t>
            </a:r>
          </a:p>
          <a:p>
            <a:endParaRPr lang="fr-FR" sz="1100" dirty="0"/>
          </a:p>
          <a:p>
            <a:r>
              <a:rPr lang="fr-FR" sz="1100" dirty="0"/>
              <a:t>Certains artefacts pourraient ne pas avoir de sens en dessous d'un certain nombre de personnes, par exemple il n'est pas possible d'obtenir des Goodies (Mugs, Stickers, T-shirts...) en dessous de la taille de plusieurs groupes, à cause du coût du produit. Les artefacts de base ne nécessitent pas de nombre minimum de participants.</a:t>
            </a:r>
          </a:p>
          <a:p>
            <a:endParaRPr lang="fr-FR" sz="1100" dirty="0"/>
          </a:p>
          <a:p>
            <a:r>
              <a:rPr lang="fr-FR" sz="1100" dirty="0"/>
              <a:t>Certains artefacts sont trop engageants pour être achetés en dessous d'un certain niveau de sentiment d'appartenance, par exemple un Panthéon de la Communauté ne peut être acheté lorsque les membres sont seulement au niveau Curieux. Les artefacts de base comme le nom de la communauté ne requièrent pas un minimum d'appartenance.</a:t>
            </a:r>
          </a:p>
        </p:txBody>
      </p:sp>
      <p:pic>
        <p:nvPicPr>
          <p:cNvPr id="18" name="Graphique 17" descr="Signe pouce en haut avec un remplissage uni">
            <a:extLst>
              <a:ext uri="{FF2B5EF4-FFF2-40B4-BE49-F238E27FC236}">
                <a16:creationId xmlns:a16="http://schemas.microsoft.com/office/drawing/2014/main" id="{85F7B334-D975-4651-B808-D4F49650F65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73151" y="3948755"/>
            <a:ext cx="379056" cy="379056"/>
          </a:xfrm>
          <a:prstGeom prst="rect">
            <a:avLst/>
          </a:prstGeom>
        </p:spPr>
      </p:pic>
      <p:sp>
        <p:nvSpPr>
          <p:cNvPr id="20" name="Cœur 19">
            <a:extLst>
              <a:ext uri="{FF2B5EF4-FFF2-40B4-BE49-F238E27FC236}">
                <a16:creationId xmlns:a16="http://schemas.microsoft.com/office/drawing/2014/main" id="{C40FEEB7-2996-498E-9FA5-93B1A95E8821}"/>
              </a:ext>
            </a:extLst>
          </p:cNvPr>
          <p:cNvSpPr/>
          <p:nvPr/>
        </p:nvSpPr>
        <p:spPr>
          <a:xfrm>
            <a:off x="5358895" y="3315130"/>
            <a:ext cx="288328" cy="288328"/>
          </a:xfrm>
          <a:prstGeom prst="hear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22" name="Groupe 21">
            <a:extLst>
              <a:ext uri="{FF2B5EF4-FFF2-40B4-BE49-F238E27FC236}">
                <a16:creationId xmlns:a16="http://schemas.microsoft.com/office/drawing/2014/main" id="{F1606866-38D6-43F1-8122-DEA3323B7822}"/>
              </a:ext>
            </a:extLst>
          </p:cNvPr>
          <p:cNvGrpSpPr/>
          <p:nvPr/>
        </p:nvGrpSpPr>
        <p:grpSpPr>
          <a:xfrm>
            <a:off x="5083963" y="4793619"/>
            <a:ext cx="600090" cy="516784"/>
            <a:chOff x="580554" y="3987276"/>
            <a:chExt cx="555788" cy="478632"/>
          </a:xfrm>
          <a:solidFill>
            <a:srgbClr val="ED7D31"/>
          </a:solidFill>
        </p:grpSpPr>
        <p:pic>
          <p:nvPicPr>
            <p:cNvPr id="24" name="Graphique 23" descr="Groupe avec un remplissage uni">
              <a:extLst>
                <a:ext uri="{FF2B5EF4-FFF2-40B4-BE49-F238E27FC236}">
                  <a16:creationId xmlns:a16="http://schemas.microsoft.com/office/drawing/2014/main" id="{8C0DA089-C937-4365-949D-2F7F4B87A3D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26167" y="3987276"/>
              <a:ext cx="285305" cy="285305"/>
            </a:xfrm>
            <a:prstGeom prst="rect">
              <a:avLst/>
            </a:prstGeom>
          </p:spPr>
        </p:pic>
        <p:pic>
          <p:nvPicPr>
            <p:cNvPr id="26" name="Graphique 25" descr="Groupe avec un remplissage uni">
              <a:extLst>
                <a:ext uri="{FF2B5EF4-FFF2-40B4-BE49-F238E27FC236}">
                  <a16:creationId xmlns:a16="http://schemas.microsoft.com/office/drawing/2014/main" id="{FAF4E9E0-0A89-48E5-B0BD-949D34AFDA5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0554" y="4180603"/>
              <a:ext cx="285305" cy="285305"/>
            </a:xfrm>
            <a:prstGeom prst="rect">
              <a:avLst/>
            </a:prstGeom>
          </p:spPr>
        </p:pic>
        <p:pic>
          <p:nvPicPr>
            <p:cNvPr id="27" name="Graphique 26" descr="Groupe avec un remplissage uni">
              <a:extLst>
                <a:ext uri="{FF2B5EF4-FFF2-40B4-BE49-F238E27FC236}">
                  <a16:creationId xmlns:a16="http://schemas.microsoft.com/office/drawing/2014/main" id="{0C86DD45-97D6-47B2-A380-1FCCA01AE3A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51037" y="4180602"/>
              <a:ext cx="285305" cy="285305"/>
            </a:xfrm>
            <a:prstGeom prst="rect">
              <a:avLst/>
            </a:prstGeom>
          </p:spPr>
        </p:pic>
      </p:grpSp>
      <p:sp>
        <p:nvSpPr>
          <p:cNvPr id="28" name="Cœur 27">
            <a:extLst>
              <a:ext uri="{FF2B5EF4-FFF2-40B4-BE49-F238E27FC236}">
                <a16:creationId xmlns:a16="http://schemas.microsoft.com/office/drawing/2014/main" id="{5AF4F934-8F90-4268-A44F-1F47907C52AB}"/>
              </a:ext>
            </a:extLst>
          </p:cNvPr>
          <p:cNvSpPr/>
          <p:nvPr/>
        </p:nvSpPr>
        <p:spPr>
          <a:xfrm>
            <a:off x="5296503" y="5937132"/>
            <a:ext cx="332353" cy="332353"/>
          </a:xfrm>
          <a:prstGeom prst="hear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 name="Image 4" descr="Une image contenant texte&#10;&#10;Description générée automatiquement">
            <a:extLst>
              <a:ext uri="{FF2B5EF4-FFF2-40B4-BE49-F238E27FC236}">
                <a16:creationId xmlns:a16="http://schemas.microsoft.com/office/drawing/2014/main" id="{DC66DF54-8B9A-4317-BA59-4BD08E20A09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890" y="0"/>
            <a:ext cx="4902398" cy="6858000"/>
          </a:xfrm>
          <a:prstGeom prst="rect">
            <a:avLst/>
          </a:prstGeom>
        </p:spPr>
      </p:pic>
    </p:spTree>
    <p:extLst>
      <p:ext uri="{BB962C8B-B14F-4D97-AF65-F5344CB8AC3E}">
        <p14:creationId xmlns:p14="http://schemas.microsoft.com/office/powerpoint/2010/main" val="17298046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030743-0269-4507-A8BE-A04A381C265B}"/>
              </a:ext>
            </a:extLst>
          </p:cNvPr>
          <p:cNvSpPr>
            <a:spLocks noGrp="1"/>
          </p:cNvSpPr>
          <p:nvPr>
            <p:ph type="title"/>
          </p:nvPr>
        </p:nvSpPr>
        <p:spPr/>
        <p:txBody>
          <a:bodyPr/>
          <a:lstStyle/>
          <a:p>
            <a:r>
              <a:rPr lang="fr-FR" dirty="0"/>
              <a:t>Autres règles</a:t>
            </a:r>
          </a:p>
        </p:txBody>
      </p:sp>
      <p:sp>
        <p:nvSpPr>
          <p:cNvPr id="3" name="Espace réservé du contenu 2">
            <a:extLst>
              <a:ext uri="{FF2B5EF4-FFF2-40B4-BE49-F238E27FC236}">
                <a16:creationId xmlns:a16="http://schemas.microsoft.com/office/drawing/2014/main" id="{F38C36B0-357E-4D85-817D-4A93B16F3BAF}"/>
              </a:ext>
            </a:extLst>
          </p:cNvPr>
          <p:cNvSpPr>
            <a:spLocks noGrp="1"/>
          </p:cNvSpPr>
          <p:nvPr>
            <p:ph idx="1"/>
          </p:nvPr>
        </p:nvSpPr>
        <p:spPr>
          <a:xfrm>
            <a:off x="1115568" y="2478024"/>
            <a:ext cx="10168128" cy="3967932"/>
          </a:xfrm>
        </p:spPr>
        <p:txBody>
          <a:bodyPr>
            <a:normAutofit fontScale="85000" lnSpcReduction="20000"/>
          </a:bodyPr>
          <a:lstStyle/>
          <a:p>
            <a:r>
              <a:rPr lang="fr-FR" dirty="0"/>
              <a:t>Tout artefact ne peut être acquis qu'UNE seule fois.</a:t>
            </a:r>
          </a:p>
          <a:p>
            <a:endParaRPr lang="fr-FR" dirty="0"/>
          </a:p>
          <a:p>
            <a:endParaRPr lang="fr-FR" dirty="0"/>
          </a:p>
          <a:p>
            <a:r>
              <a:rPr lang="fr-FR" dirty="0"/>
              <a:t>Les sponsors, la grande équipe et le petit groupe ne peuvent être recrutés qu'UNE seule fois.</a:t>
            </a:r>
          </a:p>
          <a:p>
            <a:endParaRPr lang="fr-FR" dirty="0"/>
          </a:p>
          <a:p>
            <a:endParaRPr lang="fr-FR" dirty="0"/>
          </a:p>
          <a:p>
            <a:r>
              <a:rPr lang="fr-FR" dirty="0"/>
              <a:t>Les actions d'amélioration de la structure ne peuvent être effectuées qu'une seule fois.</a:t>
            </a:r>
          </a:p>
        </p:txBody>
      </p:sp>
      <p:pic>
        <p:nvPicPr>
          <p:cNvPr id="4" name="Image 3" descr="Une image contenant texte&#10;&#10;Description générée automatiquement">
            <a:extLst>
              <a:ext uri="{FF2B5EF4-FFF2-40B4-BE49-F238E27FC236}">
                <a16:creationId xmlns:a16="http://schemas.microsoft.com/office/drawing/2014/main" id="{4DABC400-B963-4E72-B278-5A9037AA54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5443" y="1820333"/>
            <a:ext cx="1149945" cy="1608667"/>
          </a:xfrm>
          <a:prstGeom prst="rect">
            <a:avLst/>
          </a:prstGeom>
        </p:spPr>
      </p:pic>
      <p:pic>
        <p:nvPicPr>
          <p:cNvPr id="5" name="Image 4" descr="Une image contenant texte&#10;&#10;Description générée automatiquement">
            <a:extLst>
              <a:ext uri="{FF2B5EF4-FFF2-40B4-BE49-F238E27FC236}">
                <a16:creationId xmlns:a16="http://schemas.microsoft.com/office/drawing/2014/main" id="{7E28E321-DDA2-45B3-AA7B-74AFDA6909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5442" y="3517509"/>
            <a:ext cx="1149946" cy="1608667"/>
          </a:xfrm>
          <a:prstGeom prst="rect">
            <a:avLst/>
          </a:prstGeom>
        </p:spPr>
      </p:pic>
      <p:pic>
        <p:nvPicPr>
          <p:cNvPr id="6" name="Image 5" descr="Une image contenant texte&#10;&#10;Description générée automatiquement">
            <a:extLst>
              <a:ext uri="{FF2B5EF4-FFF2-40B4-BE49-F238E27FC236}">
                <a16:creationId xmlns:a16="http://schemas.microsoft.com/office/drawing/2014/main" id="{4B1D650F-683A-4AF9-BC10-78D58218F10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7534" y="5218293"/>
            <a:ext cx="1189648" cy="1664206"/>
          </a:xfrm>
          <a:prstGeom prst="rect">
            <a:avLst/>
          </a:prstGeom>
        </p:spPr>
      </p:pic>
    </p:spTree>
    <p:extLst>
      <p:ext uri="{BB962C8B-B14F-4D97-AF65-F5344CB8AC3E}">
        <p14:creationId xmlns:p14="http://schemas.microsoft.com/office/powerpoint/2010/main" val="3717146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6825ADB0-6B55-48AA-8CB2-18534DA1E28C}"/>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dirty="0" err="1"/>
              <a:t>Détails</a:t>
            </a:r>
            <a:r>
              <a:rPr lang="en-US" sz="7200" dirty="0"/>
              <a:t> des </a:t>
            </a:r>
            <a:r>
              <a:rPr lang="en-US" sz="7200" dirty="0" err="1"/>
              <a:t>cartes</a:t>
            </a:r>
            <a:endParaRPr lang="en-US" sz="7200" dirty="0"/>
          </a:p>
        </p:txBody>
      </p:sp>
      <p:sp>
        <p:nvSpPr>
          <p:cNvPr id="5" name="Espace réservé du texte 4">
            <a:extLst>
              <a:ext uri="{FF2B5EF4-FFF2-40B4-BE49-F238E27FC236}">
                <a16:creationId xmlns:a16="http://schemas.microsoft.com/office/drawing/2014/main" id="{8DFC07AB-D375-427C-93EE-9E4BCCE55DE3}"/>
              </a:ext>
            </a:extLst>
          </p:cNvPr>
          <p:cNvSpPr>
            <a:spLocks noGrp="1"/>
          </p:cNvSpPr>
          <p:nvPr>
            <p:ph type="body" idx="1"/>
          </p:nvPr>
        </p:nvSpPr>
        <p:spPr>
          <a:xfrm>
            <a:off x="1966912" y="5645150"/>
            <a:ext cx="8258176" cy="631825"/>
          </a:xfrm>
        </p:spPr>
        <p:txBody>
          <a:bodyPr vert="horz" lIns="91440" tIns="45720" rIns="91440" bIns="45720" rtlCol="0" anchor="ctr">
            <a:normAutofit/>
          </a:bodyPr>
          <a:lstStyle/>
          <a:p>
            <a:pPr algn="ctr"/>
            <a:endParaRPr lang="en-US" sz="2800" dirty="0"/>
          </a:p>
        </p:txBody>
      </p:sp>
    </p:spTree>
    <p:extLst>
      <p:ext uri="{BB962C8B-B14F-4D97-AF65-F5344CB8AC3E}">
        <p14:creationId xmlns:p14="http://schemas.microsoft.com/office/powerpoint/2010/main" val="33103945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D08E87C2-E085-45B8-B627-9FA1C707F17A}"/>
              </a:ext>
            </a:extLst>
          </p:cNvPr>
          <p:cNvSpPr>
            <a:spLocks noGrp="1"/>
          </p:cNvSpPr>
          <p:nvPr>
            <p:ph type="title"/>
          </p:nvPr>
        </p:nvSpPr>
        <p:spPr/>
        <p:txBody>
          <a:bodyPr>
            <a:normAutofit/>
          </a:bodyPr>
          <a:lstStyle/>
          <a:p>
            <a:r>
              <a:rPr lang="fr-FR" dirty="0"/>
              <a:t>Autres propriétés de la carte</a:t>
            </a:r>
            <a:endParaRPr lang="en-US" dirty="0"/>
          </a:p>
        </p:txBody>
      </p:sp>
      <p:sp>
        <p:nvSpPr>
          <p:cNvPr id="5" name="Espace réservé du contenu 4">
            <a:extLst>
              <a:ext uri="{FF2B5EF4-FFF2-40B4-BE49-F238E27FC236}">
                <a16:creationId xmlns:a16="http://schemas.microsoft.com/office/drawing/2014/main" id="{9DE35906-0723-4092-AD69-E6814D9BF701}"/>
              </a:ext>
            </a:extLst>
          </p:cNvPr>
          <p:cNvSpPr>
            <a:spLocks noGrp="1"/>
          </p:cNvSpPr>
          <p:nvPr>
            <p:ph idx="1"/>
          </p:nvPr>
        </p:nvSpPr>
        <p:spPr>
          <a:xfrm>
            <a:off x="2624328" y="2148396"/>
            <a:ext cx="8416712" cy="4318986"/>
          </a:xfrm>
        </p:spPr>
        <p:txBody>
          <a:bodyPr>
            <a:normAutofit/>
          </a:bodyPr>
          <a:lstStyle/>
          <a:p>
            <a:pPr marL="0" indent="0">
              <a:buNone/>
            </a:pPr>
            <a:r>
              <a:rPr lang="fr-FR" sz="1600" b="1" dirty="0"/>
              <a:t>Externe / Interne : </a:t>
            </a:r>
            <a:r>
              <a:rPr lang="fr-FR" sz="1600" dirty="0"/>
              <a:t>les événements externes se déroulent entre votre communauté et des personnes extérieures, tandis que les événements internes ne concernent que les membres de la communauté.</a:t>
            </a:r>
          </a:p>
          <a:p>
            <a:pPr marL="0" indent="0">
              <a:buNone/>
            </a:pPr>
            <a:r>
              <a:rPr lang="fr-FR" sz="1600" b="1" dirty="0" err="1"/>
              <a:t>Pré-requis</a:t>
            </a:r>
            <a:r>
              <a:rPr lang="fr-FR" sz="1600" b="1" dirty="0"/>
              <a:t> : </a:t>
            </a:r>
            <a:r>
              <a:rPr lang="fr-FR" sz="1600" dirty="0"/>
              <a:t>Tout ne peut pas être fait ou construit, et tout le monde ne peut pas être recruté avec seulement un minimum d'effectifs et un sentiment d'appartenance. Certaines cartes peuvent nécessiter des actions passées, des recrues spécifiques, des artefacts acquis, une valeur totale livrée, des conditions spécifiques</a:t>
            </a:r>
            <a:r>
              <a:rPr lang="fr-FR" sz="1600" b="1" dirty="0"/>
              <a:t>.</a:t>
            </a:r>
          </a:p>
          <a:p>
            <a:pPr marL="0" indent="0">
              <a:buNone/>
            </a:pPr>
            <a:r>
              <a:rPr lang="fr-FR" sz="1600" b="1" dirty="0"/>
              <a:t>Individus / équipe / Groupe / Communauté : </a:t>
            </a:r>
            <a:r>
              <a:rPr lang="fr-FR" sz="1600" dirty="0"/>
              <a:t>Les actions que vous effectuez peuvent cibler des individus, des équipes, des groupes ou l'ensemble de la communauté.</a:t>
            </a:r>
          </a:p>
          <a:p>
            <a:pPr marL="0" indent="0">
              <a:buNone/>
            </a:pPr>
            <a:r>
              <a:rPr lang="fr-FR" sz="1600" b="1" dirty="0"/>
              <a:t>Deck : </a:t>
            </a:r>
            <a:r>
              <a:rPr lang="fr-FR" sz="1600" dirty="0"/>
              <a:t>Des Decks supplémentaires s'ajoutent régulièrement à #OpenSeriousCommunity. Vous pouvez choisir de jouer le jeu classique ou d'ajouter les extensions. </a:t>
            </a:r>
          </a:p>
          <a:p>
            <a:pPr marL="0" indent="0">
              <a:buNone/>
            </a:pPr>
            <a:endParaRPr lang="fr-FR" sz="1600" b="1" dirty="0"/>
          </a:p>
        </p:txBody>
      </p:sp>
      <p:pic>
        <p:nvPicPr>
          <p:cNvPr id="6" name="Graphique 5" descr="Groupe avec un remplissage uni">
            <a:extLst>
              <a:ext uri="{FF2B5EF4-FFF2-40B4-BE49-F238E27FC236}">
                <a16:creationId xmlns:a16="http://schemas.microsoft.com/office/drawing/2014/main" id="{98037076-B52E-4C35-9331-832FC830CAD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09472" y="3984277"/>
            <a:ext cx="647223" cy="647223"/>
          </a:xfrm>
          <a:prstGeom prst="rect">
            <a:avLst/>
          </a:prstGeom>
        </p:spPr>
      </p:pic>
      <p:grpSp>
        <p:nvGrpSpPr>
          <p:cNvPr id="7" name="Groupe 6">
            <a:extLst>
              <a:ext uri="{FF2B5EF4-FFF2-40B4-BE49-F238E27FC236}">
                <a16:creationId xmlns:a16="http://schemas.microsoft.com/office/drawing/2014/main" id="{ED38C799-2B38-47D9-939E-D35F054B3E23}"/>
              </a:ext>
            </a:extLst>
          </p:cNvPr>
          <p:cNvGrpSpPr/>
          <p:nvPr/>
        </p:nvGrpSpPr>
        <p:grpSpPr>
          <a:xfrm>
            <a:off x="1073983" y="3965244"/>
            <a:ext cx="795834" cy="685354"/>
            <a:chOff x="580554" y="3987276"/>
            <a:chExt cx="555788" cy="478632"/>
          </a:xfrm>
          <a:solidFill>
            <a:srgbClr val="ED7D31"/>
          </a:solidFill>
        </p:grpSpPr>
        <p:pic>
          <p:nvPicPr>
            <p:cNvPr id="8" name="Graphique 7" descr="Groupe avec un remplissage uni">
              <a:extLst>
                <a:ext uri="{FF2B5EF4-FFF2-40B4-BE49-F238E27FC236}">
                  <a16:creationId xmlns:a16="http://schemas.microsoft.com/office/drawing/2014/main" id="{5DA150D9-F5C1-4690-A5BD-C2843792822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6167" y="3987276"/>
              <a:ext cx="285305" cy="285305"/>
            </a:xfrm>
            <a:prstGeom prst="rect">
              <a:avLst/>
            </a:prstGeom>
          </p:spPr>
        </p:pic>
        <p:pic>
          <p:nvPicPr>
            <p:cNvPr id="9" name="Graphique 8" descr="Groupe avec un remplissage uni">
              <a:extLst>
                <a:ext uri="{FF2B5EF4-FFF2-40B4-BE49-F238E27FC236}">
                  <a16:creationId xmlns:a16="http://schemas.microsoft.com/office/drawing/2014/main" id="{B0B51B9F-06C6-44F3-A335-249181A69DD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80554" y="4180603"/>
              <a:ext cx="285305" cy="285305"/>
            </a:xfrm>
            <a:prstGeom prst="rect">
              <a:avLst/>
            </a:prstGeom>
          </p:spPr>
        </p:pic>
        <p:pic>
          <p:nvPicPr>
            <p:cNvPr id="10" name="Graphique 9" descr="Groupe avec un remplissage uni">
              <a:extLst>
                <a:ext uri="{FF2B5EF4-FFF2-40B4-BE49-F238E27FC236}">
                  <a16:creationId xmlns:a16="http://schemas.microsoft.com/office/drawing/2014/main" id="{149CC493-3BF6-472F-99BD-16DDCD4430A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51037" y="4180602"/>
              <a:ext cx="285305" cy="285305"/>
            </a:xfrm>
            <a:prstGeom prst="rect">
              <a:avLst/>
            </a:prstGeom>
          </p:spPr>
        </p:pic>
      </p:grpSp>
      <p:grpSp>
        <p:nvGrpSpPr>
          <p:cNvPr id="11" name="Groupe 10">
            <a:extLst>
              <a:ext uri="{FF2B5EF4-FFF2-40B4-BE49-F238E27FC236}">
                <a16:creationId xmlns:a16="http://schemas.microsoft.com/office/drawing/2014/main" id="{34B1A631-29A7-4823-8D16-032A34AA8544}"/>
              </a:ext>
            </a:extLst>
          </p:cNvPr>
          <p:cNvGrpSpPr/>
          <p:nvPr/>
        </p:nvGrpSpPr>
        <p:grpSpPr>
          <a:xfrm>
            <a:off x="1990186" y="4038340"/>
            <a:ext cx="550624" cy="593160"/>
            <a:chOff x="5046941" y="2636554"/>
            <a:chExt cx="550624" cy="593160"/>
          </a:xfrm>
        </p:grpSpPr>
        <p:pic>
          <p:nvPicPr>
            <p:cNvPr id="12" name="Graphique 11" descr="Monde avec un remplissage uni">
              <a:extLst>
                <a:ext uri="{FF2B5EF4-FFF2-40B4-BE49-F238E27FC236}">
                  <a16:creationId xmlns:a16="http://schemas.microsoft.com/office/drawing/2014/main" id="{B317EA2F-BDDB-48CC-917F-11C64A0E4BDD}"/>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7173" r="-1"/>
            <a:stretch/>
          </p:blipFill>
          <p:spPr>
            <a:xfrm>
              <a:off x="5046941" y="2636554"/>
              <a:ext cx="550624" cy="593160"/>
            </a:xfrm>
            <a:prstGeom prst="rect">
              <a:avLst/>
            </a:prstGeom>
          </p:spPr>
        </p:pic>
        <p:pic>
          <p:nvPicPr>
            <p:cNvPr id="13" name="Graphique 12" descr="Monde avec un remplissage uni">
              <a:extLst>
                <a:ext uri="{FF2B5EF4-FFF2-40B4-BE49-F238E27FC236}">
                  <a16:creationId xmlns:a16="http://schemas.microsoft.com/office/drawing/2014/main" id="{8B01440C-D2F5-48F3-84DB-39018AA7BCA3}"/>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29716" t="30008" r="27849" b="30408"/>
            <a:stretch/>
          </p:blipFill>
          <p:spPr>
            <a:xfrm>
              <a:off x="5180657" y="2809632"/>
              <a:ext cx="251709" cy="234792"/>
            </a:xfrm>
            <a:prstGeom prst="rect">
              <a:avLst/>
            </a:prstGeom>
          </p:spPr>
        </p:pic>
      </p:grpSp>
    </p:spTree>
    <p:extLst>
      <p:ext uri="{BB962C8B-B14F-4D97-AF65-F5344CB8AC3E}">
        <p14:creationId xmlns:p14="http://schemas.microsoft.com/office/powerpoint/2010/main" val="18970467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D08E87C2-E085-45B8-B627-9FA1C707F17A}"/>
              </a:ext>
            </a:extLst>
          </p:cNvPr>
          <p:cNvSpPr>
            <a:spLocks noGrp="1"/>
          </p:cNvSpPr>
          <p:nvPr>
            <p:ph type="title"/>
          </p:nvPr>
        </p:nvSpPr>
        <p:spPr/>
        <p:txBody>
          <a:bodyPr>
            <a:normAutofit/>
          </a:bodyPr>
          <a:lstStyle/>
          <a:p>
            <a:r>
              <a:rPr lang="en-US" dirty="0" err="1"/>
              <a:t>Effets</a:t>
            </a:r>
            <a:r>
              <a:rPr lang="en-US" dirty="0"/>
              <a:t> </a:t>
            </a:r>
            <a:r>
              <a:rPr lang="en-US" dirty="0" err="1"/>
              <a:t>secondaires</a:t>
            </a:r>
            <a:r>
              <a:rPr lang="en-US" dirty="0"/>
              <a:t> des </a:t>
            </a:r>
            <a:r>
              <a:rPr lang="en-US" dirty="0" err="1"/>
              <a:t>cartes</a:t>
            </a:r>
            <a:endParaRPr lang="en-US" dirty="0"/>
          </a:p>
        </p:txBody>
      </p:sp>
      <p:sp>
        <p:nvSpPr>
          <p:cNvPr id="5" name="Espace réservé du contenu 4">
            <a:extLst>
              <a:ext uri="{FF2B5EF4-FFF2-40B4-BE49-F238E27FC236}">
                <a16:creationId xmlns:a16="http://schemas.microsoft.com/office/drawing/2014/main" id="{9DE35906-0723-4092-AD69-E6814D9BF701}"/>
              </a:ext>
            </a:extLst>
          </p:cNvPr>
          <p:cNvSpPr>
            <a:spLocks noGrp="1"/>
          </p:cNvSpPr>
          <p:nvPr>
            <p:ph idx="1"/>
          </p:nvPr>
        </p:nvSpPr>
        <p:spPr>
          <a:xfrm>
            <a:off x="1242874" y="2148396"/>
            <a:ext cx="9798166" cy="4318986"/>
          </a:xfrm>
        </p:spPr>
        <p:txBody>
          <a:bodyPr>
            <a:normAutofit fontScale="70000" lnSpcReduction="20000"/>
          </a:bodyPr>
          <a:lstStyle/>
          <a:p>
            <a:pPr marL="0" indent="0">
              <a:buNone/>
            </a:pPr>
            <a:r>
              <a:rPr lang="fr-FR" sz="1600" dirty="0"/>
              <a:t>Les actions, les artefacts et même les recrues peuvent avoir des effets secondaires qui vous aident à atteindre votre objectif ou le rendent plus difficile. Voici quelques exemples (non exhaustifs) : </a:t>
            </a:r>
          </a:p>
          <a:p>
            <a:pPr marL="0" indent="0">
              <a:buNone/>
            </a:pPr>
            <a:r>
              <a:rPr lang="fr-FR" sz="1600" b="1" dirty="0">
                <a:solidFill>
                  <a:srgbClr val="00B050"/>
                </a:solidFill>
              </a:rPr>
              <a:t>Promotion</a:t>
            </a:r>
            <a:r>
              <a:rPr lang="fr-FR" sz="1600" dirty="0"/>
              <a:t> : Diminue le coût de la prochaine Recrue de X👍.</a:t>
            </a:r>
          </a:p>
          <a:p>
            <a:pPr marL="0" indent="0">
              <a:buNone/>
            </a:pPr>
            <a:r>
              <a:rPr lang="fr-FR" sz="1600" b="1" dirty="0">
                <a:solidFill>
                  <a:srgbClr val="00B050"/>
                </a:solidFill>
              </a:rPr>
              <a:t>Lien </a:t>
            </a:r>
            <a:r>
              <a:rPr lang="fr-FR" sz="1600" dirty="0"/>
              <a:t>: Augmente le sentiment d'appartenance de X 🖤</a:t>
            </a:r>
          </a:p>
          <a:p>
            <a:pPr marL="0" indent="0">
              <a:buNone/>
            </a:pPr>
            <a:r>
              <a:rPr lang="fr-FR" sz="1600" b="1" dirty="0">
                <a:solidFill>
                  <a:srgbClr val="00B050"/>
                </a:solidFill>
              </a:rPr>
              <a:t>Meilleures opérations </a:t>
            </a:r>
            <a:r>
              <a:rPr lang="fr-FR" sz="1600" dirty="0"/>
              <a:t>: Diminue le coût des N prochaines actions d'un certain type par X🔋 (peut aussi s'appliquer aux recrutements et aux artefacts).</a:t>
            </a:r>
          </a:p>
          <a:p>
            <a:pPr marL="0" indent="0">
              <a:buNone/>
            </a:pPr>
            <a:r>
              <a:rPr lang="fr-FR" sz="1600" b="1" dirty="0">
                <a:solidFill>
                  <a:srgbClr val="00B050"/>
                </a:solidFill>
              </a:rPr>
              <a:t>Meilleure valeur </a:t>
            </a:r>
            <a:r>
              <a:rPr lang="fr-FR" sz="1600" dirty="0"/>
              <a:t>: Augmente la valeur générée par les N prochaines actions d'un certain type de X👍.</a:t>
            </a:r>
          </a:p>
          <a:p>
            <a:pPr marL="0" indent="0">
              <a:buNone/>
            </a:pPr>
            <a:r>
              <a:rPr lang="fr-FR" sz="1600" b="1" dirty="0">
                <a:solidFill>
                  <a:srgbClr val="00B050"/>
                </a:solidFill>
              </a:rPr>
              <a:t>Capacité : </a:t>
            </a:r>
            <a:r>
              <a:rPr lang="fr-FR" sz="1600" dirty="0"/>
              <a:t>Augmente votre capacité de travail de X 🔋</a:t>
            </a:r>
          </a:p>
          <a:p>
            <a:pPr marL="0" indent="0">
              <a:buNone/>
            </a:pPr>
            <a:r>
              <a:rPr lang="fr-FR" sz="1600" b="1" dirty="0">
                <a:solidFill>
                  <a:srgbClr val="00B050"/>
                </a:solidFill>
              </a:rPr>
              <a:t>Valeur étendue du contenu </a:t>
            </a:r>
            <a:r>
              <a:rPr lang="fr-FR" sz="1600" dirty="0"/>
              <a:t>: En plus de la valeur générée du mois, les cartes de contenu génèrent de la valeur sur le mois 2, le mois 3, ....</a:t>
            </a:r>
          </a:p>
          <a:p>
            <a:pPr marL="0" indent="0">
              <a:buNone/>
            </a:pPr>
            <a:endParaRPr lang="fr-FR" sz="1600" dirty="0"/>
          </a:p>
          <a:p>
            <a:pPr marL="0" indent="0">
              <a:buNone/>
            </a:pPr>
            <a:r>
              <a:rPr lang="fr-FR" sz="1600" b="1" dirty="0">
                <a:solidFill>
                  <a:srgbClr val="FF0000"/>
                </a:solidFill>
              </a:rPr>
              <a:t>Coût supplémentaire </a:t>
            </a:r>
            <a:r>
              <a:rPr lang="fr-FR" sz="1600" dirty="0"/>
              <a:t>: Augmente le coût des actions de X 🔋</a:t>
            </a:r>
          </a:p>
          <a:p>
            <a:pPr marL="0" indent="0">
              <a:buNone/>
            </a:pPr>
            <a:r>
              <a:rPr lang="fr-FR" sz="1600" b="1" dirty="0">
                <a:solidFill>
                  <a:srgbClr val="FF0000"/>
                </a:solidFill>
              </a:rPr>
              <a:t>Coût d'entretien </a:t>
            </a:r>
            <a:r>
              <a:rPr lang="fr-FR" sz="1600" dirty="0"/>
              <a:t>: coûte un certain nombre d'efforts 🔋 chaque mois, sinon il est désactivé ou même jeté.</a:t>
            </a:r>
          </a:p>
          <a:p>
            <a:pPr marL="0" indent="0">
              <a:buNone/>
            </a:pPr>
            <a:r>
              <a:rPr lang="fr-FR" sz="1600" b="1" dirty="0">
                <a:solidFill>
                  <a:srgbClr val="FF0000"/>
                </a:solidFill>
              </a:rPr>
              <a:t>Isolement </a:t>
            </a:r>
            <a:r>
              <a:rPr lang="fr-FR" sz="1600" dirty="0"/>
              <a:t>: Diminue le sentiment d'appartenance de X 🖤</a:t>
            </a:r>
          </a:p>
          <a:p>
            <a:pPr marL="0" indent="0">
              <a:buNone/>
            </a:pPr>
            <a:r>
              <a:rPr lang="fr-FR" sz="1600" b="1" dirty="0">
                <a:solidFill>
                  <a:srgbClr val="FF0000"/>
                </a:solidFill>
              </a:rPr>
              <a:t>Décroissance</a:t>
            </a:r>
            <a:r>
              <a:rPr lang="fr-FR" sz="1600" dirty="0"/>
              <a:t>: Diminue le nombre de membres de ….</a:t>
            </a:r>
          </a:p>
          <a:p>
            <a:pPr marL="0" indent="0">
              <a:buNone/>
            </a:pPr>
            <a:endParaRPr lang="fr-FR" sz="1600" dirty="0"/>
          </a:p>
          <a:p>
            <a:pPr marL="0" indent="0">
              <a:buNone/>
            </a:pPr>
            <a:r>
              <a:rPr lang="fr-FR" sz="1600" b="1" dirty="0"/>
              <a:t>Effort long </a:t>
            </a:r>
            <a:r>
              <a:rPr lang="fr-FR" sz="1600" dirty="0"/>
              <a:t>: Vous pouvez empiler vos dépenses 🔋 sur plusieurs mois pour obtenir cette carte.</a:t>
            </a:r>
          </a:p>
          <a:p>
            <a:pPr marL="0" indent="0">
              <a:buNone/>
            </a:pPr>
            <a:r>
              <a:rPr lang="fr-FR" sz="1600" b="1" dirty="0"/>
              <a:t>Effet retardé </a:t>
            </a:r>
            <a:r>
              <a:rPr lang="fr-FR" sz="1600" dirty="0"/>
              <a:t>: Cette carte a un effet après X mois actifs, y compris le mois de lancement.</a:t>
            </a:r>
          </a:p>
          <a:p>
            <a:pPr marL="0" indent="0">
              <a:buNone/>
            </a:pPr>
            <a:endParaRPr lang="fr-FR" sz="1600" dirty="0"/>
          </a:p>
          <a:p>
            <a:pPr marL="0" indent="0">
              <a:buNone/>
            </a:pPr>
            <a:endParaRPr lang="fr-FR" sz="1600" dirty="0"/>
          </a:p>
        </p:txBody>
      </p:sp>
    </p:spTree>
    <p:extLst>
      <p:ext uri="{BB962C8B-B14F-4D97-AF65-F5344CB8AC3E}">
        <p14:creationId xmlns:p14="http://schemas.microsoft.com/office/powerpoint/2010/main" val="36447459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6825ADB0-6B55-48AA-8CB2-18534DA1E28C}"/>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dirty="0"/>
              <a:t>Gameplay</a:t>
            </a:r>
          </a:p>
        </p:txBody>
      </p:sp>
      <p:sp>
        <p:nvSpPr>
          <p:cNvPr id="5" name="Espace réservé du texte 4">
            <a:extLst>
              <a:ext uri="{FF2B5EF4-FFF2-40B4-BE49-F238E27FC236}">
                <a16:creationId xmlns:a16="http://schemas.microsoft.com/office/drawing/2014/main" id="{8DFC07AB-D375-427C-93EE-9E4BCCE55DE3}"/>
              </a:ext>
            </a:extLst>
          </p:cNvPr>
          <p:cNvSpPr>
            <a:spLocks noGrp="1"/>
          </p:cNvSpPr>
          <p:nvPr>
            <p:ph type="body" idx="1"/>
          </p:nvPr>
        </p:nvSpPr>
        <p:spPr>
          <a:xfrm>
            <a:off x="1966912" y="5645150"/>
            <a:ext cx="8258176" cy="631825"/>
          </a:xfrm>
        </p:spPr>
        <p:txBody>
          <a:bodyPr vert="horz" lIns="91440" tIns="45720" rIns="91440" bIns="45720" rtlCol="0" anchor="ctr">
            <a:normAutofit/>
          </a:bodyPr>
          <a:lstStyle/>
          <a:p>
            <a:pPr algn="ctr"/>
            <a:endParaRPr lang="en-US" sz="2800" dirty="0"/>
          </a:p>
        </p:txBody>
      </p:sp>
    </p:spTree>
    <p:extLst>
      <p:ext uri="{BB962C8B-B14F-4D97-AF65-F5344CB8AC3E}">
        <p14:creationId xmlns:p14="http://schemas.microsoft.com/office/powerpoint/2010/main" val="40480098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764100C1-171E-478C-9C84-B23EDD71B8C0}"/>
              </a:ext>
            </a:extLst>
          </p:cNvPr>
          <p:cNvSpPr>
            <a:spLocks noGrp="1"/>
          </p:cNvSpPr>
          <p:nvPr>
            <p:ph type="title" idx="4294967295"/>
          </p:nvPr>
        </p:nvSpPr>
        <p:spPr>
          <a:xfrm>
            <a:off x="636092" y="57781"/>
            <a:ext cx="10167937" cy="1179513"/>
          </a:xfrm>
        </p:spPr>
        <p:txBody>
          <a:bodyPr/>
          <a:lstStyle/>
          <a:p>
            <a:r>
              <a:rPr lang="en-US" dirty="0"/>
              <a:t>Plateau de jeu</a:t>
            </a:r>
          </a:p>
        </p:txBody>
      </p:sp>
      <p:graphicFrame>
        <p:nvGraphicFramePr>
          <p:cNvPr id="6" name="Tableau 6">
            <a:extLst>
              <a:ext uri="{FF2B5EF4-FFF2-40B4-BE49-F238E27FC236}">
                <a16:creationId xmlns:a16="http://schemas.microsoft.com/office/drawing/2014/main" id="{042F0DA9-5D5C-4035-8CD0-E929899A5DCB}"/>
              </a:ext>
            </a:extLst>
          </p:cNvPr>
          <p:cNvGraphicFramePr>
            <a:graphicFrameLocks noGrp="1"/>
          </p:cNvGraphicFramePr>
          <p:nvPr>
            <p:extLst>
              <p:ext uri="{D42A27DB-BD31-4B8C-83A1-F6EECF244321}">
                <p14:modId xmlns:p14="http://schemas.microsoft.com/office/powerpoint/2010/main" val="1863485293"/>
              </p:ext>
            </p:extLst>
          </p:nvPr>
        </p:nvGraphicFramePr>
        <p:xfrm>
          <a:off x="0" y="1295948"/>
          <a:ext cx="3627552" cy="5539143"/>
        </p:xfrm>
        <a:graphic>
          <a:graphicData uri="http://schemas.openxmlformats.org/drawingml/2006/table">
            <a:tbl>
              <a:tblPr firstRow="1" bandRow="1">
                <a:tableStyleId>{5C22544A-7EE6-4342-B048-85BDC9FD1C3A}</a:tableStyleId>
              </a:tblPr>
              <a:tblGrid>
                <a:gridCol w="906888">
                  <a:extLst>
                    <a:ext uri="{9D8B030D-6E8A-4147-A177-3AD203B41FA5}">
                      <a16:colId xmlns:a16="http://schemas.microsoft.com/office/drawing/2014/main" val="1136719263"/>
                    </a:ext>
                  </a:extLst>
                </a:gridCol>
                <a:gridCol w="906888">
                  <a:extLst>
                    <a:ext uri="{9D8B030D-6E8A-4147-A177-3AD203B41FA5}">
                      <a16:colId xmlns:a16="http://schemas.microsoft.com/office/drawing/2014/main" val="2002738752"/>
                    </a:ext>
                  </a:extLst>
                </a:gridCol>
                <a:gridCol w="906888">
                  <a:extLst>
                    <a:ext uri="{9D8B030D-6E8A-4147-A177-3AD203B41FA5}">
                      <a16:colId xmlns:a16="http://schemas.microsoft.com/office/drawing/2014/main" val="1296330431"/>
                    </a:ext>
                  </a:extLst>
                </a:gridCol>
                <a:gridCol w="906888">
                  <a:extLst>
                    <a:ext uri="{9D8B030D-6E8A-4147-A177-3AD203B41FA5}">
                      <a16:colId xmlns:a16="http://schemas.microsoft.com/office/drawing/2014/main" val="848576917"/>
                    </a:ext>
                  </a:extLst>
                </a:gridCol>
              </a:tblGrid>
              <a:tr h="780335">
                <a:tc>
                  <a:txBody>
                    <a:bodyPr/>
                    <a:lstStyle/>
                    <a:p>
                      <a:endParaRPr lang="en-US" sz="1200" dirty="0"/>
                    </a:p>
                  </a:txBody>
                  <a:tcPr/>
                </a:tc>
                <a:tc>
                  <a:txBody>
                    <a:bodyPr/>
                    <a:lstStyle/>
                    <a:p>
                      <a:r>
                        <a:rPr lang="en-US" sz="1050" dirty="0"/>
                        <a:t>Janvier</a:t>
                      </a:r>
                    </a:p>
                  </a:txBody>
                  <a:tcPr/>
                </a:tc>
                <a:tc>
                  <a:txBody>
                    <a:bodyPr/>
                    <a:lstStyle/>
                    <a:p>
                      <a:r>
                        <a:rPr lang="en-US" sz="1050" dirty="0" err="1"/>
                        <a:t>Février</a:t>
                      </a:r>
                      <a:endParaRPr lang="en-US" sz="1050" dirty="0"/>
                    </a:p>
                  </a:txBody>
                  <a:tcPr/>
                </a:tc>
                <a:tc>
                  <a:txBody>
                    <a:bodyPr/>
                    <a:lstStyle/>
                    <a:p>
                      <a:r>
                        <a:rPr lang="en-US" sz="1050" dirty="0"/>
                        <a:t>Mars</a:t>
                      </a:r>
                    </a:p>
                  </a:txBody>
                  <a:tcPr/>
                </a:tc>
                <a:extLst>
                  <a:ext uri="{0D108BD9-81ED-4DB2-BD59-A6C34878D82A}">
                    <a16:rowId xmlns:a16="http://schemas.microsoft.com/office/drawing/2014/main" val="3117056282"/>
                  </a:ext>
                </a:extLst>
              </a:tr>
              <a:tr h="1334324">
                <a:tc>
                  <a:txBody>
                    <a:bodyPr/>
                    <a:lstStyle/>
                    <a:p>
                      <a:r>
                        <a:rPr lang="en-US" sz="900" dirty="0"/>
                        <a:t>Au début du </a:t>
                      </a:r>
                      <a:r>
                        <a:rPr lang="en-US" sz="900" dirty="0" err="1"/>
                        <a:t>mois</a:t>
                      </a:r>
                      <a:endParaRPr lang="en-US" sz="900" dirty="0"/>
                    </a:p>
                  </a:txBody>
                  <a:tcPr/>
                </a:tc>
                <a:tc>
                  <a:txBody>
                    <a:bodyPr/>
                    <a:lstStyle/>
                    <a:p>
                      <a:pPr lvl="0"/>
                      <a:r>
                        <a:rPr lang="en-US" sz="2000" dirty="0">
                          <a:solidFill>
                            <a:schemeClr val="tx1"/>
                          </a:solidFill>
                        </a:rPr>
                        <a:t>    </a:t>
                      </a:r>
                    </a:p>
                    <a:p>
                      <a:pPr lvl="0"/>
                      <a:r>
                        <a:rPr lang="en-US" sz="2000" dirty="0">
                          <a:solidFill>
                            <a:schemeClr val="tx1"/>
                          </a:solidFill>
                        </a:rPr>
                        <a:t>     </a:t>
                      </a:r>
                    </a:p>
                    <a:p>
                      <a:pPr lvl="0"/>
                      <a:r>
                        <a:rPr lang="en-US" sz="2000" dirty="0">
                          <a:solidFill>
                            <a:schemeClr val="tx1"/>
                          </a:solidFill>
                        </a:rPr>
                        <a:t>     </a:t>
                      </a:r>
                    </a:p>
                    <a:p>
                      <a:pPr lvl="0"/>
                      <a:r>
                        <a:rPr lang="en-US" sz="2000" dirty="0">
                          <a:solidFill>
                            <a:schemeClr val="tx1"/>
                          </a:solidFill>
                        </a:rPr>
                        <a:t>      </a:t>
                      </a:r>
                    </a:p>
                  </a:txBody>
                  <a:tcPr/>
                </a:tc>
                <a:tc>
                  <a:txBody>
                    <a:bodyPr/>
                    <a:lstStyle/>
                    <a:p>
                      <a:pPr lvl="0"/>
                      <a:r>
                        <a:rPr lang="en-US" sz="2000" dirty="0">
                          <a:solidFill>
                            <a:schemeClr val="tx1"/>
                          </a:solidFill>
                        </a:rPr>
                        <a:t>    </a:t>
                      </a:r>
                    </a:p>
                    <a:p>
                      <a:pPr lvl="0"/>
                      <a:r>
                        <a:rPr lang="en-US" sz="2000" dirty="0">
                          <a:solidFill>
                            <a:schemeClr val="tx1"/>
                          </a:solidFill>
                        </a:rPr>
                        <a:t>     </a:t>
                      </a:r>
                    </a:p>
                    <a:p>
                      <a:pPr lvl="0"/>
                      <a:r>
                        <a:rPr lang="en-US" sz="2000" dirty="0">
                          <a:solidFill>
                            <a:schemeClr val="tx1"/>
                          </a:solidFill>
                        </a:rPr>
                        <a:t>     </a:t>
                      </a:r>
                    </a:p>
                    <a:p>
                      <a:pPr lvl="0"/>
                      <a:r>
                        <a:rPr lang="en-US" sz="2000" dirty="0">
                          <a:solidFill>
                            <a:schemeClr val="tx1"/>
                          </a:solidFill>
                        </a:rPr>
                        <a:t>     </a:t>
                      </a:r>
                    </a:p>
                  </a:txBody>
                  <a:tcPr/>
                </a:tc>
                <a:tc>
                  <a:txBody>
                    <a:bodyPr/>
                    <a:lstStyle/>
                    <a:p>
                      <a:endParaRPr lang="en-US" sz="2000" dirty="0">
                        <a:solidFill>
                          <a:schemeClr val="tx1"/>
                        </a:solidFill>
                      </a:endParaRPr>
                    </a:p>
                  </a:txBody>
                  <a:tcPr/>
                </a:tc>
                <a:extLst>
                  <a:ext uri="{0D108BD9-81ED-4DB2-BD59-A6C34878D82A}">
                    <a16:rowId xmlns:a16="http://schemas.microsoft.com/office/drawing/2014/main" val="655195561"/>
                  </a:ext>
                </a:extLst>
              </a:tr>
              <a:tr h="903592">
                <a:tc>
                  <a:txBody>
                    <a:bodyPr/>
                    <a:lstStyle/>
                    <a:p>
                      <a:r>
                        <a:rPr lang="fr-FR" sz="900" dirty="0"/>
                        <a:t>Actions choisies au cours du mois</a:t>
                      </a:r>
                      <a:endParaRPr lang="en-US" sz="900" dirty="0"/>
                    </a:p>
                  </a:txBody>
                  <a:tcPr/>
                </a:tc>
                <a:tc>
                  <a:txBody>
                    <a:bodyPr/>
                    <a:lstStyle/>
                    <a:p>
                      <a:endParaRPr lang="en-US" sz="2000" dirty="0">
                        <a:solidFill>
                          <a:schemeClr val="tx1"/>
                        </a:solidFill>
                      </a:endParaRPr>
                    </a:p>
                  </a:txBody>
                  <a:tcPr/>
                </a:tc>
                <a:tc>
                  <a:txBody>
                    <a:bodyPr/>
                    <a:lstStyle/>
                    <a:p>
                      <a:endParaRPr lang="en-US" sz="2000" dirty="0">
                        <a:solidFill>
                          <a:schemeClr val="tx1"/>
                        </a:solidFill>
                      </a:endParaRPr>
                    </a:p>
                  </a:txBody>
                  <a:tcPr/>
                </a:tc>
                <a:tc>
                  <a:txBody>
                    <a:bodyPr/>
                    <a:lstStyle/>
                    <a:p>
                      <a:endParaRPr lang="en-US" sz="2000" dirty="0">
                        <a:solidFill>
                          <a:schemeClr val="tx1"/>
                        </a:solidFill>
                      </a:endParaRPr>
                    </a:p>
                  </a:txBody>
                  <a:tcPr/>
                </a:tc>
                <a:extLst>
                  <a:ext uri="{0D108BD9-81ED-4DB2-BD59-A6C34878D82A}">
                    <a16:rowId xmlns:a16="http://schemas.microsoft.com/office/drawing/2014/main" val="1697591658"/>
                  </a:ext>
                </a:extLst>
              </a:tr>
              <a:tr h="713708">
                <a:tc>
                  <a:txBody>
                    <a:bodyPr/>
                    <a:lstStyle/>
                    <a:p>
                      <a:r>
                        <a:rPr lang="fr-FR" sz="900" dirty="0"/>
                        <a:t>Impact positif à la fin du mois </a:t>
                      </a:r>
                      <a:endParaRPr lang="en-US" sz="900" dirty="0"/>
                    </a:p>
                  </a:txBody>
                  <a:tcPr/>
                </a:tc>
                <a:tc>
                  <a:txBody>
                    <a:bodyPr/>
                    <a:lstStyle/>
                    <a:p>
                      <a:r>
                        <a:rPr lang="en-US" sz="2000" dirty="0">
                          <a:solidFill>
                            <a:schemeClr val="tx1"/>
                          </a:solidFill>
                        </a:rPr>
                        <a:t>10</a:t>
                      </a:r>
                    </a:p>
                    <a:p>
                      <a:r>
                        <a:rPr lang="en-US" sz="2000" dirty="0">
                          <a:solidFill>
                            <a:schemeClr val="tx1"/>
                          </a:solidFill>
                        </a:rPr>
                        <a:t>30    </a:t>
                      </a:r>
                    </a:p>
                  </a:txBody>
                  <a:tcPr/>
                </a:tc>
                <a:tc>
                  <a:txBody>
                    <a:bodyPr/>
                    <a:lstStyle/>
                    <a:p>
                      <a:endParaRPr lang="en-US" sz="2000" dirty="0">
                        <a:solidFill>
                          <a:schemeClr val="tx1"/>
                        </a:solidFill>
                      </a:endParaRPr>
                    </a:p>
                  </a:txBody>
                  <a:tcPr/>
                </a:tc>
                <a:tc>
                  <a:txBody>
                    <a:bodyPr/>
                    <a:lstStyle/>
                    <a:p>
                      <a:endParaRPr lang="en-US" sz="2000" dirty="0">
                        <a:solidFill>
                          <a:schemeClr val="tx1"/>
                        </a:solidFill>
                      </a:endParaRPr>
                    </a:p>
                  </a:txBody>
                  <a:tcPr/>
                </a:tc>
                <a:extLst>
                  <a:ext uri="{0D108BD9-81ED-4DB2-BD59-A6C34878D82A}">
                    <a16:rowId xmlns:a16="http://schemas.microsoft.com/office/drawing/2014/main" val="292370782"/>
                  </a:ext>
                </a:extLst>
              </a:tr>
              <a:tr h="903592">
                <a:tc>
                  <a:txBody>
                    <a:bodyPr/>
                    <a:lstStyle/>
                    <a:p>
                      <a:r>
                        <a:rPr lang="fr-FR" sz="900" dirty="0"/>
                        <a:t>Recrues choisies à la fin du mois</a:t>
                      </a:r>
                      <a:endParaRPr lang="en-US" sz="900" dirty="0"/>
                    </a:p>
                  </a:txBody>
                  <a:tcPr/>
                </a:tc>
                <a:tc>
                  <a:txBody>
                    <a:bodyPr/>
                    <a:lstStyle/>
                    <a:p>
                      <a:endParaRPr lang="en-US" sz="2000" dirty="0">
                        <a:solidFill>
                          <a:schemeClr val="tx1"/>
                        </a:solidFill>
                      </a:endParaRPr>
                    </a:p>
                  </a:txBody>
                  <a:tcPr/>
                </a:tc>
                <a:tc>
                  <a:txBody>
                    <a:bodyPr/>
                    <a:lstStyle/>
                    <a:p>
                      <a:endParaRPr lang="en-US" sz="2000" dirty="0">
                        <a:solidFill>
                          <a:schemeClr val="tx1"/>
                        </a:solidFill>
                      </a:endParaRPr>
                    </a:p>
                  </a:txBody>
                  <a:tcPr/>
                </a:tc>
                <a:tc>
                  <a:txBody>
                    <a:bodyPr/>
                    <a:lstStyle/>
                    <a:p>
                      <a:endParaRPr lang="en-US" sz="2000" dirty="0">
                        <a:solidFill>
                          <a:schemeClr val="tx1"/>
                        </a:solidFill>
                      </a:endParaRPr>
                    </a:p>
                  </a:txBody>
                  <a:tcPr/>
                </a:tc>
                <a:extLst>
                  <a:ext uri="{0D108BD9-81ED-4DB2-BD59-A6C34878D82A}">
                    <a16:rowId xmlns:a16="http://schemas.microsoft.com/office/drawing/2014/main" val="3089785713"/>
                  </a:ext>
                </a:extLst>
              </a:tr>
              <a:tr h="903592">
                <a:tc>
                  <a:txBody>
                    <a:bodyPr/>
                    <a:lstStyle/>
                    <a:p>
                      <a:r>
                        <a:rPr lang="fr-FR" sz="900" dirty="0"/>
                        <a:t>Artefacts choisis à la fin du mois</a:t>
                      </a:r>
                      <a:endParaRPr lang="en-US" sz="900" dirty="0"/>
                    </a:p>
                  </a:txBody>
                  <a:tcPr/>
                </a:tc>
                <a:tc>
                  <a:txBody>
                    <a:bodyPr/>
                    <a:lstStyle/>
                    <a:p>
                      <a:endParaRPr lang="en-US" sz="2000" dirty="0">
                        <a:solidFill>
                          <a:schemeClr val="tx1"/>
                        </a:solidFill>
                      </a:endParaRPr>
                    </a:p>
                  </a:txBody>
                  <a:tcPr/>
                </a:tc>
                <a:tc>
                  <a:txBody>
                    <a:bodyPr/>
                    <a:lstStyle/>
                    <a:p>
                      <a:endParaRPr lang="en-US" sz="2000" dirty="0">
                        <a:solidFill>
                          <a:schemeClr val="tx1"/>
                        </a:solidFill>
                      </a:endParaRPr>
                    </a:p>
                  </a:txBody>
                  <a:tcPr/>
                </a:tc>
                <a:tc>
                  <a:txBody>
                    <a:bodyPr/>
                    <a:lstStyle/>
                    <a:p>
                      <a:endParaRPr lang="en-US" sz="2000" dirty="0">
                        <a:solidFill>
                          <a:schemeClr val="tx1"/>
                        </a:solidFill>
                      </a:endParaRPr>
                    </a:p>
                  </a:txBody>
                  <a:tcPr/>
                </a:tc>
                <a:extLst>
                  <a:ext uri="{0D108BD9-81ED-4DB2-BD59-A6C34878D82A}">
                    <a16:rowId xmlns:a16="http://schemas.microsoft.com/office/drawing/2014/main" val="1011446804"/>
                  </a:ext>
                </a:extLst>
              </a:tr>
            </a:tbl>
          </a:graphicData>
        </a:graphic>
      </p:graphicFrame>
      <p:sp>
        <p:nvSpPr>
          <p:cNvPr id="7" name="Cœur 6">
            <a:extLst>
              <a:ext uri="{FF2B5EF4-FFF2-40B4-BE49-F238E27FC236}">
                <a16:creationId xmlns:a16="http://schemas.microsoft.com/office/drawing/2014/main" id="{A892C1DF-73E7-4297-9BD5-ECFEB18AE505}"/>
              </a:ext>
            </a:extLst>
          </p:cNvPr>
          <p:cNvSpPr/>
          <p:nvPr/>
        </p:nvSpPr>
        <p:spPr>
          <a:xfrm>
            <a:off x="929186" y="2735985"/>
            <a:ext cx="242715" cy="242715"/>
          </a:xfrm>
          <a:prstGeom prst="hear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8" name="Graphique 7" descr="Utilisateur avec un remplissage uni">
            <a:extLst>
              <a:ext uri="{FF2B5EF4-FFF2-40B4-BE49-F238E27FC236}">
                <a16:creationId xmlns:a16="http://schemas.microsoft.com/office/drawing/2014/main" id="{88493640-6924-431D-8FD4-BB6ABE31927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959" t="10077" r="12793" b="12793"/>
          <a:stretch/>
        </p:blipFill>
        <p:spPr>
          <a:xfrm>
            <a:off x="929186" y="2420743"/>
            <a:ext cx="242715" cy="259117"/>
          </a:xfrm>
          <a:prstGeom prst="rect">
            <a:avLst/>
          </a:prstGeom>
        </p:spPr>
      </p:pic>
      <p:grpSp>
        <p:nvGrpSpPr>
          <p:cNvPr id="9" name="Groupe 8">
            <a:extLst>
              <a:ext uri="{FF2B5EF4-FFF2-40B4-BE49-F238E27FC236}">
                <a16:creationId xmlns:a16="http://schemas.microsoft.com/office/drawing/2014/main" id="{965D5AFB-69BE-42A4-A5BB-F6CBF29F096B}"/>
              </a:ext>
            </a:extLst>
          </p:cNvPr>
          <p:cNvGrpSpPr/>
          <p:nvPr/>
        </p:nvGrpSpPr>
        <p:grpSpPr>
          <a:xfrm>
            <a:off x="890700" y="2084163"/>
            <a:ext cx="319688" cy="319688"/>
            <a:chOff x="5484964" y="3511896"/>
            <a:chExt cx="461468" cy="461468"/>
          </a:xfrm>
        </p:grpSpPr>
        <p:pic>
          <p:nvPicPr>
            <p:cNvPr id="10" name="Graphique 9" descr="Batterie chargée avec un remplissage uni">
              <a:extLst>
                <a:ext uri="{FF2B5EF4-FFF2-40B4-BE49-F238E27FC236}">
                  <a16:creationId xmlns:a16="http://schemas.microsoft.com/office/drawing/2014/main" id="{0EF8B778-C9B9-4F83-BEC6-8DD8050B822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5484964" y="3511896"/>
              <a:ext cx="461468" cy="461468"/>
            </a:xfrm>
            <a:prstGeom prst="rect">
              <a:avLst/>
            </a:prstGeom>
          </p:spPr>
        </p:pic>
        <p:pic>
          <p:nvPicPr>
            <p:cNvPr id="11" name="Graphique 10" descr="Éclair avec un remplissage uni">
              <a:extLst>
                <a:ext uri="{FF2B5EF4-FFF2-40B4-BE49-F238E27FC236}">
                  <a16:creationId xmlns:a16="http://schemas.microsoft.com/office/drawing/2014/main" id="{4304DDD1-8EC1-4283-B9A7-3708EB4F537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616565" y="3653734"/>
              <a:ext cx="209320" cy="209320"/>
            </a:xfrm>
            <a:prstGeom prst="rect">
              <a:avLst/>
            </a:prstGeom>
          </p:spPr>
        </p:pic>
      </p:grpSp>
      <p:graphicFrame>
        <p:nvGraphicFramePr>
          <p:cNvPr id="12" name="Tableau 11">
            <a:extLst>
              <a:ext uri="{FF2B5EF4-FFF2-40B4-BE49-F238E27FC236}">
                <a16:creationId xmlns:a16="http://schemas.microsoft.com/office/drawing/2014/main" id="{B153B4D9-F451-49A6-8A0E-7E088875D65B}"/>
              </a:ext>
            </a:extLst>
          </p:cNvPr>
          <p:cNvGraphicFramePr>
            <a:graphicFrameLocks noGrp="1"/>
          </p:cNvGraphicFramePr>
          <p:nvPr>
            <p:extLst>
              <p:ext uri="{D42A27DB-BD31-4B8C-83A1-F6EECF244321}">
                <p14:modId xmlns:p14="http://schemas.microsoft.com/office/powerpoint/2010/main" val="1574283655"/>
              </p:ext>
            </p:extLst>
          </p:nvPr>
        </p:nvGraphicFramePr>
        <p:xfrm>
          <a:off x="3761512" y="1286425"/>
          <a:ext cx="2720664" cy="5564324"/>
        </p:xfrm>
        <a:graphic>
          <a:graphicData uri="http://schemas.openxmlformats.org/drawingml/2006/table">
            <a:tbl>
              <a:tblPr firstRow="1" bandRow="1">
                <a:tableStyleId>{5C22544A-7EE6-4342-B048-85BDC9FD1C3A}</a:tableStyleId>
              </a:tblPr>
              <a:tblGrid>
                <a:gridCol w="906888">
                  <a:extLst>
                    <a:ext uri="{9D8B030D-6E8A-4147-A177-3AD203B41FA5}">
                      <a16:colId xmlns:a16="http://schemas.microsoft.com/office/drawing/2014/main" val="317064877"/>
                    </a:ext>
                  </a:extLst>
                </a:gridCol>
                <a:gridCol w="906888">
                  <a:extLst>
                    <a:ext uri="{9D8B030D-6E8A-4147-A177-3AD203B41FA5}">
                      <a16:colId xmlns:a16="http://schemas.microsoft.com/office/drawing/2014/main" val="1150796406"/>
                    </a:ext>
                  </a:extLst>
                </a:gridCol>
                <a:gridCol w="906888">
                  <a:extLst>
                    <a:ext uri="{9D8B030D-6E8A-4147-A177-3AD203B41FA5}">
                      <a16:colId xmlns:a16="http://schemas.microsoft.com/office/drawing/2014/main" val="764300122"/>
                    </a:ext>
                  </a:extLst>
                </a:gridCol>
              </a:tblGrid>
              <a:tr h="751819">
                <a:tc>
                  <a:txBody>
                    <a:bodyPr/>
                    <a:lstStyle/>
                    <a:p>
                      <a:r>
                        <a:rPr lang="en-US" sz="1050" dirty="0"/>
                        <a:t>Avril</a:t>
                      </a:r>
                    </a:p>
                  </a:txBody>
                  <a:tcPr/>
                </a:tc>
                <a:tc>
                  <a:txBody>
                    <a:bodyPr/>
                    <a:lstStyle/>
                    <a:p>
                      <a:r>
                        <a:rPr lang="en-US" sz="1050" dirty="0"/>
                        <a:t>Mai</a:t>
                      </a:r>
                    </a:p>
                  </a:txBody>
                  <a:tcPr/>
                </a:tc>
                <a:tc>
                  <a:txBody>
                    <a:bodyPr/>
                    <a:lstStyle/>
                    <a:p>
                      <a:r>
                        <a:rPr lang="en-US" sz="1050" dirty="0" err="1"/>
                        <a:t>Juin</a:t>
                      </a:r>
                      <a:endParaRPr lang="en-US" sz="1050" dirty="0"/>
                    </a:p>
                  </a:txBody>
                  <a:tcPr/>
                </a:tc>
                <a:extLst>
                  <a:ext uri="{0D108BD9-81ED-4DB2-BD59-A6C34878D82A}">
                    <a16:rowId xmlns:a16="http://schemas.microsoft.com/office/drawing/2014/main" val="1733584124"/>
                  </a:ext>
                </a:extLst>
              </a:tr>
              <a:tr h="1381612">
                <a:tc>
                  <a:txBody>
                    <a:bodyPr/>
                    <a:lstStyle/>
                    <a:p>
                      <a:endParaRPr lang="en-US" sz="900" dirty="0"/>
                    </a:p>
                  </a:txBody>
                  <a:tcPr/>
                </a:tc>
                <a:tc>
                  <a:txBody>
                    <a:bodyPr/>
                    <a:lstStyle/>
                    <a:p>
                      <a:endParaRPr lang="en-US" sz="900" dirty="0"/>
                    </a:p>
                  </a:txBody>
                  <a:tcPr/>
                </a:tc>
                <a:tc>
                  <a:txBody>
                    <a:bodyPr/>
                    <a:lstStyle/>
                    <a:p>
                      <a:endParaRPr lang="en-US" sz="900" dirty="0"/>
                    </a:p>
                  </a:txBody>
                  <a:tcPr/>
                </a:tc>
                <a:extLst>
                  <a:ext uri="{0D108BD9-81ED-4DB2-BD59-A6C34878D82A}">
                    <a16:rowId xmlns:a16="http://schemas.microsoft.com/office/drawing/2014/main" val="3768155254"/>
                  </a:ext>
                </a:extLst>
              </a:tr>
              <a:tr h="923544">
                <a:tc>
                  <a:txBody>
                    <a:bodyPr/>
                    <a:lstStyle/>
                    <a:p>
                      <a:endParaRPr lang="en-US" sz="900" dirty="0"/>
                    </a:p>
                  </a:txBody>
                  <a:tcPr/>
                </a:tc>
                <a:tc>
                  <a:txBody>
                    <a:bodyPr/>
                    <a:lstStyle/>
                    <a:p>
                      <a:endParaRPr lang="en-US" sz="900" dirty="0"/>
                    </a:p>
                  </a:txBody>
                  <a:tcPr/>
                </a:tc>
                <a:tc>
                  <a:txBody>
                    <a:bodyPr/>
                    <a:lstStyle/>
                    <a:p>
                      <a:endParaRPr lang="en-US" sz="900" dirty="0"/>
                    </a:p>
                  </a:txBody>
                  <a:tcPr/>
                </a:tc>
                <a:extLst>
                  <a:ext uri="{0D108BD9-81ED-4DB2-BD59-A6C34878D82A}">
                    <a16:rowId xmlns:a16="http://schemas.microsoft.com/office/drawing/2014/main" val="2928343438"/>
                  </a:ext>
                </a:extLst>
              </a:tr>
              <a:tr h="685800">
                <a:tc>
                  <a:txBody>
                    <a:bodyPr/>
                    <a:lstStyle/>
                    <a:p>
                      <a:endParaRPr lang="en-US" sz="900" dirty="0"/>
                    </a:p>
                  </a:txBody>
                  <a:tcPr/>
                </a:tc>
                <a:tc>
                  <a:txBody>
                    <a:bodyPr/>
                    <a:lstStyle/>
                    <a:p>
                      <a:endParaRPr lang="en-US" sz="900" dirty="0"/>
                    </a:p>
                  </a:txBody>
                  <a:tcPr/>
                </a:tc>
                <a:tc>
                  <a:txBody>
                    <a:bodyPr/>
                    <a:lstStyle/>
                    <a:p>
                      <a:endParaRPr lang="en-US" sz="900" dirty="0"/>
                    </a:p>
                  </a:txBody>
                  <a:tcPr/>
                </a:tc>
                <a:extLst>
                  <a:ext uri="{0D108BD9-81ED-4DB2-BD59-A6C34878D82A}">
                    <a16:rowId xmlns:a16="http://schemas.microsoft.com/office/drawing/2014/main" val="2623043969"/>
                  </a:ext>
                </a:extLst>
              </a:tr>
              <a:tr h="950976">
                <a:tc>
                  <a:txBody>
                    <a:bodyPr/>
                    <a:lstStyle/>
                    <a:p>
                      <a:endParaRPr lang="en-US" sz="900" dirty="0"/>
                    </a:p>
                  </a:txBody>
                  <a:tcPr/>
                </a:tc>
                <a:tc>
                  <a:txBody>
                    <a:bodyPr/>
                    <a:lstStyle/>
                    <a:p>
                      <a:endParaRPr lang="en-US" sz="900" dirty="0"/>
                    </a:p>
                  </a:txBody>
                  <a:tcPr/>
                </a:tc>
                <a:tc>
                  <a:txBody>
                    <a:bodyPr/>
                    <a:lstStyle/>
                    <a:p>
                      <a:endParaRPr lang="en-US" sz="900" dirty="0"/>
                    </a:p>
                  </a:txBody>
                  <a:tcPr/>
                </a:tc>
                <a:extLst>
                  <a:ext uri="{0D108BD9-81ED-4DB2-BD59-A6C34878D82A}">
                    <a16:rowId xmlns:a16="http://schemas.microsoft.com/office/drawing/2014/main" val="3152508192"/>
                  </a:ext>
                </a:extLst>
              </a:tr>
              <a:tr h="870573">
                <a:tc>
                  <a:txBody>
                    <a:bodyPr/>
                    <a:lstStyle/>
                    <a:p>
                      <a:endParaRPr lang="en-US" sz="900" dirty="0"/>
                    </a:p>
                  </a:txBody>
                  <a:tcPr/>
                </a:tc>
                <a:tc>
                  <a:txBody>
                    <a:bodyPr/>
                    <a:lstStyle/>
                    <a:p>
                      <a:endParaRPr lang="en-US" sz="900" dirty="0"/>
                    </a:p>
                  </a:txBody>
                  <a:tcPr/>
                </a:tc>
                <a:tc>
                  <a:txBody>
                    <a:bodyPr/>
                    <a:lstStyle/>
                    <a:p>
                      <a:endParaRPr lang="en-US" sz="900" dirty="0"/>
                    </a:p>
                  </a:txBody>
                  <a:tcPr/>
                </a:tc>
                <a:extLst>
                  <a:ext uri="{0D108BD9-81ED-4DB2-BD59-A6C34878D82A}">
                    <a16:rowId xmlns:a16="http://schemas.microsoft.com/office/drawing/2014/main" val="4160524552"/>
                  </a:ext>
                </a:extLst>
              </a:tr>
            </a:tbl>
          </a:graphicData>
        </a:graphic>
      </p:graphicFrame>
      <p:graphicFrame>
        <p:nvGraphicFramePr>
          <p:cNvPr id="13" name="Tableau 12">
            <a:extLst>
              <a:ext uri="{FF2B5EF4-FFF2-40B4-BE49-F238E27FC236}">
                <a16:creationId xmlns:a16="http://schemas.microsoft.com/office/drawing/2014/main" id="{AC93B8EF-D654-439F-88B5-FA7CE72268BA}"/>
              </a:ext>
            </a:extLst>
          </p:cNvPr>
          <p:cNvGraphicFramePr>
            <a:graphicFrameLocks noGrp="1"/>
          </p:cNvGraphicFramePr>
          <p:nvPr>
            <p:extLst>
              <p:ext uri="{D42A27DB-BD31-4B8C-83A1-F6EECF244321}">
                <p14:modId xmlns:p14="http://schemas.microsoft.com/office/powerpoint/2010/main" val="2446532545"/>
              </p:ext>
            </p:extLst>
          </p:nvPr>
        </p:nvGraphicFramePr>
        <p:xfrm>
          <a:off x="6626385" y="1295950"/>
          <a:ext cx="2720664" cy="5558192"/>
        </p:xfrm>
        <a:graphic>
          <a:graphicData uri="http://schemas.openxmlformats.org/drawingml/2006/table">
            <a:tbl>
              <a:tblPr firstRow="1" bandRow="1">
                <a:tableStyleId>{5C22544A-7EE6-4342-B048-85BDC9FD1C3A}</a:tableStyleId>
              </a:tblPr>
              <a:tblGrid>
                <a:gridCol w="906888">
                  <a:extLst>
                    <a:ext uri="{9D8B030D-6E8A-4147-A177-3AD203B41FA5}">
                      <a16:colId xmlns:a16="http://schemas.microsoft.com/office/drawing/2014/main" val="2992742339"/>
                    </a:ext>
                  </a:extLst>
                </a:gridCol>
                <a:gridCol w="906888">
                  <a:extLst>
                    <a:ext uri="{9D8B030D-6E8A-4147-A177-3AD203B41FA5}">
                      <a16:colId xmlns:a16="http://schemas.microsoft.com/office/drawing/2014/main" val="1790900010"/>
                    </a:ext>
                  </a:extLst>
                </a:gridCol>
                <a:gridCol w="906888">
                  <a:extLst>
                    <a:ext uri="{9D8B030D-6E8A-4147-A177-3AD203B41FA5}">
                      <a16:colId xmlns:a16="http://schemas.microsoft.com/office/drawing/2014/main" val="4148808758"/>
                    </a:ext>
                  </a:extLst>
                </a:gridCol>
              </a:tblGrid>
              <a:tr h="751819">
                <a:tc>
                  <a:txBody>
                    <a:bodyPr/>
                    <a:lstStyle/>
                    <a:p>
                      <a:r>
                        <a:rPr lang="en-US" sz="1050" dirty="0" err="1"/>
                        <a:t>Juillet</a:t>
                      </a:r>
                      <a:endParaRPr lang="en-US" sz="1050" dirty="0"/>
                    </a:p>
                  </a:txBody>
                  <a:tcPr/>
                </a:tc>
                <a:tc>
                  <a:txBody>
                    <a:bodyPr/>
                    <a:lstStyle/>
                    <a:p>
                      <a:r>
                        <a:rPr lang="en-US" sz="1050" dirty="0" err="1"/>
                        <a:t>Août</a:t>
                      </a:r>
                      <a:endParaRPr lang="en-US" sz="1050" dirty="0"/>
                    </a:p>
                  </a:txBody>
                  <a:tcPr/>
                </a:tc>
                <a:tc>
                  <a:txBody>
                    <a:bodyPr/>
                    <a:lstStyle/>
                    <a:p>
                      <a:r>
                        <a:rPr lang="en-US" sz="1050" dirty="0" err="1"/>
                        <a:t>Septembre</a:t>
                      </a:r>
                      <a:endParaRPr lang="en-US" sz="1050" dirty="0"/>
                    </a:p>
                  </a:txBody>
                  <a:tcPr/>
                </a:tc>
                <a:extLst>
                  <a:ext uri="{0D108BD9-81ED-4DB2-BD59-A6C34878D82A}">
                    <a16:rowId xmlns:a16="http://schemas.microsoft.com/office/drawing/2014/main" val="3353959112"/>
                  </a:ext>
                </a:extLst>
              </a:tr>
              <a:tr h="1324081">
                <a:tc>
                  <a:txBody>
                    <a:bodyPr/>
                    <a:lstStyle/>
                    <a:p>
                      <a:endParaRPr lang="en-US" sz="900" dirty="0"/>
                    </a:p>
                  </a:txBody>
                  <a:tcPr/>
                </a:tc>
                <a:tc>
                  <a:txBody>
                    <a:bodyPr/>
                    <a:lstStyle/>
                    <a:p>
                      <a:endParaRPr lang="en-US" sz="900" dirty="0"/>
                    </a:p>
                  </a:txBody>
                  <a:tcPr/>
                </a:tc>
                <a:tc>
                  <a:txBody>
                    <a:bodyPr/>
                    <a:lstStyle/>
                    <a:p>
                      <a:endParaRPr lang="en-US" sz="900" dirty="0"/>
                    </a:p>
                  </a:txBody>
                  <a:tcPr/>
                </a:tc>
                <a:extLst>
                  <a:ext uri="{0D108BD9-81ED-4DB2-BD59-A6C34878D82A}">
                    <a16:rowId xmlns:a16="http://schemas.microsoft.com/office/drawing/2014/main" val="2695015483"/>
                  </a:ext>
                </a:extLst>
              </a:tr>
              <a:tr h="870573">
                <a:tc>
                  <a:txBody>
                    <a:bodyPr/>
                    <a:lstStyle/>
                    <a:p>
                      <a:endParaRPr lang="en-US" sz="900" dirty="0"/>
                    </a:p>
                  </a:txBody>
                  <a:tcPr/>
                </a:tc>
                <a:tc>
                  <a:txBody>
                    <a:bodyPr/>
                    <a:lstStyle/>
                    <a:p>
                      <a:endParaRPr lang="en-US" sz="900" dirty="0"/>
                    </a:p>
                  </a:txBody>
                  <a:tcPr/>
                </a:tc>
                <a:tc>
                  <a:txBody>
                    <a:bodyPr/>
                    <a:lstStyle/>
                    <a:p>
                      <a:endParaRPr lang="en-US" sz="900" dirty="0"/>
                    </a:p>
                  </a:txBody>
                  <a:tcPr/>
                </a:tc>
                <a:extLst>
                  <a:ext uri="{0D108BD9-81ED-4DB2-BD59-A6C34878D82A}">
                    <a16:rowId xmlns:a16="http://schemas.microsoft.com/office/drawing/2014/main" val="1268870317"/>
                  </a:ext>
                </a:extLst>
              </a:tr>
              <a:tr h="870573">
                <a:tc>
                  <a:txBody>
                    <a:bodyPr/>
                    <a:lstStyle/>
                    <a:p>
                      <a:endParaRPr lang="en-US" sz="900" dirty="0"/>
                    </a:p>
                  </a:txBody>
                  <a:tcPr/>
                </a:tc>
                <a:tc>
                  <a:txBody>
                    <a:bodyPr/>
                    <a:lstStyle/>
                    <a:p>
                      <a:endParaRPr lang="en-US" sz="900" dirty="0"/>
                    </a:p>
                  </a:txBody>
                  <a:tcPr/>
                </a:tc>
                <a:tc>
                  <a:txBody>
                    <a:bodyPr/>
                    <a:lstStyle/>
                    <a:p>
                      <a:endParaRPr lang="en-US" sz="900" dirty="0"/>
                    </a:p>
                  </a:txBody>
                  <a:tcPr/>
                </a:tc>
                <a:extLst>
                  <a:ext uri="{0D108BD9-81ED-4DB2-BD59-A6C34878D82A}">
                    <a16:rowId xmlns:a16="http://schemas.microsoft.com/office/drawing/2014/main" val="3723181766"/>
                  </a:ext>
                </a:extLst>
              </a:tr>
              <a:tr h="870573">
                <a:tc>
                  <a:txBody>
                    <a:bodyPr/>
                    <a:lstStyle/>
                    <a:p>
                      <a:endParaRPr lang="en-US" sz="900" dirty="0"/>
                    </a:p>
                  </a:txBody>
                  <a:tcPr/>
                </a:tc>
                <a:tc>
                  <a:txBody>
                    <a:bodyPr/>
                    <a:lstStyle/>
                    <a:p>
                      <a:endParaRPr lang="en-US" sz="900" dirty="0"/>
                    </a:p>
                  </a:txBody>
                  <a:tcPr/>
                </a:tc>
                <a:tc>
                  <a:txBody>
                    <a:bodyPr/>
                    <a:lstStyle/>
                    <a:p>
                      <a:endParaRPr lang="en-US" sz="900" dirty="0"/>
                    </a:p>
                  </a:txBody>
                  <a:tcPr/>
                </a:tc>
                <a:extLst>
                  <a:ext uri="{0D108BD9-81ED-4DB2-BD59-A6C34878D82A}">
                    <a16:rowId xmlns:a16="http://schemas.microsoft.com/office/drawing/2014/main" val="1751099061"/>
                  </a:ext>
                </a:extLst>
              </a:tr>
              <a:tr h="870573">
                <a:tc>
                  <a:txBody>
                    <a:bodyPr/>
                    <a:lstStyle/>
                    <a:p>
                      <a:endParaRPr lang="en-US" sz="900" dirty="0"/>
                    </a:p>
                  </a:txBody>
                  <a:tcPr/>
                </a:tc>
                <a:tc>
                  <a:txBody>
                    <a:bodyPr/>
                    <a:lstStyle/>
                    <a:p>
                      <a:endParaRPr lang="en-US" sz="900" dirty="0"/>
                    </a:p>
                  </a:txBody>
                  <a:tcPr/>
                </a:tc>
                <a:tc>
                  <a:txBody>
                    <a:bodyPr/>
                    <a:lstStyle/>
                    <a:p>
                      <a:endParaRPr lang="en-US" sz="900" dirty="0"/>
                    </a:p>
                  </a:txBody>
                  <a:tcPr/>
                </a:tc>
                <a:extLst>
                  <a:ext uri="{0D108BD9-81ED-4DB2-BD59-A6C34878D82A}">
                    <a16:rowId xmlns:a16="http://schemas.microsoft.com/office/drawing/2014/main" val="1976262487"/>
                  </a:ext>
                </a:extLst>
              </a:tr>
            </a:tbl>
          </a:graphicData>
        </a:graphic>
      </p:graphicFrame>
      <p:graphicFrame>
        <p:nvGraphicFramePr>
          <p:cNvPr id="14" name="Tableau 13">
            <a:extLst>
              <a:ext uri="{FF2B5EF4-FFF2-40B4-BE49-F238E27FC236}">
                <a16:creationId xmlns:a16="http://schemas.microsoft.com/office/drawing/2014/main" id="{F7EC7131-4B51-4C5F-A65A-9104A376AB65}"/>
              </a:ext>
            </a:extLst>
          </p:cNvPr>
          <p:cNvGraphicFramePr>
            <a:graphicFrameLocks noGrp="1"/>
          </p:cNvGraphicFramePr>
          <p:nvPr>
            <p:extLst>
              <p:ext uri="{D42A27DB-BD31-4B8C-83A1-F6EECF244321}">
                <p14:modId xmlns:p14="http://schemas.microsoft.com/office/powerpoint/2010/main" val="1226685549"/>
              </p:ext>
            </p:extLst>
          </p:nvPr>
        </p:nvGraphicFramePr>
        <p:xfrm>
          <a:off x="9471336" y="1295949"/>
          <a:ext cx="2720664" cy="5539143"/>
        </p:xfrm>
        <a:graphic>
          <a:graphicData uri="http://schemas.openxmlformats.org/drawingml/2006/table">
            <a:tbl>
              <a:tblPr firstRow="1" bandRow="1">
                <a:tableStyleId>{5C22544A-7EE6-4342-B048-85BDC9FD1C3A}</a:tableStyleId>
              </a:tblPr>
              <a:tblGrid>
                <a:gridCol w="906888">
                  <a:extLst>
                    <a:ext uri="{9D8B030D-6E8A-4147-A177-3AD203B41FA5}">
                      <a16:colId xmlns:a16="http://schemas.microsoft.com/office/drawing/2014/main" val="2530202395"/>
                    </a:ext>
                  </a:extLst>
                </a:gridCol>
                <a:gridCol w="906888">
                  <a:extLst>
                    <a:ext uri="{9D8B030D-6E8A-4147-A177-3AD203B41FA5}">
                      <a16:colId xmlns:a16="http://schemas.microsoft.com/office/drawing/2014/main" val="940920842"/>
                    </a:ext>
                  </a:extLst>
                </a:gridCol>
                <a:gridCol w="906888">
                  <a:extLst>
                    <a:ext uri="{9D8B030D-6E8A-4147-A177-3AD203B41FA5}">
                      <a16:colId xmlns:a16="http://schemas.microsoft.com/office/drawing/2014/main" val="1214732788"/>
                    </a:ext>
                  </a:extLst>
                </a:gridCol>
              </a:tblGrid>
              <a:tr h="751819">
                <a:tc>
                  <a:txBody>
                    <a:bodyPr/>
                    <a:lstStyle/>
                    <a:p>
                      <a:r>
                        <a:rPr lang="en-US" sz="1050" dirty="0" err="1"/>
                        <a:t>Octobre</a:t>
                      </a:r>
                      <a:endParaRPr lang="en-US" sz="1050" dirty="0"/>
                    </a:p>
                  </a:txBody>
                  <a:tcPr/>
                </a:tc>
                <a:tc>
                  <a:txBody>
                    <a:bodyPr/>
                    <a:lstStyle/>
                    <a:p>
                      <a:r>
                        <a:rPr lang="en-US" sz="1050" dirty="0" err="1"/>
                        <a:t>Novembre</a:t>
                      </a:r>
                      <a:endParaRPr lang="en-US" sz="1050" dirty="0"/>
                    </a:p>
                  </a:txBody>
                  <a:tcPr/>
                </a:tc>
                <a:tc>
                  <a:txBody>
                    <a:bodyPr/>
                    <a:lstStyle/>
                    <a:p>
                      <a:r>
                        <a:rPr lang="en-US" sz="1050" dirty="0" err="1"/>
                        <a:t>Décembre</a:t>
                      </a:r>
                      <a:endParaRPr lang="en-US" sz="1050" dirty="0"/>
                    </a:p>
                  </a:txBody>
                  <a:tcPr/>
                </a:tc>
                <a:extLst>
                  <a:ext uri="{0D108BD9-81ED-4DB2-BD59-A6C34878D82A}">
                    <a16:rowId xmlns:a16="http://schemas.microsoft.com/office/drawing/2014/main" val="1455682080"/>
                  </a:ext>
                </a:extLst>
              </a:tr>
              <a:tr h="1305032">
                <a:tc>
                  <a:txBody>
                    <a:bodyPr/>
                    <a:lstStyle/>
                    <a:p>
                      <a:endParaRPr lang="en-US" sz="900" dirty="0"/>
                    </a:p>
                  </a:txBody>
                  <a:tcPr/>
                </a:tc>
                <a:tc>
                  <a:txBody>
                    <a:bodyPr/>
                    <a:lstStyle/>
                    <a:p>
                      <a:endParaRPr lang="en-US" sz="900" dirty="0"/>
                    </a:p>
                  </a:txBody>
                  <a:tcPr/>
                </a:tc>
                <a:tc>
                  <a:txBody>
                    <a:bodyPr/>
                    <a:lstStyle/>
                    <a:p>
                      <a:endParaRPr lang="en-US" sz="900" dirty="0"/>
                    </a:p>
                  </a:txBody>
                  <a:tcPr/>
                </a:tc>
                <a:extLst>
                  <a:ext uri="{0D108BD9-81ED-4DB2-BD59-A6C34878D82A}">
                    <a16:rowId xmlns:a16="http://schemas.microsoft.com/office/drawing/2014/main" val="1744298243"/>
                  </a:ext>
                </a:extLst>
              </a:tr>
              <a:tr h="870573">
                <a:tc>
                  <a:txBody>
                    <a:bodyPr/>
                    <a:lstStyle/>
                    <a:p>
                      <a:endParaRPr lang="en-US" sz="900" dirty="0"/>
                    </a:p>
                  </a:txBody>
                  <a:tcPr/>
                </a:tc>
                <a:tc>
                  <a:txBody>
                    <a:bodyPr/>
                    <a:lstStyle/>
                    <a:p>
                      <a:endParaRPr lang="en-US" sz="900" dirty="0"/>
                    </a:p>
                  </a:txBody>
                  <a:tcPr/>
                </a:tc>
                <a:tc>
                  <a:txBody>
                    <a:bodyPr/>
                    <a:lstStyle/>
                    <a:p>
                      <a:endParaRPr lang="en-US" sz="900" dirty="0"/>
                    </a:p>
                  </a:txBody>
                  <a:tcPr/>
                </a:tc>
                <a:extLst>
                  <a:ext uri="{0D108BD9-81ED-4DB2-BD59-A6C34878D82A}">
                    <a16:rowId xmlns:a16="http://schemas.microsoft.com/office/drawing/2014/main" val="3057223535"/>
                  </a:ext>
                </a:extLst>
              </a:tr>
              <a:tr h="870573">
                <a:tc>
                  <a:txBody>
                    <a:bodyPr/>
                    <a:lstStyle/>
                    <a:p>
                      <a:endParaRPr lang="en-US" sz="900" dirty="0"/>
                    </a:p>
                  </a:txBody>
                  <a:tcPr/>
                </a:tc>
                <a:tc>
                  <a:txBody>
                    <a:bodyPr/>
                    <a:lstStyle/>
                    <a:p>
                      <a:endParaRPr lang="en-US" sz="900" dirty="0"/>
                    </a:p>
                  </a:txBody>
                  <a:tcPr/>
                </a:tc>
                <a:tc>
                  <a:txBody>
                    <a:bodyPr/>
                    <a:lstStyle/>
                    <a:p>
                      <a:endParaRPr lang="en-US" sz="900" dirty="0"/>
                    </a:p>
                  </a:txBody>
                  <a:tcPr/>
                </a:tc>
                <a:extLst>
                  <a:ext uri="{0D108BD9-81ED-4DB2-BD59-A6C34878D82A}">
                    <a16:rowId xmlns:a16="http://schemas.microsoft.com/office/drawing/2014/main" val="2051130326"/>
                  </a:ext>
                </a:extLst>
              </a:tr>
              <a:tr h="870573">
                <a:tc>
                  <a:txBody>
                    <a:bodyPr/>
                    <a:lstStyle/>
                    <a:p>
                      <a:endParaRPr lang="en-US" sz="900" dirty="0"/>
                    </a:p>
                  </a:txBody>
                  <a:tcPr/>
                </a:tc>
                <a:tc>
                  <a:txBody>
                    <a:bodyPr/>
                    <a:lstStyle/>
                    <a:p>
                      <a:endParaRPr lang="en-US" sz="900" dirty="0"/>
                    </a:p>
                  </a:txBody>
                  <a:tcPr/>
                </a:tc>
                <a:tc>
                  <a:txBody>
                    <a:bodyPr/>
                    <a:lstStyle/>
                    <a:p>
                      <a:endParaRPr lang="en-US" sz="900" dirty="0"/>
                    </a:p>
                  </a:txBody>
                  <a:tcPr/>
                </a:tc>
                <a:extLst>
                  <a:ext uri="{0D108BD9-81ED-4DB2-BD59-A6C34878D82A}">
                    <a16:rowId xmlns:a16="http://schemas.microsoft.com/office/drawing/2014/main" val="4128485438"/>
                  </a:ext>
                </a:extLst>
              </a:tr>
              <a:tr h="870573">
                <a:tc>
                  <a:txBody>
                    <a:bodyPr/>
                    <a:lstStyle/>
                    <a:p>
                      <a:endParaRPr lang="en-US" sz="900" dirty="0"/>
                    </a:p>
                  </a:txBody>
                  <a:tcPr/>
                </a:tc>
                <a:tc>
                  <a:txBody>
                    <a:bodyPr/>
                    <a:lstStyle/>
                    <a:p>
                      <a:endParaRPr lang="en-US" sz="900" dirty="0"/>
                    </a:p>
                  </a:txBody>
                  <a:tcPr/>
                </a:tc>
                <a:tc>
                  <a:txBody>
                    <a:bodyPr/>
                    <a:lstStyle/>
                    <a:p>
                      <a:endParaRPr lang="en-US" sz="900" dirty="0"/>
                    </a:p>
                  </a:txBody>
                  <a:tcPr/>
                </a:tc>
                <a:extLst>
                  <a:ext uri="{0D108BD9-81ED-4DB2-BD59-A6C34878D82A}">
                    <a16:rowId xmlns:a16="http://schemas.microsoft.com/office/drawing/2014/main" val="1677984390"/>
                  </a:ext>
                </a:extLst>
              </a:tr>
            </a:tbl>
          </a:graphicData>
        </a:graphic>
      </p:graphicFrame>
      <p:sp>
        <p:nvSpPr>
          <p:cNvPr id="16" name="Cœur 15">
            <a:extLst>
              <a:ext uri="{FF2B5EF4-FFF2-40B4-BE49-F238E27FC236}">
                <a16:creationId xmlns:a16="http://schemas.microsoft.com/office/drawing/2014/main" id="{6FB99659-A8F2-4C25-AF78-1679C9D125C3}"/>
              </a:ext>
            </a:extLst>
          </p:cNvPr>
          <p:cNvSpPr/>
          <p:nvPr/>
        </p:nvSpPr>
        <p:spPr>
          <a:xfrm>
            <a:off x="1836190" y="2728923"/>
            <a:ext cx="242715" cy="242715"/>
          </a:xfrm>
          <a:prstGeom prst="hear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7" name="Graphique 16" descr="Utilisateur avec un remplissage uni">
            <a:extLst>
              <a:ext uri="{FF2B5EF4-FFF2-40B4-BE49-F238E27FC236}">
                <a16:creationId xmlns:a16="http://schemas.microsoft.com/office/drawing/2014/main" id="{63D34ED6-9174-4CC5-AC93-B735CF462132}"/>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959" t="10077" r="12793" b="12793"/>
          <a:stretch/>
        </p:blipFill>
        <p:spPr>
          <a:xfrm>
            <a:off x="1836190" y="2431378"/>
            <a:ext cx="242715" cy="259117"/>
          </a:xfrm>
          <a:prstGeom prst="rect">
            <a:avLst/>
          </a:prstGeom>
        </p:spPr>
      </p:pic>
      <p:grpSp>
        <p:nvGrpSpPr>
          <p:cNvPr id="18" name="Groupe 17">
            <a:extLst>
              <a:ext uri="{FF2B5EF4-FFF2-40B4-BE49-F238E27FC236}">
                <a16:creationId xmlns:a16="http://schemas.microsoft.com/office/drawing/2014/main" id="{54858504-32E9-4A06-80E7-A653D1C2FA6C}"/>
              </a:ext>
            </a:extLst>
          </p:cNvPr>
          <p:cNvGrpSpPr/>
          <p:nvPr/>
        </p:nvGrpSpPr>
        <p:grpSpPr>
          <a:xfrm>
            <a:off x="1797702" y="2076765"/>
            <a:ext cx="319688" cy="319688"/>
            <a:chOff x="5484964" y="3511896"/>
            <a:chExt cx="461468" cy="461468"/>
          </a:xfrm>
        </p:grpSpPr>
        <p:pic>
          <p:nvPicPr>
            <p:cNvPr id="19" name="Graphique 18" descr="Batterie chargée avec un remplissage uni">
              <a:extLst>
                <a:ext uri="{FF2B5EF4-FFF2-40B4-BE49-F238E27FC236}">
                  <a16:creationId xmlns:a16="http://schemas.microsoft.com/office/drawing/2014/main" id="{EFBB1AE9-BC9F-4A53-A1BA-218FD7A73C6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5484964" y="3511896"/>
              <a:ext cx="461468" cy="461468"/>
            </a:xfrm>
            <a:prstGeom prst="rect">
              <a:avLst/>
            </a:prstGeom>
          </p:spPr>
        </p:pic>
        <p:pic>
          <p:nvPicPr>
            <p:cNvPr id="20" name="Graphique 19" descr="Éclair avec un remplissage uni">
              <a:extLst>
                <a:ext uri="{FF2B5EF4-FFF2-40B4-BE49-F238E27FC236}">
                  <a16:creationId xmlns:a16="http://schemas.microsoft.com/office/drawing/2014/main" id="{F9E8766C-FDE5-47EC-B81B-C319C4087A6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616565" y="3653734"/>
              <a:ext cx="209320" cy="209320"/>
            </a:xfrm>
            <a:prstGeom prst="rect">
              <a:avLst/>
            </a:prstGeom>
          </p:spPr>
        </p:pic>
      </p:grpSp>
      <p:pic>
        <p:nvPicPr>
          <p:cNvPr id="22" name="Graphique 21" descr="Signe pouce en haut avec un remplissage uni">
            <a:extLst>
              <a:ext uri="{FF2B5EF4-FFF2-40B4-BE49-F238E27FC236}">
                <a16:creationId xmlns:a16="http://schemas.microsoft.com/office/drawing/2014/main" id="{766D1E37-8BCE-4925-80D2-EE06922357A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316118" y="4579756"/>
            <a:ext cx="319529" cy="319529"/>
          </a:xfrm>
          <a:prstGeom prst="rect">
            <a:avLst/>
          </a:prstGeom>
        </p:spPr>
      </p:pic>
      <p:pic>
        <p:nvPicPr>
          <p:cNvPr id="23" name="Graphique 22" descr="Signe pouce en haut avec un remplissage uni">
            <a:extLst>
              <a:ext uri="{FF2B5EF4-FFF2-40B4-BE49-F238E27FC236}">
                <a16:creationId xmlns:a16="http://schemas.microsoft.com/office/drawing/2014/main" id="{98B21CB3-0291-451B-97C8-EE59DDB6A06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00837" y="2955895"/>
            <a:ext cx="319688" cy="319688"/>
          </a:xfrm>
          <a:prstGeom prst="rect">
            <a:avLst/>
          </a:prstGeom>
        </p:spPr>
      </p:pic>
      <p:pic>
        <p:nvPicPr>
          <p:cNvPr id="28" name="Graphique 27" descr="Signe pouce en haut avec un remplissage uni">
            <a:extLst>
              <a:ext uri="{FF2B5EF4-FFF2-40B4-BE49-F238E27FC236}">
                <a16:creationId xmlns:a16="http://schemas.microsoft.com/office/drawing/2014/main" id="{747DC981-3E56-4B83-B57A-5351EED086A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797702" y="2971638"/>
            <a:ext cx="319688" cy="319688"/>
          </a:xfrm>
          <a:prstGeom prst="rect">
            <a:avLst/>
          </a:prstGeom>
        </p:spPr>
      </p:pic>
      <p:sp>
        <p:nvSpPr>
          <p:cNvPr id="29" name="Cœur 28">
            <a:extLst>
              <a:ext uri="{FF2B5EF4-FFF2-40B4-BE49-F238E27FC236}">
                <a16:creationId xmlns:a16="http://schemas.microsoft.com/office/drawing/2014/main" id="{6B7542C2-466F-44F9-ABE7-36216FDCC947}"/>
              </a:ext>
            </a:extLst>
          </p:cNvPr>
          <p:cNvSpPr/>
          <p:nvPr/>
        </p:nvSpPr>
        <p:spPr>
          <a:xfrm>
            <a:off x="2780055" y="2735985"/>
            <a:ext cx="242715" cy="242715"/>
          </a:xfrm>
          <a:prstGeom prst="hear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0" name="Graphique 29" descr="Utilisateur avec un remplissage uni">
            <a:extLst>
              <a:ext uri="{FF2B5EF4-FFF2-40B4-BE49-F238E27FC236}">
                <a16:creationId xmlns:a16="http://schemas.microsoft.com/office/drawing/2014/main" id="{86922E10-8FCA-4293-B241-ABF172FF6F7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959" t="10077" r="12793" b="12793"/>
          <a:stretch/>
        </p:blipFill>
        <p:spPr>
          <a:xfrm>
            <a:off x="2780055" y="2438440"/>
            <a:ext cx="242715" cy="259117"/>
          </a:xfrm>
          <a:prstGeom prst="rect">
            <a:avLst/>
          </a:prstGeom>
        </p:spPr>
      </p:pic>
      <p:grpSp>
        <p:nvGrpSpPr>
          <p:cNvPr id="31" name="Groupe 30">
            <a:extLst>
              <a:ext uri="{FF2B5EF4-FFF2-40B4-BE49-F238E27FC236}">
                <a16:creationId xmlns:a16="http://schemas.microsoft.com/office/drawing/2014/main" id="{DBA66F37-BEAE-43B6-B1BE-94E677074795}"/>
              </a:ext>
            </a:extLst>
          </p:cNvPr>
          <p:cNvGrpSpPr/>
          <p:nvPr/>
        </p:nvGrpSpPr>
        <p:grpSpPr>
          <a:xfrm>
            <a:off x="2741567" y="2083827"/>
            <a:ext cx="319688" cy="319688"/>
            <a:chOff x="5484964" y="3511896"/>
            <a:chExt cx="461468" cy="461468"/>
          </a:xfrm>
        </p:grpSpPr>
        <p:pic>
          <p:nvPicPr>
            <p:cNvPr id="32" name="Graphique 31" descr="Batterie chargée avec un remplissage uni">
              <a:extLst>
                <a:ext uri="{FF2B5EF4-FFF2-40B4-BE49-F238E27FC236}">
                  <a16:creationId xmlns:a16="http://schemas.microsoft.com/office/drawing/2014/main" id="{CBF4ACD0-95A3-480E-B4CA-50CB86288F3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5484964" y="3511896"/>
              <a:ext cx="461468" cy="461468"/>
            </a:xfrm>
            <a:prstGeom prst="rect">
              <a:avLst/>
            </a:prstGeom>
          </p:spPr>
        </p:pic>
        <p:pic>
          <p:nvPicPr>
            <p:cNvPr id="33" name="Graphique 32" descr="Éclair avec un remplissage uni">
              <a:extLst>
                <a:ext uri="{FF2B5EF4-FFF2-40B4-BE49-F238E27FC236}">
                  <a16:creationId xmlns:a16="http://schemas.microsoft.com/office/drawing/2014/main" id="{3450ADEB-02C8-4EE6-9C04-8905D9C04F5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616565" y="3653734"/>
              <a:ext cx="209320" cy="209320"/>
            </a:xfrm>
            <a:prstGeom prst="rect">
              <a:avLst/>
            </a:prstGeom>
          </p:spPr>
        </p:pic>
      </p:grpSp>
      <p:pic>
        <p:nvPicPr>
          <p:cNvPr id="34" name="Graphique 33" descr="Signe pouce en haut avec un remplissage uni">
            <a:extLst>
              <a:ext uri="{FF2B5EF4-FFF2-40B4-BE49-F238E27FC236}">
                <a16:creationId xmlns:a16="http://schemas.microsoft.com/office/drawing/2014/main" id="{13FD3DCB-327A-40A5-85F6-4D2000BEBFD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741567" y="2978700"/>
            <a:ext cx="319688" cy="319688"/>
          </a:xfrm>
          <a:prstGeom prst="rect">
            <a:avLst/>
          </a:prstGeom>
        </p:spPr>
      </p:pic>
      <p:sp>
        <p:nvSpPr>
          <p:cNvPr id="35" name="Cœur 34">
            <a:extLst>
              <a:ext uri="{FF2B5EF4-FFF2-40B4-BE49-F238E27FC236}">
                <a16:creationId xmlns:a16="http://schemas.microsoft.com/office/drawing/2014/main" id="{58743D96-895F-4852-B936-5A091BBDD4CB}"/>
              </a:ext>
            </a:extLst>
          </p:cNvPr>
          <p:cNvSpPr/>
          <p:nvPr/>
        </p:nvSpPr>
        <p:spPr>
          <a:xfrm>
            <a:off x="3830597" y="2728923"/>
            <a:ext cx="242715" cy="242715"/>
          </a:xfrm>
          <a:prstGeom prst="hear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6" name="Graphique 35" descr="Utilisateur avec un remplissage uni">
            <a:extLst>
              <a:ext uri="{FF2B5EF4-FFF2-40B4-BE49-F238E27FC236}">
                <a16:creationId xmlns:a16="http://schemas.microsoft.com/office/drawing/2014/main" id="{14B7C964-6AFA-4E51-9561-98B004FDFAE5}"/>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959" t="10077" r="12793" b="12793"/>
          <a:stretch/>
        </p:blipFill>
        <p:spPr>
          <a:xfrm>
            <a:off x="3830597" y="2431378"/>
            <a:ext cx="242715" cy="259117"/>
          </a:xfrm>
          <a:prstGeom prst="rect">
            <a:avLst/>
          </a:prstGeom>
        </p:spPr>
      </p:pic>
      <p:grpSp>
        <p:nvGrpSpPr>
          <p:cNvPr id="37" name="Groupe 36">
            <a:extLst>
              <a:ext uri="{FF2B5EF4-FFF2-40B4-BE49-F238E27FC236}">
                <a16:creationId xmlns:a16="http://schemas.microsoft.com/office/drawing/2014/main" id="{C6416166-151A-4AD1-94CF-CEB06D33297D}"/>
              </a:ext>
            </a:extLst>
          </p:cNvPr>
          <p:cNvGrpSpPr/>
          <p:nvPr/>
        </p:nvGrpSpPr>
        <p:grpSpPr>
          <a:xfrm>
            <a:off x="3792109" y="2076765"/>
            <a:ext cx="319688" cy="319688"/>
            <a:chOff x="5484964" y="3511896"/>
            <a:chExt cx="461468" cy="461468"/>
          </a:xfrm>
        </p:grpSpPr>
        <p:pic>
          <p:nvPicPr>
            <p:cNvPr id="38" name="Graphique 37" descr="Batterie chargée avec un remplissage uni">
              <a:extLst>
                <a:ext uri="{FF2B5EF4-FFF2-40B4-BE49-F238E27FC236}">
                  <a16:creationId xmlns:a16="http://schemas.microsoft.com/office/drawing/2014/main" id="{E8541ACD-D750-4256-9E6D-FFBCDEAB693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5484964" y="3511896"/>
              <a:ext cx="461468" cy="461468"/>
            </a:xfrm>
            <a:prstGeom prst="rect">
              <a:avLst/>
            </a:prstGeom>
          </p:spPr>
        </p:pic>
        <p:pic>
          <p:nvPicPr>
            <p:cNvPr id="39" name="Graphique 38" descr="Éclair avec un remplissage uni">
              <a:extLst>
                <a:ext uri="{FF2B5EF4-FFF2-40B4-BE49-F238E27FC236}">
                  <a16:creationId xmlns:a16="http://schemas.microsoft.com/office/drawing/2014/main" id="{1955F255-FC23-4909-9437-C20B196F4E9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616565" y="3653734"/>
              <a:ext cx="209320" cy="209320"/>
            </a:xfrm>
            <a:prstGeom prst="rect">
              <a:avLst/>
            </a:prstGeom>
          </p:spPr>
        </p:pic>
      </p:grpSp>
      <p:pic>
        <p:nvPicPr>
          <p:cNvPr id="40" name="Graphique 39" descr="Signe pouce en haut avec un remplissage uni">
            <a:extLst>
              <a:ext uri="{FF2B5EF4-FFF2-40B4-BE49-F238E27FC236}">
                <a16:creationId xmlns:a16="http://schemas.microsoft.com/office/drawing/2014/main" id="{B44D9D09-1FC4-4114-8E38-CF117B41DEC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792109" y="2971638"/>
            <a:ext cx="319688" cy="319688"/>
          </a:xfrm>
          <a:prstGeom prst="rect">
            <a:avLst/>
          </a:prstGeom>
        </p:spPr>
      </p:pic>
      <p:sp>
        <p:nvSpPr>
          <p:cNvPr id="41" name="Cœur 40">
            <a:extLst>
              <a:ext uri="{FF2B5EF4-FFF2-40B4-BE49-F238E27FC236}">
                <a16:creationId xmlns:a16="http://schemas.microsoft.com/office/drawing/2014/main" id="{39339E4D-144A-49E8-A8EF-B76C25990BFD}"/>
              </a:ext>
            </a:extLst>
          </p:cNvPr>
          <p:cNvSpPr/>
          <p:nvPr/>
        </p:nvSpPr>
        <p:spPr>
          <a:xfrm>
            <a:off x="4724409" y="2735985"/>
            <a:ext cx="242715" cy="242715"/>
          </a:xfrm>
          <a:prstGeom prst="hear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2" name="Graphique 41" descr="Utilisateur avec un remplissage uni">
            <a:extLst>
              <a:ext uri="{FF2B5EF4-FFF2-40B4-BE49-F238E27FC236}">
                <a16:creationId xmlns:a16="http://schemas.microsoft.com/office/drawing/2014/main" id="{AB80FB82-6A40-48E3-8256-5660B1A43FDF}"/>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959" t="10077" r="12793" b="12793"/>
          <a:stretch/>
        </p:blipFill>
        <p:spPr>
          <a:xfrm>
            <a:off x="4724409" y="2438440"/>
            <a:ext cx="242715" cy="259117"/>
          </a:xfrm>
          <a:prstGeom prst="rect">
            <a:avLst/>
          </a:prstGeom>
        </p:spPr>
      </p:pic>
      <p:grpSp>
        <p:nvGrpSpPr>
          <p:cNvPr id="43" name="Groupe 42">
            <a:extLst>
              <a:ext uri="{FF2B5EF4-FFF2-40B4-BE49-F238E27FC236}">
                <a16:creationId xmlns:a16="http://schemas.microsoft.com/office/drawing/2014/main" id="{70043B0F-FA67-4858-89E3-7725AFBA0E35}"/>
              </a:ext>
            </a:extLst>
          </p:cNvPr>
          <p:cNvGrpSpPr/>
          <p:nvPr/>
        </p:nvGrpSpPr>
        <p:grpSpPr>
          <a:xfrm>
            <a:off x="4685921" y="2083827"/>
            <a:ext cx="319688" cy="319688"/>
            <a:chOff x="5484964" y="3511896"/>
            <a:chExt cx="461468" cy="461468"/>
          </a:xfrm>
        </p:grpSpPr>
        <p:pic>
          <p:nvPicPr>
            <p:cNvPr id="44" name="Graphique 43" descr="Batterie chargée avec un remplissage uni">
              <a:extLst>
                <a:ext uri="{FF2B5EF4-FFF2-40B4-BE49-F238E27FC236}">
                  <a16:creationId xmlns:a16="http://schemas.microsoft.com/office/drawing/2014/main" id="{C53FCAE6-1EAF-4EAD-838B-9ACAC030295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5484964" y="3511896"/>
              <a:ext cx="461468" cy="461468"/>
            </a:xfrm>
            <a:prstGeom prst="rect">
              <a:avLst/>
            </a:prstGeom>
          </p:spPr>
        </p:pic>
        <p:pic>
          <p:nvPicPr>
            <p:cNvPr id="45" name="Graphique 44" descr="Éclair avec un remplissage uni">
              <a:extLst>
                <a:ext uri="{FF2B5EF4-FFF2-40B4-BE49-F238E27FC236}">
                  <a16:creationId xmlns:a16="http://schemas.microsoft.com/office/drawing/2014/main" id="{0A5AA16E-A3ED-46BE-91D6-2F31244E85C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616565" y="3653734"/>
              <a:ext cx="209320" cy="209320"/>
            </a:xfrm>
            <a:prstGeom prst="rect">
              <a:avLst/>
            </a:prstGeom>
          </p:spPr>
        </p:pic>
      </p:grpSp>
      <p:pic>
        <p:nvPicPr>
          <p:cNvPr id="46" name="Graphique 45" descr="Signe pouce en haut avec un remplissage uni">
            <a:extLst>
              <a:ext uri="{FF2B5EF4-FFF2-40B4-BE49-F238E27FC236}">
                <a16:creationId xmlns:a16="http://schemas.microsoft.com/office/drawing/2014/main" id="{628E16B6-982F-4054-9134-54B3126920C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685921" y="2978700"/>
            <a:ext cx="319688" cy="319688"/>
          </a:xfrm>
          <a:prstGeom prst="rect">
            <a:avLst/>
          </a:prstGeom>
        </p:spPr>
      </p:pic>
      <p:sp>
        <p:nvSpPr>
          <p:cNvPr id="47" name="Cœur 46">
            <a:extLst>
              <a:ext uri="{FF2B5EF4-FFF2-40B4-BE49-F238E27FC236}">
                <a16:creationId xmlns:a16="http://schemas.microsoft.com/office/drawing/2014/main" id="{79263752-E666-4DFB-8862-9EF970E4FA91}"/>
              </a:ext>
            </a:extLst>
          </p:cNvPr>
          <p:cNvSpPr/>
          <p:nvPr/>
        </p:nvSpPr>
        <p:spPr>
          <a:xfrm>
            <a:off x="5667381" y="2735985"/>
            <a:ext cx="242715" cy="242715"/>
          </a:xfrm>
          <a:prstGeom prst="hear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8" name="Graphique 47" descr="Utilisateur avec un remplissage uni">
            <a:extLst>
              <a:ext uri="{FF2B5EF4-FFF2-40B4-BE49-F238E27FC236}">
                <a16:creationId xmlns:a16="http://schemas.microsoft.com/office/drawing/2014/main" id="{9919BE82-16E9-47BC-AD48-62A2E62F5885}"/>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959" t="10077" r="12793" b="12793"/>
          <a:stretch/>
        </p:blipFill>
        <p:spPr>
          <a:xfrm>
            <a:off x="5667381" y="2438440"/>
            <a:ext cx="242715" cy="259117"/>
          </a:xfrm>
          <a:prstGeom prst="rect">
            <a:avLst/>
          </a:prstGeom>
        </p:spPr>
      </p:pic>
      <p:grpSp>
        <p:nvGrpSpPr>
          <p:cNvPr id="49" name="Groupe 48">
            <a:extLst>
              <a:ext uri="{FF2B5EF4-FFF2-40B4-BE49-F238E27FC236}">
                <a16:creationId xmlns:a16="http://schemas.microsoft.com/office/drawing/2014/main" id="{E32C498C-3D8D-45BD-80BE-9BCAA00FC79F}"/>
              </a:ext>
            </a:extLst>
          </p:cNvPr>
          <p:cNvGrpSpPr/>
          <p:nvPr/>
        </p:nvGrpSpPr>
        <p:grpSpPr>
          <a:xfrm>
            <a:off x="5628893" y="2083827"/>
            <a:ext cx="319688" cy="319688"/>
            <a:chOff x="5484964" y="3511896"/>
            <a:chExt cx="461468" cy="461468"/>
          </a:xfrm>
        </p:grpSpPr>
        <p:pic>
          <p:nvPicPr>
            <p:cNvPr id="50" name="Graphique 49" descr="Batterie chargée avec un remplissage uni">
              <a:extLst>
                <a:ext uri="{FF2B5EF4-FFF2-40B4-BE49-F238E27FC236}">
                  <a16:creationId xmlns:a16="http://schemas.microsoft.com/office/drawing/2014/main" id="{E501FF11-AB32-4799-BC0D-A3C3A6EB8C2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5484964" y="3511896"/>
              <a:ext cx="461468" cy="461468"/>
            </a:xfrm>
            <a:prstGeom prst="rect">
              <a:avLst/>
            </a:prstGeom>
          </p:spPr>
        </p:pic>
        <p:pic>
          <p:nvPicPr>
            <p:cNvPr id="51" name="Graphique 50" descr="Éclair avec un remplissage uni">
              <a:extLst>
                <a:ext uri="{FF2B5EF4-FFF2-40B4-BE49-F238E27FC236}">
                  <a16:creationId xmlns:a16="http://schemas.microsoft.com/office/drawing/2014/main" id="{DC3CA9A2-1376-4D91-A84E-6A8B25D6B35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616565" y="3653734"/>
              <a:ext cx="209320" cy="209320"/>
            </a:xfrm>
            <a:prstGeom prst="rect">
              <a:avLst/>
            </a:prstGeom>
          </p:spPr>
        </p:pic>
      </p:grpSp>
      <p:pic>
        <p:nvPicPr>
          <p:cNvPr id="52" name="Graphique 51" descr="Signe pouce en haut avec un remplissage uni">
            <a:extLst>
              <a:ext uri="{FF2B5EF4-FFF2-40B4-BE49-F238E27FC236}">
                <a16:creationId xmlns:a16="http://schemas.microsoft.com/office/drawing/2014/main" id="{235D82DC-10FF-497C-BC4D-E384FC4AEAE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628893" y="2978700"/>
            <a:ext cx="319688" cy="319688"/>
          </a:xfrm>
          <a:prstGeom prst="rect">
            <a:avLst/>
          </a:prstGeom>
        </p:spPr>
      </p:pic>
      <p:sp>
        <p:nvSpPr>
          <p:cNvPr id="53" name="Cœur 52">
            <a:extLst>
              <a:ext uri="{FF2B5EF4-FFF2-40B4-BE49-F238E27FC236}">
                <a16:creationId xmlns:a16="http://schemas.microsoft.com/office/drawing/2014/main" id="{7789EFE3-9843-445E-A55E-6285CC285149}"/>
              </a:ext>
            </a:extLst>
          </p:cNvPr>
          <p:cNvSpPr/>
          <p:nvPr/>
        </p:nvSpPr>
        <p:spPr>
          <a:xfrm>
            <a:off x="6684706" y="2739199"/>
            <a:ext cx="242715" cy="242715"/>
          </a:xfrm>
          <a:prstGeom prst="hear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4" name="Graphique 53" descr="Utilisateur avec un remplissage uni">
            <a:extLst>
              <a:ext uri="{FF2B5EF4-FFF2-40B4-BE49-F238E27FC236}">
                <a16:creationId xmlns:a16="http://schemas.microsoft.com/office/drawing/2014/main" id="{6BAC7906-7988-49CC-92E2-683D6DF056A2}"/>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959" t="10077" r="12793" b="12793"/>
          <a:stretch/>
        </p:blipFill>
        <p:spPr>
          <a:xfrm>
            <a:off x="6684706" y="2441654"/>
            <a:ext cx="242715" cy="259117"/>
          </a:xfrm>
          <a:prstGeom prst="rect">
            <a:avLst/>
          </a:prstGeom>
        </p:spPr>
      </p:pic>
      <p:grpSp>
        <p:nvGrpSpPr>
          <p:cNvPr id="55" name="Groupe 54">
            <a:extLst>
              <a:ext uri="{FF2B5EF4-FFF2-40B4-BE49-F238E27FC236}">
                <a16:creationId xmlns:a16="http://schemas.microsoft.com/office/drawing/2014/main" id="{530F6880-6CE4-4B6D-88EE-39C158C8A941}"/>
              </a:ext>
            </a:extLst>
          </p:cNvPr>
          <p:cNvGrpSpPr/>
          <p:nvPr/>
        </p:nvGrpSpPr>
        <p:grpSpPr>
          <a:xfrm>
            <a:off x="6646218" y="2087041"/>
            <a:ext cx="319688" cy="319688"/>
            <a:chOff x="5484964" y="3511896"/>
            <a:chExt cx="461468" cy="461468"/>
          </a:xfrm>
        </p:grpSpPr>
        <p:pic>
          <p:nvPicPr>
            <p:cNvPr id="56" name="Graphique 55" descr="Batterie chargée avec un remplissage uni">
              <a:extLst>
                <a:ext uri="{FF2B5EF4-FFF2-40B4-BE49-F238E27FC236}">
                  <a16:creationId xmlns:a16="http://schemas.microsoft.com/office/drawing/2014/main" id="{B111F54E-D38B-4065-BD85-5EA467BB11D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5484964" y="3511896"/>
              <a:ext cx="461468" cy="461468"/>
            </a:xfrm>
            <a:prstGeom prst="rect">
              <a:avLst/>
            </a:prstGeom>
          </p:spPr>
        </p:pic>
        <p:pic>
          <p:nvPicPr>
            <p:cNvPr id="57" name="Graphique 56" descr="Éclair avec un remplissage uni">
              <a:extLst>
                <a:ext uri="{FF2B5EF4-FFF2-40B4-BE49-F238E27FC236}">
                  <a16:creationId xmlns:a16="http://schemas.microsoft.com/office/drawing/2014/main" id="{0F2B5424-88B6-4D16-829D-2D73DCCD971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616565" y="3653734"/>
              <a:ext cx="209320" cy="209320"/>
            </a:xfrm>
            <a:prstGeom prst="rect">
              <a:avLst/>
            </a:prstGeom>
          </p:spPr>
        </p:pic>
      </p:grpSp>
      <p:pic>
        <p:nvPicPr>
          <p:cNvPr id="58" name="Graphique 57" descr="Signe pouce en haut avec un remplissage uni">
            <a:extLst>
              <a:ext uri="{FF2B5EF4-FFF2-40B4-BE49-F238E27FC236}">
                <a16:creationId xmlns:a16="http://schemas.microsoft.com/office/drawing/2014/main" id="{F84FE96B-0703-4908-9CBD-36FFC32DDCC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646218" y="2981914"/>
            <a:ext cx="319688" cy="319688"/>
          </a:xfrm>
          <a:prstGeom prst="rect">
            <a:avLst/>
          </a:prstGeom>
        </p:spPr>
      </p:pic>
      <p:sp>
        <p:nvSpPr>
          <p:cNvPr id="59" name="Cœur 58">
            <a:extLst>
              <a:ext uri="{FF2B5EF4-FFF2-40B4-BE49-F238E27FC236}">
                <a16:creationId xmlns:a16="http://schemas.microsoft.com/office/drawing/2014/main" id="{5ECB6F07-F83F-406C-8BE4-0BA4377BD791}"/>
              </a:ext>
            </a:extLst>
          </p:cNvPr>
          <p:cNvSpPr/>
          <p:nvPr/>
        </p:nvSpPr>
        <p:spPr>
          <a:xfrm>
            <a:off x="7578518" y="2746261"/>
            <a:ext cx="242715" cy="242715"/>
          </a:xfrm>
          <a:prstGeom prst="hear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0" name="Graphique 59" descr="Utilisateur avec un remplissage uni">
            <a:extLst>
              <a:ext uri="{FF2B5EF4-FFF2-40B4-BE49-F238E27FC236}">
                <a16:creationId xmlns:a16="http://schemas.microsoft.com/office/drawing/2014/main" id="{82C439F9-1CF7-441F-8537-CE387CF97A4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959" t="10077" r="12793" b="12793"/>
          <a:stretch/>
        </p:blipFill>
        <p:spPr>
          <a:xfrm>
            <a:off x="7578518" y="2448716"/>
            <a:ext cx="242715" cy="259117"/>
          </a:xfrm>
          <a:prstGeom prst="rect">
            <a:avLst/>
          </a:prstGeom>
        </p:spPr>
      </p:pic>
      <p:grpSp>
        <p:nvGrpSpPr>
          <p:cNvPr id="61" name="Groupe 60">
            <a:extLst>
              <a:ext uri="{FF2B5EF4-FFF2-40B4-BE49-F238E27FC236}">
                <a16:creationId xmlns:a16="http://schemas.microsoft.com/office/drawing/2014/main" id="{4CD88B3A-E637-49F5-AF75-7DB696DB8035}"/>
              </a:ext>
            </a:extLst>
          </p:cNvPr>
          <p:cNvGrpSpPr/>
          <p:nvPr/>
        </p:nvGrpSpPr>
        <p:grpSpPr>
          <a:xfrm>
            <a:off x="7540030" y="2094103"/>
            <a:ext cx="319688" cy="319688"/>
            <a:chOff x="5484964" y="3511896"/>
            <a:chExt cx="461468" cy="461468"/>
          </a:xfrm>
        </p:grpSpPr>
        <p:pic>
          <p:nvPicPr>
            <p:cNvPr id="62" name="Graphique 61" descr="Batterie chargée avec un remplissage uni">
              <a:extLst>
                <a:ext uri="{FF2B5EF4-FFF2-40B4-BE49-F238E27FC236}">
                  <a16:creationId xmlns:a16="http://schemas.microsoft.com/office/drawing/2014/main" id="{02439A6C-851A-4884-B634-9979299B09C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5484964" y="3511896"/>
              <a:ext cx="461468" cy="461468"/>
            </a:xfrm>
            <a:prstGeom prst="rect">
              <a:avLst/>
            </a:prstGeom>
          </p:spPr>
        </p:pic>
        <p:pic>
          <p:nvPicPr>
            <p:cNvPr id="63" name="Graphique 62" descr="Éclair avec un remplissage uni">
              <a:extLst>
                <a:ext uri="{FF2B5EF4-FFF2-40B4-BE49-F238E27FC236}">
                  <a16:creationId xmlns:a16="http://schemas.microsoft.com/office/drawing/2014/main" id="{C55708BC-7080-4A83-ACDA-057A5F84028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616565" y="3653734"/>
              <a:ext cx="209320" cy="209320"/>
            </a:xfrm>
            <a:prstGeom prst="rect">
              <a:avLst/>
            </a:prstGeom>
          </p:spPr>
        </p:pic>
      </p:grpSp>
      <p:pic>
        <p:nvPicPr>
          <p:cNvPr id="64" name="Graphique 63" descr="Signe pouce en haut avec un remplissage uni">
            <a:extLst>
              <a:ext uri="{FF2B5EF4-FFF2-40B4-BE49-F238E27FC236}">
                <a16:creationId xmlns:a16="http://schemas.microsoft.com/office/drawing/2014/main" id="{91FEEB91-E34A-4DD9-8D10-73E0B2E0D42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540030" y="2988976"/>
            <a:ext cx="319688" cy="319688"/>
          </a:xfrm>
          <a:prstGeom prst="rect">
            <a:avLst/>
          </a:prstGeom>
        </p:spPr>
      </p:pic>
      <p:sp>
        <p:nvSpPr>
          <p:cNvPr id="65" name="Cœur 64">
            <a:extLst>
              <a:ext uri="{FF2B5EF4-FFF2-40B4-BE49-F238E27FC236}">
                <a16:creationId xmlns:a16="http://schemas.microsoft.com/office/drawing/2014/main" id="{6549364F-73DE-4140-8624-C16945EBAEB1}"/>
              </a:ext>
            </a:extLst>
          </p:cNvPr>
          <p:cNvSpPr/>
          <p:nvPr/>
        </p:nvSpPr>
        <p:spPr>
          <a:xfrm>
            <a:off x="8521490" y="2746261"/>
            <a:ext cx="242715" cy="242715"/>
          </a:xfrm>
          <a:prstGeom prst="hear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6" name="Graphique 65" descr="Utilisateur avec un remplissage uni">
            <a:extLst>
              <a:ext uri="{FF2B5EF4-FFF2-40B4-BE49-F238E27FC236}">
                <a16:creationId xmlns:a16="http://schemas.microsoft.com/office/drawing/2014/main" id="{68FD2CCD-15F3-40FB-9E77-02858000E013}"/>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959" t="10077" r="12793" b="12793"/>
          <a:stretch/>
        </p:blipFill>
        <p:spPr>
          <a:xfrm>
            <a:off x="8521490" y="2448716"/>
            <a:ext cx="242715" cy="259117"/>
          </a:xfrm>
          <a:prstGeom prst="rect">
            <a:avLst/>
          </a:prstGeom>
        </p:spPr>
      </p:pic>
      <p:grpSp>
        <p:nvGrpSpPr>
          <p:cNvPr id="67" name="Groupe 66">
            <a:extLst>
              <a:ext uri="{FF2B5EF4-FFF2-40B4-BE49-F238E27FC236}">
                <a16:creationId xmlns:a16="http://schemas.microsoft.com/office/drawing/2014/main" id="{A5983ACB-51A4-47DE-B991-1352857A8517}"/>
              </a:ext>
            </a:extLst>
          </p:cNvPr>
          <p:cNvGrpSpPr/>
          <p:nvPr/>
        </p:nvGrpSpPr>
        <p:grpSpPr>
          <a:xfrm>
            <a:off x="8483002" y="2094103"/>
            <a:ext cx="319688" cy="319688"/>
            <a:chOff x="5484964" y="3511896"/>
            <a:chExt cx="461468" cy="461468"/>
          </a:xfrm>
        </p:grpSpPr>
        <p:pic>
          <p:nvPicPr>
            <p:cNvPr id="68" name="Graphique 67" descr="Batterie chargée avec un remplissage uni">
              <a:extLst>
                <a:ext uri="{FF2B5EF4-FFF2-40B4-BE49-F238E27FC236}">
                  <a16:creationId xmlns:a16="http://schemas.microsoft.com/office/drawing/2014/main" id="{2E80CE83-20A4-4B70-9664-300B17ED852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5484964" y="3511896"/>
              <a:ext cx="461468" cy="461468"/>
            </a:xfrm>
            <a:prstGeom prst="rect">
              <a:avLst/>
            </a:prstGeom>
          </p:spPr>
        </p:pic>
        <p:pic>
          <p:nvPicPr>
            <p:cNvPr id="69" name="Graphique 68" descr="Éclair avec un remplissage uni">
              <a:extLst>
                <a:ext uri="{FF2B5EF4-FFF2-40B4-BE49-F238E27FC236}">
                  <a16:creationId xmlns:a16="http://schemas.microsoft.com/office/drawing/2014/main" id="{DED75555-4B19-49CF-938B-B6E72E726B4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616565" y="3653734"/>
              <a:ext cx="209320" cy="209320"/>
            </a:xfrm>
            <a:prstGeom prst="rect">
              <a:avLst/>
            </a:prstGeom>
          </p:spPr>
        </p:pic>
      </p:grpSp>
      <p:pic>
        <p:nvPicPr>
          <p:cNvPr id="70" name="Graphique 69" descr="Signe pouce en haut avec un remplissage uni">
            <a:extLst>
              <a:ext uri="{FF2B5EF4-FFF2-40B4-BE49-F238E27FC236}">
                <a16:creationId xmlns:a16="http://schemas.microsoft.com/office/drawing/2014/main" id="{D8534C15-DE6D-4BB5-A42F-8FFE620B880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483002" y="2988976"/>
            <a:ext cx="319688" cy="319688"/>
          </a:xfrm>
          <a:prstGeom prst="rect">
            <a:avLst/>
          </a:prstGeom>
        </p:spPr>
      </p:pic>
      <p:sp>
        <p:nvSpPr>
          <p:cNvPr id="71" name="Cœur 70">
            <a:extLst>
              <a:ext uri="{FF2B5EF4-FFF2-40B4-BE49-F238E27FC236}">
                <a16:creationId xmlns:a16="http://schemas.microsoft.com/office/drawing/2014/main" id="{85FED964-08B0-453F-9079-6B3D63E649B3}"/>
              </a:ext>
            </a:extLst>
          </p:cNvPr>
          <p:cNvSpPr/>
          <p:nvPr/>
        </p:nvSpPr>
        <p:spPr>
          <a:xfrm>
            <a:off x="9515894" y="2747654"/>
            <a:ext cx="242715" cy="242715"/>
          </a:xfrm>
          <a:prstGeom prst="hear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2" name="Graphique 71" descr="Utilisateur avec un remplissage uni">
            <a:extLst>
              <a:ext uri="{FF2B5EF4-FFF2-40B4-BE49-F238E27FC236}">
                <a16:creationId xmlns:a16="http://schemas.microsoft.com/office/drawing/2014/main" id="{A2FFDD23-45B3-4B57-A300-F76CD3700BA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959" t="10077" r="12793" b="12793"/>
          <a:stretch/>
        </p:blipFill>
        <p:spPr>
          <a:xfrm>
            <a:off x="9515894" y="2450109"/>
            <a:ext cx="242715" cy="259117"/>
          </a:xfrm>
          <a:prstGeom prst="rect">
            <a:avLst/>
          </a:prstGeom>
        </p:spPr>
      </p:pic>
      <p:grpSp>
        <p:nvGrpSpPr>
          <p:cNvPr id="73" name="Groupe 72">
            <a:extLst>
              <a:ext uri="{FF2B5EF4-FFF2-40B4-BE49-F238E27FC236}">
                <a16:creationId xmlns:a16="http://schemas.microsoft.com/office/drawing/2014/main" id="{8FA7E4E8-24A7-4C0A-911F-CE640ACE9497}"/>
              </a:ext>
            </a:extLst>
          </p:cNvPr>
          <p:cNvGrpSpPr/>
          <p:nvPr/>
        </p:nvGrpSpPr>
        <p:grpSpPr>
          <a:xfrm>
            <a:off x="9477406" y="2095496"/>
            <a:ext cx="319688" cy="319688"/>
            <a:chOff x="5484964" y="3511896"/>
            <a:chExt cx="461468" cy="461468"/>
          </a:xfrm>
        </p:grpSpPr>
        <p:pic>
          <p:nvPicPr>
            <p:cNvPr id="74" name="Graphique 73" descr="Batterie chargée avec un remplissage uni">
              <a:extLst>
                <a:ext uri="{FF2B5EF4-FFF2-40B4-BE49-F238E27FC236}">
                  <a16:creationId xmlns:a16="http://schemas.microsoft.com/office/drawing/2014/main" id="{EF19667C-5E5A-4272-9DF9-51EF221857C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5484964" y="3511896"/>
              <a:ext cx="461468" cy="461468"/>
            </a:xfrm>
            <a:prstGeom prst="rect">
              <a:avLst/>
            </a:prstGeom>
          </p:spPr>
        </p:pic>
        <p:pic>
          <p:nvPicPr>
            <p:cNvPr id="75" name="Graphique 74" descr="Éclair avec un remplissage uni">
              <a:extLst>
                <a:ext uri="{FF2B5EF4-FFF2-40B4-BE49-F238E27FC236}">
                  <a16:creationId xmlns:a16="http://schemas.microsoft.com/office/drawing/2014/main" id="{9E30AD5E-A4FE-4591-BFCA-197215527DB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616565" y="3653734"/>
              <a:ext cx="209320" cy="209320"/>
            </a:xfrm>
            <a:prstGeom prst="rect">
              <a:avLst/>
            </a:prstGeom>
          </p:spPr>
        </p:pic>
      </p:grpSp>
      <p:pic>
        <p:nvPicPr>
          <p:cNvPr id="76" name="Graphique 75" descr="Signe pouce en haut avec un remplissage uni">
            <a:extLst>
              <a:ext uri="{FF2B5EF4-FFF2-40B4-BE49-F238E27FC236}">
                <a16:creationId xmlns:a16="http://schemas.microsoft.com/office/drawing/2014/main" id="{C3B0FF48-4BC7-43D6-957E-DDFB5634D29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477406" y="2990369"/>
            <a:ext cx="319688" cy="319688"/>
          </a:xfrm>
          <a:prstGeom prst="rect">
            <a:avLst/>
          </a:prstGeom>
        </p:spPr>
      </p:pic>
      <p:sp>
        <p:nvSpPr>
          <p:cNvPr id="77" name="Cœur 76">
            <a:extLst>
              <a:ext uri="{FF2B5EF4-FFF2-40B4-BE49-F238E27FC236}">
                <a16:creationId xmlns:a16="http://schemas.microsoft.com/office/drawing/2014/main" id="{CA18E5F3-DABE-41DA-BF3D-956C9E47D6CE}"/>
              </a:ext>
            </a:extLst>
          </p:cNvPr>
          <p:cNvSpPr/>
          <p:nvPr/>
        </p:nvSpPr>
        <p:spPr>
          <a:xfrm>
            <a:off x="10409706" y="2754716"/>
            <a:ext cx="242715" cy="242715"/>
          </a:xfrm>
          <a:prstGeom prst="hear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8" name="Graphique 77" descr="Utilisateur avec un remplissage uni">
            <a:extLst>
              <a:ext uri="{FF2B5EF4-FFF2-40B4-BE49-F238E27FC236}">
                <a16:creationId xmlns:a16="http://schemas.microsoft.com/office/drawing/2014/main" id="{F9BEAB84-74A4-4399-888D-4DF0369B033E}"/>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959" t="10077" r="12793" b="12793"/>
          <a:stretch/>
        </p:blipFill>
        <p:spPr>
          <a:xfrm>
            <a:off x="10409706" y="2457171"/>
            <a:ext cx="242715" cy="259117"/>
          </a:xfrm>
          <a:prstGeom prst="rect">
            <a:avLst/>
          </a:prstGeom>
        </p:spPr>
      </p:pic>
      <p:grpSp>
        <p:nvGrpSpPr>
          <p:cNvPr id="79" name="Groupe 78">
            <a:extLst>
              <a:ext uri="{FF2B5EF4-FFF2-40B4-BE49-F238E27FC236}">
                <a16:creationId xmlns:a16="http://schemas.microsoft.com/office/drawing/2014/main" id="{930F6DE8-AA4B-44BC-8180-CB33834A7F10}"/>
              </a:ext>
            </a:extLst>
          </p:cNvPr>
          <p:cNvGrpSpPr/>
          <p:nvPr/>
        </p:nvGrpSpPr>
        <p:grpSpPr>
          <a:xfrm>
            <a:off x="10371218" y="2102558"/>
            <a:ext cx="319688" cy="319688"/>
            <a:chOff x="5484964" y="3511896"/>
            <a:chExt cx="461468" cy="461468"/>
          </a:xfrm>
        </p:grpSpPr>
        <p:pic>
          <p:nvPicPr>
            <p:cNvPr id="80" name="Graphique 79" descr="Batterie chargée avec un remplissage uni">
              <a:extLst>
                <a:ext uri="{FF2B5EF4-FFF2-40B4-BE49-F238E27FC236}">
                  <a16:creationId xmlns:a16="http://schemas.microsoft.com/office/drawing/2014/main" id="{A28A5C52-2944-434F-BC45-4E25545F44C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5484964" y="3511896"/>
              <a:ext cx="461468" cy="461468"/>
            </a:xfrm>
            <a:prstGeom prst="rect">
              <a:avLst/>
            </a:prstGeom>
          </p:spPr>
        </p:pic>
        <p:pic>
          <p:nvPicPr>
            <p:cNvPr id="81" name="Graphique 80" descr="Éclair avec un remplissage uni">
              <a:extLst>
                <a:ext uri="{FF2B5EF4-FFF2-40B4-BE49-F238E27FC236}">
                  <a16:creationId xmlns:a16="http://schemas.microsoft.com/office/drawing/2014/main" id="{4F23E266-A549-40A2-8076-A2CBD6E095C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616565" y="3653734"/>
              <a:ext cx="209320" cy="209320"/>
            </a:xfrm>
            <a:prstGeom prst="rect">
              <a:avLst/>
            </a:prstGeom>
          </p:spPr>
        </p:pic>
      </p:grpSp>
      <p:pic>
        <p:nvPicPr>
          <p:cNvPr id="82" name="Graphique 81" descr="Signe pouce en haut avec un remplissage uni">
            <a:extLst>
              <a:ext uri="{FF2B5EF4-FFF2-40B4-BE49-F238E27FC236}">
                <a16:creationId xmlns:a16="http://schemas.microsoft.com/office/drawing/2014/main" id="{C5A7E249-6CBB-4C35-8CF7-84D3116A73A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371218" y="2997431"/>
            <a:ext cx="319688" cy="319688"/>
          </a:xfrm>
          <a:prstGeom prst="rect">
            <a:avLst/>
          </a:prstGeom>
        </p:spPr>
      </p:pic>
      <p:sp>
        <p:nvSpPr>
          <p:cNvPr id="83" name="Cœur 82">
            <a:extLst>
              <a:ext uri="{FF2B5EF4-FFF2-40B4-BE49-F238E27FC236}">
                <a16:creationId xmlns:a16="http://schemas.microsoft.com/office/drawing/2014/main" id="{E3F58A29-1940-4C59-B67E-343D899FCA0C}"/>
              </a:ext>
            </a:extLst>
          </p:cNvPr>
          <p:cNvSpPr/>
          <p:nvPr/>
        </p:nvSpPr>
        <p:spPr>
          <a:xfrm>
            <a:off x="11352678" y="2754716"/>
            <a:ext cx="242715" cy="242715"/>
          </a:xfrm>
          <a:prstGeom prst="hear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84" name="Graphique 83" descr="Utilisateur avec un remplissage uni">
            <a:extLst>
              <a:ext uri="{FF2B5EF4-FFF2-40B4-BE49-F238E27FC236}">
                <a16:creationId xmlns:a16="http://schemas.microsoft.com/office/drawing/2014/main" id="{4AF0BC42-8A41-4668-A4E9-2D2D1CE460B9}"/>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959" t="10077" r="12793" b="12793"/>
          <a:stretch/>
        </p:blipFill>
        <p:spPr>
          <a:xfrm>
            <a:off x="11352678" y="2457171"/>
            <a:ext cx="242715" cy="259117"/>
          </a:xfrm>
          <a:prstGeom prst="rect">
            <a:avLst/>
          </a:prstGeom>
        </p:spPr>
      </p:pic>
      <p:grpSp>
        <p:nvGrpSpPr>
          <p:cNvPr id="85" name="Groupe 84">
            <a:extLst>
              <a:ext uri="{FF2B5EF4-FFF2-40B4-BE49-F238E27FC236}">
                <a16:creationId xmlns:a16="http://schemas.microsoft.com/office/drawing/2014/main" id="{CDBC6605-7BCF-46CE-A4F7-7F347D63A032}"/>
              </a:ext>
            </a:extLst>
          </p:cNvPr>
          <p:cNvGrpSpPr/>
          <p:nvPr/>
        </p:nvGrpSpPr>
        <p:grpSpPr>
          <a:xfrm>
            <a:off x="11314190" y="2102558"/>
            <a:ext cx="319688" cy="319688"/>
            <a:chOff x="5484964" y="3511896"/>
            <a:chExt cx="461468" cy="461468"/>
          </a:xfrm>
        </p:grpSpPr>
        <p:pic>
          <p:nvPicPr>
            <p:cNvPr id="86" name="Graphique 85" descr="Batterie chargée avec un remplissage uni">
              <a:extLst>
                <a:ext uri="{FF2B5EF4-FFF2-40B4-BE49-F238E27FC236}">
                  <a16:creationId xmlns:a16="http://schemas.microsoft.com/office/drawing/2014/main" id="{2C190915-A14B-4EAF-9FD6-E265BEE7FFC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5484964" y="3511896"/>
              <a:ext cx="461468" cy="461468"/>
            </a:xfrm>
            <a:prstGeom prst="rect">
              <a:avLst/>
            </a:prstGeom>
          </p:spPr>
        </p:pic>
        <p:pic>
          <p:nvPicPr>
            <p:cNvPr id="87" name="Graphique 86" descr="Éclair avec un remplissage uni">
              <a:extLst>
                <a:ext uri="{FF2B5EF4-FFF2-40B4-BE49-F238E27FC236}">
                  <a16:creationId xmlns:a16="http://schemas.microsoft.com/office/drawing/2014/main" id="{B557ED4F-C154-4F7B-9A21-93B6A141F65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616565" y="3653734"/>
              <a:ext cx="209320" cy="209320"/>
            </a:xfrm>
            <a:prstGeom prst="rect">
              <a:avLst/>
            </a:prstGeom>
          </p:spPr>
        </p:pic>
      </p:grpSp>
      <p:pic>
        <p:nvPicPr>
          <p:cNvPr id="88" name="Graphique 87" descr="Signe pouce en haut avec un remplissage uni">
            <a:extLst>
              <a:ext uri="{FF2B5EF4-FFF2-40B4-BE49-F238E27FC236}">
                <a16:creationId xmlns:a16="http://schemas.microsoft.com/office/drawing/2014/main" id="{3A91626C-ED76-4EC1-AD9F-0811A6EB7D8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1314190" y="2997431"/>
            <a:ext cx="319688" cy="319688"/>
          </a:xfrm>
          <a:prstGeom prst="rect">
            <a:avLst/>
          </a:prstGeom>
        </p:spPr>
      </p:pic>
      <p:sp>
        <p:nvSpPr>
          <p:cNvPr id="89" name="Cœur 88">
            <a:extLst>
              <a:ext uri="{FF2B5EF4-FFF2-40B4-BE49-F238E27FC236}">
                <a16:creationId xmlns:a16="http://schemas.microsoft.com/office/drawing/2014/main" id="{938FE6D6-99A3-495A-8B17-654C3B055556}"/>
              </a:ext>
            </a:extLst>
          </p:cNvPr>
          <p:cNvSpPr/>
          <p:nvPr/>
        </p:nvSpPr>
        <p:spPr>
          <a:xfrm>
            <a:off x="1354524" y="4326914"/>
            <a:ext cx="242715" cy="242715"/>
          </a:xfrm>
          <a:prstGeom prst="hear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3248797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764100C1-171E-478C-9C84-B23EDD71B8C0}"/>
              </a:ext>
            </a:extLst>
          </p:cNvPr>
          <p:cNvSpPr>
            <a:spLocks noGrp="1"/>
          </p:cNvSpPr>
          <p:nvPr>
            <p:ph type="title" idx="4294967295"/>
          </p:nvPr>
        </p:nvSpPr>
        <p:spPr>
          <a:xfrm>
            <a:off x="878939" y="69786"/>
            <a:ext cx="10167937" cy="1179513"/>
          </a:xfrm>
        </p:spPr>
        <p:txBody>
          <a:bodyPr/>
          <a:lstStyle/>
          <a:p>
            <a:r>
              <a:rPr lang="en-US" dirty="0"/>
              <a:t>Tour de jeu</a:t>
            </a:r>
          </a:p>
        </p:txBody>
      </p:sp>
      <p:graphicFrame>
        <p:nvGraphicFramePr>
          <p:cNvPr id="6" name="Tableau 6">
            <a:extLst>
              <a:ext uri="{FF2B5EF4-FFF2-40B4-BE49-F238E27FC236}">
                <a16:creationId xmlns:a16="http://schemas.microsoft.com/office/drawing/2014/main" id="{042F0DA9-5D5C-4035-8CD0-E929899A5DCB}"/>
              </a:ext>
            </a:extLst>
          </p:cNvPr>
          <p:cNvGraphicFramePr>
            <a:graphicFrameLocks noGrp="1"/>
          </p:cNvGraphicFramePr>
          <p:nvPr>
            <p:extLst>
              <p:ext uri="{D42A27DB-BD31-4B8C-83A1-F6EECF244321}">
                <p14:modId xmlns:p14="http://schemas.microsoft.com/office/powerpoint/2010/main" val="1325191780"/>
              </p:ext>
            </p:extLst>
          </p:nvPr>
        </p:nvGraphicFramePr>
        <p:xfrm>
          <a:off x="4398264" y="1318857"/>
          <a:ext cx="3627552" cy="5539143"/>
        </p:xfrm>
        <a:graphic>
          <a:graphicData uri="http://schemas.openxmlformats.org/drawingml/2006/table">
            <a:tbl>
              <a:tblPr firstRow="1" bandRow="1">
                <a:tableStyleId>{5C22544A-7EE6-4342-B048-85BDC9FD1C3A}</a:tableStyleId>
              </a:tblPr>
              <a:tblGrid>
                <a:gridCol w="906888">
                  <a:extLst>
                    <a:ext uri="{9D8B030D-6E8A-4147-A177-3AD203B41FA5}">
                      <a16:colId xmlns:a16="http://schemas.microsoft.com/office/drawing/2014/main" val="1136719263"/>
                    </a:ext>
                  </a:extLst>
                </a:gridCol>
                <a:gridCol w="906888">
                  <a:extLst>
                    <a:ext uri="{9D8B030D-6E8A-4147-A177-3AD203B41FA5}">
                      <a16:colId xmlns:a16="http://schemas.microsoft.com/office/drawing/2014/main" val="2002738752"/>
                    </a:ext>
                  </a:extLst>
                </a:gridCol>
                <a:gridCol w="906888">
                  <a:extLst>
                    <a:ext uri="{9D8B030D-6E8A-4147-A177-3AD203B41FA5}">
                      <a16:colId xmlns:a16="http://schemas.microsoft.com/office/drawing/2014/main" val="1296330431"/>
                    </a:ext>
                  </a:extLst>
                </a:gridCol>
                <a:gridCol w="906888">
                  <a:extLst>
                    <a:ext uri="{9D8B030D-6E8A-4147-A177-3AD203B41FA5}">
                      <a16:colId xmlns:a16="http://schemas.microsoft.com/office/drawing/2014/main" val="848576917"/>
                    </a:ext>
                  </a:extLst>
                </a:gridCol>
              </a:tblGrid>
              <a:tr h="780335">
                <a:tc>
                  <a:txBody>
                    <a:bodyPr/>
                    <a:lstStyle/>
                    <a:p>
                      <a:endParaRPr lang="en-US" sz="1200" dirty="0"/>
                    </a:p>
                  </a:txBody>
                  <a:tcPr/>
                </a:tc>
                <a:tc>
                  <a:txBody>
                    <a:bodyPr/>
                    <a:lstStyle/>
                    <a:p>
                      <a:r>
                        <a:rPr lang="en-US" sz="1050" dirty="0"/>
                        <a:t>Janvier</a:t>
                      </a:r>
                    </a:p>
                  </a:txBody>
                  <a:tcPr/>
                </a:tc>
                <a:tc>
                  <a:txBody>
                    <a:bodyPr/>
                    <a:lstStyle/>
                    <a:p>
                      <a:r>
                        <a:rPr lang="en-US" sz="1050" dirty="0" err="1"/>
                        <a:t>Février</a:t>
                      </a:r>
                      <a:endParaRPr lang="en-US" sz="1050" dirty="0"/>
                    </a:p>
                  </a:txBody>
                  <a:tcPr/>
                </a:tc>
                <a:tc>
                  <a:txBody>
                    <a:bodyPr/>
                    <a:lstStyle/>
                    <a:p>
                      <a:r>
                        <a:rPr lang="en-US" sz="1050" dirty="0"/>
                        <a:t>Mars</a:t>
                      </a:r>
                    </a:p>
                  </a:txBody>
                  <a:tcPr/>
                </a:tc>
                <a:extLst>
                  <a:ext uri="{0D108BD9-81ED-4DB2-BD59-A6C34878D82A}">
                    <a16:rowId xmlns:a16="http://schemas.microsoft.com/office/drawing/2014/main" val="3117056282"/>
                  </a:ext>
                </a:extLst>
              </a:tr>
              <a:tr h="1334324">
                <a:tc>
                  <a:txBody>
                    <a:bodyPr/>
                    <a:lstStyle/>
                    <a:p>
                      <a:r>
                        <a:rPr lang="en-US" sz="900" dirty="0"/>
                        <a:t>Au début du </a:t>
                      </a:r>
                      <a:r>
                        <a:rPr lang="en-US" sz="900" dirty="0" err="1"/>
                        <a:t>mois</a:t>
                      </a:r>
                      <a:endParaRPr lang="en-US" sz="900" dirty="0"/>
                    </a:p>
                  </a:txBody>
                  <a:tcPr/>
                </a:tc>
                <a:tc>
                  <a:txBody>
                    <a:bodyPr/>
                    <a:lstStyle/>
                    <a:p>
                      <a:pPr lvl="0"/>
                      <a:r>
                        <a:rPr lang="en-US" sz="2000" dirty="0">
                          <a:solidFill>
                            <a:schemeClr val="tx1"/>
                          </a:solidFill>
                        </a:rPr>
                        <a:t>    </a:t>
                      </a:r>
                    </a:p>
                    <a:p>
                      <a:pPr lvl="0"/>
                      <a:r>
                        <a:rPr lang="en-US" sz="2000" dirty="0">
                          <a:solidFill>
                            <a:schemeClr val="tx1"/>
                          </a:solidFill>
                        </a:rPr>
                        <a:t>     </a:t>
                      </a:r>
                    </a:p>
                    <a:p>
                      <a:pPr lvl="0"/>
                      <a:r>
                        <a:rPr lang="en-US" sz="2000" dirty="0">
                          <a:solidFill>
                            <a:schemeClr val="tx1"/>
                          </a:solidFill>
                        </a:rPr>
                        <a:t>     </a:t>
                      </a:r>
                    </a:p>
                    <a:p>
                      <a:pPr lvl="0"/>
                      <a:r>
                        <a:rPr lang="en-US" sz="2000" dirty="0">
                          <a:solidFill>
                            <a:schemeClr val="tx1"/>
                          </a:solidFill>
                        </a:rPr>
                        <a:t>      </a:t>
                      </a:r>
                    </a:p>
                  </a:txBody>
                  <a:tcPr/>
                </a:tc>
                <a:tc>
                  <a:txBody>
                    <a:bodyPr/>
                    <a:lstStyle/>
                    <a:p>
                      <a:pPr lvl="0"/>
                      <a:r>
                        <a:rPr lang="en-US" sz="2000" dirty="0">
                          <a:solidFill>
                            <a:schemeClr val="tx1"/>
                          </a:solidFill>
                        </a:rPr>
                        <a:t>    </a:t>
                      </a:r>
                    </a:p>
                    <a:p>
                      <a:pPr lvl="0"/>
                      <a:r>
                        <a:rPr lang="en-US" sz="2000" dirty="0">
                          <a:solidFill>
                            <a:schemeClr val="tx1"/>
                          </a:solidFill>
                        </a:rPr>
                        <a:t>     </a:t>
                      </a:r>
                    </a:p>
                    <a:p>
                      <a:pPr lvl="0"/>
                      <a:r>
                        <a:rPr lang="en-US" sz="2000" dirty="0">
                          <a:solidFill>
                            <a:schemeClr val="tx1"/>
                          </a:solidFill>
                        </a:rPr>
                        <a:t>     </a:t>
                      </a:r>
                    </a:p>
                    <a:p>
                      <a:pPr lvl="0"/>
                      <a:r>
                        <a:rPr lang="en-US" sz="2000" dirty="0">
                          <a:solidFill>
                            <a:schemeClr val="tx1"/>
                          </a:solidFill>
                        </a:rPr>
                        <a:t>     </a:t>
                      </a:r>
                    </a:p>
                  </a:txBody>
                  <a:tcPr/>
                </a:tc>
                <a:tc>
                  <a:txBody>
                    <a:bodyPr/>
                    <a:lstStyle/>
                    <a:p>
                      <a:endParaRPr lang="en-US" sz="2000" dirty="0">
                        <a:solidFill>
                          <a:schemeClr val="tx1"/>
                        </a:solidFill>
                      </a:endParaRPr>
                    </a:p>
                  </a:txBody>
                  <a:tcPr/>
                </a:tc>
                <a:extLst>
                  <a:ext uri="{0D108BD9-81ED-4DB2-BD59-A6C34878D82A}">
                    <a16:rowId xmlns:a16="http://schemas.microsoft.com/office/drawing/2014/main" val="655195561"/>
                  </a:ext>
                </a:extLst>
              </a:tr>
              <a:tr h="903592">
                <a:tc>
                  <a:txBody>
                    <a:bodyPr/>
                    <a:lstStyle/>
                    <a:p>
                      <a:r>
                        <a:rPr lang="fr-FR" sz="900" dirty="0"/>
                        <a:t>Actions choisies au cours du mois</a:t>
                      </a:r>
                      <a:endParaRPr lang="en-US" sz="900" dirty="0"/>
                    </a:p>
                  </a:txBody>
                  <a:tcPr/>
                </a:tc>
                <a:tc>
                  <a:txBody>
                    <a:bodyPr/>
                    <a:lstStyle/>
                    <a:p>
                      <a:endParaRPr lang="en-US" sz="2000" dirty="0">
                        <a:solidFill>
                          <a:schemeClr val="tx1"/>
                        </a:solidFill>
                      </a:endParaRPr>
                    </a:p>
                  </a:txBody>
                  <a:tcPr/>
                </a:tc>
                <a:tc>
                  <a:txBody>
                    <a:bodyPr/>
                    <a:lstStyle/>
                    <a:p>
                      <a:endParaRPr lang="en-US" sz="2000" dirty="0">
                        <a:solidFill>
                          <a:schemeClr val="tx1"/>
                        </a:solidFill>
                      </a:endParaRPr>
                    </a:p>
                  </a:txBody>
                  <a:tcPr/>
                </a:tc>
                <a:tc>
                  <a:txBody>
                    <a:bodyPr/>
                    <a:lstStyle/>
                    <a:p>
                      <a:endParaRPr lang="en-US" sz="2000" dirty="0">
                        <a:solidFill>
                          <a:schemeClr val="tx1"/>
                        </a:solidFill>
                      </a:endParaRPr>
                    </a:p>
                  </a:txBody>
                  <a:tcPr/>
                </a:tc>
                <a:extLst>
                  <a:ext uri="{0D108BD9-81ED-4DB2-BD59-A6C34878D82A}">
                    <a16:rowId xmlns:a16="http://schemas.microsoft.com/office/drawing/2014/main" val="1697591658"/>
                  </a:ext>
                </a:extLst>
              </a:tr>
              <a:tr h="713708">
                <a:tc>
                  <a:txBody>
                    <a:bodyPr/>
                    <a:lstStyle/>
                    <a:p>
                      <a:r>
                        <a:rPr lang="fr-FR" sz="900" dirty="0"/>
                        <a:t>Impact positif à la fin du mois </a:t>
                      </a:r>
                      <a:endParaRPr lang="en-US" sz="900" dirty="0"/>
                    </a:p>
                  </a:txBody>
                  <a:tcPr/>
                </a:tc>
                <a:tc>
                  <a:txBody>
                    <a:bodyPr/>
                    <a:lstStyle/>
                    <a:p>
                      <a:r>
                        <a:rPr lang="en-US" sz="2000" dirty="0">
                          <a:solidFill>
                            <a:schemeClr val="tx1"/>
                          </a:solidFill>
                        </a:rPr>
                        <a:t>10</a:t>
                      </a:r>
                    </a:p>
                    <a:p>
                      <a:r>
                        <a:rPr lang="en-US" sz="2000" dirty="0">
                          <a:solidFill>
                            <a:schemeClr val="tx1"/>
                          </a:solidFill>
                        </a:rPr>
                        <a:t>30    </a:t>
                      </a:r>
                    </a:p>
                  </a:txBody>
                  <a:tcPr/>
                </a:tc>
                <a:tc>
                  <a:txBody>
                    <a:bodyPr/>
                    <a:lstStyle/>
                    <a:p>
                      <a:endParaRPr lang="en-US" sz="2000" dirty="0">
                        <a:solidFill>
                          <a:schemeClr val="tx1"/>
                        </a:solidFill>
                      </a:endParaRPr>
                    </a:p>
                  </a:txBody>
                  <a:tcPr/>
                </a:tc>
                <a:tc>
                  <a:txBody>
                    <a:bodyPr/>
                    <a:lstStyle/>
                    <a:p>
                      <a:endParaRPr lang="en-US" sz="2000" dirty="0">
                        <a:solidFill>
                          <a:schemeClr val="tx1"/>
                        </a:solidFill>
                      </a:endParaRPr>
                    </a:p>
                  </a:txBody>
                  <a:tcPr/>
                </a:tc>
                <a:extLst>
                  <a:ext uri="{0D108BD9-81ED-4DB2-BD59-A6C34878D82A}">
                    <a16:rowId xmlns:a16="http://schemas.microsoft.com/office/drawing/2014/main" val="292370782"/>
                  </a:ext>
                </a:extLst>
              </a:tr>
              <a:tr h="903592">
                <a:tc>
                  <a:txBody>
                    <a:bodyPr/>
                    <a:lstStyle/>
                    <a:p>
                      <a:r>
                        <a:rPr lang="fr-FR" sz="900" dirty="0"/>
                        <a:t>Recrues choisies à la fin du mois</a:t>
                      </a:r>
                      <a:endParaRPr lang="en-US" sz="900" dirty="0"/>
                    </a:p>
                  </a:txBody>
                  <a:tcPr/>
                </a:tc>
                <a:tc>
                  <a:txBody>
                    <a:bodyPr/>
                    <a:lstStyle/>
                    <a:p>
                      <a:endParaRPr lang="en-US" sz="2000" dirty="0">
                        <a:solidFill>
                          <a:schemeClr val="tx1"/>
                        </a:solidFill>
                      </a:endParaRPr>
                    </a:p>
                  </a:txBody>
                  <a:tcPr/>
                </a:tc>
                <a:tc>
                  <a:txBody>
                    <a:bodyPr/>
                    <a:lstStyle/>
                    <a:p>
                      <a:endParaRPr lang="en-US" sz="2000" dirty="0">
                        <a:solidFill>
                          <a:schemeClr val="tx1"/>
                        </a:solidFill>
                      </a:endParaRPr>
                    </a:p>
                  </a:txBody>
                  <a:tcPr/>
                </a:tc>
                <a:tc>
                  <a:txBody>
                    <a:bodyPr/>
                    <a:lstStyle/>
                    <a:p>
                      <a:endParaRPr lang="en-US" sz="2000" dirty="0">
                        <a:solidFill>
                          <a:schemeClr val="tx1"/>
                        </a:solidFill>
                      </a:endParaRPr>
                    </a:p>
                  </a:txBody>
                  <a:tcPr/>
                </a:tc>
                <a:extLst>
                  <a:ext uri="{0D108BD9-81ED-4DB2-BD59-A6C34878D82A}">
                    <a16:rowId xmlns:a16="http://schemas.microsoft.com/office/drawing/2014/main" val="3089785713"/>
                  </a:ext>
                </a:extLst>
              </a:tr>
              <a:tr h="903592">
                <a:tc>
                  <a:txBody>
                    <a:bodyPr/>
                    <a:lstStyle/>
                    <a:p>
                      <a:r>
                        <a:rPr lang="fr-FR" sz="900" dirty="0"/>
                        <a:t>Artefacts choisis à la fin du mois</a:t>
                      </a:r>
                      <a:endParaRPr lang="en-US" sz="900" dirty="0"/>
                    </a:p>
                  </a:txBody>
                  <a:tcPr/>
                </a:tc>
                <a:tc>
                  <a:txBody>
                    <a:bodyPr/>
                    <a:lstStyle/>
                    <a:p>
                      <a:endParaRPr lang="en-US" sz="2000" dirty="0">
                        <a:solidFill>
                          <a:schemeClr val="tx1"/>
                        </a:solidFill>
                      </a:endParaRPr>
                    </a:p>
                  </a:txBody>
                  <a:tcPr/>
                </a:tc>
                <a:tc>
                  <a:txBody>
                    <a:bodyPr/>
                    <a:lstStyle/>
                    <a:p>
                      <a:endParaRPr lang="en-US" sz="2000" dirty="0">
                        <a:solidFill>
                          <a:schemeClr val="tx1"/>
                        </a:solidFill>
                      </a:endParaRPr>
                    </a:p>
                  </a:txBody>
                  <a:tcPr/>
                </a:tc>
                <a:tc>
                  <a:txBody>
                    <a:bodyPr/>
                    <a:lstStyle/>
                    <a:p>
                      <a:endParaRPr lang="en-US" sz="2000" dirty="0">
                        <a:solidFill>
                          <a:schemeClr val="tx1"/>
                        </a:solidFill>
                      </a:endParaRPr>
                    </a:p>
                  </a:txBody>
                  <a:tcPr/>
                </a:tc>
                <a:extLst>
                  <a:ext uri="{0D108BD9-81ED-4DB2-BD59-A6C34878D82A}">
                    <a16:rowId xmlns:a16="http://schemas.microsoft.com/office/drawing/2014/main" val="1011446804"/>
                  </a:ext>
                </a:extLst>
              </a:tr>
            </a:tbl>
          </a:graphicData>
        </a:graphic>
      </p:graphicFrame>
      <p:sp>
        <p:nvSpPr>
          <p:cNvPr id="7" name="Cœur 6">
            <a:extLst>
              <a:ext uri="{FF2B5EF4-FFF2-40B4-BE49-F238E27FC236}">
                <a16:creationId xmlns:a16="http://schemas.microsoft.com/office/drawing/2014/main" id="{A892C1DF-73E7-4297-9BD5-ECFEB18AE505}"/>
              </a:ext>
            </a:extLst>
          </p:cNvPr>
          <p:cNvSpPr/>
          <p:nvPr/>
        </p:nvSpPr>
        <p:spPr>
          <a:xfrm>
            <a:off x="5327450" y="2758894"/>
            <a:ext cx="242715" cy="242715"/>
          </a:xfrm>
          <a:prstGeom prst="hear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8" name="Graphique 7" descr="Utilisateur avec un remplissage uni">
            <a:extLst>
              <a:ext uri="{FF2B5EF4-FFF2-40B4-BE49-F238E27FC236}">
                <a16:creationId xmlns:a16="http://schemas.microsoft.com/office/drawing/2014/main" id="{88493640-6924-431D-8FD4-BB6ABE31927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959" t="10077" r="12793" b="12793"/>
          <a:stretch/>
        </p:blipFill>
        <p:spPr>
          <a:xfrm>
            <a:off x="5327450" y="2443652"/>
            <a:ext cx="242715" cy="259117"/>
          </a:xfrm>
          <a:prstGeom prst="rect">
            <a:avLst/>
          </a:prstGeom>
        </p:spPr>
      </p:pic>
      <p:grpSp>
        <p:nvGrpSpPr>
          <p:cNvPr id="9" name="Groupe 8">
            <a:extLst>
              <a:ext uri="{FF2B5EF4-FFF2-40B4-BE49-F238E27FC236}">
                <a16:creationId xmlns:a16="http://schemas.microsoft.com/office/drawing/2014/main" id="{965D5AFB-69BE-42A4-A5BB-F6CBF29F096B}"/>
              </a:ext>
            </a:extLst>
          </p:cNvPr>
          <p:cNvGrpSpPr/>
          <p:nvPr/>
        </p:nvGrpSpPr>
        <p:grpSpPr>
          <a:xfrm>
            <a:off x="5288964" y="2107072"/>
            <a:ext cx="319688" cy="319688"/>
            <a:chOff x="5484964" y="3511896"/>
            <a:chExt cx="461468" cy="461468"/>
          </a:xfrm>
        </p:grpSpPr>
        <p:pic>
          <p:nvPicPr>
            <p:cNvPr id="10" name="Graphique 9" descr="Batterie chargée avec un remplissage uni">
              <a:extLst>
                <a:ext uri="{FF2B5EF4-FFF2-40B4-BE49-F238E27FC236}">
                  <a16:creationId xmlns:a16="http://schemas.microsoft.com/office/drawing/2014/main" id="{0EF8B778-C9B9-4F83-BEC6-8DD8050B822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5484964" y="3511896"/>
              <a:ext cx="461468" cy="461468"/>
            </a:xfrm>
            <a:prstGeom prst="rect">
              <a:avLst/>
            </a:prstGeom>
          </p:spPr>
        </p:pic>
        <p:pic>
          <p:nvPicPr>
            <p:cNvPr id="11" name="Graphique 10" descr="Éclair avec un remplissage uni">
              <a:extLst>
                <a:ext uri="{FF2B5EF4-FFF2-40B4-BE49-F238E27FC236}">
                  <a16:creationId xmlns:a16="http://schemas.microsoft.com/office/drawing/2014/main" id="{4304DDD1-8EC1-4283-B9A7-3708EB4F537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616565" y="3653734"/>
              <a:ext cx="209320" cy="209320"/>
            </a:xfrm>
            <a:prstGeom prst="rect">
              <a:avLst/>
            </a:prstGeom>
          </p:spPr>
        </p:pic>
      </p:grpSp>
      <p:sp>
        <p:nvSpPr>
          <p:cNvPr id="16" name="Cœur 15">
            <a:extLst>
              <a:ext uri="{FF2B5EF4-FFF2-40B4-BE49-F238E27FC236}">
                <a16:creationId xmlns:a16="http://schemas.microsoft.com/office/drawing/2014/main" id="{6FB99659-A8F2-4C25-AF78-1679C9D125C3}"/>
              </a:ext>
            </a:extLst>
          </p:cNvPr>
          <p:cNvSpPr/>
          <p:nvPr/>
        </p:nvSpPr>
        <p:spPr>
          <a:xfrm>
            <a:off x="6234454" y="2751832"/>
            <a:ext cx="242715" cy="242715"/>
          </a:xfrm>
          <a:prstGeom prst="hear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7" name="Graphique 16" descr="Utilisateur avec un remplissage uni">
            <a:extLst>
              <a:ext uri="{FF2B5EF4-FFF2-40B4-BE49-F238E27FC236}">
                <a16:creationId xmlns:a16="http://schemas.microsoft.com/office/drawing/2014/main" id="{63D34ED6-9174-4CC5-AC93-B735CF462132}"/>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14959" t="10077" r="12793" b="12793"/>
          <a:stretch/>
        </p:blipFill>
        <p:spPr>
          <a:xfrm>
            <a:off x="6234454" y="2454287"/>
            <a:ext cx="242715" cy="259117"/>
          </a:xfrm>
          <a:prstGeom prst="rect">
            <a:avLst/>
          </a:prstGeom>
        </p:spPr>
      </p:pic>
      <p:grpSp>
        <p:nvGrpSpPr>
          <p:cNvPr id="18" name="Groupe 17">
            <a:extLst>
              <a:ext uri="{FF2B5EF4-FFF2-40B4-BE49-F238E27FC236}">
                <a16:creationId xmlns:a16="http://schemas.microsoft.com/office/drawing/2014/main" id="{54858504-32E9-4A06-80E7-A653D1C2FA6C}"/>
              </a:ext>
            </a:extLst>
          </p:cNvPr>
          <p:cNvGrpSpPr/>
          <p:nvPr/>
        </p:nvGrpSpPr>
        <p:grpSpPr>
          <a:xfrm>
            <a:off x="6195966" y="2099674"/>
            <a:ext cx="319688" cy="319688"/>
            <a:chOff x="5484964" y="3511896"/>
            <a:chExt cx="461468" cy="461468"/>
          </a:xfrm>
        </p:grpSpPr>
        <p:pic>
          <p:nvPicPr>
            <p:cNvPr id="19" name="Graphique 18" descr="Batterie chargée avec un remplissage uni">
              <a:extLst>
                <a:ext uri="{FF2B5EF4-FFF2-40B4-BE49-F238E27FC236}">
                  <a16:creationId xmlns:a16="http://schemas.microsoft.com/office/drawing/2014/main" id="{EFBB1AE9-BC9F-4A53-A1BA-218FD7A73C6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16200000">
              <a:off x="5484964" y="3511896"/>
              <a:ext cx="461468" cy="461468"/>
            </a:xfrm>
            <a:prstGeom prst="rect">
              <a:avLst/>
            </a:prstGeom>
          </p:spPr>
        </p:pic>
        <p:pic>
          <p:nvPicPr>
            <p:cNvPr id="20" name="Graphique 19" descr="Éclair avec un remplissage uni">
              <a:extLst>
                <a:ext uri="{FF2B5EF4-FFF2-40B4-BE49-F238E27FC236}">
                  <a16:creationId xmlns:a16="http://schemas.microsoft.com/office/drawing/2014/main" id="{F9E8766C-FDE5-47EC-B81B-C319C4087A61}"/>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616565" y="3653734"/>
              <a:ext cx="209320" cy="209320"/>
            </a:xfrm>
            <a:prstGeom prst="rect">
              <a:avLst/>
            </a:prstGeom>
          </p:spPr>
        </p:pic>
      </p:grpSp>
      <p:pic>
        <p:nvPicPr>
          <p:cNvPr id="22" name="Graphique 21" descr="Signe pouce en haut avec un remplissage uni">
            <a:extLst>
              <a:ext uri="{FF2B5EF4-FFF2-40B4-BE49-F238E27FC236}">
                <a16:creationId xmlns:a16="http://schemas.microsoft.com/office/drawing/2014/main" id="{766D1E37-8BCE-4925-80D2-EE06922357A0}"/>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714382" y="4602665"/>
            <a:ext cx="319529" cy="319529"/>
          </a:xfrm>
          <a:prstGeom prst="rect">
            <a:avLst/>
          </a:prstGeom>
        </p:spPr>
      </p:pic>
      <p:pic>
        <p:nvPicPr>
          <p:cNvPr id="23" name="Graphique 22" descr="Signe pouce en haut avec un remplissage uni">
            <a:extLst>
              <a:ext uri="{FF2B5EF4-FFF2-40B4-BE49-F238E27FC236}">
                <a16:creationId xmlns:a16="http://schemas.microsoft.com/office/drawing/2014/main" id="{98B21CB3-0291-451B-97C8-EE59DDB6A066}"/>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299101" y="2978804"/>
            <a:ext cx="319688" cy="319688"/>
          </a:xfrm>
          <a:prstGeom prst="rect">
            <a:avLst/>
          </a:prstGeom>
        </p:spPr>
      </p:pic>
      <p:pic>
        <p:nvPicPr>
          <p:cNvPr id="28" name="Graphique 27" descr="Signe pouce en haut avec un remplissage uni">
            <a:extLst>
              <a:ext uri="{FF2B5EF4-FFF2-40B4-BE49-F238E27FC236}">
                <a16:creationId xmlns:a16="http://schemas.microsoft.com/office/drawing/2014/main" id="{747DC981-3E56-4B83-B57A-5351EED086A6}"/>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195966" y="2994547"/>
            <a:ext cx="319688" cy="319688"/>
          </a:xfrm>
          <a:prstGeom prst="rect">
            <a:avLst/>
          </a:prstGeom>
        </p:spPr>
      </p:pic>
      <p:sp>
        <p:nvSpPr>
          <p:cNvPr id="29" name="Cœur 28">
            <a:extLst>
              <a:ext uri="{FF2B5EF4-FFF2-40B4-BE49-F238E27FC236}">
                <a16:creationId xmlns:a16="http://schemas.microsoft.com/office/drawing/2014/main" id="{6B7542C2-466F-44F9-ABE7-36216FDCC947}"/>
              </a:ext>
            </a:extLst>
          </p:cNvPr>
          <p:cNvSpPr/>
          <p:nvPr/>
        </p:nvSpPr>
        <p:spPr>
          <a:xfrm>
            <a:off x="7178319" y="2758894"/>
            <a:ext cx="242715" cy="242715"/>
          </a:xfrm>
          <a:prstGeom prst="hear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0" name="Graphique 29" descr="Utilisateur avec un remplissage uni">
            <a:extLst>
              <a:ext uri="{FF2B5EF4-FFF2-40B4-BE49-F238E27FC236}">
                <a16:creationId xmlns:a16="http://schemas.microsoft.com/office/drawing/2014/main" id="{86922E10-8FCA-4293-B241-ABF172FF6F7B}"/>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14959" t="10077" r="12793" b="12793"/>
          <a:stretch/>
        </p:blipFill>
        <p:spPr>
          <a:xfrm>
            <a:off x="7178319" y="2461349"/>
            <a:ext cx="242715" cy="259117"/>
          </a:xfrm>
          <a:prstGeom prst="rect">
            <a:avLst/>
          </a:prstGeom>
        </p:spPr>
      </p:pic>
      <p:grpSp>
        <p:nvGrpSpPr>
          <p:cNvPr id="31" name="Groupe 30">
            <a:extLst>
              <a:ext uri="{FF2B5EF4-FFF2-40B4-BE49-F238E27FC236}">
                <a16:creationId xmlns:a16="http://schemas.microsoft.com/office/drawing/2014/main" id="{DBA66F37-BEAE-43B6-B1BE-94E677074795}"/>
              </a:ext>
            </a:extLst>
          </p:cNvPr>
          <p:cNvGrpSpPr/>
          <p:nvPr/>
        </p:nvGrpSpPr>
        <p:grpSpPr>
          <a:xfrm>
            <a:off x="7139831" y="2106736"/>
            <a:ext cx="319688" cy="319688"/>
            <a:chOff x="5484964" y="3511896"/>
            <a:chExt cx="461468" cy="461468"/>
          </a:xfrm>
        </p:grpSpPr>
        <p:pic>
          <p:nvPicPr>
            <p:cNvPr id="32" name="Graphique 31" descr="Batterie chargée avec un remplissage uni">
              <a:extLst>
                <a:ext uri="{FF2B5EF4-FFF2-40B4-BE49-F238E27FC236}">
                  <a16:creationId xmlns:a16="http://schemas.microsoft.com/office/drawing/2014/main" id="{CBF4ACD0-95A3-480E-B4CA-50CB86288F3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16200000">
              <a:off x="5484964" y="3511896"/>
              <a:ext cx="461468" cy="461468"/>
            </a:xfrm>
            <a:prstGeom prst="rect">
              <a:avLst/>
            </a:prstGeom>
          </p:spPr>
        </p:pic>
        <p:pic>
          <p:nvPicPr>
            <p:cNvPr id="33" name="Graphique 32" descr="Éclair avec un remplissage uni">
              <a:extLst>
                <a:ext uri="{FF2B5EF4-FFF2-40B4-BE49-F238E27FC236}">
                  <a16:creationId xmlns:a16="http://schemas.microsoft.com/office/drawing/2014/main" id="{3450ADEB-02C8-4EE6-9C04-8905D9C04F5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616565" y="3653734"/>
              <a:ext cx="209320" cy="209320"/>
            </a:xfrm>
            <a:prstGeom prst="rect">
              <a:avLst/>
            </a:prstGeom>
          </p:spPr>
        </p:pic>
      </p:grpSp>
      <p:pic>
        <p:nvPicPr>
          <p:cNvPr id="34" name="Graphique 33" descr="Signe pouce en haut avec un remplissage uni">
            <a:extLst>
              <a:ext uri="{FF2B5EF4-FFF2-40B4-BE49-F238E27FC236}">
                <a16:creationId xmlns:a16="http://schemas.microsoft.com/office/drawing/2014/main" id="{13FD3DCB-327A-40A5-85F6-4D2000BEBFD3}"/>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7139831" y="3001609"/>
            <a:ext cx="319688" cy="319688"/>
          </a:xfrm>
          <a:prstGeom prst="rect">
            <a:avLst/>
          </a:prstGeom>
        </p:spPr>
      </p:pic>
      <p:sp>
        <p:nvSpPr>
          <p:cNvPr id="89" name="Cœur 88">
            <a:extLst>
              <a:ext uri="{FF2B5EF4-FFF2-40B4-BE49-F238E27FC236}">
                <a16:creationId xmlns:a16="http://schemas.microsoft.com/office/drawing/2014/main" id="{938FE6D6-99A3-495A-8B17-654C3B055556}"/>
              </a:ext>
            </a:extLst>
          </p:cNvPr>
          <p:cNvSpPr/>
          <p:nvPr/>
        </p:nvSpPr>
        <p:spPr>
          <a:xfrm>
            <a:off x="5752788" y="4349823"/>
            <a:ext cx="242715" cy="242715"/>
          </a:xfrm>
          <a:prstGeom prst="hear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Flèche : droite 1">
            <a:extLst>
              <a:ext uri="{FF2B5EF4-FFF2-40B4-BE49-F238E27FC236}">
                <a16:creationId xmlns:a16="http://schemas.microsoft.com/office/drawing/2014/main" id="{F5575631-111E-4747-BA44-4D4157899119}"/>
              </a:ext>
            </a:extLst>
          </p:cNvPr>
          <p:cNvSpPr/>
          <p:nvPr/>
        </p:nvSpPr>
        <p:spPr>
          <a:xfrm>
            <a:off x="506327" y="1967938"/>
            <a:ext cx="4952804" cy="158191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t>Étape 1 : Indiquez le nombre de points de capacité, </a:t>
            </a:r>
          </a:p>
          <a:p>
            <a:pPr algn="ctr"/>
            <a:r>
              <a:rPr lang="fr-FR" sz="1400" dirty="0"/>
              <a:t>de membres, de points de sentiment d'appartenance et de valeur résiduelle que vous avez au début du mois.</a:t>
            </a:r>
          </a:p>
        </p:txBody>
      </p:sp>
      <p:sp>
        <p:nvSpPr>
          <p:cNvPr id="90" name="Flèche : droite 89">
            <a:extLst>
              <a:ext uri="{FF2B5EF4-FFF2-40B4-BE49-F238E27FC236}">
                <a16:creationId xmlns:a16="http://schemas.microsoft.com/office/drawing/2014/main" id="{CE8454CB-3F7A-489E-A217-C6ED7E98E9F4}"/>
              </a:ext>
            </a:extLst>
          </p:cNvPr>
          <p:cNvSpPr/>
          <p:nvPr/>
        </p:nvSpPr>
        <p:spPr>
          <a:xfrm>
            <a:off x="506326" y="3218238"/>
            <a:ext cx="4952804" cy="1344694"/>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t>Étape 2 : Sur la base de l'étape 1, choisissez les actions que vous souhaitez réaliser au cours de ce mois.</a:t>
            </a:r>
          </a:p>
        </p:txBody>
      </p:sp>
      <p:sp>
        <p:nvSpPr>
          <p:cNvPr id="91" name="Flèche : droite 90">
            <a:extLst>
              <a:ext uri="{FF2B5EF4-FFF2-40B4-BE49-F238E27FC236}">
                <a16:creationId xmlns:a16="http://schemas.microsoft.com/office/drawing/2014/main" id="{63FD6305-246B-497A-B462-85A520CEEE32}"/>
              </a:ext>
            </a:extLst>
          </p:cNvPr>
          <p:cNvSpPr/>
          <p:nvPr/>
        </p:nvSpPr>
        <p:spPr>
          <a:xfrm>
            <a:off x="427328" y="4198931"/>
            <a:ext cx="4952804" cy="1344694"/>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t>Étape 3 : Sur la base de l'étape 2, calculez la valeur et le sentiment d'appartenance que vous avez générés au cours de ce mois.</a:t>
            </a:r>
          </a:p>
        </p:txBody>
      </p:sp>
      <p:sp>
        <p:nvSpPr>
          <p:cNvPr id="92" name="Flèche : droite 91">
            <a:extLst>
              <a:ext uri="{FF2B5EF4-FFF2-40B4-BE49-F238E27FC236}">
                <a16:creationId xmlns:a16="http://schemas.microsoft.com/office/drawing/2014/main" id="{D3BA1A85-EFF6-49E7-9031-FE915DE41924}"/>
              </a:ext>
            </a:extLst>
          </p:cNvPr>
          <p:cNvSpPr/>
          <p:nvPr/>
        </p:nvSpPr>
        <p:spPr>
          <a:xfrm>
            <a:off x="496003" y="5347500"/>
            <a:ext cx="4952804" cy="1344694"/>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t>Étape 4 : Sur la base de l'étape 3, utilisez la valeur (résiduelle + nouvelle) pour acquérir des artefacts et recruter des personnes.</a:t>
            </a:r>
          </a:p>
        </p:txBody>
      </p:sp>
      <p:sp>
        <p:nvSpPr>
          <p:cNvPr id="94" name="Flèche : gauche 93">
            <a:extLst>
              <a:ext uri="{FF2B5EF4-FFF2-40B4-BE49-F238E27FC236}">
                <a16:creationId xmlns:a16="http://schemas.microsoft.com/office/drawing/2014/main" id="{62642E4B-33BB-4932-AF59-F4C0B715B257}"/>
              </a:ext>
            </a:extLst>
          </p:cNvPr>
          <p:cNvSpPr/>
          <p:nvPr/>
        </p:nvSpPr>
        <p:spPr>
          <a:xfrm>
            <a:off x="6805719" y="2082233"/>
            <a:ext cx="5090695" cy="1581912"/>
          </a:xfrm>
          <a:prstGeom prst="lef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t>Étape 5 : Rapportez les chiffres que vous avez obtenus le mois suivant, et jouez le nouveau tour. </a:t>
            </a:r>
          </a:p>
          <a:p>
            <a:pPr algn="ctr"/>
            <a:r>
              <a:rPr lang="fr-FR" sz="1400" dirty="0"/>
              <a:t>Si vous n'avez pas de bonus🔋, la capacité sera la même que le mois précédent.</a:t>
            </a:r>
          </a:p>
        </p:txBody>
      </p:sp>
    </p:spTree>
    <p:extLst>
      <p:ext uri="{BB962C8B-B14F-4D97-AF65-F5344CB8AC3E}">
        <p14:creationId xmlns:p14="http://schemas.microsoft.com/office/powerpoint/2010/main" val="30937510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764100C1-171E-478C-9C84-B23EDD71B8C0}"/>
              </a:ext>
            </a:extLst>
          </p:cNvPr>
          <p:cNvSpPr>
            <a:spLocks noGrp="1"/>
          </p:cNvSpPr>
          <p:nvPr>
            <p:ph type="title" idx="4294967295"/>
          </p:nvPr>
        </p:nvSpPr>
        <p:spPr>
          <a:xfrm>
            <a:off x="468071" y="344933"/>
            <a:ext cx="10167937" cy="1179513"/>
          </a:xfrm>
        </p:spPr>
        <p:txBody>
          <a:bodyPr/>
          <a:lstStyle/>
          <a:p>
            <a:r>
              <a:rPr lang="en-US" dirty="0"/>
              <a:t>Conditions </a:t>
            </a:r>
            <a:r>
              <a:rPr lang="en-US" dirty="0" err="1"/>
              <a:t>initiales</a:t>
            </a:r>
            <a:endParaRPr lang="en-US" dirty="0"/>
          </a:p>
        </p:txBody>
      </p:sp>
      <p:sp>
        <p:nvSpPr>
          <p:cNvPr id="90" name="Titre 3">
            <a:extLst>
              <a:ext uri="{FF2B5EF4-FFF2-40B4-BE49-F238E27FC236}">
                <a16:creationId xmlns:a16="http://schemas.microsoft.com/office/drawing/2014/main" id="{6E1AD9E3-B81D-4157-85FD-DC29FF8862F6}"/>
              </a:ext>
            </a:extLst>
          </p:cNvPr>
          <p:cNvSpPr txBox="1">
            <a:spLocks/>
          </p:cNvSpPr>
          <p:nvPr/>
        </p:nvSpPr>
        <p:spPr>
          <a:xfrm>
            <a:off x="1012031" y="2051813"/>
            <a:ext cx="10573417" cy="4461254"/>
          </a:xfrm>
          <a:prstGeom prst="rect">
            <a:avLst/>
          </a:prstGeom>
        </p:spPr>
        <p:txBody>
          <a:bodyPr vert="horz" lIns="91440" tIns="45720" rIns="91440" bIns="45720" rtlCol="0" anchor="ctr">
            <a:normAutofit fontScale="40000" lnSpcReduction="200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nSpc>
                <a:spcPct val="120000"/>
              </a:lnSpc>
            </a:pPr>
            <a:r>
              <a:rPr lang="fr-FR" dirty="0"/>
              <a:t>Démarrage facile : </a:t>
            </a:r>
            <a:r>
              <a:rPr lang="fr-FR" b="0" dirty="0"/>
              <a:t>Vous êtes un Community Booster avec une réputation, de la disponibilité et quelques membres lorsque vous commencez. </a:t>
            </a:r>
          </a:p>
          <a:p>
            <a:pPr>
              <a:lnSpc>
                <a:spcPct val="120000"/>
              </a:lnSpc>
            </a:pPr>
            <a:r>
              <a:rPr lang="fr-FR" b="0" dirty="0"/>
              <a:t>Commencez avec </a:t>
            </a:r>
            <a:r>
              <a:rPr lang="fr-FR" dirty="0"/>
              <a:t>32 🔋, 8 🖤, 3🧍 </a:t>
            </a:r>
            <a:r>
              <a:rPr lang="fr-FR" b="0" dirty="0"/>
              <a:t>et</a:t>
            </a:r>
            <a:r>
              <a:rPr lang="fr-FR" dirty="0"/>
              <a:t> 10👍. </a:t>
            </a:r>
          </a:p>
          <a:p>
            <a:pPr>
              <a:lnSpc>
                <a:spcPct val="120000"/>
              </a:lnSpc>
            </a:pPr>
            <a:endParaRPr lang="fr-FR" dirty="0"/>
          </a:p>
          <a:p>
            <a:pPr>
              <a:lnSpc>
                <a:spcPct val="120000"/>
              </a:lnSpc>
            </a:pPr>
            <a:r>
              <a:rPr lang="fr-FR" dirty="0"/>
              <a:t> </a:t>
            </a:r>
          </a:p>
          <a:p>
            <a:pPr>
              <a:lnSpc>
                <a:spcPct val="120000"/>
              </a:lnSpc>
            </a:pPr>
            <a:r>
              <a:rPr lang="fr-FR" dirty="0"/>
              <a:t>Démarrage moyen : </a:t>
            </a:r>
            <a:r>
              <a:rPr lang="fr-FR" b="0" dirty="0"/>
              <a:t>vous êtes un tout nouveau Community Booster et vous lancez avec un(e) ami.</a:t>
            </a:r>
          </a:p>
          <a:p>
            <a:pPr>
              <a:lnSpc>
                <a:spcPct val="120000"/>
              </a:lnSpc>
            </a:pPr>
            <a:r>
              <a:rPr lang="fr-FR" b="0" dirty="0"/>
              <a:t>Commencez avec </a:t>
            </a:r>
            <a:r>
              <a:rPr lang="fr-FR" dirty="0"/>
              <a:t>26 🔋, 2 🖤, 2🧍 </a:t>
            </a:r>
            <a:r>
              <a:rPr lang="fr-FR" b="0" dirty="0"/>
              <a:t>et</a:t>
            </a:r>
            <a:r>
              <a:rPr lang="fr-FR" dirty="0"/>
              <a:t> 0👍. </a:t>
            </a:r>
          </a:p>
          <a:p>
            <a:pPr>
              <a:lnSpc>
                <a:spcPct val="120000"/>
              </a:lnSpc>
            </a:pPr>
            <a:endParaRPr lang="fr-FR" dirty="0"/>
          </a:p>
          <a:p>
            <a:pPr>
              <a:lnSpc>
                <a:spcPct val="120000"/>
              </a:lnSpc>
            </a:pPr>
            <a:endParaRPr lang="fr-FR" dirty="0"/>
          </a:p>
          <a:p>
            <a:pPr>
              <a:lnSpc>
                <a:spcPct val="120000"/>
              </a:lnSpc>
            </a:pPr>
            <a:r>
              <a:rPr lang="fr-FR" dirty="0"/>
              <a:t>Démarrage difficile : </a:t>
            </a:r>
            <a:r>
              <a:rPr lang="fr-FR" b="0" dirty="0"/>
              <a:t>Vous êtes un Community Booster totalement nouveau(-le) et seul(e), et vous avez moins d'énergie que prévu</a:t>
            </a:r>
            <a:r>
              <a:rPr lang="fr-FR" dirty="0"/>
              <a:t>. </a:t>
            </a:r>
            <a:r>
              <a:rPr lang="fr-FR" b="0" dirty="0"/>
              <a:t>Vous n’avez pas le droit de discuter avec un(e) membre au premier tour</a:t>
            </a:r>
          </a:p>
          <a:p>
            <a:pPr>
              <a:lnSpc>
                <a:spcPct val="120000"/>
              </a:lnSpc>
            </a:pPr>
            <a:r>
              <a:rPr lang="fr-FR" b="0" dirty="0"/>
              <a:t>Commencez </a:t>
            </a:r>
            <a:r>
              <a:rPr lang="fr-FR" b="0"/>
              <a:t>avec </a:t>
            </a:r>
            <a:r>
              <a:rPr lang="fr-FR"/>
              <a:t>22 </a:t>
            </a:r>
            <a:r>
              <a:rPr lang="fr-FR" dirty="0"/>
              <a:t>🔋, 1 🖤, 1🧍 </a:t>
            </a:r>
            <a:r>
              <a:rPr lang="fr-FR" b="0" dirty="0"/>
              <a:t>et </a:t>
            </a:r>
            <a:r>
              <a:rPr lang="fr-FR" dirty="0"/>
              <a:t>0👍. </a:t>
            </a:r>
          </a:p>
          <a:p>
            <a:pPr>
              <a:lnSpc>
                <a:spcPct val="120000"/>
              </a:lnSpc>
            </a:pPr>
            <a:endParaRPr lang="fr-FR" dirty="0"/>
          </a:p>
        </p:txBody>
      </p:sp>
    </p:spTree>
    <p:extLst>
      <p:ext uri="{BB962C8B-B14F-4D97-AF65-F5344CB8AC3E}">
        <p14:creationId xmlns:p14="http://schemas.microsoft.com/office/powerpoint/2010/main" val="1061904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2B2E2F28-2589-4E4B-8473-174C4BE34F99}"/>
              </a:ext>
            </a:extLst>
          </p:cNvPr>
          <p:cNvSpPr>
            <a:spLocks noGrp="1"/>
          </p:cNvSpPr>
          <p:nvPr>
            <p:ph type="title"/>
          </p:nvPr>
        </p:nvSpPr>
        <p:spPr/>
        <p:txBody>
          <a:bodyPr/>
          <a:lstStyle/>
          <a:p>
            <a:r>
              <a:rPr lang="fr-FR" dirty="0"/>
              <a:t>#OpenSeriousGame</a:t>
            </a:r>
            <a:br>
              <a:rPr lang="fr-FR" dirty="0"/>
            </a:br>
            <a:r>
              <a:rPr lang="fr-FR" dirty="0"/>
              <a:t>Annexes</a:t>
            </a:r>
          </a:p>
        </p:txBody>
      </p:sp>
    </p:spTree>
    <p:extLst>
      <p:ext uri="{BB962C8B-B14F-4D97-AF65-F5344CB8AC3E}">
        <p14:creationId xmlns:p14="http://schemas.microsoft.com/office/powerpoint/2010/main" val="16003769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5A0F4ED-25A9-407F-9412-218D4E1BBCD1}"/>
              </a:ext>
            </a:extLst>
          </p:cNvPr>
          <p:cNvSpPr>
            <a:spLocks noGrp="1"/>
          </p:cNvSpPr>
          <p:nvPr>
            <p:ph type="ctrTitle"/>
          </p:nvPr>
        </p:nvSpPr>
        <p:spPr>
          <a:xfrm>
            <a:off x="5193792" y="1124712"/>
            <a:ext cx="6419088" cy="3172968"/>
          </a:xfrm>
        </p:spPr>
        <p:txBody>
          <a:bodyPr vert="horz" lIns="91440" tIns="45720" rIns="91440" bIns="45720" rtlCol="0" anchor="ctr">
            <a:normAutofit/>
          </a:bodyPr>
          <a:lstStyle/>
          <a:p>
            <a:r>
              <a:rPr lang="en-US" sz="4000" dirty="0"/>
              <a:t>Annexes pour </a:t>
            </a:r>
            <a:r>
              <a:rPr lang="en-US" sz="4000" dirty="0" err="1"/>
              <a:t>éclaireurs</a:t>
            </a:r>
            <a:r>
              <a:rPr lang="en-US" sz="4000" dirty="0"/>
              <a:t> #OSG </a:t>
            </a:r>
            <a:r>
              <a:rPr lang="en-US" sz="4000" dirty="0" err="1"/>
              <a:t>Niveau</a:t>
            </a:r>
            <a:r>
              <a:rPr lang="en-US" sz="4000" dirty="0"/>
              <a:t> 3</a:t>
            </a:r>
          </a:p>
        </p:txBody>
      </p:sp>
      <p:sp>
        <p:nvSpPr>
          <p:cNvPr id="17" name="Sous-titre 16">
            <a:extLst>
              <a:ext uri="{FF2B5EF4-FFF2-40B4-BE49-F238E27FC236}">
                <a16:creationId xmlns:a16="http://schemas.microsoft.com/office/drawing/2014/main" id="{F4BB34F0-E098-4B5B-89AD-349FD4A24887}"/>
              </a:ext>
            </a:extLst>
          </p:cNvPr>
          <p:cNvSpPr>
            <a:spLocks noGrp="1"/>
          </p:cNvSpPr>
          <p:nvPr>
            <p:ph type="subTitle" idx="1"/>
          </p:nvPr>
        </p:nvSpPr>
        <p:spPr/>
        <p:txBody>
          <a:bodyPr/>
          <a:lstStyle/>
          <a:p>
            <a:r>
              <a:rPr lang="fr-FR" dirty="0"/>
              <a:t>Matériel de promotion</a:t>
            </a:r>
          </a:p>
        </p:txBody>
      </p:sp>
      <p:grpSp>
        <p:nvGrpSpPr>
          <p:cNvPr id="4" name="Groupe 3">
            <a:extLst>
              <a:ext uri="{FF2B5EF4-FFF2-40B4-BE49-F238E27FC236}">
                <a16:creationId xmlns:a16="http://schemas.microsoft.com/office/drawing/2014/main" id="{D80FC555-DD8F-4F9F-8C24-1D046C91E19F}"/>
              </a:ext>
            </a:extLst>
          </p:cNvPr>
          <p:cNvGrpSpPr/>
          <p:nvPr/>
        </p:nvGrpSpPr>
        <p:grpSpPr>
          <a:xfrm>
            <a:off x="137160" y="223738"/>
            <a:ext cx="4762563" cy="4503710"/>
            <a:chOff x="4763560" y="3762738"/>
            <a:chExt cx="978178" cy="925014"/>
          </a:xfrm>
        </p:grpSpPr>
        <p:grpSp>
          <p:nvGrpSpPr>
            <p:cNvPr id="5" name="Groupe 4">
              <a:extLst>
                <a:ext uri="{FF2B5EF4-FFF2-40B4-BE49-F238E27FC236}">
                  <a16:creationId xmlns:a16="http://schemas.microsoft.com/office/drawing/2014/main" id="{17A3CF55-2010-455E-970C-71E271ED4079}"/>
                </a:ext>
              </a:extLst>
            </p:cNvPr>
            <p:cNvGrpSpPr/>
            <p:nvPr/>
          </p:nvGrpSpPr>
          <p:grpSpPr>
            <a:xfrm flipH="1">
              <a:off x="4766064" y="3762738"/>
              <a:ext cx="975674" cy="925014"/>
              <a:chOff x="4716415" y="3792004"/>
              <a:chExt cx="1009529" cy="925014"/>
            </a:xfrm>
          </p:grpSpPr>
          <p:pic>
            <p:nvPicPr>
              <p:cNvPr id="8" name="Graphique 7" descr="Mégaphone1 avec un remplissage uni">
                <a:extLst>
                  <a:ext uri="{FF2B5EF4-FFF2-40B4-BE49-F238E27FC236}">
                    <a16:creationId xmlns:a16="http://schemas.microsoft.com/office/drawing/2014/main" id="{4DC22C49-69F7-425A-860C-6B92FC8779A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4716415" y="3792004"/>
                <a:ext cx="384826" cy="398002"/>
              </a:xfrm>
              <a:prstGeom prst="rect">
                <a:avLst/>
              </a:prstGeom>
            </p:spPr>
          </p:pic>
          <p:grpSp>
            <p:nvGrpSpPr>
              <p:cNvPr id="9" name="Groupe 8">
                <a:extLst>
                  <a:ext uri="{FF2B5EF4-FFF2-40B4-BE49-F238E27FC236}">
                    <a16:creationId xmlns:a16="http://schemas.microsoft.com/office/drawing/2014/main" id="{D8E95287-4473-4771-94D3-35188285C5B3}"/>
                  </a:ext>
                </a:extLst>
              </p:cNvPr>
              <p:cNvGrpSpPr/>
              <p:nvPr/>
            </p:nvGrpSpPr>
            <p:grpSpPr>
              <a:xfrm>
                <a:off x="5048496" y="3886444"/>
                <a:ext cx="633086" cy="830574"/>
                <a:chOff x="5018285" y="3873291"/>
                <a:chExt cx="696980" cy="914400"/>
              </a:xfrm>
            </p:grpSpPr>
            <p:pic>
              <p:nvPicPr>
                <p:cNvPr id="12" name="Graphique 11" descr="Personne confuse avec un remplissage uni">
                  <a:extLst>
                    <a:ext uri="{FF2B5EF4-FFF2-40B4-BE49-F238E27FC236}">
                      <a16:creationId xmlns:a16="http://schemas.microsoft.com/office/drawing/2014/main" id="{DABE7503-F1AB-48DB-B285-5C0DFE54EEE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0440" r="-1"/>
                <a:stretch/>
              </p:blipFill>
              <p:spPr>
                <a:xfrm>
                  <a:off x="5079206" y="3873291"/>
                  <a:ext cx="636059" cy="914400"/>
                </a:xfrm>
                <a:prstGeom prst="rect">
                  <a:avLst/>
                </a:prstGeom>
              </p:spPr>
            </p:pic>
            <p:sp>
              <p:nvSpPr>
                <p:cNvPr id="13" name="Rectangle : coins arrondis 12">
                  <a:extLst>
                    <a:ext uri="{FF2B5EF4-FFF2-40B4-BE49-F238E27FC236}">
                      <a16:creationId xmlns:a16="http://schemas.microsoft.com/office/drawing/2014/main" id="{32077886-20BC-483F-9197-579B2732F023}"/>
                    </a:ext>
                  </a:extLst>
                </p:cNvPr>
                <p:cNvSpPr/>
                <p:nvPr/>
              </p:nvSpPr>
              <p:spPr>
                <a:xfrm rot="3462276">
                  <a:off x="4958575" y="4176566"/>
                  <a:ext cx="184553" cy="65134"/>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10" name="Graphique 9" descr="Balance de la justice avec un remplissage uni">
                <a:extLst>
                  <a:ext uri="{FF2B5EF4-FFF2-40B4-BE49-F238E27FC236}">
                    <a16:creationId xmlns:a16="http://schemas.microsoft.com/office/drawing/2014/main" id="{FFC0870B-D19C-4714-91AD-02EC956742F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374349" y="3867945"/>
                <a:ext cx="351595" cy="351595"/>
              </a:xfrm>
              <a:prstGeom prst="rect">
                <a:avLst/>
              </a:prstGeom>
            </p:spPr>
          </p:pic>
          <p:pic>
            <p:nvPicPr>
              <p:cNvPr id="11" name="Image 10">
                <a:extLst>
                  <a:ext uri="{FF2B5EF4-FFF2-40B4-BE49-F238E27FC236}">
                    <a16:creationId xmlns:a16="http://schemas.microsoft.com/office/drawing/2014/main" id="{D3C654B8-DADE-4450-8D9B-10D27EF6D2A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2247862" flipH="1">
                <a:off x="4849188" y="3943969"/>
                <a:ext cx="97515" cy="94073"/>
              </a:xfrm>
              <a:prstGeom prst="rect">
                <a:avLst/>
              </a:prstGeom>
            </p:spPr>
          </p:pic>
        </p:grpSp>
        <p:pic>
          <p:nvPicPr>
            <p:cNvPr id="6" name="Graphique 5" descr="Balance de la justice avec un remplissage uni">
              <a:extLst>
                <a:ext uri="{FF2B5EF4-FFF2-40B4-BE49-F238E27FC236}">
                  <a16:creationId xmlns:a16="http://schemas.microsoft.com/office/drawing/2014/main" id="{AB9CD061-5A1A-4921-8A1F-9EAEFBBC9BCC}"/>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7711" t="16230" r="55712" b="32471"/>
            <a:stretch/>
          </p:blipFill>
          <p:spPr>
            <a:xfrm flipH="1">
              <a:off x="4955380" y="3895743"/>
              <a:ext cx="124289" cy="180364"/>
            </a:xfrm>
            <a:prstGeom prst="rect">
              <a:avLst/>
            </a:prstGeom>
          </p:spPr>
        </p:pic>
        <p:pic>
          <p:nvPicPr>
            <p:cNvPr id="7" name="Graphique 6" descr="Balance de la justice avec un remplissage uni">
              <a:extLst>
                <a:ext uri="{FF2B5EF4-FFF2-40B4-BE49-F238E27FC236}">
                  <a16:creationId xmlns:a16="http://schemas.microsoft.com/office/drawing/2014/main" id="{5C310C1F-892E-4AFE-BA2C-0E2BDC009879}"/>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l="58383" t="16186" b="30375"/>
            <a:stretch/>
          </p:blipFill>
          <p:spPr>
            <a:xfrm flipH="1">
              <a:off x="4763560" y="3895742"/>
              <a:ext cx="141416" cy="187889"/>
            </a:xfrm>
            <a:prstGeom prst="rect">
              <a:avLst/>
            </a:prstGeom>
          </p:spPr>
        </p:pic>
      </p:grpSp>
    </p:spTree>
    <p:extLst>
      <p:ext uri="{BB962C8B-B14F-4D97-AF65-F5344CB8AC3E}">
        <p14:creationId xmlns:p14="http://schemas.microsoft.com/office/powerpoint/2010/main" val="8134385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F2624D1-F392-40BE-A98A-2584E24864F6}"/>
              </a:ext>
            </a:extLst>
          </p:cNvPr>
          <p:cNvSpPr>
            <a:spLocks noGrp="1"/>
          </p:cNvSpPr>
          <p:nvPr>
            <p:ph type="title"/>
          </p:nvPr>
        </p:nvSpPr>
        <p:spPr/>
        <p:txBody>
          <a:bodyPr>
            <a:normAutofit fontScale="90000"/>
          </a:bodyPr>
          <a:lstStyle/>
          <a:p>
            <a:r>
              <a:rPr lang="fr-FR" dirty="0"/>
              <a:t>L'histoire derrière #OpenSeriousCommunity ?</a:t>
            </a:r>
          </a:p>
        </p:txBody>
      </p:sp>
      <p:sp>
        <p:nvSpPr>
          <p:cNvPr id="7" name="Espace réservé du contenu 6">
            <a:extLst>
              <a:ext uri="{FF2B5EF4-FFF2-40B4-BE49-F238E27FC236}">
                <a16:creationId xmlns:a16="http://schemas.microsoft.com/office/drawing/2014/main" id="{968FAAD3-045A-4D7C-B2E6-F2FA3C7B8422}"/>
              </a:ext>
            </a:extLst>
          </p:cNvPr>
          <p:cNvSpPr>
            <a:spLocks noGrp="1"/>
          </p:cNvSpPr>
          <p:nvPr>
            <p:ph idx="1"/>
          </p:nvPr>
        </p:nvSpPr>
        <p:spPr>
          <a:xfrm>
            <a:off x="1679510" y="2478024"/>
            <a:ext cx="4629850" cy="3694176"/>
          </a:xfrm>
        </p:spPr>
        <p:txBody>
          <a:bodyPr>
            <a:normAutofit fontScale="62500" lnSpcReduction="20000"/>
          </a:bodyPr>
          <a:lstStyle/>
          <a:p>
            <a:pPr marL="0" indent="0">
              <a:buNone/>
            </a:pPr>
            <a:r>
              <a:rPr lang="fr-FR" sz="2000" dirty="0"/>
              <a:t>En 2018, une communauté appelée #OpenSeriousGame a été créée à Paris, en France. Son objectif est de développer les capacités de transmission chez chacun, en utilisant le Serious Game comme média de base et l'Open-Source comme état d'esprit. </a:t>
            </a:r>
          </a:p>
          <a:p>
            <a:pPr marL="0" indent="0">
              <a:buNone/>
            </a:pPr>
            <a:r>
              <a:rPr lang="fr-FR" sz="2000" dirty="0"/>
              <a:t>La croissance forte et réussie de cette communauté (passant d'un meetup à des centaines d'événements en France en 3 ans) s'est appuyée sur un principe récurrent :</a:t>
            </a:r>
          </a:p>
          <a:p>
            <a:pPr marL="0" indent="0">
              <a:buNone/>
            </a:pPr>
            <a:r>
              <a:rPr lang="fr-FR" sz="2000" b="1" dirty="0"/>
              <a:t>Tout ce qui a du succès doit être transmis de manière aussi virale que possible, avec un Serious Game qui pourrait donner aux joueurs la possibilité d’animer eux-mêmes le jeu. </a:t>
            </a:r>
          </a:p>
          <a:p>
            <a:pPr marL="0" indent="0">
              <a:buNone/>
            </a:pPr>
            <a:endParaRPr lang="fr-FR" sz="2000" dirty="0"/>
          </a:p>
          <a:p>
            <a:pPr marL="0" indent="0">
              <a:buNone/>
            </a:pPr>
            <a:r>
              <a:rPr lang="fr-FR" sz="2000" dirty="0"/>
              <a:t>Nous appliquons ici ce principe à un domaine clé : la construction et le renforcement des communautés. </a:t>
            </a:r>
          </a:p>
        </p:txBody>
      </p:sp>
      <p:pic>
        <p:nvPicPr>
          <p:cNvPr id="8" name="Image 7">
            <a:extLst>
              <a:ext uri="{FF2B5EF4-FFF2-40B4-BE49-F238E27FC236}">
                <a16:creationId xmlns:a16="http://schemas.microsoft.com/office/drawing/2014/main" id="{010A2E54-CA21-41DC-8923-15D082FA26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9486" y="2478024"/>
            <a:ext cx="1122808" cy="1083179"/>
          </a:xfrm>
          <a:prstGeom prst="rect">
            <a:avLst/>
          </a:prstGeom>
        </p:spPr>
      </p:pic>
      <p:sp>
        <p:nvSpPr>
          <p:cNvPr id="10" name="ZoneTexte 9">
            <a:extLst>
              <a:ext uri="{FF2B5EF4-FFF2-40B4-BE49-F238E27FC236}">
                <a16:creationId xmlns:a16="http://schemas.microsoft.com/office/drawing/2014/main" id="{0B1650FD-93B3-486F-961B-038005FB8C17}"/>
              </a:ext>
            </a:extLst>
          </p:cNvPr>
          <p:cNvSpPr txBox="1"/>
          <p:nvPr/>
        </p:nvSpPr>
        <p:spPr>
          <a:xfrm>
            <a:off x="7056182" y="2478024"/>
            <a:ext cx="4416490" cy="4096512"/>
          </a:xfrm>
          <a:prstGeom prst="rect">
            <a:avLst/>
          </a:prstGeom>
        </p:spPr>
        <p:txBody>
          <a:bodyPr vert="horz" lIns="91440" tIns="45720" rIns="91440" bIns="45720" rtlCol="0">
            <a:normAutofit fontScale="85000" lnSpcReduction="10000"/>
          </a:bodyPr>
          <a:lstStyle>
            <a:lvl1pPr indent="0">
              <a:lnSpc>
                <a:spcPct val="110000"/>
              </a:lnSpc>
              <a:spcBef>
                <a:spcPts val="1000"/>
              </a:spcBef>
              <a:buFont typeface="Arial" panose="020B0604020202020204" pitchFamily="34" charset="0"/>
              <a:buNone/>
              <a:defRPr sz="2000"/>
            </a:lvl1pPr>
            <a:lvl2pPr marL="685800" indent="-228600">
              <a:lnSpc>
                <a:spcPct val="110000"/>
              </a:lnSpc>
              <a:spcBef>
                <a:spcPts val="500"/>
              </a:spcBef>
              <a:buFont typeface="Arial" panose="020B0604020202020204" pitchFamily="34" charset="0"/>
              <a:buChar char="•"/>
              <a:defRPr sz="2400"/>
            </a:lvl2pPr>
            <a:lvl3pPr marL="1143000" indent="-228600">
              <a:lnSpc>
                <a:spcPct val="110000"/>
              </a:lnSpc>
              <a:spcBef>
                <a:spcPts val="500"/>
              </a:spcBef>
              <a:buFont typeface="Arial" panose="020B0604020202020204" pitchFamily="34" charset="0"/>
              <a:buChar char="•"/>
              <a:defRPr sz="2000"/>
            </a:lvl3pPr>
            <a:lvl4pPr marL="1600200" indent="-228600">
              <a:lnSpc>
                <a:spcPct val="110000"/>
              </a:lnSpc>
              <a:spcBef>
                <a:spcPts val="500"/>
              </a:spcBef>
              <a:buFont typeface="Arial" panose="020B0604020202020204" pitchFamily="34" charset="0"/>
              <a:buChar char="•"/>
            </a:lvl4pPr>
            <a:lvl5pPr marL="2057400" indent="-228600">
              <a:lnSpc>
                <a:spcPct val="11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sz="1400" dirty="0"/>
              <a:t>Dans le jeu #OpenSeriousCommunity, nous combinons des années d'expérience des membres en matière de création de communautés, de stimulation, d'échec, de croissance, de survie, de lutte... le tout dans un jeu simple, basé sur le deck building.</a:t>
            </a:r>
          </a:p>
          <a:p>
            <a:r>
              <a:rPr lang="fr-FR" sz="1400" dirty="0"/>
              <a:t>Nous espérons que ce jeu vous aidera à construire votre communauté comme il a aidé la nôtre et nous sommes heureux de partager son contenu avec vous. (Creative Commons By)</a:t>
            </a:r>
          </a:p>
          <a:p>
            <a:endParaRPr lang="fr-FR" sz="1400" dirty="0"/>
          </a:p>
          <a:p>
            <a:endParaRPr lang="fr-FR" sz="1400" dirty="0"/>
          </a:p>
          <a:p>
            <a:endParaRPr lang="fr-FR" sz="1400" dirty="0"/>
          </a:p>
          <a:p>
            <a:r>
              <a:rPr lang="fr-FR" sz="1400" dirty="0"/>
              <a:t>Pour nous soutenir, merci de poster vos expériences, retours, mises à jour, packs d'extension sur les réseaux sociaux comme LinkedIn, en utilisant les hashtags suivants</a:t>
            </a:r>
          </a:p>
          <a:p>
            <a:r>
              <a:rPr lang="fr-FR" sz="1400" dirty="0"/>
              <a:t>#OpenSeriousGame #OpenSeriousCommunity.</a:t>
            </a:r>
          </a:p>
          <a:p>
            <a:r>
              <a:rPr lang="fr-FR" sz="1400" dirty="0"/>
              <a:t>Bon jeu !</a:t>
            </a:r>
          </a:p>
        </p:txBody>
      </p:sp>
      <p:pic>
        <p:nvPicPr>
          <p:cNvPr id="12" name="Image 11" descr="Une image contenant texte, clipart&#10;&#10;Description générée automatiquement">
            <a:extLst>
              <a:ext uri="{FF2B5EF4-FFF2-40B4-BE49-F238E27FC236}">
                <a16:creationId xmlns:a16="http://schemas.microsoft.com/office/drawing/2014/main" id="{9AA7B072-5E16-41D7-8605-4A1B947BFB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40157" y="4526280"/>
            <a:ext cx="1551992" cy="545622"/>
          </a:xfrm>
          <a:prstGeom prst="rect">
            <a:avLst/>
          </a:prstGeom>
        </p:spPr>
      </p:pic>
    </p:spTree>
    <p:extLst>
      <p:ext uri="{BB962C8B-B14F-4D97-AF65-F5344CB8AC3E}">
        <p14:creationId xmlns:p14="http://schemas.microsoft.com/office/powerpoint/2010/main" val="33942713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F2624D1-F392-40BE-A98A-2584E24864F6}"/>
              </a:ext>
            </a:extLst>
          </p:cNvPr>
          <p:cNvSpPr>
            <a:spLocks noGrp="1"/>
          </p:cNvSpPr>
          <p:nvPr>
            <p:ph type="title"/>
          </p:nvPr>
        </p:nvSpPr>
        <p:spPr/>
        <p:txBody>
          <a:bodyPr>
            <a:normAutofit fontScale="90000"/>
          </a:bodyPr>
          <a:lstStyle/>
          <a:p>
            <a:r>
              <a:rPr lang="fr-FR" dirty="0"/>
              <a:t>#OpenSeriousCommunity en tant qu’outil pédagogique</a:t>
            </a:r>
          </a:p>
        </p:txBody>
      </p:sp>
      <p:sp>
        <p:nvSpPr>
          <p:cNvPr id="4" name="Espace réservé du contenu 2">
            <a:extLst>
              <a:ext uri="{FF2B5EF4-FFF2-40B4-BE49-F238E27FC236}">
                <a16:creationId xmlns:a16="http://schemas.microsoft.com/office/drawing/2014/main" id="{C781921B-4DF7-4FD4-B2EF-94550816AE7C}"/>
              </a:ext>
            </a:extLst>
          </p:cNvPr>
          <p:cNvSpPr txBox="1">
            <a:spLocks/>
          </p:cNvSpPr>
          <p:nvPr/>
        </p:nvSpPr>
        <p:spPr>
          <a:xfrm>
            <a:off x="362448" y="2260077"/>
            <a:ext cx="2728224" cy="4042410"/>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200" b="1" dirty="0"/>
              <a:t>Les erreurs courantes des Community Boosters que nous voulons aborder</a:t>
            </a:r>
          </a:p>
          <a:p>
            <a:pPr marL="0" indent="0" algn="ctr">
              <a:buNone/>
            </a:pPr>
            <a:endParaRPr lang="fr-FR" sz="1200" b="1" dirty="0"/>
          </a:p>
          <a:p>
            <a:pPr marL="0" indent="0" algn="ctr">
              <a:buNone/>
            </a:pPr>
            <a:r>
              <a:rPr lang="fr-FR" sz="1200" dirty="0"/>
              <a:t>Ne pas travailler à la bonne échelle ou sur les bons aspects</a:t>
            </a:r>
          </a:p>
          <a:p>
            <a:pPr marL="0" indent="0" algn="ctr">
              <a:buNone/>
            </a:pPr>
            <a:r>
              <a:rPr lang="fr-FR" sz="1200" dirty="0"/>
              <a:t>Manquer des opportunités de dynamiser une communauté</a:t>
            </a:r>
          </a:p>
          <a:p>
            <a:pPr marL="0" indent="0" algn="ctr">
              <a:buNone/>
            </a:pPr>
            <a:r>
              <a:rPr lang="fr-FR" sz="1200" dirty="0"/>
              <a:t>Faire les "choses habituelles" par manque d'idées</a:t>
            </a:r>
          </a:p>
          <a:p>
            <a:pPr marL="0" indent="0" algn="ctr">
              <a:buNone/>
            </a:pPr>
            <a:r>
              <a:rPr lang="fr-FR" sz="1200" dirty="0"/>
              <a:t>Travailler en surface mais pas en profondeur</a:t>
            </a:r>
          </a:p>
          <a:p>
            <a:pPr marL="0" indent="0" algn="ctr">
              <a:buNone/>
            </a:pPr>
            <a:r>
              <a:rPr lang="fr-FR" sz="1200" dirty="0"/>
              <a:t>Faire toujours les mêmes choses</a:t>
            </a:r>
          </a:p>
          <a:p>
            <a:pPr marL="0" indent="0" algn="ctr">
              <a:buNone/>
            </a:pPr>
            <a:r>
              <a:rPr lang="fr-FR" sz="1200" dirty="0"/>
              <a:t>Combler les lacunes au dernier moment</a:t>
            </a:r>
          </a:p>
          <a:p>
            <a:pPr marL="0" indent="0" algn="ctr">
              <a:buNone/>
            </a:pPr>
            <a:r>
              <a:rPr lang="fr-FR" sz="1200" dirty="0"/>
              <a:t>S’épuiser dans le travail de dynamisation de la communauté.</a:t>
            </a:r>
          </a:p>
          <a:p>
            <a:pPr marL="0" indent="0" algn="ctr">
              <a:buNone/>
            </a:pPr>
            <a:endParaRPr lang="fr-FR" sz="1200" b="1" dirty="0"/>
          </a:p>
          <a:p>
            <a:pPr marL="0" indent="0" algn="ctr">
              <a:buNone/>
            </a:pPr>
            <a:endParaRPr lang="fr-FR" sz="1200" b="1" dirty="0"/>
          </a:p>
          <a:p>
            <a:pPr marL="0" indent="0" algn="ctr">
              <a:buNone/>
            </a:pPr>
            <a:endParaRPr lang="fr-FR" sz="1200" b="1" dirty="0"/>
          </a:p>
        </p:txBody>
      </p:sp>
      <p:sp>
        <p:nvSpPr>
          <p:cNvPr id="5" name="Espace réservé du contenu 2">
            <a:extLst>
              <a:ext uri="{FF2B5EF4-FFF2-40B4-BE49-F238E27FC236}">
                <a16:creationId xmlns:a16="http://schemas.microsoft.com/office/drawing/2014/main" id="{A9DAAFA8-D485-4853-B144-206A4BFA01E8}"/>
              </a:ext>
            </a:extLst>
          </p:cNvPr>
          <p:cNvSpPr txBox="1">
            <a:spLocks/>
          </p:cNvSpPr>
          <p:nvPr/>
        </p:nvSpPr>
        <p:spPr>
          <a:xfrm>
            <a:off x="4390110" y="2276756"/>
            <a:ext cx="2946200" cy="3694176"/>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200" b="1" dirty="0"/>
              <a:t>Objectifs pédagogiques</a:t>
            </a:r>
          </a:p>
          <a:p>
            <a:pPr marL="0" indent="0" algn="ctr">
              <a:buNone/>
            </a:pPr>
            <a:r>
              <a:rPr lang="fr-FR" sz="1200" dirty="0"/>
              <a:t>Au terme de quelques sessions de jeu, vous : </a:t>
            </a:r>
          </a:p>
          <a:p>
            <a:pPr marL="0" indent="0" algn="ctr">
              <a:buNone/>
            </a:pPr>
            <a:r>
              <a:rPr lang="fr-FR" sz="1200" dirty="0"/>
              <a:t>serez conscient d'un </a:t>
            </a:r>
            <a:r>
              <a:rPr lang="fr-FR" sz="1200" b="1" dirty="0"/>
              <a:t>éventail d'actions possibles </a:t>
            </a:r>
            <a:r>
              <a:rPr lang="fr-FR" sz="1200" dirty="0"/>
              <a:t>en tant que Booster de la communauté d'entreprise.</a:t>
            </a:r>
          </a:p>
          <a:p>
            <a:pPr marL="0" indent="0" algn="ctr">
              <a:buNone/>
            </a:pPr>
            <a:r>
              <a:rPr lang="fr-FR" sz="1200" dirty="0"/>
              <a:t>serez capable de </a:t>
            </a:r>
            <a:r>
              <a:rPr lang="fr-FR" sz="1200" b="1" dirty="0"/>
              <a:t>prendre des décisions</a:t>
            </a:r>
            <a:r>
              <a:rPr lang="fr-FR" sz="1200" dirty="0"/>
              <a:t> en fonction du nombre de membres, des possibilités, du sentiment d'appartenance, des objectifs de croissance.</a:t>
            </a:r>
          </a:p>
          <a:p>
            <a:pPr marL="0" indent="0" algn="ctr">
              <a:buNone/>
            </a:pPr>
            <a:r>
              <a:rPr lang="fr-FR" sz="1200" dirty="0"/>
              <a:t>serez capable d'</a:t>
            </a:r>
            <a:r>
              <a:rPr lang="fr-FR" sz="1200" b="1" dirty="0"/>
              <a:t>enseigner les bases du Community </a:t>
            </a:r>
            <a:r>
              <a:rPr lang="fr-FR" sz="1200" b="1" dirty="0" err="1"/>
              <a:t>Boosting</a:t>
            </a:r>
            <a:r>
              <a:rPr lang="fr-FR" sz="1200" b="1" dirty="0"/>
              <a:t> </a:t>
            </a:r>
            <a:r>
              <a:rPr lang="fr-FR" sz="1200" dirty="0"/>
              <a:t>à d'autres joueurs, car la majorité du contenu à apprendre se trouve dans les cartes et les règles du jeu. </a:t>
            </a:r>
          </a:p>
          <a:p>
            <a:pPr marL="0" indent="0" algn="ctr">
              <a:buNone/>
            </a:pPr>
            <a:endParaRPr lang="fr-FR" sz="1200" b="1" dirty="0"/>
          </a:p>
          <a:p>
            <a:pPr marL="0" indent="0" algn="ctr">
              <a:buNone/>
            </a:pPr>
            <a:endParaRPr lang="fr-FR" sz="1200" b="1" dirty="0"/>
          </a:p>
          <a:p>
            <a:pPr marL="0" indent="0" algn="ctr">
              <a:buNone/>
            </a:pPr>
            <a:endParaRPr lang="fr-FR" sz="1200" b="1" dirty="0"/>
          </a:p>
          <a:p>
            <a:pPr marL="0" indent="0" algn="ctr">
              <a:buNone/>
            </a:pPr>
            <a:endParaRPr lang="fr-FR" sz="1200" b="1" dirty="0"/>
          </a:p>
          <a:p>
            <a:pPr marL="0" indent="0" algn="ctr">
              <a:buNone/>
            </a:pPr>
            <a:endParaRPr lang="fr-FR" sz="1200" b="1" dirty="0"/>
          </a:p>
        </p:txBody>
      </p:sp>
      <p:sp>
        <p:nvSpPr>
          <p:cNvPr id="9" name="ZoneTexte 8">
            <a:extLst>
              <a:ext uri="{FF2B5EF4-FFF2-40B4-BE49-F238E27FC236}">
                <a16:creationId xmlns:a16="http://schemas.microsoft.com/office/drawing/2014/main" id="{096087D9-4B92-4110-A106-D4AECB57B05D}"/>
              </a:ext>
            </a:extLst>
          </p:cNvPr>
          <p:cNvSpPr txBox="1"/>
          <p:nvPr/>
        </p:nvSpPr>
        <p:spPr>
          <a:xfrm>
            <a:off x="8302752" y="2258518"/>
            <a:ext cx="3148276" cy="4244425"/>
          </a:xfrm>
          <a:prstGeom prst="rect">
            <a:avLst/>
          </a:prstGeom>
        </p:spPr>
        <p:txBody>
          <a:bodyPr vert="horz" lIns="91440" tIns="45720" rIns="91440" bIns="45720" rtlCol="0">
            <a:normAutofit/>
          </a:bodyPr>
          <a:lstStyle>
            <a:defPPr>
              <a:defRPr lang="fr-FR"/>
            </a:defPPr>
            <a:lvl1pPr indent="0" algn="ctr">
              <a:lnSpc>
                <a:spcPct val="110000"/>
              </a:lnSpc>
              <a:spcBef>
                <a:spcPts val="1000"/>
              </a:spcBef>
              <a:buFont typeface="Arial" panose="020B0604020202020204" pitchFamily="34" charset="0"/>
              <a:buNone/>
              <a:defRPr sz="1200" b="1"/>
            </a:lvl1pPr>
            <a:lvl2pPr marL="685800" indent="-228600">
              <a:lnSpc>
                <a:spcPct val="110000"/>
              </a:lnSpc>
              <a:spcBef>
                <a:spcPts val="500"/>
              </a:spcBef>
              <a:buFont typeface="Arial" panose="020B0604020202020204" pitchFamily="34" charset="0"/>
              <a:buChar char="•"/>
              <a:defRPr sz="2400"/>
            </a:lvl2pPr>
            <a:lvl3pPr marL="1143000" indent="-228600">
              <a:lnSpc>
                <a:spcPct val="110000"/>
              </a:lnSpc>
              <a:spcBef>
                <a:spcPts val="500"/>
              </a:spcBef>
              <a:buFont typeface="Arial" panose="020B0604020202020204" pitchFamily="34" charset="0"/>
              <a:buChar char="•"/>
              <a:defRPr sz="2000"/>
            </a:lvl3pPr>
            <a:lvl4pPr marL="1600200" indent="-228600">
              <a:lnSpc>
                <a:spcPct val="110000"/>
              </a:lnSpc>
              <a:spcBef>
                <a:spcPts val="500"/>
              </a:spcBef>
              <a:buFont typeface="Arial" panose="020B0604020202020204" pitchFamily="34" charset="0"/>
              <a:buChar char="•"/>
            </a:lvl4pPr>
            <a:lvl5pPr marL="2057400" indent="-228600">
              <a:lnSpc>
                <a:spcPct val="11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dirty="0"/>
              <a:t>Le jeu comprend : </a:t>
            </a:r>
          </a:p>
          <a:p>
            <a:endParaRPr lang="fr-FR" dirty="0"/>
          </a:p>
          <a:p>
            <a:r>
              <a:rPr lang="fr-FR" b="0" dirty="0"/>
              <a:t>Un mode jeu de base pour les débutants en mode coopératif.</a:t>
            </a:r>
          </a:p>
          <a:p>
            <a:r>
              <a:rPr lang="fr-FR" b="0" dirty="0"/>
              <a:t>49 cartes d'action communautaires avec description complète</a:t>
            </a:r>
          </a:p>
          <a:p>
            <a:r>
              <a:rPr lang="fr-FR" b="0" dirty="0"/>
              <a:t>25 façons de créer un sentiment d'appartenance</a:t>
            </a:r>
          </a:p>
          <a:p>
            <a:r>
              <a:rPr lang="fr-FR" b="0" dirty="0"/>
              <a:t>Des extensions pour apprendre encore plus, un mode compétitif, des années d'expérience transformées en modes de jeux pédagogiques stimulants. </a:t>
            </a:r>
          </a:p>
          <a:p>
            <a:r>
              <a:rPr lang="fr-FR" b="0" dirty="0"/>
              <a:t>Les sources graphiques pour créer de nouvelles cartes en fonction de votre imagination, de vos pratiques et du contexte.</a:t>
            </a:r>
          </a:p>
        </p:txBody>
      </p:sp>
    </p:spTree>
    <p:extLst>
      <p:ext uri="{BB962C8B-B14F-4D97-AF65-F5344CB8AC3E}">
        <p14:creationId xmlns:p14="http://schemas.microsoft.com/office/powerpoint/2010/main" val="42151262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5A0F4ED-25A9-407F-9412-218D4E1BBCD1}"/>
              </a:ext>
            </a:extLst>
          </p:cNvPr>
          <p:cNvSpPr>
            <a:spLocks noGrp="1"/>
          </p:cNvSpPr>
          <p:nvPr>
            <p:ph type="ctrTitle"/>
          </p:nvPr>
        </p:nvSpPr>
        <p:spPr>
          <a:xfrm>
            <a:off x="5193792" y="1124712"/>
            <a:ext cx="6419088" cy="3172968"/>
          </a:xfrm>
        </p:spPr>
        <p:txBody>
          <a:bodyPr vert="horz" lIns="91440" tIns="45720" rIns="91440" bIns="45720" rtlCol="0" anchor="ctr">
            <a:normAutofit/>
          </a:bodyPr>
          <a:lstStyle/>
          <a:p>
            <a:r>
              <a:rPr lang="en-US" sz="4000" dirty="0"/>
              <a:t>Annexes pour </a:t>
            </a:r>
            <a:r>
              <a:rPr lang="en-US" sz="4000" dirty="0" err="1"/>
              <a:t>créateurs</a:t>
            </a:r>
            <a:r>
              <a:rPr lang="en-US" sz="4000" dirty="0"/>
              <a:t> #OSG </a:t>
            </a:r>
            <a:r>
              <a:rPr lang="en-US" sz="4000" dirty="0" err="1"/>
              <a:t>Niveau</a:t>
            </a:r>
            <a:r>
              <a:rPr lang="en-US" sz="4000" dirty="0"/>
              <a:t> 6</a:t>
            </a:r>
          </a:p>
        </p:txBody>
      </p:sp>
      <p:sp>
        <p:nvSpPr>
          <p:cNvPr id="17" name="Sous-titre 16">
            <a:extLst>
              <a:ext uri="{FF2B5EF4-FFF2-40B4-BE49-F238E27FC236}">
                <a16:creationId xmlns:a16="http://schemas.microsoft.com/office/drawing/2014/main" id="{F4BB34F0-E098-4B5B-89AD-349FD4A24887}"/>
              </a:ext>
            </a:extLst>
          </p:cNvPr>
          <p:cNvSpPr>
            <a:spLocks noGrp="1"/>
          </p:cNvSpPr>
          <p:nvPr>
            <p:ph type="subTitle" idx="1"/>
          </p:nvPr>
        </p:nvSpPr>
        <p:spPr/>
        <p:txBody>
          <a:bodyPr/>
          <a:lstStyle/>
          <a:p>
            <a:r>
              <a:rPr lang="fr-FR" dirty="0"/>
              <a:t>Choix de conception du jeu</a:t>
            </a:r>
          </a:p>
          <a:p>
            <a:r>
              <a:rPr lang="fr-FR" dirty="0"/>
              <a:t>Crédits et licence</a:t>
            </a:r>
          </a:p>
        </p:txBody>
      </p:sp>
      <p:grpSp>
        <p:nvGrpSpPr>
          <p:cNvPr id="14" name="Groupe 13">
            <a:extLst>
              <a:ext uri="{FF2B5EF4-FFF2-40B4-BE49-F238E27FC236}">
                <a16:creationId xmlns:a16="http://schemas.microsoft.com/office/drawing/2014/main" id="{FDBCB070-0533-4D97-B6D6-FF53FE456D49}"/>
              </a:ext>
            </a:extLst>
          </p:cNvPr>
          <p:cNvGrpSpPr/>
          <p:nvPr/>
        </p:nvGrpSpPr>
        <p:grpSpPr>
          <a:xfrm>
            <a:off x="716680" y="326205"/>
            <a:ext cx="4339951" cy="4186359"/>
            <a:chOff x="8930936" y="2408583"/>
            <a:chExt cx="1216113" cy="1173074"/>
          </a:xfrm>
          <a:solidFill>
            <a:schemeClr val="accent1"/>
          </a:solidFill>
        </p:grpSpPr>
        <p:grpSp>
          <p:nvGrpSpPr>
            <p:cNvPr id="15" name="Groupe 14">
              <a:extLst>
                <a:ext uri="{FF2B5EF4-FFF2-40B4-BE49-F238E27FC236}">
                  <a16:creationId xmlns:a16="http://schemas.microsoft.com/office/drawing/2014/main" id="{FFA76487-8A01-48FF-BCE2-BFBE23BA94E9}"/>
                </a:ext>
              </a:extLst>
            </p:cNvPr>
            <p:cNvGrpSpPr/>
            <p:nvPr/>
          </p:nvGrpSpPr>
          <p:grpSpPr>
            <a:xfrm>
              <a:off x="8930936" y="2408583"/>
              <a:ext cx="1216113" cy="1173074"/>
              <a:chOff x="8930936" y="2401291"/>
              <a:chExt cx="1216113" cy="1173074"/>
            </a:xfrm>
            <a:grpFill/>
          </p:grpSpPr>
          <p:pic>
            <p:nvPicPr>
              <p:cNvPr id="20" name="Graphique 19" descr="Plan avec un remplissage uni">
                <a:extLst>
                  <a:ext uri="{FF2B5EF4-FFF2-40B4-BE49-F238E27FC236}">
                    <a16:creationId xmlns:a16="http://schemas.microsoft.com/office/drawing/2014/main" id="{5F538062-245D-45D1-9D8A-4F1BB3BEADC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30936" y="2401291"/>
                <a:ext cx="590762" cy="590762"/>
              </a:xfrm>
              <a:prstGeom prst="rect">
                <a:avLst/>
              </a:prstGeom>
            </p:spPr>
          </p:pic>
          <p:grpSp>
            <p:nvGrpSpPr>
              <p:cNvPr id="21" name="Groupe 20">
                <a:extLst>
                  <a:ext uri="{FF2B5EF4-FFF2-40B4-BE49-F238E27FC236}">
                    <a16:creationId xmlns:a16="http://schemas.microsoft.com/office/drawing/2014/main" id="{801E8887-C7BF-4597-8C20-D51AA79CEEA7}"/>
                  </a:ext>
                </a:extLst>
              </p:cNvPr>
              <p:cNvGrpSpPr/>
              <p:nvPr/>
            </p:nvGrpSpPr>
            <p:grpSpPr>
              <a:xfrm>
                <a:off x="9450069" y="2659965"/>
                <a:ext cx="696980" cy="914400"/>
                <a:chOff x="5018285" y="3873291"/>
                <a:chExt cx="696980" cy="914400"/>
              </a:xfrm>
              <a:grpFill/>
            </p:grpSpPr>
            <p:pic>
              <p:nvPicPr>
                <p:cNvPr id="22" name="Graphique 21" descr="Personne confuse avec un remplissage uni">
                  <a:extLst>
                    <a:ext uri="{FF2B5EF4-FFF2-40B4-BE49-F238E27FC236}">
                      <a16:creationId xmlns:a16="http://schemas.microsoft.com/office/drawing/2014/main" id="{75A414BB-2C78-4EBF-98F1-75A8A59B448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0440" r="-1"/>
                <a:stretch/>
              </p:blipFill>
              <p:spPr>
                <a:xfrm>
                  <a:off x="5079206" y="3873291"/>
                  <a:ext cx="636059" cy="914400"/>
                </a:xfrm>
                <a:prstGeom prst="rect">
                  <a:avLst/>
                </a:prstGeom>
              </p:spPr>
            </p:pic>
            <p:sp>
              <p:nvSpPr>
                <p:cNvPr id="23" name="Rectangle : coins arrondis 22">
                  <a:extLst>
                    <a:ext uri="{FF2B5EF4-FFF2-40B4-BE49-F238E27FC236}">
                      <a16:creationId xmlns:a16="http://schemas.microsoft.com/office/drawing/2014/main" id="{658BFEE0-6F30-42B2-87BB-CB5B6CB89D7C}"/>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grpSp>
          <p:nvGrpSpPr>
            <p:cNvPr id="16" name="Groupe 15">
              <a:extLst>
                <a:ext uri="{FF2B5EF4-FFF2-40B4-BE49-F238E27FC236}">
                  <a16:creationId xmlns:a16="http://schemas.microsoft.com/office/drawing/2014/main" id="{3263AE08-EC22-4778-88C9-9D8CA4CF5024}"/>
                </a:ext>
              </a:extLst>
            </p:cNvPr>
            <p:cNvGrpSpPr/>
            <p:nvPr/>
          </p:nvGrpSpPr>
          <p:grpSpPr>
            <a:xfrm>
              <a:off x="9237852" y="2714693"/>
              <a:ext cx="199881" cy="170748"/>
              <a:chOff x="8303417" y="2625343"/>
              <a:chExt cx="199881" cy="170748"/>
            </a:xfrm>
            <a:grpFill/>
          </p:grpSpPr>
          <p:sp>
            <p:nvSpPr>
              <p:cNvPr id="18" name="Rectangle 17">
                <a:extLst>
                  <a:ext uri="{FF2B5EF4-FFF2-40B4-BE49-F238E27FC236}">
                    <a16:creationId xmlns:a16="http://schemas.microsoft.com/office/drawing/2014/main" id="{72E9B790-E22E-4CE8-8614-6476B11B616E}"/>
                  </a:ext>
                </a:extLst>
              </p:cNvPr>
              <p:cNvSpPr/>
              <p:nvPr/>
            </p:nvSpPr>
            <p:spPr>
              <a:xfrm>
                <a:off x="8303417" y="2625343"/>
                <a:ext cx="199881" cy="1671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9" name="Image 18">
                <a:extLst>
                  <a:ext uri="{FF2B5EF4-FFF2-40B4-BE49-F238E27FC236}">
                    <a16:creationId xmlns:a16="http://schemas.microsoft.com/office/drawing/2014/main" id="{F45BFF8C-560A-49E9-A65A-01D6293CB7C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19665" y="2634616"/>
                <a:ext cx="167384" cy="161475"/>
              </a:xfrm>
              <a:prstGeom prst="rect">
                <a:avLst/>
              </a:prstGeom>
              <a:solidFill>
                <a:schemeClr val="bg1"/>
              </a:solidFill>
            </p:spPr>
          </p:pic>
        </p:grpSp>
      </p:grpSp>
    </p:spTree>
    <p:extLst>
      <p:ext uri="{BB962C8B-B14F-4D97-AF65-F5344CB8AC3E}">
        <p14:creationId xmlns:p14="http://schemas.microsoft.com/office/powerpoint/2010/main" val="8484734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1B919CB0-DD51-4684-B9E4-0C69945968BD}"/>
              </a:ext>
            </a:extLst>
          </p:cNvPr>
          <p:cNvSpPr/>
          <p:nvPr/>
        </p:nvSpPr>
        <p:spPr>
          <a:xfrm rot="17602063">
            <a:off x="10662987" y="3258608"/>
            <a:ext cx="308799" cy="116192"/>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37" name="Groupe 36">
            <a:extLst>
              <a:ext uri="{FF2B5EF4-FFF2-40B4-BE49-F238E27FC236}">
                <a16:creationId xmlns:a16="http://schemas.microsoft.com/office/drawing/2014/main" id="{BCF6A5B4-E38B-4D20-B0E4-262BE2BCC50F}"/>
              </a:ext>
            </a:extLst>
          </p:cNvPr>
          <p:cNvGrpSpPr/>
          <p:nvPr/>
        </p:nvGrpSpPr>
        <p:grpSpPr>
          <a:xfrm>
            <a:off x="10390924" y="3337492"/>
            <a:ext cx="560400" cy="560400"/>
            <a:chOff x="8947057" y="4788387"/>
            <a:chExt cx="485775" cy="485775"/>
          </a:xfrm>
        </p:grpSpPr>
        <p:sp>
          <p:nvSpPr>
            <p:cNvPr id="38" name="Ellipse 37">
              <a:extLst>
                <a:ext uri="{FF2B5EF4-FFF2-40B4-BE49-F238E27FC236}">
                  <a16:creationId xmlns:a16="http://schemas.microsoft.com/office/drawing/2014/main" id="{BEBB0C4B-AE43-4FBB-973E-9AED84A1F705}"/>
                </a:ext>
              </a:extLst>
            </p:cNvPr>
            <p:cNvSpPr/>
            <p:nvPr/>
          </p:nvSpPr>
          <p:spPr>
            <a:xfrm>
              <a:off x="8947057" y="4788387"/>
              <a:ext cx="485775" cy="48577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9" name="Ellipse 38">
              <a:extLst>
                <a:ext uri="{FF2B5EF4-FFF2-40B4-BE49-F238E27FC236}">
                  <a16:creationId xmlns:a16="http://schemas.microsoft.com/office/drawing/2014/main" id="{EB6D82AE-4BE2-4624-A282-817BA3522D60}"/>
                </a:ext>
              </a:extLst>
            </p:cNvPr>
            <p:cNvSpPr/>
            <p:nvPr/>
          </p:nvSpPr>
          <p:spPr>
            <a:xfrm>
              <a:off x="9012051" y="4853381"/>
              <a:ext cx="355785" cy="35578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cxnSp>
        <p:nvCxnSpPr>
          <p:cNvPr id="30" name="Connecteur droit 29">
            <a:extLst>
              <a:ext uri="{FF2B5EF4-FFF2-40B4-BE49-F238E27FC236}">
                <a16:creationId xmlns:a16="http://schemas.microsoft.com/office/drawing/2014/main" id="{60CAC0DF-BC5C-449B-A780-1BC122C625EE}"/>
              </a:ext>
            </a:extLst>
          </p:cNvPr>
          <p:cNvCxnSpPr>
            <a:cxnSpLocks/>
            <a:stCxn id="24" idx="2"/>
          </p:cNvCxnSpPr>
          <p:nvPr/>
        </p:nvCxnSpPr>
        <p:spPr>
          <a:xfrm>
            <a:off x="9061258" y="2852101"/>
            <a:ext cx="130367" cy="344481"/>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nvGrpSpPr>
          <p:cNvPr id="19" name="Groupe 18">
            <a:extLst>
              <a:ext uri="{FF2B5EF4-FFF2-40B4-BE49-F238E27FC236}">
                <a16:creationId xmlns:a16="http://schemas.microsoft.com/office/drawing/2014/main" id="{3F04C3CA-3867-472C-847F-5C3DBACF1DDA}"/>
              </a:ext>
            </a:extLst>
          </p:cNvPr>
          <p:cNvGrpSpPr/>
          <p:nvPr/>
        </p:nvGrpSpPr>
        <p:grpSpPr>
          <a:xfrm>
            <a:off x="10121743" y="3704322"/>
            <a:ext cx="299437" cy="299437"/>
            <a:chOff x="8947057" y="4788388"/>
            <a:chExt cx="485775" cy="485775"/>
          </a:xfrm>
        </p:grpSpPr>
        <p:sp>
          <p:nvSpPr>
            <p:cNvPr id="20" name="Ellipse 19">
              <a:extLst>
                <a:ext uri="{FF2B5EF4-FFF2-40B4-BE49-F238E27FC236}">
                  <a16:creationId xmlns:a16="http://schemas.microsoft.com/office/drawing/2014/main" id="{76BBE1DA-B72A-422D-9315-358FC82875EB}"/>
                </a:ext>
              </a:extLst>
            </p:cNvPr>
            <p:cNvSpPr/>
            <p:nvPr/>
          </p:nvSpPr>
          <p:spPr>
            <a:xfrm>
              <a:off x="8947057" y="4788388"/>
              <a:ext cx="485775" cy="485775"/>
            </a:xfrm>
            <a:prstGeom prst="ellipse">
              <a:avLst/>
            </a:prstGeom>
            <a:solidFill>
              <a:srgbClr val="9498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1" name="Ellipse 20">
              <a:extLst>
                <a:ext uri="{FF2B5EF4-FFF2-40B4-BE49-F238E27FC236}">
                  <a16:creationId xmlns:a16="http://schemas.microsoft.com/office/drawing/2014/main" id="{80F93EAC-F638-47E3-ADFF-7670DCE70353}"/>
                </a:ext>
              </a:extLst>
            </p:cNvPr>
            <p:cNvSpPr/>
            <p:nvPr/>
          </p:nvSpPr>
          <p:spPr>
            <a:xfrm>
              <a:off x="9012051" y="4853381"/>
              <a:ext cx="355785" cy="35578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6" name="Groupe 15">
            <a:extLst>
              <a:ext uri="{FF2B5EF4-FFF2-40B4-BE49-F238E27FC236}">
                <a16:creationId xmlns:a16="http://schemas.microsoft.com/office/drawing/2014/main" id="{2BC5D2ED-9CF5-4418-BF7B-9C3099F1D8AD}"/>
              </a:ext>
            </a:extLst>
          </p:cNvPr>
          <p:cNvGrpSpPr/>
          <p:nvPr/>
        </p:nvGrpSpPr>
        <p:grpSpPr>
          <a:xfrm>
            <a:off x="10753088" y="2822337"/>
            <a:ext cx="432054" cy="432054"/>
            <a:chOff x="8947057" y="4788387"/>
            <a:chExt cx="485775" cy="485775"/>
          </a:xfrm>
        </p:grpSpPr>
        <p:sp>
          <p:nvSpPr>
            <p:cNvPr id="17" name="Ellipse 16">
              <a:extLst>
                <a:ext uri="{FF2B5EF4-FFF2-40B4-BE49-F238E27FC236}">
                  <a16:creationId xmlns:a16="http://schemas.microsoft.com/office/drawing/2014/main" id="{DF56ECBE-6C2F-4B94-97F3-A76EEF69573D}"/>
                </a:ext>
              </a:extLst>
            </p:cNvPr>
            <p:cNvSpPr/>
            <p:nvPr/>
          </p:nvSpPr>
          <p:spPr>
            <a:xfrm>
              <a:off x="8947057" y="4788387"/>
              <a:ext cx="485775" cy="48577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8" name="Ellipse 17">
              <a:extLst>
                <a:ext uri="{FF2B5EF4-FFF2-40B4-BE49-F238E27FC236}">
                  <a16:creationId xmlns:a16="http://schemas.microsoft.com/office/drawing/2014/main" id="{3A73EC78-E60C-4250-B454-701A1D753C60}"/>
                </a:ext>
              </a:extLst>
            </p:cNvPr>
            <p:cNvSpPr/>
            <p:nvPr/>
          </p:nvSpPr>
          <p:spPr>
            <a:xfrm>
              <a:off x="9012051" y="4853381"/>
              <a:ext cx="355785" cy="35578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5" name="Groupe 14">
            <a:extLst>
              <a:ext uri="{FF2B5EF4-FFF2-40B4-BE49-F238E27FC236}">
                <a16:creationId xmlns:a16="http://schemas.microsoft.com/office/drawing/2014/main" id="{F06B1691-914E-4F35-8579-081980685DBA}"/>
              </a:ext>
            </a:extLst>
          </p:cNvPr>
          <p:cNvGrpSpPr/>
          <p:nvPr/>
        </p:nvGrpSpPr>
        <p:grpSpPr>
          <a:xfrm>
            <a:off x="8937532" y="3060704"/>
            <a:ext cx="485775" cy="485775"/>
            <a:chOff x="8947057" y="4788387"/>
            <a:chExt cx="485775" cy="485775"/>
          </a:xfrm>
        </p:grpSpPr>
        <p:sp>
          <p:nvSpPr>
            <p:cNvPr id="13" name="Ellipse 12">
              <a:extLst>
                <a:ext uri="{FF2B5EF4-FFF2-40B4-BE49-F238E27FC236}">
                  <a16:creationId xmlns:a16="http://schemas.microsoft.com/office/drawing/2014/main" id="{A69E07E5-6D98-4A66-8F3E-A2177EB2898F}"/>
                </a:ext>
              </a:extLst>
            </p:cNvPr>
            <p:cNvSpPr/>
            <p:nvPr/>
          </p:nvSpPr>
          <p:spPr>
            <a:xfrm>
              <a:off x="8947057" y="4788387"/>
              <a:ext cx="485775" cy="485775"/>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Ellipse 13">
              <a:extLst>
                <a:ext uri="{FF2B5EF4-FFF2-40B4-BE49-F238E27FC236}">
                  <a16:creationId xmlns:a16="http://schemas.microsoft.com/office/drawing/2014/main" id="{E7AA5208-DA91-4B56-9D5E-A3FEC0E85C4E}"/>
                </a:ext>
              </a:extLst>
            </p:cNvPr>
            <p:cNvSpPr/>
            <p:nvPr/>
          </p:nvSpPr>
          <p:spPr>
            <a:xfrm>
              <a:off x="9012051" y="4853381"/>
              <a:ext cx="355785" cy="35578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12" name="Graphique 11" descr="Connexions avec un remplissage uni">
            <a:extLst>
              <a:ext uri="{FF2B5EF4-FFF2-40B4-BE49-F238E27FC236}">
                <a16:creationId xmlns:a16="http://schemas.microsoft.com/office/drawing/2014/main" id="{C902E6F6-0359-4148-8EFA-12928FED4A7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932335" y="2742190"/>
            <a:ext cx="1360886" cy="1360886"/>
          </a:xfrm>
          <a:prstGeom prst="rect">
            <a:avLst/>
          </a:prstGeom>
        </p:spPr>
      </p:pic>
      <p:sp>
        <p:nvSpPr>
          <p:cNvPr id="2" name="Titre 1">
            <a:extLst>
              <a:ext uri="{FF2B5EF4-FFF2-40B4-BE49-F238E27FC236}">
                <a16:creationId xmlns:a16="http://schemas.microsoft.com/office/drawing/2014/main" id="{D104FCDF-E1DF-4FB7-A2C2-E69B500BF292}"/>
              </a:ext>
            </a:extLst>
          </p:cNvPr>
          <p:cNvSpPr>
            <a:spLocks noGrp="1"/>
          </p:cNvSpPr>
          <p:nvPr>
            <p:ph type="title"/>
          </p:nvPr>
        </p:nvSpPr>
        <p:spPr/>
        <p:txBody>
          <a:bodyPr>
            <a:normAutofit fontScale="90000"/>
          </a:bodyPr>
          <a:lstStyle/>
          <a:p>
            <a:r>
              <a:rPr lang="fr-FR" dirty="0"/>
              <a:t>Modèle de dynamisation de la communauté</a:t>
            </a:r>
            <a:br>
              <a:rPr lang="fr-FR" dirty="0"/>
            </a:br>
            <a:r>
              <a:rPr lang="fr-FR" dirty="0"/>
              <a:t>Partitionnement vs chevauchement</a:t>
            </a:r>
            <a:endParaRPr lang="en-US" dirty="0"/>
          </a:p>
        </p:txBody>
      </p:sp>
      <p:sp>
        <p:nvSpPr>
          <p:cNvPr id="3" name="Espace réservé du contenu 2">
            <a:extLst>
              <a:ext uri="{FF2B5EF4-FFF2-40B4-BE49-F238E27FC236}">
                <a16:creationId xmlns:a16="http://schemas.microsoft.com/office/drawing/2014/main" id="{042643E4-3BDF-4FE8-ACA0-1704BB696404}"/>
              </a:ext>
            </a:extLst>
          </p:cNvPr>
          <p:cNvSpPr>
            <a:spLocks noGrp="1"/>
          </p:cNvSpPr>
          <p:nvPr>
            <p:ph idx="1"/>
          </p:nvPr>
        </p:nvSpPr>
        <p:spPr>
          <a:xfrm>
            <a:off x="1115568" y="2478024"/>
            <a:ext cx="3856482" cy="3694176"/>
          </a:xfrm>
        </p:spPr>
        <p:txBody>
          <a:bodyPr>
            <a:normAutofit fontScale="92500" lnSpcReduction="10000"/>
          </a:bodyPr>
          <a:lstStyle/>
          <a:p>
            <a:pPr marL="0" indent="0">
              <a:buNone/>
            </a:pPr>
            <a:r>
              <a:rPr lang="fr-FR" sz="1400" dirty="0"/>
              <a:t>Le modèle des cartes #OpenSeriousCommunity est principalement utilisé pour construire et renforcer des adhésions ou des appartenances mutuellement non exclusives, ce qui signifie que :</a:t>
            </a:r>
          </a:p>
          <a:p>
            <a:pPr marL="0" indent="0">
              <a:buNone/>
            </a:pPr>
            <a:r>
              <a:rPr lang="fr-FR" sz="1400" dirty="0"/>
              <a:t>Toute personne peut faire partie de plusieurs équipes</a:t>
            </a:r>
          </a:p>
          <a:p>
            <a:pPr marL="0" indent="0">
              <a:buNone/>
            </a:pPr>
            <a:r>
              <a:rPr lang="fr-FR" sz="1400" dirty="0"/>
              <a:t>Toute équipe peut faire partie de plusieurs communautés</a:t>
            </a:r>
          </a:p>
          <a:p>
            <a:pPr marL="0" indent="0">
              <a:buNone/>
            </a:pPr>
            <a:r>
              <a:rPr lang="fr-FR" sz="1400" dirty="0"/>
              <a:t>Toute communauté peut faire partie de plusieurs mouvements</a:t>
            </a:r>
          </a:p>
          <a:p>
            <a:pPr marL="0" indent="0">
              <a:buNone/>
            </a:pPr>
            <a:r>
              <a:rPr lang="fr-FR" sz="1400" dirty="0"/>
              <a:t>Par conséquent, toutes ces architectures chevauchent le réseau au lieu de le segmenter (ce dernier étant souvent utilisé dans les organigrammes).</a:t>
            </a:r>
          </a:p>
        </p:txBody>
      </p:sp>
      <p:pic>
        <p:nvPicPr>
          <p:cNvPr id="4" name="Graphique 3" descr="Connexions avec un remplissage uni">
            <a:extLst>
              <a:ext uri="{FF2B5EF4-FFF2-40B4-BE49-F238E27FC236}">
                <a16:creationId xmlns:a16="http://schemas.microsoft.com/office/drawing/2014/main" id="{DFFD0C3F-1BEF-41CE-B755-2E0400EFE86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876180" y="2612008"/>
            <a:ext cx="1535475" cy="1535475"/>
          </a:xfrm>
          <a:prstGeom prst="rect">
            <a:avLst/>
          </a:prstGeom>
        </p:spPr>
      </p:pic>
      <p:graphicFrame>
        <p:nvGraphicFramePr>
          <p:cNvPr id="5" name="Diagramme 4">
            <a:extLst>
              <a:ext uri="{FF2B5EF4-FFF2-40B4-BE49-F238E27FC236}">
                <a16:creationId xmlns:a16="http://schemas.microsoft.com/office/drawing/2014/main" id="{95D88F8C-20D5-4603-8270-FE1C4801D4A8}"/>
              </a:ext>
            </a:extLst>
          </p:cNvPr>
          <p:cNvGraphicFramePr/>
          <p:nvPr>
            <p:extLst>
              <p:ext uri="{D42A27DB-BD31-4B8C-83A1-F6EECF244321}">
                <p14:modId xmlns:p14="http://schemas.microsoft.com/office/powerpoint/2010/main" val="3115614533"/>
              </p:ext>
            </p:extLst>
          </p:nvPr>
        </p:nvGraphicFramePr>
        <p:xfrm>
          <a:off x="5776762" y="2478024"/>
          <a:ext cx="1967063" cy="1926166"/>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pic>
        <p:nvPicPr>
          <p:cNvPr id="6" name="Graphique 5" descr="Personne confuse avec un remplissage uni">
            <a:extLst>
              <a:ext uri="{FF2B5EF4-FFF2-40B4-BE49-F238E27FC236}">
                <a16:creationId xmlns:a16="http://schemas.microsoft.com/office/drawing/2014/main" id="{F16BBDC0-1F30-4D9C-9DF1-AEDEBCBF8C18}"/>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594341" y="2609739"/>
            <a:ext cx="331903" cy="331903"/>
          </a:xfrm>
          <a:prstGeom prst="rect">
            <a:avLst/>
          </a:prstGeom>
        </p:spPr>
      </p:pic>
      <p:pic>
        <p:nvPicPr>
          <p:cNvPr id="7" name="Graphique 6" descr="Groupe avec un remplissage uni">
            <a:extLst>
              <a:ext uri="{FF2B5EF4-FFF2-40B4-BE49-F238E27FC236}">
                <a16:creationId xmlns:a16="http://schemas.microsoft.com/office/drawing/2014/main" id="{32701B28-AC00-47C1-926A-5EAB79604576}"/>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5888464" y="3950900"/>
            <a:ext cx="285305" cy="285305"/>
          </a:xfrm>
          <a:prstGeom prst="rect">
            <a:avLst/>
          </a:prstGeom>
        </p:spPr>
      </p:pic>
      <p:pic>
        <p:nvPicPr>
          <p:cNvPr id="8" name="Graphique 7" descr="Personne confuse avec un remplissage uni">
            <a:extLst>
              <a:ext uri="{FF2B5EF4-FFF2-40B4-BE49-F238E27FC236}">
                <a16:creationId xmlns:a16="http://schemas.microsoft.com/office/drawing/2014/main" id="{02392803-7DD5-49F5-B4EE-226E452D8492}"/>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6173769" y="3019314"/>
            <a:ext cx="331903" cy="331903"/>
          </a:xfrm>
          <a:prstGeom prst="rect">
            <a:avLst/>
          </a:prstGeom>
        </p:spPr>
      </p:pic>
      <p:pic>
        <p:nvPicPr>
          <p:cNvPr id="9" name="Graphique 8" descr="Groupe avec un remplissage uni">
            <a:extLst>
              <a:ext uri="{FF2B5EF4-FFF2-40B4-BE49-F238E27FC236}">
                <a16:creationId xmlns:a16="http://schemas.microsoft.com/office/drawing/2014/main" id="{47E7880E-D2A7-4FA4-9DBF-12E3D67A3B27}"/>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610797" y="3953186"/>
            <a:ext cx="285305" cy="285305"/>
          </a:xfrm>
          <a:prstGeom prst="rect">
            <a:avLst/>
          </a:prstGeom>
        </p:spPr>
      </p:pic>
      <p:pic>
        <p:nvPicPr>
          <p:cNvPr id="10" name="Graphique 9" descr="Groupe avec un remplissage uni">
            <a:extLst>
              <a:ext uri="{FF2B5EF4-FFF2-40B4-BE49-F238E27FC236}">
                <a16:creationId xmlns:a16="http://schemas.microsoft.com/office/drawing/2014/main" id="{CAC54D3B-E055-4859-B3BA-71CC2A8A7B2A}"/>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7306124" y="3950899"/>
            <a:ext cx="285305" cy="285305"/>
          </a:xfrm>
          <a:prstGeom prst="rect">
            <a:avLst/>
          </a:prstGeom>
        </p:spPr>
      </p:pic>
      <p:sp>
        <p:nvSpPr>
          <p:cNvPr id="11" name="Espace réservé du contenu 2">
            <a:extLst>
              <a:ext uri="{FF2B5EF4-FFF2-40B4-BE49-F238E27FC236}">
                <a16:creationId xmlns:a16="http://schemas.microsoft.com/office/drawing/2014/main" id="{3EDC156A-76DC-4A42-AC96-2CA62412771C}"/>
              </a:ext>
            </a:extLst>
          </p:cNvPr>
          <p:cNvSpPr txBox="1">
            <a:spLocks/>
          </p:cNvSpPr>
          <p:nvPr/>
        </p:nvSpPr>
        <p:spPr>
          <a:xfrm>
            <a:off x="5938824" y="4582186"/>
            <a:ext cx="1642936" cy="1380464"/>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dirty="0"/>
              <a:t>Exemple de modèle de partitionnement :</a:t>
            </a:r>
          </a:p>
          <a:p>
            <a:pPr marL="0" indent="0" algn="ctr">
              <a:buFont typeface="Arial" panose="020B0604020202020204" pitchFamily="34" charset="0"/>
              <a:buNone/>
            </a:pPr>
            <a:r>
              <a:rPr lang="fr-FR" sz="1400" dirty="0"/>
              <a:t> Emplois à temps plein, On ne peut pas faire partie simultanément de plusieurs sous-ensembles. </a:t>
            </a:r>
          </a:p>
        </p:txBody>
      </p:sp>
      <p:grpSp>
        <p:nvGrpSpPr>
          <p:cNvPr id="25" name="Groupe 24">
            <a:extLst>
              <a:ext uri="{FF2B5EF4-FFF2-40B4-BE49-F238E27FC236}">
                <a16:creationId xmlns:a16="http://schemas.microsoft.com/office/drawing/2014/main" id="{1190234F-5A35-4595-9C65-A4AD0DB819EF}"/>
              </a:ext>
            </a:extLst>
          </p:cNvPr>
          <p:cNvGrpSpPr/>
          <p:nvPr/>
        </p:nvGrpSpPr>
        <p:grpSpPr>
          <a:xfrm>
            <a:off x="8818371" y="2404890"/>
            <a:ext cx="485775" cy="485775"/>
            <a:chOff x="9249702" y="4886325"/>
            <a:chExt cx="485775" cy="485775"/>
          </a:xfrm>
        </p:grpSpPr>
        <p:sp>
          <p:nvSpPr>
            <p:cNvPr id="22" name="Ellipse 21">
              <a:extLst>
                <a:ext uri="{FF2B5EF4-FFF2-40B4-BE49-F238E27FC236}">
                  <a16:creationId xmlns:a16="http://schemas.microsoft.com/office/drawing/2014/main" id="{6511D46F-CE77-48B4-9773-07BC5C353753}"/>
                </a:ext>
              </a:extLst>
            </p:cNvPr>
            <p:cNvSpPr/>
            <p:nvPr/>
          </p:nvSpPr>
          <p:spPr>
            <a:xfrm>
              <a:off x="9249702" y="4886325"/>
              <a:ext cx="485775" cy="485775"/>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4" name="Graphique 23" descr="Utilisateur avec un remplissage uni">
              <a:extLst>
                <a:ext uri="{FF2B5EF4-FFF2-40B4-BE49-F238E27FC236}">
                  <a16:creationId xmlns:a16="http://schemas.microsoft.com/office/drawing/2014/main" id="{C3198AA0-146E-4351-8CD8-8CDBDBA2465F}"/>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9288265" y="4924888"/>
              <a:ext cx="408648" cy="408648"/>
            </a:xfrm>
            <a:prstGeom prst="rect">
              <a:avLst/>
            </a:prstGeom>
          </p:spPr>
        </p:pic>
      </p:grpSp>
      <p:grpSp>
        <p:nvGrpSpPr>
          <p:cNvPr id="26" name="Groupe 25">
            <a:extLst>
              <a:ext uri="{FF2B5EF4-FFF2-40B4-BE49-F238E27FC236}">
                <a16:creationId xmlns:a16="http://schemas.microsoft.com/office/drawing/2014/main" id="{4F5A57FD-8A1B-44C9-9F08-83AD4BF52DAD}"/>
              </a:ext>
            </a:extLst>
          </p:cNvPr>
          <p:cNvGrpSpPr/>
          <p:nvPr/>
        </p:nvGrpSpPr>
        <p:grpSpPr>
          <a:xfrm>
            <a:off x="8628802" y="3549957"/>
            <a:ext cx="308730" cy="308730"/>
            <a:chOff x="9249702" y="4886325"/>
            <a:chExt cx="485775" cy="485775"/>
          </a:xfrm>
        </p:grpSpPr>
        <p:sp>
          <p:nvSpPr>
            <p:cNvPr id="27" name="Ellipse 26">
              <a:extLst>
                <a:ext uri="{FF2B5EF4-FFF2-40B4-BE49-F238E27FC236}">
                  <a16:creationId xmlns:a16="http://schemas.microsoft.com/office/drawing/2014/main" id="{87A9870C-58F2-4ABD-A1F3-A7794A38E9E0}"/>
                </a:ext>
              </a:extLst>
            </p:cNvPr>
            <p:cNvSpPr/>
            <p:nvPr/>
          </p:nvSpPr>
          <p:spPr>
            <a:xfrm>
              <a:off x="9249702" y="4886325"/>
              <a:ext cx="485775" cy="485775"/>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8" name="Graphique 27" descr="Utilisateur avec un remplissage uni">
              <a:extLst>
                <a:ext uri="{FF2B5EF4-FFF2-40B4-BE49-F238E27FC236}">
                  <a16:creationId xmlns:a16="http://schemas.microsoft.com/office/drawing/2014/main" id="{286BACB3-9F2E-4257-94A1-91FB00A41A10}"/>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9288265" y="4924888"/>
              <a:ext cx="408648" cy="408648"/>
            </a:xfrm>
            <a:prstGeom prst="rect">
              <a:avLst/>
            </a:prstGeom>
          </p:spPr>
        </p:pic>
      </p:grpSp>
      <p:cxnSp>
        <p:nvCxnSpPr>
          <p:cNvPr id="32" name="Connecteur droit 31">
            <a:extLst>
              <a:ext uri="{FF2B5EF4-FFF2-40B4-BE49-F238E27FC236}">
                <a16:creationId xmlns:a16="http://schemas.microsoft.com/office/drawing/2014/main" id="{21C4FEFB-2BB5-4ACF-A787-F13B422E46B9}"/>
              </a:ext>
            </a:extLst>
          </p:cNvPr>
          <p:cNvCxnSpPr>
            <a:cxnSpLocks/>
            <a:stCxn id="28" idx="3"/>
          </p:cNvCxnSpPr>
          <p:nvPr/>
        </p:nvCxnSpPr>
        <p:spPr>
          <a:xfrm flipV="1">
            <a:off x="8913023" y="3481483"/>
            <a:ext cx="148236" cy="222839"/>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sp>
        <p:nvSpPr>
          <p:cNvPr id="41" name="Espace réservé du contenu 2">
            <a:extLst>
              <a:ext uri="{FF2B5EF4-FFF2-40B4-BE49-F238E27FC236}">
                <a16:creationId xmlns:a16="http://schemas.microsoft.com/office/drawing/2014/main" id="{C37442CA-D35C-449C-95A5-80B9C6CF511A}"/>
              </a:ext>
            </a:extLst>
          </p:cNvPr>
          <p:cNvSpPr txBox="1">
            <a:spLocks/>
          </p:cNvSpPr>
          <p:nvPr/>
        </p:nvSpPr>
        <p:spPr>
          <a:xfrm>
            <a:off x="9191625" y="4538663"/>
            <a:ext cx="1642936" cy="1380464"/>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dirty="0"/>
              <a:t>Exemple de modèle de chevauchement : activités à temps partiel, on peut faire partie simultanément de plusieurs sous-ensembles.</a:t>
            </a:r>
          </a:p>
        </p:txBody>
      </p:sp>
    </p:spTree>
    <p:extLst>
      <p:ext uri="{BB962C8B-B14F-4D97-AF65-F5344CB8AC3E}">
        <p14:creationId xmlns:p14="http://schemas.microsoft.com/office/powerpoint/2010/main" val="33826304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2">
            <a:extLst>
              <a:ext uri="{FF2B5EF4-FFF2-40B4-BE49-F238E27FC236}">
                <a16:creationId xmlns:a16="http://schemas.microsoft.com/office/drawing/2014/main" id="{8FC9BE17-9A7B-462D-AE50-3D87773873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34">
            <a:extLst>
              <a:ext uri="{FF2B5EF4-FFF2-40B4-BE49-F238E27FC236}">
                <a16:creationId xmlns:a16="http://schemas.microsoft.com/office/drawing/2014/main" id="{3EBE8569-6AEC-4B8C-8D53-2DE337CDBA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bg1"/>
              </a:gs>
              <a:gs pos="35000">
                <a:schemeClr val="bg1">
                  <a:alpha val="78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re 3">
            <a:extLst>
              <a:ext uri="{FF2B5EF4-FFF2-40B4-BE49-F238E27FC236}">
                <a16:creationId xmlns:a16="http://schemas.microsoft.com/office/drawing/2014/main" id="{004856B6-6A32-4276-A49E-ADFA78B216C1}"/>
              </a:ext>
            </a:extLst>
          </p:cNvPr>
          <p:cNvSpPr>
            <a:spLocks noGrp="1"/>
          </p:cNvSpPr>
          <p:nvPr>
            <p:ph type="title"/>
          </p:nvPr>
        </p:nvSpPr>
        <p:spPr>
          <a:xfrm>
            <a:off x="370332" y="309552"/>
            <a:ext cx="3438144" cy="2103486"/>
          </a:xfrm>
        </p:spPr>
        <p:txBody>
          <a:bodyPr anchor="b">
            <a:normAutofit fontScale="90000"/>
          </a:bodyPr>
          <a:lstStyle/>
          <a:p>
            <a:pPr marL="0" indent="0">
              <a:lnSpc>
                <a:spcPct val="100000"/>
              </a:lnSpc>
              <a:buNone/>
            </a:pPr>
            <a:r>
              <a:rPr lang="en-US" sz="2800" dirty="0"/>
              <a:t>Levels of action</a:t>
            </a:r>
            <a:br>
              <a:rPr lang="en-US" sz="2800" dirty="0"/>
            </a:br>
            <a:br>
              <a:rPr lang="en-US" sz="2800" dirty="0"/>
            </a:br>
            <a:r>
              <a:rPr lang="fr-FR" sz="1300" b="0" dirty="0"/>
              <a:t>Il est essentiel pour un Community Booster de comprendre que les différentes tailles seront liées à différentes dynamiques communautaires, et à différentes actions. Voici les niveaux qui sont utilisés dans les cartes #OpenSeriousCommunity</a:t>
            </a:r>
            <a:endParaRPr lang="en-US" sz="1300" b="0" dirty="0"/>
          </a:p>
        </p:txBody>
      </p:sp>
      <p:sp>
        <p:nvSpPr>
          <p:cNvPr id="42" name="Rectangle 36">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9" name="Rectangle 38">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chemeClr val="tx2">
              <a:lumMod val="25000"/>
              <a:lumOff val="75000"/>
            </a:schemeClr>
          </a:solidFill>
          <a:ln w="3175">
            <a:solidFill>
              <a:schemeClr val="tx2">
                <a:lumMod val="25000"/>
                <a:lumOff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Espace réservé du contenu 4">
            <a:extLst>
              <a:ext uri="{FF2B5EF4-FFF2-40B4-BE49-F238E27FC236}">
                <a16:creationId xmlns:a16="http://schemas.microsoft.com/office/drawing/2014/main" id="{DB1CBB7F-B6DC-467B-922B-75EE090F7194}"/>
              </a:ext>
            </a:extLst>
          </p:cNvPr>
          <p:cNvSpPr>
            <a:spLocks noGrp="1"/>
          </p:cNvSpPr>
          <p:nvPr>
            <p:ph idx="1"/>
          </p:nvPr>
        </p:nvSpPr>
        <p:spPr>
          <a:xfrm>
            <a:off x="1136342" y="2610104"/>
            <a:ext cx="2672134" cy="3485421"/>
          </a:xfrm>
        </p:spPr>
        <p:txBody>
          <a:bodyPr anchor="t">
            <a:normAutofit/>
          </a:bodyPr>
          <a:lstStyle/>
          <a:p>
            <a:pPr marL="0" indent="0">
              <a:lnSpc>
                <a:spcPct val="100000"/>
              </a:lnSpc>
              <a:buNone/>
            </a:pPr>
            <a:endParaRPr lang="en-US" sz="1400" dirty="0"/>
          </a:p>
          <a:p>
            <a:pPr marL="514350" indent="-514350">
              <a:lnSpc>
                <a:spcPct val="170000"/>
              </a:lnSpc>
              <a:buFont typeface="+mj-lt"/>
              <a:buAutoNum type="arabicPeriod"/>
            </a:pPr>
            <a:r>
              <a:rPr lang="en-US" sz="1400" dirty="0" err="1"/>
              <a:t>Individus</a:t>
            </a:r>
            <a:endParaRPr lang="en-US" sz="1400" dirty="0"/>
          </a:p>
          <a:p>
            <a:pPr marL="514350" indent="-514350">
              <a:lnSpc>
                <a:spcPct val="170000"/>
              </a:lnSpc>
              <a:buFont typeface="+mj-lt"/>
              <a:buAutoNum type="arabicPeriod"/>
            </a:pPr>
            <a:r>
              <a:rPr lang="en-US" sz="1400" dirty="0" err="1"/>
              <a:t>Equipes</a:t>
            </a:r>
            <a:endParaRPr lang="en-US" sz="1400" dirty="0"/>
          </a:p>
          <a:p>
            <a:pPr marL="514350" indent="-514350">
              <a:lnSpc>
                <a:spcPct val="170000"/>
              </a:lnSpc>
              <a:buFont typeface="+mj-lt"/>
              <a:buAutoNum type="arabicPeriod"/>
            </a:pPr>
            <a:r>
              <a:rPr lang="en-US" sz="1400" dirty="0" err="1"/>
              <a:t>Plusieurs</a:t>
            </a:r>
            <a:r>
              <a:rPr lang="en-US" sz="1400" dirty="0"/>
              <a:t> </a:t>
            </a:r>
            <a:r>
              <a:rPr lang="en-US" sz="1400" dirty="0" err="1"/>
              <a:t>équipes</a:t>
            </a:r>
            <a:endParaRPr lang="en-US" sz="1400" dirty="0"/>
          </a:p>
          <a:p>
            <a:pPr marL="514350" indent="-514350">
              <a:lnSpc>
                <a:spcPct val="170000"/>
              </a:lnSpc>
              <a:buFont typeface="+mj-lt"/>
              <a:buAutoNum type="arabicPeriod"/>
            </a:pPr>
            <a:r>
              <a:rPr lang="en-US" sz="1400" dirty="0" err="1"/>
              <a:t>Groupes</a:t>
            </a:r>
            <a:endParaRPr lang="en-US" sz="1400" dirty="0"/>
          </a:p>
          <a:p>
            <a:pPr marL="514350" indent="-514350">
              <a:lnSpc>
                <a:spcPct val="170000"/>
              </a:lnSpc>
              <a:buFont typeface="+mj-lt"/>
              <a:buAutoNum type="arabicPeriod"/>
            </a:pPr>
            <a:r>
              <a:rPr lang="en-US" sz="1400" dirty="0" err="1"/>
              <a:t>Plusieurs</a:t>
            </a:r>
            <a:r>
              <a:rPr lang="en-US" sz="1400" dirty="0"/>
              <a:t> </a:t>
            </a:r>
            <a:r>
              <a:rPr lang="en-US" sz="1400" dirty="0" err="1"/>
              <a:t>Groupes</a:t>
            </a:r>
            <a:endParaRPr lang="en-US" sz="1400" dirty="0"/>
          </a:p>
          <a:p>
            <a:pPr marL="514350" indent="-514350">
              <a:lnSpc>
                <a:spcPct val="170000"/>
              </a:lnSpc>
              <a:buFont typeface="+mj-lt"/>
              <a:buAutoNum type="arabicPeriod"/>
            </a:pPr>
            <a:r>
              <a:rPr lang="en-US" sz="1400" dirty="0" err="1"/>
              <a:t>Communautés</a:t>
            </a:r>
            <a:endParaRPr lang="en-US" sz="1400" dirty="0"/>
          </a:p>
          <a:p>
            <a:pPr marL="0" indent="0">
              <a:lnSpc>
                <a:spcPct val="100000"/>
              </a:lnSpc>
              <a:buNone/>
            </a:pPr>
            <a:endParaRPr lang="en-US" sz="1400" dirty="0"/>
          </a:p>
          <a:p>
            <a:pPr marL="514350" indent="-514350">
              <a:lnSpc>
                <a:spcPct val="100000"/>
              </a:lnSpc>
              <a:buFont typeface="+mj-lt"/>
              <a:buAutoNum type="arabicPeriod"/>
            </a:pPr>
            <a:endParaRPr lang="en-US" sz="1400" dirty="0"/>
          </a:p>
        </p:txBody>
      </p:sp>
      <p:pic>
        <p:nvPicPr>
          <p:cNvPr id="11" name="Graphique 10" descr="Groupe avec un remplissage uni">
            <a:extLst>
              <a:ext uri="{FF2B5EF4-FFF2-40B4-BE49-F238E27FC236}">
                <a16:creationId xmlns:a16="http://schemas.microsoft.com/office/drawing/2014/main" id="{ABD8504F-A375-48BC-91EC-EA732E96FC9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386440" y="31076"/>
            <a:ext cx="1417099" cy="1417099"/>
          </a:xfrm>
          <a:prstGeom prst="rect">
            <a:avLst/>
          </a:prstGeom>
        </p:spPr>
      </p:pic>
      <p:pic>
        <p:nvPicPr>
          <p:cNvPr id="13" name="Graphique 12" descr="Personne confuse avec un remplissage uni">
            <a:extLst>
              <a:ext uri="{FF2B5EF4-FFF2-40B4-BE49-F238E27FC236}">
                <a16:creationId xmlns:a16="http://schemas.microsoft.com/office/drawing/2014/main" id="{CC22FA19-DC24-4942-A642-1DDBA7140C2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198173" y="306216"/>
            <a:ext cx="914400" cy="914400"/>
          </a:xfrm>
          <a:prstGeom prst="rect">
            <a:avLst/>
          </a:prstGeom>
        </p:spPr>
      </p:pic>
      <p:sp>
        <p:nvSpPr>
          <p:cNvPr id="15" name="Espace réservé du contenu 4">
            <a:extLst>
              <a:ext uri="{FF2B5EF4-FFF2-40B4-BE49-F238E27FC236}">
                <a16:creationId xmlns:a16="http://schemas.microsoft.com/office/drawing/2014/main" id="{A70D4E9C-D215-46FC-9CB7-3E582FEEBA2C}"/>
              </a:ext>
            </a:extLst>
          </p:cNvPr>
          <p:cNvSpPr txBox="1">
            <a:spLocks/>
          </p:cNvSpPr>
          <p:nvPr/>
        </p:nvSpPr>
        <p:spPr>
          <a:xfrm>
            <a:off x="3663103" y="2230596"/>
            <a:ext cx="1114885" cy="939546"/>
          </a:xfrm>
          <a:prstGeom prst="rect">
            <a:avLst/>
          </a:prstGeom>
        </p:spPr>
        <p:txBody>
          <a:bodyPr vert="horz" lIns="91440" tIns="45720" rIns="91440" bIns="45720" rtlCol="0" anchor="t">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endParaRPr lang="en-US" sz="1000" dirty="0"/>
          </a:p>
        </p:txBody>
      </p:sp>
      <p:pic>
        <p:nvPicPr>
          <p:cNvPr id="19" name="Graphique 18" descr="Personne confuse avec un remplissage uni">
            <a:extLst>
              <a:ext uri="{FF2B5EF4-FFF2-40B4-BE49-F238E27FC236}">
                <a16:creationId xmlns:a16="http://schemas.microsoft.com/office/drawing/2014/main" id="{5A7D7021-777E-4DA2-9138-503B6BD9792C}"/>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41028" y="2998446"/>
            <a:ext cx="331903" cy="331903"/>
          </a:xfrm>
          <a:prstGeom prst="rect">
            <a:avLst/>
          </a:prstGeom>
        </p:spPr>
      </p:pic>
      <p:pic>
        <p:nvPicPr>
          <p:cNvPr id="20" name="Graphique 19" descr="Groupe avec un remplissage uni">
            <a:extLst>
              <a:ext uri="{FF2B5EF4-FFF2-40B4-BE49-F238E27FC236}">
                <a16:creationId xmlns:a16="http://schemas.microsoft.com/office/drawing/2014/main" id="{DCFD35DA-4AF7-488E-B9B3-081FA37DDB9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46791" y="3488792"/>
            <a:ext cx="285305" cy="285305"/>
          </a:xfrm>
          <a:prstGeom prst="rect">
            <a:avLst/>
          </a:prstGeom>
        </p:spPr>
      </p:pic>
      <p:grpSp>
        <p:nvGrpSpPr>
          <p:cNvPr id="2" name="Groupe 1">
            <a:extLst>
              <a:ext uri="{FF2B5EF4-FFF2-40B4-BE49-F238E27FC236}">
                <a16:creationId xmlns:a16="http://schemas.microsoft.com/office/drawing/2014/main" id="{2888E009-255A-4E0A-B9AB-DDF27753D860}"/>
              </a:ext>
            </a:extLst>
          </p:cNvPr>
          <p:cNvGrpSpPr/>
          <p:nvPr/>
        </p:nvGrpSpPr>
        <p:grpSpPr>
          <a:xfrm>
            <a:off x="6816435" y="289706"/>
            <a:ext cx="1351952" cy="850532"/>
            <a:chOff x="6989470" y="1452253"/>
            <a:chExt cx="2968717" cy="1867662"/>
          </a:xfrm>
          <a:solidFill>
            <a:srgbClr val="ED7D31"/>
          </a:solidFill>
        </p:grpSpPr>
        <p:pic>
          <p:nvPicPr>
            <p:cNvPr id="10" name="Graphique 9" descr="Groupe de personnes avec un remplissage uni">
              <a:extLst>
                <a:ext uri="{FF2B5EF4-FFF2-40B4-BE49-F238E27FC236}">
                  <a16:creationId xmlns:a16="http://schemas.microsoft.com/office/drawing/2014/main" id="{81437EF7-9716-4F92-BEA6-C015004A2F85}"/>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989470" y="1452253"/>
              <a:ext cx="1867662" cy="1867662"/>
            </a:xfrm>
            <a:prstGeom prst="rect">
              <a:avLst/>
            </a:prstGeom>
          </p:spPr>
        </p:pic>
        <p:pic>
          <p:nvPicPr>
            <p:cNvPr id="18" name="Graphique 17" descr="Groupe de personnes avec un remplissage uni">
              <a:extLst>
                <a:ext uri="{FF2B5EF4-FFF2-40B4-BE49-F238E27FC236}">
                  <a16:creationId xmlns:a16="http://schemas.microsoft.com/office/drawing/2014/main" id="{28E109AD-7CE3-4BDA-AA12-D07A80791B82}"/>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t="65384"/>
            <a:stretch/>
          </p:blipFill>
          <p:spPr>
            <a:xfrm>
              <a:off x="8090525" y="1513565"/>
              <a:ext cx="1867662" cy="651367"/>
            </a:xfrm>
            <a:prstGeom prst="rect">
              <a:avLst/>
            </a:prstGeom>
          </p:spPr>
        </p:pic>
        <p:pic>
          <p:nvPicPr>
            <p:cNvPr id="21" name="Graphique 20" descr="Groupe de personnes avec un remplissage uni">
              <a:extLst>
                <a:ext uri="{FF2B5EF4-FFF2-40B4-BE49-F238E27FC236}">
                  <a16:creationId xmlns:a16="http://schemas.microsoft.com/office/drawing/2014/main" id="{8AF3385B-106A-4055-98F8-D6F6F84E5E9D}"/>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t="65384" r="30495"/>
            <a:stretch/>
          </p:blipFill>
          <p:spPr>
            <a:xfrm>
              <a:off x="8316394" y="2091056"/>
              <a:ext cx="1298123" cy="651367"/>
            </a:xfrm>
            <a:prstGeom prst="rect">
              <a:avLst/>
            </a:prstGeom>
          </p:spPr>
        </p:pic>
        <p:pic>
          <p:nvPicPr>
            <p:cNvPr id="22" name="Graphique 21" descr="Groupe de personnes avec un remplissage uni">
              <a:extLst>
                <a:ext uri="{FF2B5EF4-FFF2-40B4-BE49-F238E27FC236}">
                  <a16:creationId xmlns:a16="http://schemas.microsoft.com/office/drawing/2014/main" id="{5E16219C-6447-42F3-9280-D27080AF2047}"/>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t="65384" r="65831"/>
            <a:stretch/>
          </p:blipFill>
          <p:spPr>
            <a:xfrm>
              <a:off x="6989470" y="1513565"/>
              <a:ext cx="638169" cy="651367"/>
            </a:xfrm>
            <a:prstGeom prst="rect">
              <a:avLst/>
            </a:prstGeom>
          </p:spPr>
        </p:pic>
        <p:pic>
          <p:nvPicPr>
            <p:cNvPr id="23" name="Graphique 22" descr="Groupe de personnes avec un remplissage uni">
              <a:extLst>
                <a:ext uri="{FF2B5EF4-FFF2-40B4-BE49-F238E27FC236}">
                  <a16:creationId xmlns:a16="http://schemas.microsoft.com/office/drawing/2014/main" id="{F8C740A4-DA84-4DD1-BBFE-B31D9609C324}"/>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t="65384" r="30495"/>
            <a:stretch/>
          </p:blipFill>
          <p:spPr>
            <a:xfrm>
              <a:off x="8498660" y="2653414"/>
              <a:ext cx="1298123" cy="651367"/>
            </a:xfrm>
            <a:prstGeom prst="rect">
              <a:avLst/>
            </a:prstGeom>
          </p:spPr>
        </p:pic>
      </p:grpSp>
      <p:graphicFrame>
        <p:nvGraphicFramePr>
          <p:cNvPr id="3" name="Tableau 5">
            <a:extLst>
              <a:ext uri="{FF2B5EF4-FFF2-40B4-BE49-F238E27FC236}">
                <a16:creationId xmlns:a16="http://schemas.microsoft.com/office/drawing/2014/main" id="{EF3C88A3-D3DA-4ACE-8697-DE1AD1743DE4}"/>
              </a:ext>
            </a:extLst>
          </p:cNvPr>
          <p:cNvGraphicFramePr>
            <a:graphicFrameLocks noGrp="1"/>
          </p:cNvGraphicFramePr>
          <p:nvPr>
            <p:extLst>
              <p:ext uri="{D42A27DB-BD31-4B8C-83A1-F6EECF244321}">
                <p14:modId xmlns:p14="http://schemas.microsoft.com/office/powerpoint/2010/main" val="3587932625"/>
              </p:ext>
            </p:extLst>
          </p:nvPr>
        </p:nvGraphicFramePr>
        <p:xfrm>
          <a:off x="3923654" y="1237230"/>
          <a:ext cx="7915436" cy="5734515"/>
        </p:xfrm>
        <a:graphic>
          <a:graphicData uri="http://schemas.openxmlformats.org/drawingml/2006/table">
            <a:tbl>
              <a:tblPr firstRow="1" bandRow="1">
                <a:tableStyleId>{5C22544A-7EE6-4342-B048-85BDC9FD1C3A}</a:tableStyleId>
              </a:tblPr>
              <a:tblGrid>
                <a:gridCol w="1131819">
                  <a:extLst>
                    <a:ext uri="{9D8B030D-6E8A-4147-A177-3AD203B41FA5}">
                      <a16:colId xmlns:a16="http://schemas.microsoft.com/office/drawing/2014/main" val="2157838941"/>
                    </a:ext>
                  </a:extLst>
                </a:gridCol>
                <a:gridCol w="1598270">
                  <a:extLst>
                    <a:ext uri="{9D8B030D-6E8A-4147-A177-3AD203B41FA5}">
                      <a16:colId xmlns:a16="http://schemas.microsoft.com/office/drawing/2014/main" val="2025349588"/>
                    </a:ext>
                  </a:extLst>
                </a:gridCol>
                <a:gridCol w="1723011">
                  <a:extLst>
                    <a:ext uri="{9D8B030D-6E8A-4147-A177-3AD203B41FA5}">
                      <a16:colId xmlns:a16="http://schemas.microsoft.com/office/drawing/2014/main" val="3123115719"/>
                    </a:ext>
                  </a:extLst>
                </a:gridCol>
                <a:gridCol w="1731168">
                  <a:extLst>
                    <a:ext uri="{9D8B030D-6E8A-4147-A177-3AD203B41FA5}">
                      <a16:colId xmlns:a16="http://schemas.microsoft.com/office/drawing/2014/main" val="607584730"/>
                    </a:ext>
                  </a:extLst>
                </a:gridCol>
                <a:gridCol w="1731168">
                  <a:extLst>
                    <a:ext uri="{9D8B030D-6E8A-4147-A177-3AD203B41FA5}">
                      <a16:colId xmlns:a16="http://schemas.microsoft.com/office/drawing/2014/main" val="3610284218"/>
                    </a:ext>
                  </a:extLst>
                </a:gridCol>
              </a:tblGrid>
              <a:tr h="26373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t>A person</a:t>
                      </a:r>
                    </a:p>
                  </a:txBody>
                  <a:tcPr/>
                </a:tc>
                <a:tc>
                  <a:txBody>
                    <a:bodyPr/>
                    <a:lstStyle/>
                    <a:p>
                      <a:pPr algn="ctr"/>
                      <a:r>
                        <a:rPr lang="fr-FR" sz="1200" dirty="0"/>
                        <a:t>Equipe</a:t>
                      </a:r>
                    </a:p>
                  </a:txBody>
                  <a:tcPr/>
                </a:tc>
                <a:tc>
                  <a:txBody>
                    <a:bodyPr/>
                    <a:lstStyle/>
                    <a:p>
                      <a:pPr algn="ctr"/>
                      <a:r>
                        <a:rPr lang="fr-FR" sz="1200" dirty="0"/>
                        <a:t>Group</a:t>
                      </a:r>
                    </a:p>
                  </a:txBody>
                  <a:tcPr/>
                </a:tc>
                <a:tc>
                  <a:txBody>
                    <a:bodyPr/>
                    <a:lstStyle/>
                    <a:p>
                      <a:pPr algn="ctr"/>
                      <a:r>
                        <a:rPr lang="en-US" sz="1200" noProof="0" dirty="0"/>
                        <a:t>Community</a:t>
                      </a:r>
                    </a:p>
                  </a:txBody>
                  <a:tcPr/>
                </a:tc>
                <a:tc>
                  <a:txBody>
                    <a:bodyPr/>
                    <a:lstStyle/>
                    <a:p>
                      <a:pPr algn="ctr"/>
                      <a:r>
                        <a:rPr lang="en-US" sz="1200" noProof="0" dirty="0"/>
                        <a:t>Movement</a:t>
                      </a:r>
                    </a:p>
                  </a:txBody>
                  <a:tcPr/>
                </a:tc>
                <a:extLst>
                  <a:ext uri="{0D108BD9-81ED-4DB2-BD59-A6C34878D82A}">
                    <a16:rowId xmlns:a16="http://schemas.microsoft.com/office/drawing/2014/main" val="4075377052"/>
                  </a:ext>
                </a:extLst>
              </a:tr>
              <a:tr h="3164798">
                <a:tc>
                  <a:txBody>
                    <a:bodyPr/>
                    <a:lstStyle/>
                    <a:p>
                      <a:endParaRPr lang="fr-FR" sz="1000" dirty="0"/>
                    </a:p>
                  </a:txBody>
                  <a:tcPr/>
                </a:tc>
                <a:tc>
                  <a:txBody>
                    <a:bodyPr/>
                    <a:lstStyle/>
                    <a:p>
                      <a:pPr marL="0" indent="0" algn="ctr">
                        <a:lnSpc>
                          <a:spcPct val="100000"/>
                        </a:lnSpc>
                        <a:buNone/>
                      </a:pPr>
                      <a:r>
                        <a:rPr lang="fr-FR" sz="1000" dirty="0"/>
                        <a:t>Une équipe est un petit groupe de personnes (généralement de 3 à 8 personnes) qui se connaissent 1 à1,  au moins dans les grandes lignes :  noms, histoires, intentions, affinités, ... </a:t>
                      </a:r>
                    </a:p>
                    <a:p>
                      <a:pPr marL="0" indent="0" algn="ctr">
                        <a:lnSpc>
                          <a:spcPct val="100000"/>
                        </a:lnSpc>
                        <a:buNone/>
                      </a:pPr>
                      <a:endParaRPr lang="en-US" sz="1000" dirty="0"/>
                    </a:p>
                    <a:p>
                      <a:pPr marL="0" indent="0" algn="ctr">
                        <a:lnSpc>
                          <a:spcPct val="100000"/>
                        </a:lnSpc>
                        <a:buNone/>
                      </a:pPr>
                      <a:endParaRPr lang="en-US" sz="1000" dirty="0"/>
                    </a:p>
                  </a:txBody>
                  <a:tcPr/>
                </a:tc>
                <a:tc>
                  <a:txBody>
                    <a:bodyPr/>
                    <a:lstStyle/>
                    <a:p>
                      <a:pPr marL="0" indent="0" algn="ctr">
                        <a:lnSpc>
                          <a:spcPct val="100000"/>
                        </a:lnSpc>
                        <a:buNone/>
                      </a:pPr>
                      <a:r>
                        <a:rPr lang="fr-FR" sz="1000" dirty="0"/>
                        <a:t>Un groupe est un ensemble de personnes qui est trop grand pour que toutes les personnes se connaissent 1 à 1. Cependant, les personnes d'un groupe donné partagent des ressources, des actifs, une gouvernance et des processus communs.</a:t>
                      </a:r>
                    </a:p>
                    <a:p>
                      <a:pPr marL="0" indent="0" algn="ctr">
                        <a:lnSpc>
                          <a:spcPct val="100000"/>
                        </a:lnSpc>
                        <a:buNone/>
                      </a:pPr>
                      <a:r>
                        <a:rPr lang="en-US" sz="1000" dirty="0"/>
                        <a:t>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000" dirty="0"/>
                        <a:t>Une communauté est un ensemble de personnes qui partagent des valeurs, un grand objectif commun, une identité, des habitudes.</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fr-FR" sz="1000" dirty="0"/>
                    </a:p>
                    <a:p>
                      <a:pPr marL="0" marR="0" lvl="0" indent="0" algn="ctr" defTabSz="914400" rtl="0" eaLnBrk="1" fontAlgn="auto" latinLnBrk="0" hangingPunct="1">
                        <a:lnSpc>
                          <a:spcPct val="100000"/>
                        </a:lnSpc>
                        <a:spcBef>
                          <a:spcPts val="0"/>
                        </a:spcBef>
                        <a:spcAft>
                          <a:spcPts val="0"/>
                        </a:spcAft>
                        <a:buClrTx/>
                        <a:buSzTx/>
                        <a:buFontTx/>
                        <a:buNone/>
                        <a:tabLst/>
                        <a:defRPr/>
                      </a:pPr>
                      <a:r>
                        <a:rPr lang="fr-FR" sz="1000" dirty="0"/>
                        <a:t>Il existe une notion d'appartenance à la communauté ("Quelqu'un en fait partie ou pas ?" est une question à laquelle il est facile de répondre).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dirty="0"/>
                    </a:p>
                    <a:p>
                      <a:endParaRPr lang="en-US" sz="1000" noProof="0" dirty="0"/>
                    </a:p>
                  </a:txBody>
                  <a:tcPr/>
                </a:tc>
                <a:tc>
                  <a:txBody>
                    <a:bodyPr/>
                    <a:lstStyle/>
                    <a:p>
                      <a:r>
                        <a:rPr lang="fr-FR" sz="1000" noProof="0" dirty="0"/>
                        <a:t>Un mouvement est un ensemble plus vaste de personnes, suffisamment grand pour rendre difficile le suivi de l'appartenance à un seul point. </a:t>
                      </a:r>
                    </a:p>
                    <a:p>
                      <a:endParaRPr lang="fr-FR" sz="1000" noProof="0" dirty="0"/>
                    </a:p>
                    <a:p>
                      <a:r>
                        <a:rPr lang="fr-FR" sz="1000" noProof="0" dirty="0"/>
                        <a:t>Par conséquent, les limites d'un mouvement sont difficiles à définir, et un mouvement contient souvent plusieurs communautés, des indépendants, des équipes de différentes tailles.</a:t>
                      </a:r>
                    </a:p>
                    <a:p>
                      <a:endParaRPr lang="fr-FR" sz="1000" noProof="0" dirty="0"/>
                    </a:p>
                    <a:p>
                      <a:r>
                        <a:rPr lang="fr-FR" sz="1000" noProof="0" dirty="0"/>
                        <a:t>Aucune structure organisationnelle ne peut prétendre être le point d'entrée unique du mouvement.</a:t>
                      </a:r>
                    </a:p>
                  </a:txBody>
                  <a:tcPr/>
                </a:tc>
                <a:extLst>
                  <a:ext uri="{0D108BD9-81ED-4DB2-BD59-A6C34878D82A}">
                    <a16:rowId xmlns:a16="http://schemas.microsoft.com/office/drawing/2014/main" val="2420834072"/>
                  </a:ext>
                </a:extLst>
              </a:tr>
              <a:tr h="1113540">
                <a:tc>
                  <a:txBody>
                    <a:bodyPr/>
                    <a:lstStyle/>
                    <a:p>
                      <a:endParaRPr lang="fr-FR" sz="1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dirty="0"/>
                        <a:t>Lien : </a:t>
                      </a:r>
                      <a:r>
                        <a:rPr lang="fr-FR" sz="1000" dirty="0"/>
                        <a:t>Une équipe est souvent liée par l'histoire commune de ses membres, des affinités et des relations étroites.</a:t>
                      </a:r>
                      <a:endParaRPr lang="en-US" sz="1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000" b="1" dirty="0"/>
                        <a:t>Lien : </a:t>
                      </a:r>
                      <a:r>
                        <a:rPr lang="fr-FR" sz="1000" b="0" dirty="0"/>
                        <a:t>Les membres du groupe sont liés par des processus, des ressources, des sujets d'intérêt communs, mais ne se connaissent pas comme une équipe.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000" b="1" dirty="0"/>
                        <a:t>Lien : </a:t>
                      </a:r>
                      <a:r>
                        <a:rPr lang="fr-FR" sz="1000" b="0" dirty="0"/>
                        <a:t>Les membres de la communauté sont liés par des habitudes et des valeurs, qui sont confiées par le mécanisme d'adhésion de la communauté.</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000" b="1" noProof="0" dirty="0"/>
                        <a:t>Lien : </a:t>
                      </a:r>
                      <a:r>
                        <a:rPr lang="fr-FR" sz="1000" b="0" noProof="0" dirty="0"/>
                        <a:t>Les membres d'un mouvement donné sont liés par des valeurs, des idéaux et des affinités à un contenu spécifique.</a:t>
                      </a:r>
                    </a:p>
                  </a:txBody>
                  <a:tcPr/>
                </a:tc>
                <a:extLst>
                  <a:ext uri="{0D108BD9-81ED-4DB2-BD59-A6C34878D82A}">
                    <a16:rowId xmlns:a16="http://schemas.microsoft.com/office/drawing/2014/main" val="1505380108"/>
                  </a:ext>
                </a:extLst>
              </a:tr>
              <a:tr h="857715">
                <a:tc>
                  <a:txBody>
                    <a:bodyPr/>
                    <a:lstStyle/>
                    <a:p>
                      <a:endParaRPr lang="fr-FR" sz="1000" dirty="0"/>
                    </a:p>
                  </a:txBody>
                  <a:tcPr/>
                </a:tc>
                <a:tc>
                  <a:txBody>
                    <a:bodyPr/>
                    <a:lstStyle/>
                    <a:p>
                      <a:pPr marL="0" indent="0" algn="ctr">
                        <a:lnSpc>
                          <a:spcPct val="100000"/>
                        </a:lnSpc>
                        <a:buNone/>
                      </a:pPr>
                      <a:r>
                        <a:rPr lang="fr-FR" sz="1000" b="1" dirty="0"/>
                        <a:t>Exemple : </a:t>
                      </a:r>
                      <a:r>
                        <a:rPr lang="fr-FR" sz="1000" b="0" dirty="0"/>
                        <a:t>Un groupe d'amis. Une équipe. Un groupe d'intérêt qui se réunit fréquemment.</a:t>
                      </a:r>
                    </a:p>
                  </a:txBody>
                  <a:tcPr/>
                </a:tc>
                <a:tc>
                  <a:txBody>
                    <a:bodyPr/>
                    <a:lstStyle/>
                    <a:p>
                      <a:pPr marL="0" indent="0" algn="ctr">
                        <a:lnSpc>
                          <a:spcPct val="100000"/>
                        </a:lnSpc>
                        <a:buNone/>
                      </a:pPr>
                      <a:r>
                        <a:rPr lang="fr-FR" sz="1000" b="1" dirty="0"/>
                        <a:t>Exemple : </a:t>
                      </a:r>
                      <a:r>
                        <a:rPr lang="fr-FR" sz="1000" b="0" dirty="0"/>
                        <a:t>Experts en technologie dans une grande entreprise, Paroisse de village.</a:t>
                      </a:r>
                      <a:endParaRPr lang="en-US" sz="1000" b="0" dirty="0"/>
                    </a:p>
                  </a:txBody>
                  <a:tcPr/>
                </a:tc>
                <a:tc>
                  <a:txBody>
                    <a:bodyPr/>
                    <a:lstStyle/>
                    <a:p>
                      <a:pPr algn="ctr"/>
                      <a:endParaRPr lang="en-US" sz="1000" noProof="0" dirty="0"/>
                    </a:p>
                  </a:txBody>
                  <a:tcPr/>
                </a:tc>
                <a:tc>
                  <a:txBody>
                    <a:bodyPr/>
                    <a:lstStyle/>
                    <a:p>
                      <a:pPr algn="ctr"/>
                      <a:r>
                        <a:rPr lang="fr-FR" sz="1000" b="1" noProof="0" dirty="0"/>
                        <a:t>Exemple : </a:t>
                      </a:r>
                      <a:r>
                        <a:rPr lang="fr-FR" sz="1000" b="0" noProof="0" dirty="0"/>
                        <a:t>praticiens Agile, mouvement Open Source, Syndicalisme, BLM, Gilets Jaunes, </a:t>
                      </a:r>
                      <a:endParaRPr lang="en-US" sz="1000" b="0" noProof="0" dirty="0"/>
                    </a:p>
                  </a:txBody>
                  <a:tcPr/>
                </a:tc>
                <a:extLst>
                  <a:ext uri="{0D108BD9-81ED-4DB2-BD59-A6C34878D82A}">
                    <a16:rowId xmlns:a16="http://schemas.microsoft.com/office/drawing/2014/main" val="3661635977"/>
                  </a:ext>
                </a:extLst>
              </a:tr>
            </a:tbl>
          </a:graphicData>
        </a:graphic>
      </p:graphicFrame>
      <p:grpSp>
        <p:nvGrpSpPr>
          <p:cNvPr id="28" name="Groupe 27">
            <a:extLst>
              <a:ext uri="{FF2B5EF4-FFF2-40B4-BE49-F238E27FC236}">
                <a16:creationId xmlns:a16="http://schemas.microsoft.com/office/drawing/2014/main" id="{8688B438-B233-4C76-8B60-ABB34B8D81ED}"/>
              </a:ext>
            </a:extLst>
          </p:cNvPr>
          <p:cNvGrpSpPr/>
          <p:nvPr/>
        </p:nvGrpSpPr>
        <p:grpSpPr>
          <a:xfrm>
            <a:off x="700822" y="4569326"/>
            <a:ext cx="333471" cy="209791"/>
            <a:chOff x="6989470" y="1452253"/>
            <a:chExt cx="2968717" cy="1867662"/>
          </a:xfrm>
          <a:solidFill>
            <a:srgbClr val="F78321"/>
          </a:solidFill>
        </p:grpSpPr>
        <p:pic>
          <p:nvPicPr>
            <p:cNvPr id="29" name="Graphique 28" descr="Groupe de personnes avec un remplissage uni">
              <a:extLst>
                <a:ext uri="{FF2B5EF4-FFF2-40B4-BE49-F238E27FC236}">
                  <a16:creationId xmlns:a16="http://schemas.microsoft.com/office/drawing/2014/main" id="{A154D37A-099D-4557-A44F-AB7C85319EEA}"/>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989470" y="1452253"/>
              <a:ext cx="1867662" cy="1867662"/>
            </a:xfrm>
            <a:prstGeom prst="rect">
              <a:avLst/>
            </a:prstGeom>
          </p:spPr>
        </p:pic>
        <p:pic>
          <p:nvPicPr>
            <p:cNvPr id="30" name="Graphique 29" descr="Groupe de personnes avec un remplissage uni">
              <a:extLst>
                <a:ext uri="{FF2B5EF4-FFF2-40B4-BE49-F238E27FC236}">
                  <a16:creationId xmlns:a16="http://schemas.microsoft.com/office/drawing/2014/main" id="{39F5169D-0427-4FCD-BAFB-F375ED6A0980}"/>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a:stretch/>
          </p:blipFill>
          <p:spPr>
            <a:xfrm>
              <a:off x="8090525" y="1513565"/>
              <a:ext cx="1867662" cy="651367"/>
            </a:xfrm>
            <a:prstGeom prst="rect">
              <a:avLst/>
            </a:prstGeom>
          </p:spPr>
        </p:pic>
        <p:pic>
          <p:nvPicPr>
            <p:cNvPr id="31" name="Graphique 30" descr="Groupe de personnes avec un remplissage uni">
              <a:extLst>
                <a:ext uri="{FF2B5EF4-FFF2-40B4-BE49-F238E27FC236}">
                  <a16:creationId xmlns:a16="http://schemas.microsoft.com/office/drawing/2014/main" id="{79DE39A8-767C-4D50-A8E1-8A8DA9E298CA}"/>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30495"/>
            <a:stretch/>
          </p:blipFill>
          <p:spPr>
            <a:xfrm>
              <a:off x="8316394" y="2091056"/>
              <a:ext cx="1298123" cy="651367"/>
            </a:xfrm>
            <a:prstGeom prst="rect">
              <a:avLst/>
            </a:prstGeom>
          </p:spPr>
        </p:pic>
        <p:pic>
          <p:nvPicPr>
            <p:cNvPr id="32" name="Graphique 31" descr="Groupe de personnes avec un remplissage uni">
              <a:extLst>
                <a:ext uri="{FF2B5EF4-FFF2-40B4-BE49-F238E27FC236}">
                  <a16:creationId xmlns:a16="http://schemas.microsoft.com/office/drawing/2014/main" id="{6FBE0810-C999-4C2D-90A1-FC891F4F87EF}"/>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65831"/>
            <a:stretch/>
          </p:blipFill>
          <p:spPr>
            <a:xfrm>
              <a:off x="6989470" y="1513565"/>
              <a:ext cx="638169" cy="651367"/>
            </a:xfrm>
            <a:prstGeom prst="rect">
              <a:avLst/>
            </a:prstGeom>
          </p:spPr>
        </p:pic>
        <p:pic>
          <p:nvPicPr>
            <p:cNvPr id="33" name="Graphique 32" descr="Groupe de personnes avec un remplissage uni">
              <a:extLst>
                <a:ext uri="{FF2B5EF4-FFF2-40B4-BE49-F238E27FC236}">
                  <a16:creationId xmlns:a16="http://schemas.microsoft.com/office/drawing/2014/main" id="{039522DA-4B06-4BB1-960C-1061C96C0E0F}"/>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30495"/>
            <a:stretch/>
          </p:blipFill>
          <p:spPr>
            <a:xfrm>
              <a:off x="8498660" y="2653414"/>
              <a:ext cx="1298123" cy="651367"/>
            </a:xfrm>
            <a:prstGeom prst="rect">
              <a:avLst/>
            </a:prstGeom>
          </p:spPr>
        </p:pic>
      </p:grpSp>
      <p:grpSp>
        <p:nvGrpSpPr>
          <p:cNvPr id="27" name="Groupe 26">
            <a:extLst>
              <a:ext uri="{FF2B5EF4-FFF2-40B4-BE49-F238E27FC236}">
                <a16:creationId xmlns:a16="http://schemas.microsoft.com/office/drawing/2014/main" id="{E9F70F1A-54D1-4E6E-928C-E17EA84C426F}"/>
              </a:ext>
            </a:extLst>
          </p:cNvPr>
          <p:cNvGrpSpPr/>
          <p:nvPr/>
        </p:nvGrpSpPr>
        <p:grpSpPr>
          <a:xfrm>
            <a:off x="596089" y="4918440"/>
            <a:ext cx="522960" cy="341630"/>
            <a:chOff x="560346" y="5288117"/>
            <a:chExt cx="522960" cy="341630"/>
          </a:xfrm>
          <a:solidFill>
            <a:srgbClr val="F78321"/>
          </a:solidFill>
        </p:grpSpPr>
        <p:grpSp>
          <p:nvGrpSpPr>
            <p:cNvPr id="50" name="Groupe 49">
              <a:extLst>
                <a:ext uri="{FF2B5EF4-FFF2-40B4-BE49-F238E27FC236}">
                  <a16:creationId xmlns:a16="http://schemas.microsoft.com/office/drawing/2014/main" id="{B7EBE27E-7EAC-44B0-AD61-AAC6CCD236F9}"/>
                </a:ext>
              </a:extLst>
            </p:cNvPr>
            <p:cNvGrpSpPr/>
            <p:nvPr/>
          </p:nvGrpSpPr>
          <p:grpSpPr>
            <a:xfrm>
              <a:off x="560346" y="5458956"/>
              <a:ext cx="271479" cy="170791"/>
              <a:chOff x="6989470" y="1452253"/>
              <a:chExt cx="2968717" cy="1867662"/>
            </a:xfrm>
            <a:grpFill/>
          </p:grpSpPr>
          <p:pic>
            <p:nvPicPr>
              <p:cNvPr id="51" name="Graphique 50" descr="Groupe de personnes avec un remplissage uni">
                <a:extLst>
                  <a:ext uri="{FF2B5EF4-FFF2-40B4-BE49-F238E27FC236}">
                    <a16:creationId xmlns:a16="http://schemas.microsoft.com/office/drawing/2014/main" id="{0BC26256-39C0-484C-AD33-CBD96D103DEF}"/>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989470" y="1452253"/>
                <a:ext cx="1867662" cy="1867662"/>
              </a:xfrm>
              <a:prstGeom prst="rect">
                <a:avLst/>
              </a:prstGeom>
            </p:spPr>
          </p:pic>
          <p:pic>
            <p:nvPicPr>
              <p:cNvPr id="52" name="Graphique 51" descr="Groupe de personnes avec un remplissage uni">
                <a:extLst>
                  <a:ext uri="{FF2B5EF4-FFF2-40B4-BE49-F238E27FC236}">
                    <a16:creationId xmlns:a16="http://schemas.microsoft.com/office/drawing/2014/main" id="{4691DE9A-78D8-4868-9F50-3C4B1D921057}"/>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a:stretch/>
            </p:blipFill>
            <p:spPr>
              <a:xfrm>
                <a:off x="8090525" y="1513565"/>
                <a:ext cx="1867662" cy="651367"/>
              </a:xfrm>
              <a:prstGeom prst="rect">
                <a:avLst/>
              </a:prstGeom>
            </p:spPr>
          </p:pic>
          <p:pic>
            <p:nvPicPr>
              <p:cNvPr id="53" name="Graphique 52" descr="Groupe de personnes avec un remplissage uni">
                <a:extLst>
                  <a:ext uri="{FF2B5EF4-FFF2-40B4-BE49-F238E27FC236}">
                    <a16:creationId xmlns:a16="http://schemas.microsoft.com/office/drawing/2014/main" id="{A8558931-44F5-4957-B152-1EC800EDF88B}"/>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30495"/>
              <a:stretch/>
            </p:blipFill>
            <p:spPr>
              <a:xfrm>
                <a:off x="8316394" y="2091056"/>
                <a:ext cx="1298123" cy="651367"/>
              </a:xfrm>
              <a:prstGeom prst="rect">
                <a:avLst/>
              </a:prstGeom>
            </p:spPr>
          </p:pic>
          <p:pic>
            <p:nvPicPr>
              <p:cNvPr id="54" name="Graphique 53" descr="Groupe de personnes avec un remplissage uni">
                <a:extLst>
                  <a:ext uri="{FF2B5EF4-FFF2-40B4-BE49-F238E27FC236}">
                    <a16:creationId xmlns:a16="http://schemas.microsoft.com/office/drawing/2014/main" id="{A867A323-0A1D-48EE-AF2C-243E986D885B}"/>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65831"/>
              <a:stretch/>
            </p:blipFill>
            <p:spPr>
              <a:xfrm>
                <a:off x="6989470" y="1513565"/>
                <a:ext cx="638169" cy="651367"/>
              </a:xfrm>
              <a:prstGeom prst="rect">
                <a:avLst/>
              </a:prstGeom>
            </p:spPr>
          </p:pic>
          <p:pic>
            <p:nvPicPr>
              <p:cNvPr id="55" name="Graphique 54" descr="Groupe de personnes avec un remplissage uni">
                <a:extLst>
                  <a:ext uri="{FF2B5EF4-FFF2-40B4-BE49-F238E27FC236}">
                    <a16:creationId xmlns:a16="http://schemas.microsoft.com/office/drawing/2014/main" id="{91E0CE07-17C5-4084-8E32-727586D2710E}"/>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30495"/>
              <a:stretch/>
            </p:blipFill>
            <p:spPr>
              <a:xfrm>
                <a:off x="8498660" y="2653414"/>
                <a:ext cx="1298123" cy="651367"/>
              </a:xfrm>
              <a:prstGeom prst="rect">
                <a:avLst/>
              </a:prstGeom>
            </p:spPr>
          </p:pic>
        </p:grpSp>
        <p:grpSp>
          <p:nvGrpSpPr>
            <p:cNvPr id="56" name="Groupe 55">
              <a:extLst>
                <a:ext uri="{FF2B5EF4-FFF2-40B4-BE49-F238E27FC236}">
                  <a16:creationId xmlns:a16="http://schemas.microsoft.com/office/drawing/2014/main" id="{DF4375D9-0422-4D86-A0A5-CCDC02FF2A6E}"/>
                </a:ext>
              </a:extLst>
            </p:cNvPr>
            <p:cNvGrpSpPr/>
            <p:nvPr/>
          </p:nvGrpSpPr>
          <p:grpSpPr>
            <a:xfrm>
              <a:off x="811827" y="5457524"/>
              <a:ext cx="271479" cy="170791"/>
              <a:chOff x="6989470" y="1452253"/>
              <a:chExt cx="2968717" cy="1867662"/>
            </a:xfrm>
            <a:grpFill/>
          </p:grpSpPr>
          <p:pic>
            <p:nvPicPr>
              <p:cNvPr id="57" name="Graphique 56" descr="Groupe de personnes avec un remplissage uni">
                <a:extLst>
                  <a:ext uri="{FF2B5EF4-FFF2-40B4-BE49-F238E27FC236}">
                    <a16:creationId xmlns:a16="http://schemas.microsoft.com/office/drawing/2014/main" id="{FE1234CF-4EDC-409F-8CDE-7D5BB1B0FD0A}"/>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989470" y="1452253"/>
                <a:ext cx="1867662" cy="1867662"/>
              </a:xfrm>
              <a:prstGeom prst="rect">
                <a:avLst/>
              </a:prstGeom>
            </p:spPr>
          </p:pic>
          <p:pic>
            <p:nvPicPr>
              <p:cNvPr id="58" name="Graphique 57" descr="Groupe de personnes avec un remplissage uni">
                <a:extLst>
                  <a:ext uri="{FF2B5EF4-FFF2-40B4-BE49-F238E27FC236}">
                    <a16:creationId xmlns:a16="http://schemas.microsoft.com/office/drawing/2014/main" id="{FA32B2C6-06B4-496F-9D16-FCD3B5E58CA2}"/>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a:stretch/>
            </p:blipFill>
            <p:spPr>
              <a:xfrm>
                <a:off x="8090525" y="1513565"/>
                <a:ext cx="1867662" cy="651367"/>
              </a:xfrm>
              <a:prstGeom prst="rect">
                <a:avLst/>
              </a:prstGeom>
            </p:spPr>
          </p:pic>
          <p:pic>
            <p:nvPicPr>
              <p:cNvPr id="59" name="Graphique 58" descr="Groupe de personnes avec un remplissage uni">
                <a:extLst>
                  <a:ext uri="{FF2B5EF4-FFF2-40B4-BE49-F238E27FC236}">
                    <a16:creationId xmlns:a16="http://schemas.microsoft.com/office/drawing/2014/main" id="{4A989F92-5F7A-43CF-9EE7-9A08B5289513}"/>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30495"/>
              <a:stretch/>
            </p:blipFill>
            <p:spPr>
              <a:xfrm>
                <a:off x="8316394" y="2091056"/>
                <a:ext cx="1298123" cy="651367"/>
              </a:xfrm>
              <a:prstGeom prst="rect">
                <a:avLst/>
              </a:prstGeom>
            </p:spPr>
          </p:pic>
          <p:pic>
            <p:nvPicPr>
              <p:cNvPr id="60" name="Graphique 59" descr="Groupe de personnes avec un remplissage uni">
                <a:extLst>
                  <a:ext uri="{FF2B5EF4-FFF2-40B4-BE49-F238E27FC236}">
                    <a16:creationId xmlns:a16="http://schemas.microsoft.com/office/drawing/2014/main" id="{9A1E4761-F828-4045-B744-C327745F7B6F}"/>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65831"/>
              <a:stretch/>
            </p:blipFill>
            <p:spPr>
              <a:xfrm>
                <a:off x="6989470" y="1513565"/>
                <a:ext cx="638169" cy="651367"/>
              </a:xfrm>
              <a:prstGeom prst="rect">
                <a:avLst/>
              </a:prstGeom>
            </p:spPr>
          </p:pic>
          <p:pic>
            <p:nvPicPr>
              <p:cNvPr id="61" name="Graphique 60" descr="Groupe de personnes avec un remplissage uni">
                <a:extLst>
                  <a:ext uri="{FF2B5EF4-FFF2-40B4-BE49-F238E27FC236}">
                    <a16:creationId xmlns:a16="http://schemas.microsoft.com/office/drawing/2014/main" id="{820F767D-1E52-423A-B631-1818C06FC19F}"/>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30495"/>
              <a:stretch/>
            </p:blipFill>
            <p:spPr>
              <a:xfrm>
                <a:off x="8498660" y="2653414"/>
                <a:ext cx="1298123" cy="651367"/>
              </a:xfrm>
              <a:prstGeom prst="rect">
                <a:avLst/>
              </a:prstGeom>
            </p:spPr>
          </p:pic>
        </p:grpSp>
        <p:grpSp>
          <p:nvGrpSpPr>
            <p:cNvPr id="62" name="Groupe 61">
              <a:extLst>
                <a:ext uri="{FF2B5EF4-FFF2-40B4-BE49-F238E27FC236}">
                  <a16:creationId xmlns:a16="http://schemas.microsoft.com/office/drawing/2014/main" id="{603BB2FD-CDAF-4FC8-96D5-1E83739D14BE}"/>
                </a:ext>
              </a:extLst>
            </p:cNvPr>
            <p:cNvGrpSpPr/>
            <p:nvPr/>
          </p:nvGrpSpPr>
          <p:grpSpPr>
            <a:xfrm>
              <a:off x="714070" y="5288117"/>
              <a:ext cx="271479" cy="170791"/>
              <a:chOff x="6989470" y="1452253"/>
              <a:chExt cx="2968717" cy="1867662"/>
            </a:xfrm>
            <a:grpFill/>
          </p:grpSpPr>
          <p:pic>
            <p:nvPicPr>
              <p:cNvPr id="63" name="Graphique 62" descr="Groupe de personnes avec un remplissage uni">
                <a:extLst>
                  <a:ext uri="{FF2B5EF4-FFF2-40B4-BE49-F238E27FC236}">
                    <a16:creationId xmlns:a16="http://schemas.microsoft.com/office/drawing/2014/main" id="{B0A02749-14EE-4E36-9EB2-76047300256E}"/>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989470" y="1452253"/>
                <a:ext cx="1867662" cy="1867662"/>
              </a:xfrm>
              <a:prstGeom prst="rect">
                <a:avLst/>
              </a:prstGeom>
            </p:spPr>
          </p:pic>
          <p:pic>
            <p:nvPicPr>
              <p:cNvPr id="64" name="Graphique 63" descr="Groupe de personnes avec un remplissage uni">
                <a:extLst>
                  <a:ext uri="{FF2B5EF4-FFF2-40B4-BE49-F238E27FC236}">
                    <a16:creationId xmlns:a16="http://schemas.microsoft.com/office/drawing/2014/main" id="{B1CADE8F-B1FE-428C-889F-B3B314321A23}"/>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a:stretch/>
            </p:blipFill>
            <p:spPr>
              <a:xfrm>
                <a:off x="8090525" y="1513565"/>
                <a:ext cx="1867662" cy="651367"/>
              </a:xfrm>
              <a:prstGeom prst="rect">
                <a:avLst/>
              </a:prstGeom>
            </p:spPr>
          </p:pic>
          <p:pic>
            <p:nvPicPr>
              <p:cNvPr id="65" name="Graphique 64" descr="Groupe de personnes avec un remplissage uni">
                <a:extLst>
                  <a:ext uri="{FF2B5EF4-FFF2-40B4-BE49-F238E27FC236}">
                    <a16:creationId xmlns:a16="http://schemas.microsoft.com/office/drawing/2014/main" id="{E6390903-AA4B-402B-9ABE-8CD3CC383E3B}"/>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30495"/>
              <a:stretch/>
            </p:blipFill>
            <p:spPr>
              <a:xfrm>
                <a:off x="8316394" y="2091056"/>
                <a:ext cx="1298123" cy="651367"/>
              </a:xfrm>
              <a:prstGeom prst="rect">
                <a:avLst/>
              </a:prstGeom>
            </p:spPr>
          </p:pic>
          <p:pic>
            <p:nvPicPr>
              <p:cNvPr id="66" name="Graphique 65" descr="Groupe de personnes avec un remplissage uni">
                <a:extLst>
                  <a:ext uri="{FF2B5EF4-FFF2-40B4-BE49-F238E27FC236}">
                    <a16:creationId xmlns:a16="http://schemas.microsoft.com/office/drawing/2014/main" id="{11ECF917-C439-4508-829F-4253EE59A740}"/>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65831"/>
              <a:stretch/>
            </p:blipFill>
            <p:spPr>
              <a:xfrm>
                <a:off x="6989470" y="1513565"/>
                <a:ext cx="638169" cy="651367"/>
              </a:xfrm>
              <a:prstGeom prst="rect">
                <a:avLst/>
              </a:prstGeom>
            </p:spPr>
          </p:pic>
          <p:pic>
            <p:nvPicPr>
              <p:cNvPr id="67" name="Graphique 66" descr="Groupe de personnes avec un remplissage uni">
                <a:extLst>
                  <a:ext uri="{FF2B5EF4-FFF2-40B4-BE49-F238E27FC236}">
                    <a16:creationId xmlns:a16="http://schemas.microsoft.com/office/drawing/2014/main" id="{83FF4AB3-4A81-434D-AE9F-EA5888898E4F}"/>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30495"/>
              <a:stretch/>
            </p:blipFill>
            <p:spPr>
              <a:xfrm>
                <a:off x="8498660" y="2653414"/>
                <a:ext cx="1298123" cy="651367"/>
              </a:xfrm>
              <a:prstGeom prst="rect">
                <a:avLst/>
              </a:prstGeom>
            </p:spPr>
          </p:pic>
        </p:grpSp>
      </p:grpSp>
      <p:grpSp>
        <p:nvGrpSpPr>
          <p:cNvPr id="25" name="Groupe 24">
            <a:extLst>
              <a:ext uri="{FF2B5EF4-FFF2-40B4-BE49-F238E27FC236}">
                <a16:creationId xmlns:a16="http://schemas.microsoft.com/office/drawing/2014/main" id="{9C6F563F-D0EF-4CA6-B750-40EB100523EF}"/>
              </a:ext>
            </a:extLst>
          </p:cNvPr>
          <p:cNvGrpSpPr/>
          <p:nvPr/>
        </p:nvGrpSpPr>
        <p:grpSpPr>
          <a:xfrm>
            <a:off x="569304" y="3898767"/>
            <a:ext cx="555788" cy="478632"/>
            <a:chOff x="580554" y="3987276"/>
            <a:chExt cx="555788" cy="478632"/>
          </a:xfrm>
          <a:solidFill>
            <a:srgbClr val="ED7D31"/>
          </a:solidFill>
        </p:grpSpPr>
        <p:pic>
          <p:nvPicPr>
            <p:cNvPr id="70" name="Graphique 69" descr="Groupe avec un remplissage uni">
              <a:extLst>
                <a:ext uri="{FF2B5EF4-FFF2-40B4-BE49-F238E27FC236}">
                  <a16:creationId xmlns:a16="http://schemas.microsoft.com/office/drawing/2014/main" id="{2F0589CD-1648-4AC1-A355-9806CC56364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26167" y="3987276"/>
              <a:ext cx="285305" cy="285305"/>
            </a:xfrm>
            <a:prstGeom prst="rect">
              <a:avLst/>
            </a:prstGeom>
          </p:spPr>
        </p:pic>
        <p:pic>
          <p:nvPicPr>
            <p:cNvPr id="71" name="Graphique 70" descr="Groupe avec un remplissage uni">
              <a:extLst>
                <a:ext uri="{FF2B5EF4-FFF2-40B4-BE49-F238E27FC236}">
                  <a16:creationId xmlns:a16="http://schemas.microsoft.com/office/drawing/2014/main" id="{2869D54D-0FEB-4FFB-A7A9-7F23A71C61A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80554" y="4180603"/>
              <a:ext cx="285305" cy="285305"/>
            </a:xfrm>
            <a:prstGeom prst="rect">
              <a:avLst/>
            </a:prstGeom>
          </p:spPr>
        </p:pic>
        <p:pic>
          <p:nvPicPr>
            <p:cNvPr id="72" name="Graphique 71" descr="Groupe avec un remplissage uni">
              <a:extLst>
                <a:ext uri="{FF2B5EF4-FFF2-40B4-BE49-F238E27FC236}">
                  <a16:creationId xmlns:a16="http://schemas.microsoft.com/office/drawing/2014/main" id="{B8D29644-5A16-4484-B35A-82C2F3E2638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51037" y="4180602"/>
              <a:ext cx="285305" cy="285305"/>
            </a:xfrm>
            <a:prstGeom prst="rect">
              <a:avLst/>
            </a:prstGeom>
          </p:spPr>
        </p:pic>
      </p:grpSp>
      <p:pic>
        <p:nvPicPr>
          <p:cNvPr id="68" name="Image 67">
            <a:extLst>
              <a:ext uri="{FF2B5EF4-FFF2-40B4-BE49-F238E27FC236}">
                <a16:creationId xmlns:a16="http://schemas.microsoft.com/office/drawing/2014/main" id="{8660EE3B-52E2-4AB9-9F08-3BDB3B6ADE94}"/>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10960" y="6344136"/>
            <a:ext cx="464865" cy="448458"/>
          </a:xfrm>
          <a:prstGeom prst="rect">
            <a:avLst/>
          </a:prstGeom>
        </p:spPr>
      </p:pic>
      <p:grpSp>
        <p:nvGrpSpPr>
          <p:cNvPr id="6" name="Groupe 5">
            <a:extLst>
              <a:ext uri="{FF2B5EF4-FFF2-40B4-BE49-F238E27FC236}">
                <a16:creationId xmlns:a16="http://schemas.microsoft.com/office/drawing/2014/main" id="{F911A2CC-AA17-4556-BA98-A4D6481E3FE8}"/>
              </a:ext>
            </a:extLst>
          </p:cNvPr>
          <p:cNvGrpSpPr/>
          <p:nvPr/>
        </p:nvGrpSpPr>
        <p:grpSpPr>
          <a:xfrm>
            <a:off x="8882801" y="199038"/>
            <a:ext cx="859561" cy="865064"/>
            <a:chOff x="10024780" y="634480"/>
            <a:chExt cx="619438" cy="623404"/>
          </a:xfrm>
        </p:grpSpPr>
        <p:pic>
          <p:nvPicPr>
            <p:cNvPr id="8" name="Graphique 7" descr="Monde avec un remplissage uni">
              <a:extLst>
                <a:ext uri="{FF2B5EF4-FFF2-40B4-BE49-F238E27FC236}">
                  <a16:creationId xmlns:a16="http://schemas.microsoft.com/office/drawing/2014/main" id="{979E56F9-3344-4941-8231-DE0E5D6FF2BB}"/>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r="52634"/>
            <a:stretch/>
          </p:blipFill>
          <p:spPr>
            <a:xfrm>
              <a:off x="10024780" y="634480"/>
              <a:ext cx="293406" cy="619438"/>
            </a:xfrm>
            <a:prstGeom prst="rect">
              <a:avLst/>
            </a:prstGeom>
          </p:spPr>
        </p:pic>
        <p:pic>
          <p:nvPicPr>
            <p:cNvPr id="69" name="Graphique 68" descr="Monde avec un remplissage uni">
              <a:extLst>
                <a:ext uri="{FF2B5EF4-FFF2-40B4-BE49-F238E27FC236}">
                  <a16:creationId xmlns:a16="http://schemas.microsoft.com/office/drawing/2014/main" id="{5B622039-6EF0-4D64-987A-6D377CD66C85}"/>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47367"/>
            <a:stretch/>
          </p:blipFill>
          <p:spPr>
            <a:xfrm>
              <a:off x="10318186" y="638446"/>
              <a:ext cx="326032" cy="619438"/>
            </a:xfrm>
            <a:prstGeom prst="rect">
              <a:avLst/>
            </a:prstGeom>
          </p:spPr>
        </p:pic>
        <p:pic>
          <p:nvPicPr>
            <p:cNvPr id="74" name="Graphique 73" descr="Monde avec un remplissage uni">
              <a:extLst>
                <a:ext uri="{FF2B5EF4-FFF2-40B4-BE49-F238E27FC236}">
                  <a16:creationId xmlns:a16="http://schemas.microsoft.com/office/drawing/2014/main" id="{1511374F-9088-40EA-AB48-29E990FF6C52}"/>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47367" t="48660"/>
            <a:stretch/>
          </p:blipFill>
          <p:spPr>
            <a:xfrm>
              <a:off x="10318186" y="938403"/>
              <a:ext cx="326032" cy="318020"/>
            </a:xfrm>
            <a:prstGeom prst="rect">
              <a:avLst/>
            </a:prstGeom>
          </p:spPr>
        </p:pic>
        <p:pic>
          <p:nvPicPr>
            <p:cNvPr id="75" name="Graphique 74" descr="Monde avec un remplissage uni">
              <a:extLst>
                <a:ext uri="{FF2B5EF4-FFF2-40B4-BE49-F238E27FC236}">
                  <a16:creationId xmlns:a16="http://schemas.microsoft.com/office/drawing/2014/main" id="{210B2987-CB79-4E65-A790-A13E1EB6E90C}"/>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r="52634" b="48660"/>
            <a:stretch/>
          </p:blipFill>
          <p:spPr>
            <a:xfrm>
              <a:off x="10024780" y="634480"/>
              <a:ext cx="293406" cy="318020"/>
            </a:xfrm>
            <a:prstGeom prst="rect">
              <a:avLst/>
            </a:prstGeom>
          </p:spPr>
        </p:pic>
      </p:grpSp>
      <p:grpSp>
        <p:nvGrpSpPr>
          <p:cNvPr id="76" name="Groupe 75">
            <a:extLst>
              <a:ext uri="{FF2B5EF4-FFF2-40B4-BE49-F238E27FC236}">
                <a16:creationId xmlns:a16="http://schemas.microsoft.com/office/drawing/2014/main" id="{3FDE68FB-5557-4655-9AA0-C5FA30ADFAFC}"/>
              </a:ext>
            </a:extLst>
          </p:cNvPr>
          <p:cNvGrpSpPr/>
          <p:nvPr/>
        </p:nvGrpSpPr>
        <p:grpSpPr>
          <a:xfrm>
            <a:off x="680530" y="5527746"/>
            <a:ext cx="323781" cy="325854"/>
            <a:chOff x="10024780" y="634480"/>
            <a:chExt cx="619438" cy="623404"/>
          </a:xfrm>
        </p:grpSpPr>
        <p:pic>
          <p:nvPicPr>
            <p:cNvPr id="77" name="Graphique 76" descr="Monde avec un remplissage uni">
              <a:extLst>
                <a:ext uri="{FF2B5EF4-FFF2-40B4-BE49-F238E27FC236}">
                  <a16:creationId xmlns:a16="http://schemas.microsoft.com/office/drawing/2014/main" id="{D6023C4A-A968-4D9C-A4D1-4CF32BF5D569}"/>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r="52634"/>
            <a:stretch/>
          </p:blipFill>
          <p:spPr>
            <a:xfrm>
              <a:off x="10024780" y="634480"/>
              <a:ext cx="293406" cy="619438"/>
            </a:xfrm>
            <a:prstGeom prst="rect">
              <a:avLst/>
            </a:prstGeom>
          </p:spPr>
        </p:pic>
        <p:pic>
          <p:nvPicPr>
            <p:cNvPr id="78" name="Graphique 77" descr="Monde avec un remplissage uni">
              <a:extLst>
                <a:ext uri="{FF2B5EF4-FFF2-40B4-BE49-F238E27FC236}">
                  <a16:creationId xmlns:a16="http://schemas.microsoft.com/office/drawing/2014/main" id="{29919C91-0FD3-4ECE-8F14-A4AF27E9C294}"/>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47367"/>
            <a:stretch/>
          </p:blipFill>
          <p:spPr>
            <a:xfrm>
              <a:off x="10318186" y="638446"/>
              <a:ext cx="326032" cy="619438"/>
            </a:xfrm>
            <a:prstGeom prst="rect">
              <a:avLst/>
            </a:prstGeom>
          </p:spPr>
        </p:pic>
        <p:pic>
          <p:nvPicPr>
            <p:cNvPr id="79" name="Graphique 78" descr="Monde avec un remplissage uni">
              <a:extLst>
                <a:ext uri="{FF2B5EF4-FFF2-40B4-BE49-F238E27FC236}">
                  <a16:creationId xmlns:a16="http://schemas.microsoft.com/office/drawing/2014/main" id="{53C3A70B-C0D6-4539-83B6-984C8780E8EE}"/>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47367" t="48660"/>
            <a:stretch/>
          </p:blipFill>
          <p:spPr>
            <a:xfrm>
              <a:off x="10318186" y="938403"/>
              <a:ext cx="326032" cy="318020"/>
            </a:xfrm>
            <a:prstGeom prst="rect">
              <a:avLst/>
            </a:prstGeom>
          </p:spPr>
        </p:pic>
        <p:pic>
          <p:nvPicPr>
            <p:cNvPr id="80" name="Graphique 79" descr="Monde avec un remplissage uni">
              <a:extLst>
                <a:ext uri="{FF2B5EF4-FFF2-40B4-BE49-F238E27FC236}">
                  <a16:creationId xmlns:a16="http://schemas.microsoft.com/office/drawing/2014/main" id="{FE1577EF-19AB-4D13-B95C-8B9CAD361AAB}"/>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r="52634" b="48660"/>
            <a:stretch/>
          </p:blipFill>
          <p:spPr>
            <a:xfrm>
              <a:off x="10024780" y="634480"/>
              <a:ext cx="293406" cy="318020"/>
            </a:xfrm>
            <a:prstGeom prst="rect">
              <a:avLst/>
            </a:prstGeom>
          </p:spPr>
        </p:pic>
      </p:grpSp>
      <p:grpSp>
        <p:nvGrpSpPr>
          <p:cNvPr id="73" name="Groupe 72">
            <a:extLst>
              <a:ext uri="{FF2B5EF4-FFF2-40B4-BE49-F238E27FC236}">
                <a16:creationId xmlns:a16="http://schemas.microsoft.com/office/drawing/2014/main" id="{E868E31C-7BBA-4659-A37B-9D6CB9C5464D}"/>
              </a:ext>
            </a:extLst>
          </p:cNvPr>
          <p:cNvGrpSpPr/>
          <p:nvPr/>
        </p:nvGrpSpPr>
        <p:grpSpPr>
          <a:xfrm>
            <a:off x="10437758" y="546773"/>
            <a:ext cx="619438" cy="623404"/>
            <a:chOff x="10024780" y="634480"/>
            <a:chExt cx="619438" cy="623404"/>
          </a:xfrm>
        </p:grpSpPr>
        <p:pic>
          <p:nvPicPr>
            <p:cNvPr id="81" name="Graphique 80" descr="Monde avec un remplissage uni">
              <a:extLst>
                <a:ext uri="{FF2B5EF4-FFF2-40B4-BE49-F238E27FC236}">
                  <a16:creationId xmlns:a16="http://schemas.microsoft.com/office/drawing/2014/main" id="{A5C4F02E-8B30-4264-BDA6-07F38744FAD2}"/>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r="52634"/>
            <a:stretch/>
          </p:blipFill>
          <p:spPr>
            <a:xfrm>
              <a:off x="10024780" y="634480"/>
              <a:ext cx="293406" cy="619438"/>
            </a:xfrm>
            <a:prstGeom prst="rect">
              <a:avLst/>
            </a:prstGeom>
          </p:spPr>
        </p:pic>
        <p:pic>
          <p:nvPicPr>
            <p:cNvPr id="82" name="Graphique 81" descr="Monde avec un remplissage uni">
              <a:extLst>
                <a:ext uri="{FF2B5EF4-FFF2-40B4-BE49-F238E27FC236}">
                  <a16:creationId xmlns:a16="http://schemas.microsoft.com/office/drawing/2014/main" id="{D086455D-168D-4A37-A90E-D798AA0F0BF6}"/>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47367"/>
            <a:stretch/>
          </p:blipFill>
          <p:spPr>
            <a:xfrm>
              <a:off x="10318186" y="638446"/>
              <a:ext cx="326032" cy="619438"/>
            </a:xfrm>
            <a:prstGeom prst="rect">
              <a:avLst/>
            </a:prstGeom>
          </p:spPr>
        </p:pic>
        <p:pic>
          <p:nvPicPr>
            <p:cNvPr id="83" name="Graphique 82" descr="Monde avec un remplissage uni">
              <a:extLst>
                <a:ext uri="{FF2B5EF4-FFF2-40B4-BE49-F238E27FC236}">
                  <a16:creationId xmlns:a16="http://schemas.microsoft.com/office/drawing/2014/main" id="{AAB04505-EF13-4578-B32A-DD288D377466}"/>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47367" t="48660"/>
            <a:stretch/>
          </p:blipFill>
          <p:spPr>
            <a:xfrm>
              <a:off x="10318186" y="938403"/>
              <a:ext cx="326032" cy="318020"/>
            </a:xfrm>
            <a:prstGeom prst="rect">
              <a:avLst/>
            </a:prstGeom>
          </p:spPr>
        </p:pic>
        <p:pic>
          <p:nvPicPr>
            <p:cNvPr id="84" name="Graphique 83" descr="Monde avec un remplissage uni">
              <a:extLst>
                <a:ext uri="{FF2B5EF4-FFF2-40B4-BE49-F238E27FC236}">
                  <a16:creationId xmlns:a16="http://schemas.microsoft.com/office/drawing/2014/main" id="{15442683-02CD-4CD1-B7A2-F536680C91BD}"/>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r="52634" b="48660"/>
            <a:stretch/>
          </p:blipFill>
          <p:spPr>
            <a:xfrm>
              <a:off x="10024780" y="634480"/>
              <a:ext cx="293406" cy="318020"/>
            </a:xfrm>
            <a:prstGeom prst="rect">
              <a:avLst/>
            </a:prstGeom>
          </p:spPr>
        </p:pic>
      </p:grpSp>
      <p:grpSp>
        <p:nvGrpSpPr>
          <p:cNvPr id="85" name="Groupe 84">
            <a:extLst>
              <a:ext uri="{FF2B5EF4-FFF2-40B4-BE49-F238E27FC236}">
                <a16:creationId xmlns:a16="http://schemas.microsoft.com/office/drawing/2014/main" id="{29BD32AD-9688-44CC-ABED-4445F76C65B5}"/>
              </a:ext>
            </a:extLst>
          </p:cNvPr>
          <p:cNvGrpSpPr/>
          <p:nvPr/>
        </p:nvGrpSpPr>
        <p:grpSpPr>
          <a:xfrm>
            <a:off x="11160573" y="525012"/>
            <a:ext cx="619438" cy="623404"/>
            <a:chOff x="10024780" y="634480"/>
            <a:chExt cx="619438" cy="623404"/>
          </a:xfrm>
        </p:grpSpPr>
        <p:pic>
          <p:nvPicPr>
            <p:cNvPr id="86" name="Graphique 85" descr="Monde avec un remplissage uni">
              <a:extLst>
                <a:ext uri="{FF2B5EF4-FFF2-40B4-BE49-F238E27FC236}">
                  <a16:creationId xmlns:a16="http://schemas.microsoft.com/office/drawing/2014/main" id="{CEC4E2AE-F6A5-4B26-B3C3-9E46D325B98F}"/>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r="52634"/>
            <a:stretch/>
          </p:blipFill>
          <p:spPr>
            <a:xfrm>
              <a:off x="10024780" y="634480"/>
              <a:ext cx="293406" cy="619438"/>
            </a:xfrm>
            <a:prstGeom prst="rect">
              <a:avLst/>
            </a:prstGeom>
          </p:spPr>
        </p:pic>
        <p:pic>
          <p:nvPicPr>
            <p:cNvPr id="87" name="Graphique 86" descr="Monde avec un remplissage uni">
              <a:extLst>
                <a:ext uri="{FF2B5EF4-FFF2-40B4-BE49-F238E27FC236}">
                  <a16:creationId xmlns:a16="http://schemas.microsoft.com/office/drawing/2014/main" id="{210F5EFA-E9E5-46FD-837C-EB4FEC6B4E88}"/>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47367"/>
            <a:stretch/>
          </p:blipFill>
          <p:spPr>
            <a:xfrm>
              <a:off x="10318186" y="638446"/>
              <a:ext cx="326032" cy="619438"/>
            </a:xfrm>
            <a:prstGeom prst="rect">
              <a:avLst/>
            </a:prstGeom>
          </p:spPr>
        </p:pic>
        <p:pic>
          <p:nvPicPr>
            <p:cNvPr id="88" name="Graphique 87" descr="Monde avec un remplissage uni">
              <a:extLst>
                <a:ext uri="{FF2B5EF4-FFF2-40B4-BE49-F238E27FC236}">
                  <a16:creationId xmlns:a16="http://schemas.microsoft.com/office/drawing/2014/main" id="{EB98F04B-B83C-4EBB-9F71-15F906A75DB7}"/>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47367" t="48660"/>
            <a:stretch/>
          </p:blipFill>
          <p:spPr>
            <a:xfrm>
              <a:off x="10318186" y="938403"/>
              <a:ext cx="326032" cy="318020"/>
            </a:xfrm>
            <a:prstGeom prst="rect">
              <a:avLst/>
            </a:prstGeom>
          </p:spPr>
        </p:pic>
        <p:pic>
          <p:nvPicPr>
            <p:cNvPr id="89" name="Graphique 88" descr="Monde avec un remplissage uni">
              <a:extLst>
                <a:ext uri="{FF2B5EF4-FFF2-40B4-BE49-F238E27FC236}">
                  <a16:creationId xmlns:a16="http://schemas.microsoft.com/office/drawing/2014/main" id="{D103B111-5DF6-4061-8B98-108CF293EB30}"/>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r="52634" b="48660"/>
            <a:stretch/>
          </p:blipFill>
          <p:spPr>
            <a:xfrm>
              <a:off x="10024780" y="634480"/>
              <a:ext cx="293406" cy="318020"/>
            </a:xfrm>
            <a:prstGeom prst="rect">
              <a:avLst/>
            </a:prstGeom>
          </p:spPr>
        </p:pic>
      </p:grpSp>
      <p:grpSp>
        <p:nvGrpSpPr>
          <p:cNvPr id="90" name="Groupe 89">
            <a:extLst>
              <a:ext uri="{FF2B5EF4-FFF2-40B4-BE49-F238E27FC236}">
                <a16:creationId xmlns:a16="http://schemas.microsoft.com/office/drawing/2014/main" id="{9EA56398-E0DF-4208-9CF4-AB7318F6E1F6}"/>
              </a:ext>
            </a:extLst>
          </p:cNvPr>
          <p:cNvGrpSpPr/>
          <p:nvPr/>
        </p:nvGrpSpPr>
        <p:grpSpPr>
          <a:xfrm>
            <a:off x="10954559" y="580616"/>
            <a:ext cx="619438" cy="623404"/>
            <a:chOff x="10024780" y="634480"/>
            <a:chExt cx="619438" cy="623404"/>
          </a:xfrm>
        </p:grpSpPr>
        <p:pic>
          <p:nvPicPr>
            <p:cNvPr id="91" name="Graphique 90" descr="Monde avec un remplissage uni">
              <a:extLst>
                <a:ext uri="{FF2B5EF4-FFF2-40B4-BE49-F238E27FC236}">
                  <a16:creationId xmlns:a16="http://schemas.microsoft.com/office/drawing/2014/main" id="{9A6D8245-AE01-4593-8DFA-981100ED6E96}"/>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r="52634"/>
            <a:stretch/>
          </p:blipFill>
          <p:spPr>
            <a:xfrm>
              <a:off x="10024780" y="634480"/>
              <a:ext cx="293406" cy="619438"/>
            </a:xfrm>
            <a:prstGeom prst="rect">
              <a:avLst/>
            </a:prstGeom>
          </p:spPr>
        </p:pic>
        <p:pic>
          <p:nvPicPr>
            <p:cNvPr id="92" name="Graphique 91" descr="Monde avec un remplissage uni">
              <a:extLst>
                <a:ext uri="{FF2B5EF4-FFF2-40B4-BE49-F238E27FC236}">
                  <a16:creationId xmlns:a16="http://schemas.microsoft.com/office/drawing/2014/main" id="{00B9BBD0-5BF1-48BF-B097-731299CE0257}"/>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47367"/>
            <a:stretch/>
          </p:blipFill>
          <p:spPr>
            <a:xfrm>
              <a:off x="10318186" y="638446"/>
              <a:ext cx="326032" cy="619438"/>
            </a:xfrm>
            <a:prstGeom prst="rect">
              <a:avLst/>
            </a:prstGeom>
          </p:spPr>
        </p:pic>
        <p:pic>
          <p:nvPicPr>
            <p:cNvPr id="93" name="Graphique 92" descr="Monde avec un remplissage uni">
              <a:extLst>
                <a:ext uri="{FF2B5EF4-FFF2-40B4-BE49-F238E27FC236}">
                  <a16:creationId xmlns:a16="http://schemas.microsoft.com/office/drawing/2014/main" id="{AFE32D42-C519-43CA-9A63-2B44D647BE73}"/>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47367" t="48660"/>
            <a:stretch/>
          </p:blipFill>
          <p:spPr>
            <a:xfrm>
              <a:off x="10318186" y="938403"/>
              <a:ext cx="326032" cy="318020"/>
            </a:xfrm>
            <a:prstGeom prst="rect">
              <a:avLst/>
            </a:prstGeom>
          </p:spPr>
        </p:pic>
        <p:pic>
          <p:nvPicPr>
            <p:cNvPr id="94" name="Graphique 93" descr="Monde avec un remplissage uni">
              <a:extLst>
                <a:ext uri="{FF2B5EF4-FFF2-40B4-BE49-F238E27FC236}">
                  <a16:creationId xmlns:a16="http://schemas.microsoft.com/office/drawing/2014/main" id="{C64B924B-3434-476D-A268-45C8AAD6B97C}"/>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r="52634" b="48660"/>
            <a:stretch/>
          </p:blipFill>
          <p:spPr>
            <a:xfrm>
              <a:off x="10024780" y="634480"/>
              <a:ext cx="293406" cy="318020"/>
            </a:xfrm>
            <a:prstGeom prst="rect">
              <a:avLst/>
            </a:prstGeom>
          </p:spPr>
        </p:pic>
      </p:grpSp>
      <p:grpSp>
        <p:nvGrpSpPr>
          <p:cNvPr id="95" name="Groupe 94">
            <a:extLst>
              <a:ext uri="{FF2B5EF4-FFF2-40B4-BE49-F238E27FC236}">
                <a16:creationId xmlns:a16="http://schemas.microsoft.com/office/drawing/2014/main" id="{11C9CA38-521B-4DC1-8C1D-1B01C10B5A60}"/>
              </a:ext>
            </a:extLst>
          </p:cNvPr>
          <p:cNvGrpSpPr/>
          <p:nvPr/>
        </p:nvGrpSpPr>
        <p:grpSpPr>
          <a:xfrm>
            <a:off x="10834541" y="150224"/>
            <a:ext cx="619438" cy="623404"/>
            <a:chOff x="10024780" y="634480"/>
            <a:chExt cx="619438" cy="623404"/>
          </a:xfrm>
        </p:grpSpPr>
        <p:pic>
          <p:nvPicPr>
            <p:cNvPr id="96" name="Graphique 95" descr="Monde avec un remplissage uni">
              <a:extLst>
                <a:ext uri="{FF2B5EF4-FFF2-40B4-BE49-F238E27FC236}">
                  <a16:creationId xmlns:a16="http://schemas.microsoft.com/office/drawing/2014/main" id="{108233CA-825C-4DC8-A05E-E9BBDEE91373}"/>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r="52634"/>
            <a:stretch/>
          </p:blipFill>
          <p:spPr>
            <a:xfrm>
              <a:off x="10024780" y="634480"/>
              <a:ext cx="293406" cy="619438"/>
            </a:xfrm>
            <a:prstGeom prst="rect">
              <a:avLst/>
            </a:prstGeom>
          </p:spPr>
        </p:pic>
        <p:pic>
          <p:nvPicPr>
            <p:cNvPr id="97" name="Graphique 96" descr="Monde avec un remplissage uni">
              <a:extLst>
                <a:ext uri="{FF2B5EF4-FFF2-40B4-BE49-F238E27FC236}">
                  <a16:creationId xmlns:a16="http://schemas.microsoft.com/office/drawing/2014/main" id="{5332F56D-CD72-45DF-80B9-9DE800BB471B}"/>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47367"/>
            <a:stretch/>
          </p:blipFill>
          <p:spPr>
            <a:xfrm>
              <a:off x="10318186" y="638446"/>
              <a:ext cx="326032" cy="619438"/>
            </a:xfrm>
            <a:prstGeom prst="rect">
              <a:avLst/>
            </a:prstGeom>
          </p:spPr>
        </p:pic>
        <p:pic>
          <p:nvPicPr>
            <p:cNvPr id="98" name="Graphique 97" descr="Monde avec un remplissage uni">
              <a:extLst>
                <a:ext uri="{FF2B5EF4-FFF2-40B4-BE49-F238E27FC236}">
                  <a16:creationId xmlns:a16="http://schemas.microsoft.com/office/drawing/2014/main" id="{76C3DA52-96AF-410D-B883-4EA4B27B4569}"/>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47367" t="48660"/>
            <a:stretch/>
          </p:blipFill>
          <p:spPr>
            <a:xfrm>
              <a:off x="10318186" y="938403"/>
              <a:ext cx="326032" cy="318020"/>
            </a:xfrm>
            <a:prstGeom prst="rect">
              <a:avLst/>
            </a:prstGeom>
          </p:spPr>
        </p:pic>
        <p:pic>
          <p:nvPicPr>
            <p:cNvPr id="99" name="Graphique 98" descr="Monde avec un remplissage uni">
              <a:extLst>
                <a:ext uri="{FF2B5EF4-FFF2-40B4-BE49-F238E27FC236}">
                  <a16:creationId xmlns:a16="http://schemas.microsoft.com/office/drawing/2014/main" id="{78D8A953-2C59-4E10-BF8E-2119B1523801}"/>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r="52634" b="48660"/>
            <a:stretch/>
          </p:blipFill>
          <p:spPr>
            <a:xfrm>
              <a:off x="10024780" y="634480"/>
              <a:ext cx="293406" cy="318020"/>
            </a:xfrm>
            <a:prstGeom prst="rect">
              <a:avLst/>
            </a:prstGeom>
          </p:spPr>
        </p:pic>
      </p:grpSp>
      <p:grpSp>
        <p:nvGrpSpPr>
          <p:cNvPr id="100" name="Groupe 99">
            <a:extLst>
              <a:ext uri="{FF2B5EF4-FFF2-40B4-BE49-F238E27FC236}">
                <a16:creationId xmlns:a16="http://schemas.microsoft.com/office/drawing/2014/main" id="{51B39A97-20F2-4D0C-96E5-9AB8BD7D0F10}"/>
              </a:ext>
            </a:extLst>
          </p:cNvPr>
          <p:cNvGrpSpPr/>
          <p:nvPr/>
        </p:nvGrpSpPr>
        <p:grpSpPr>
          <a:xfrm>
            <a:off x="10584831" y="217018"/>
            <a:ext cx="619438" cy="623404"/>
            <a:chOff x="10024780" y="634480"/>
            <a:chExt cx="619438" cy="623404"/>
          </a:xfrm>
        </p:grpSpPr>
        <p:pic>
          <p:nvPicPr>
            <p:cNvPr id="101" name="Graphique 100" descr="Monde avec un remplissage uni">
              <a:extLst>
                <a:ext uri="{FF2B5EF4-FFF2-40B4-BE49-F238E27FC236}">
                  <a16:creationId xmlns:a16="http://schemas.microsoft.com/office/drawing/2014/main" id="{97AEE854-3482-439D-941F-DCBEAA0A6619}"/>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r="52634"/>
            <a:stretch/>
          </p:blipFill>
          <p:spPr>
            <a:xfrm>
              <a:off x="10024780" y="634480"/>
              <a:ext cx="293406" cy="619438"/>
            </a:xfrm>
            <a:prstGeom prst="rect">
              <a:avLst/>
            </a:prstGeom>
          </p:spPr>
        </p:pic>
        <p:pic>
          <p:nvPicPr>
            <p:cNvPr id="102" name="Graphique 101" descr="Monde avec un remplissage uni">
              <a:extLst>
                <a:ext uri="{FF2B5EF4-FFF2-40B4-BE49-F238E27FC236}">
                  <a16:creationId xmlns:a16="http://schemas.microsoft.com/office/drawing/2014/main" id="{4E487210-C009-47F7-A628-604880FD2668}"/>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47367"/>
            <a:stretch/>
          </p:blipFill>
          <p:spPr>
            <a:xfrm>
              <a:off x="10318186" y="638446"/>
              <a:ext cx="326032" cy="619438"/>
            </a:xfrm>
            <a:prstGeom prst="rect">
              <a:avLst/>
            </a:prstGeom>
          </p:spPr>
        </p:pic>
        <p:pic>
          <p:nvPicPr>
            <p:cNvPr id="103" name="Graphique 102" descr="Monde avec un remplissage uni">
              <a:extLst>
                <a:ext uri="{FF2B5EF4-FFF2-40B4-BE49-F238E27FC236}">
                  <a16:creationId xmlns:a16="http://schemas.microsoft.com/office/drawing/2014/main" id="{C863F408-7667-44CA-B763-6BAF9EF3201B}"/>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47367" t="48660"/>
            <a:stretch/>
          </p:blipFill>
          <p:spPr>
            <a:xfrm>
              <a:off x="10318186" y="938403"/>
              <a:ext cx="326032" cy="318020"/>
            </a:xfrm>
            <a:prstGeom prst="rect">
              <a:avLst/>
            </a:prstGeom>
          </p:spPr>
        </p:pic>
        <p:pic>
          <p:nvPicPr>
            <p:cNvPr id="104" name="Graphique 103" descr="Monde avec un remplissage uni">
              <a:extLst>
                <a:ext uri="{FF2B5EF4-FFF2-40B4-BE49-F238E27FC236}">
                  <a16:creationId xmlns:a16="http://schemas.microsoft.com/office/drawing/2014/main" id="{B249A8A7-13B8-410B-AA67-46C578B22C17}"/>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r="52634" b="48660"/>
            <a:stretch/>
          </p:blipFill>
          <p:spPr>
            <a:xfrm>
              <a:off x="10024780" y="634480"/>
              <a:ext cx="293406" cy="318020"/>
            </a:xfrm>
            <a:prstGeom prst="rect">
              <a:avLst/>
            </a:prstGeom>
          </p:spPr>
        </p:pic>
      </p:grpSp>
    </p:spTree>
    <p:extLst>
      <p:ext uri="{BB962C8B-B14F-4D97-AF65-F5344CB8AC3E}">
        <p14:creationId xmlns:p14="http://schemas.microsoft.com/office/powerpoint/2010/main" val="2114076671"/>
      </p:ext>
    </p:extLst>
  </p:cSld>
  <p:clrMapOvr>
    <a:overrideClrMapping bg1="lt1" tx1="dk1" bg2="lt2" tx2="dk2" accent1="accent1" accent2="accent2" accent3="accent3" accent4="accent4" accent5="accent5" accent6="accent6" hlink="hlink" folHlink="folHlink"/>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5" name="Rectangle 52">
            <a:extLst>
              <a:ext uri="{FF2B5EF4-FFF2-40B4-BE49-F238E27FC236}">
                <a16:creationId xmlns:a16="http://schemas.microsoft.com/office/drawing/2014/main" id="{AFF8D2E5-2C4E-47B1-930B-6C82B7C313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re 4">
            <a:extLst>
              <a:ext uri="{FF2B5EF4-FFF2-40B4-BE49-F238E27FC236}">
                <a16:creationId xmlns:a16="http://schemas.microsoft.com/office/drawing/2014/main" id="{0AFFD0A0-57B0-4104-9D6E-50252CC2188A}"/>
              </a:ext>
            </a:extLst>
          </p:cNvPr>
          <p:cNvSpPr>
            <a:spLocks noGrp="1"/>
          </p:cNvSpPr>
          <p:nvPr>
            <p:ph type="title"/>
          </p:nvPr>
        </p:nvSpPr>
        <p:spPr>
          <a:xfrm>
            <a:off x="841248" y="251312"/>
            <a:ext cx="10506456" cy="1010264"/>
          </a:xfrm>
        </p:spPr>
        <p:txBody>
          <a:bodyPr anchor="ctr">
            <a:normAutofit fontScale="90000"/>
          </a:bodyPr>
          <a:lstStyle/>
          <a:p>
            <a:r>
              <a:rPr lang="fr-FR" dirty="0"/>
              <a:t>Le modèle derrière la mécanique principale du jeu </a:t>
            </a:r>
            <a:endParaRPr lang="en-US" dirty="0"/>
          </a:p>
        </p:txBody>
      </p:sp>
      <p:sp>
        <p:nvSpPr>
          <p:cNvPr id="66" name="Rectangle 54">
            <a:extLst>
              <a:ext uri="{FF2B5EF4-FFF2-40B4-BE49-F238E27FC236}">
                <a16:creationId xmlns:a16="http://schemas.microsoft.com/office/drawing/2014/main" id="{801E4ADA-0EA9-4930-846E-3C11E8BED6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17618"/>
            <a:ext cx="128016" cy="6314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7" name="Rectangle 56">
            <a:extLst>
              <a:ext uri="{FF2B5EF4-FFF2-40B4-BE49-F238E27FC236}">
                <a16:creationId xmlns:a16="http://schemas.microsoft.com/office/drawing/2014/main" id="{FB92FFCE-0C90-454E-AA25-D4EE9A6C3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380864"/>
            <a:ext cx="1050645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7" name="Diagramme 6">
            <a:extLst>
              <a:ext uri="{FF2B5EF4-FFF2-40B4-BE49-F238E27FC236}">
                <a16:creationId xmlns:a16="http://schemas.microsoft.com/office/drawing/2014/main" id="{3DDFCC37-FF6C-4833-B3C0-6967D8B19783}"/>
              </a:ext>
            </a:extLst>
          </p:cNvPr>
          <p:cNvGraphicFramePr/>
          <p:nvPr>
            <p:extLst>
              <p:ext uri="{D42A27DB-BD31-4B8C-83A1-F6EECF244321}">
                <p14:modId xmlns:p14="http://schemas.microsoft.com/office/powerpoint/2010/main" val="2140883983"/>
              </p:ext>
            </p:extLst>
          </p:nvPr>
        </p:nvGraphicFramePr>
        <p:xfrm>
          <a:off x="3225908" y="2380726"/>
          <a:ext cx="4454204" cy="274934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66" name="Espace réservé du contenu 4">
            <a:extLst>
              <a:ext uri="{FF2B5EF4-FFF2-40B4-BE49-F238E27FC236}">
                <a16:creationId xmlns:a16="http://schemas.microsoft.com/office/drawing/2014/main" id="{BC982C48-39C9-4215-A05E-72E887C06AEC}"/>
              </a:ext>
            </a:extLst>
          </p:cNvPr>
          <p:cNvSpPr>
            <a:spLocks noGrp="1"/>
          </p:cNvSpPr>
          <p:nvPr>
            <p:ph idx="1"/>
          </p:nvPr>
        </p:nvSpPr>
        <p:spPr>
          <a:xfrm>
            <a:off x="3897988" y="1381491"/>
            <a:ext cx="3340728" cy="966118"/>
          </a:xfrm>
          <a:solidFill>
            <a:schemeClr val="bg1">
              <a:lumMod val="95000"/>
            </a:schemeClr>
          </a:solidFill>
        </p:spPr>
        <p:txBody>
          <a:bodyPr>
            <a:normAutofit fontScale="92500" lnSpcReduction="10000"/>
          </a:bodyPr>
          <a:lstStyle/>
          <a:p>
            <a:pPr marL="0" indent="0" algn="ctr">
              <a:buNone/>
            </a:pPr>
            <a:r>
              <a:rPr lang="fr-FR" sz="1200" dirty="0"/>
              <a:t>Toutes vos actions de stimulation de la communauté peuvent générer de la valeur pour les membres de votre communauté ou votre MegaMegaGroup. Certaines actions influencent également vos paramètres de croissance.</a:t>
            </a:r>
          </a:p>
        </p:txBody>
      </p:sp>
      <p:sp>
        <p:nvSpPr>
          <p:cNvPr id="167" name="Espace réservé du contenu 4">
            <a:extLst>
              <a:ext uri="{FF2B5EF4-FFF2-40B4-BE49-F238E27FC236}">
                <a16:creationId xmlns:a16="http://schemas.microsoft.com/office/drawing/2014/main" id="{94243499-F00C-4692-97ED-C3AD0D52B786}"/>
              </a:ext>
            </a:extLst>
          </p:cNvPr>
          <p:cNvSpPr txBox="1">
            <a:spLocks/>
          </p:cNvSpPr>
          <p:nvPr/>
        </p:nvSpPr>
        <p:spPr>
          <a:xfrm>
            <a:off x="6196568" y="4444535"/>
            <a:ext cx="5995432" cy="2380726"/>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Les membres de MegaMegaGroup sont constamment harcelés par des invitations à rejoindre des communautés ou à participer davantage à des communautés qu'ils ont déjà rejointes.  Par conséquent, ils filtrent ces invitations et ne rejoignent ou ne restent dans une communauté que si elle apporte de la valeur. </a:t>
            </a:r>
          </a:p>
          <a:p>
            <a:pPr marL="0" indent="0">
              <a:buNone/>
            </a:pPr>
            <a:r>
              <a:rPr lang="fr-FR" sz="1200" dirty="0"/>
              <a:t>Par conséquent, la condition pour recruter ou pour augmenter le sentiment d'appartenance est d'obtenir des points de valeur.</a:t>
            </a:r>
          </a:p>
          <a:p>
            <a:pPr marL="0" indent="0">
              <a:buNone/>
            </a:pPr>
            <a:r>
              <a:rPr lang="fr-FR" sz="1200" dirty="0"/>
              <a:t>Une fois utilisée pour un effet (recrutement ou sentiment d'appartenance), la valeur ne peut pas être réutilisée (ce serait surexploiter la valeur que vous avez créée, les membres du MegaMegaGroup en sont conscients !) Les points de valeur agissent donc comme une monnaie.</a:t>
            </a:r>
          </a:p>
        </p:txBody>
      </p:sp>
      <p:sp>
        <p:nvSpPr>
          <p:cNvPr id="168" name="Espace réservé du contenu 4">
            <a:extLst>
              <a:ext uri="{FF2B5EF4-FFF2-40B4-BE49-F238E27FC236}">
                <a16:creationId xmlns:a16="http://schemas.microsoft.com/office/drawing/2014/main" id="{6F09F331-F874-44BF-9D00-6E3D2D1734F3}"/>
              </a:ext>
            </a:extLst>
          </p:cNvPr>
          <p:cNvSpPr txBox="1">
            <a:spLocks/>
          </p:cNvSpPr>
          <p:nvPr/>
        </p:nvSpPr>
        <p:spPr>
          <a:xfrm>
            <a:off x="7073375" y="2612933"/>
            <a:ext cx="4760559" cy="1490135"/>
          </a:xfrm>
          <a:prstGeom prst="rect">
            <a:avLst/>
          </a:prstGeom>
          <a:solidFill>
            <a:schemeClr val="bg1">
              <a:lumMod val="95000"/>
            </a:schemeClr>
          </a:solidFill>
        </p:spPr>
        <p:txBody>
          <a:bodyPr vert="horz" lIns="91440" tIns="45720" rIns="91440" bIns="45720" rtlCol="0">
            <a:normAutofit fontScale="92500" lnSpcReduction="1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Les points de valeur représentent la valeur (impacts positifs, utilité, attachement,...) que votre Communauté a créée pour le MegaMegaGroup.</a:t>
            </a:r>
          </a:p>
          <a:p>
            <a:pPr marL="0" indent="0">
              <a:buFont typeface="Arial" panose="020B0604020202020204" pitchFamily="34" charset="0"/>
              <a:buNone/>
            </a:pPr>
            <a:r>
              <a:rPr lang="fr-FR" sz="1200" dirty="0"/>
              <a:t>Vous pouvez utiliser les points de valeur pour diverses actions décrites ci-dessous. Les points de valeur non utilisés sont jetés à la fin de l'année (les membres du MegaMegaGroup ont tendance à oublier ce qui a été fait pour eux après les vacances de fin d'année).</a:t>
            </a:r>
          </a:p>
        </p:txBody>
      </p:sp>
      <p:sp>
        <p:nvSpPr>
          <p:cNvPr id="169" name="Espace réservé du contenu 4">
            <a:extLst>
              <a:ext uri="{FF2B5EF4-FFF2-40B4-BE49-F238E27FC236}">
                <a16:creationId xmlns:a16="http://schemas.microsoft.com/office/drawing/2014/main" id="{6D8D8133-A302-4F13-8106-2C182758DB44}"/>
              </a:ext>
            </a:extLst>
          </p:cNvPr>
          <p:cNvSpPr txBox="1">
            <a:spLocks/>
          </p:cNvSpPr>
          <p:nvPr/>
        </p:nvSpPr>
        <p:spPr>
          <a:xfrm>
            <a:off x="901257" y="4443516"/>
            <a:ext cx="3525392" cy="2147860"/>
          </a:xfrm>
          <a:prstGeom prst="rect">
            <a:avLst/>
          </a:prstGeom>
          <a:solidFill>
            <a:schemeClr val="bg1">
              <a:lumMod val="95000"/>
            </a:schemeClr>
          </a:solidFill>
        </p:spPr>
        <p:txBody>
          <a:bodyPr vert="horz" lIns="91440" tIns="45720" rIns="91440" bIns="45720" rtlCol="0">
            <a:normAutofit fontScale="85000" lnSpcReduction="1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200" dirty="0"/>
              <a:t>Certaines actions de Community Booster ne sont possibles que lorsque votre communauté a une taille minimale (par exemple, vous ne pouvez pas organiser une rencontre si vous n'êtes que 2 membres). </a:t>
            </a:r>
          </a:p>
          <a:p>
            <a:pPr marL="0" indent="0" algn="ctr">
              <a:buFont typeface="Arial" panose="020B0604020202020204" pitchFamily="34" charset="0"/>
              <a:buNone/>
            </a:pPr>
            <a:r>
              <a:rPr lang="fr-FR" sz="1200" dirty="0"/>
              <a:t>De même, certaines autres actions ne sont possibles que lorsque le sentiment d'appartenance est à un niveau minimum, sinon les membres ne s'impliqueront pas.</a:t>
            </a:r>
          </a:p>
          <a:p>
            <a:pPr marL="0" indent="0" algn="ctr">
              <a:buFont typeface="Arial" panose="020B0604020202020204" pitchFamily="34" charset="0"/>
              <a:buNone/>
            </a:pPr>
            <a:r>
              <a:rPr lang="fr-FR" sz="1200" dirty="0"/>
              <a:t>Plus vous avez de membres, et plus le sentiment d'appartenance est élevé, plus vous débloquerez de puissantes actions de stimulation de la communauté.</a:t>
            </a:r>
          </a:p>
        </p:txBody>
      </p:sp>
      <p:sp>
        <p:nvSpPr>
          <p:cNvPr id="170" name="Espace réservé du contenu 4">
            <a:extLst>
              <a:ext uri="{FF2B5EF4-FFF2-40B4-BE49-F238E27FC236}">
                <a16:creationId xmlns:a16="http://schemas.microsoft.com/office/drawing/2014/main" id="{EE4FFD32-1B0B-412C-AF10-FB932BE1747F}"/>
              </a:ext>
            </a:extLst>
          </p:cNvPr>
          <p:cNvSpPr txBox="1">
            <a:spLocks/>
          </p:cNvSpPr>
          <p:nvPr/>
        </p:nvSpPr>
        <p:spPr>
          <a:xfrm>
            <a:off x="470478" y="2612933"/>
            <a:ext cx="3525392" cy="1322450"/>
          </a:xfrm>
          <a:prstGeom prst="rect">
            <a:avLst/>
          </a:prstGeom>
          <a:solidFill>
            <a:schemeClr val="bg1">
              <a:lumMod val="95000"/>
            </a:schemeClr>
          </a:solidFill>
        </p:spPr>
        <p:txBody>
          <a:bodyPr vert="horz" lIns="91440" tIns="45720" rIns="91440" bIns="45720" rtlCol="0">
            <a:normAutofit fontScale="925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200" dirty="0"/>
              <a:t>En tant que Booster de la Communauté, vous pouvez effectuer diverses actions pour améliorer votre expérience de la Communauté. </a:t>
            </a:r>
          </a:p>
          <a:p>
            <a:pPr marL="0" indent="0" algn="ctr">
              <a:buFont typeface="Arial" panose="020B0604020202020204" pitchFamily="34" charset="0"/>
              <a:buNone/>
            </a:pPr>
            <a:r>
              <a:rPr lang="fr-FR" sz="1200" dirty="0"/>
              <a:t>Il vous appartiendra de choisir les bonnes actions au bon moment, sachant que votre capacité et votre potentiel d'actions sont limités.</a:t>
            </a:r>
          </a:p>
        </p:txBody>
      </p:sp>
    </p:spTree>
    <p:extLst>
      <p:ext uri="{BB962C8B-B14F-4D97-AF65-F5344CB8AC3E}">
        <p14:creationId xmlns:p14="http://schemas.microsoft.com/office/powerpoint/2010/main" val="30877105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F2624D1-F392-40BE-A98A-2584E24864F6}"/>
              </a:ext>
            </a:extLst>
          </p:cNvPr>
          <p:cNvSpPr>
            <a:spLocks noGrp="1"/>
          </p:cNvSpPr>
          <p:nvPr>
            <p:ph type="title"/>
          </p:nvPr>
        </p:nvSpPr>
        <p:spPr/>
        <p:txBody>
          <a:bodyPr>
            <a:normAutofit/>
          </a:bodyPr>
          <a:lstStyle/>
          <a:p>
            <a:r>
              <a:rPr lang="fr-FR" dirty="0" err="1"/>
              <a:t>Credits</a:t>
            </a:r>
            <a:r>
              <a:rPr lang="fr-FR" dirty="0"/>
              <a:t> and licence</a:t>
            </a:r>
          </a:p>
        </p:txBody>
      </p:sp>
      <p:sp>
        <p:nvSpPr>
          <p:cNvPr id="4" name="Espace réservé du contenu 2">
            <a:extLst>
              <a:ext uri="{FF2B5EF4-FFF2-40B4-BE49-F238E27FC236}">
                <a16:creationId xmlns:a16="http://schemas.microsoft.com/office/drawing/2014/main" id="{C781921B-4DF7-4FD4-B2EF-94550816AE7C}"/>
              </a:ext>
            </a:extLst>
          </p:cNvPr>
          <p:cNvSpPr txBox="1">
            <a:spLocks/>
          </p:cNvSpPr>
          <p:nvPr/>
        </p:nvSpPr>
        <p:spPr>
          <a:xfrm>
            <a:off x="362448" y="2260077"/>
            <a:ext cx="5517144" cy="4042410"/>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200" b="1" dirty="0"/>
              <a:t>Version 1.2</a:t>
            </a:r>
          </a:p>
          <a:p>
            <a:pPr marL="0" indent="0" algn="ctr">
              <a:buNone/>
            </a:pPr>
            <a:r>
              <a:rPr lang="en-US" sz="1200" b="1" dirty="0"/>
              <a:t>Creators</a:t>
            </a:r>
          </a:p>
          <a:p>
            <a:pPr marL="0" indent="0">
              <a:buNone/>
            </a:pPr>
            <a:r>
              <a:rPr lang="en-US" sz="1200" dirty="0"/>
              <a:t>Alexandre QUACH, </a:t>
            </a:r>
            <a:r>
              <a:rPr lang="en-US" sz="1200" dirty="0">
                <a:hlinkClick r:id="rId2"/>
              </a:rPr>
              <a:t>https://www.linkedin.com/in/alexandrequach/</a:t>
            </a:r>
            <a:endParaRPr lang="en-US" sz="1200" dirty="0"/>
          </a:p>
          <a:p>
            <a:pPr marL="0" indent="0">
              <a:buNone/>
            </a:pPr>
            <a:r>
              <a:rPr lang="en-US" sz="1200" dirty="0"/>
              <a:t>Vanessa HELLEBUYCK, </a:t>
            </a:r>
            <a:r>
              <a:rPr lang="en-US" sz="1200" dirty="0">
                <a:hlinkClick r:id="rId3"/>
              </a:rPr>
              <a:t>https://www.linkedin.com/in/vanessa-hellebuyck/</a:t>
            </a:r>
            <a:endParaRPr lang="en-US" sz="1200" dirty="0"/>
          </a:p>
          <a:p>
            <a:pPr marL="0" indent="0">
              <a:buNone/>
            </a:pPr>
            <a:r>
              <a:rPr lang="en-US" sz="1200" dirty="0"/>
              <a:t>Marine CLAUSE  https://www.linkedin.com/in/marineclause/</a:t>
            </a:r>
          </a:p>
          <a:p>
            <a:pPr marL="0" indent="0">
              <a:buNone/>
            </a:pPr>
            <a:r>
              <a:rPr lang="en-US" sz="1200" dirty="0">
                <a:hlinkClick r:id="rId4"/>
              </a:rPr>
              <a:t>https://creativecommons.org/licenses/by/3.0/</a:t>
            </a: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r>
              <a:rPr lang="en-US" sz="1200" dirty="0"/>
              <a:t>Merci à </a:t>
            </a:r>
            <a:r>
              <a:rPr lang="en-US" sz="1200" dirty="0" err="1"/>
              <a:t>toute</a:t>
            </a:r>
            <a:r>
              <a:rPr lang="en-US" sz="1200" dirty="0"/>
              <a:t> la </a:t>
            </a:r>
            <a:r>
              <a:rPr lang="en-US" sz="1200" dirty="0" err="1"/>
              <a:t>communauté</a:t>
            </a:r>
            <a:r>
              <a:rPr lang="en-US" sz="1200" dirty="0"/>
              <a:t> #OpenSeriousGame </a:t>
            </a:r>
            <a:r>
              <a:rPr lang="en-US" sz="1200" dirty="0">
                <a:hlinkClick r:id="rId5"/>
              </a:rPr>
              <a:t>www.openseriousgames.org</a:t>
            </a:r>
            <a:endParaRPr lang="en-US" sz="1200" dirty="0"/>
          </a:p>
          <a:p>
            <a:pPr marL="0" indent="0">
              <a:buNone/>
            </a:pPr>
            <a:endParaRPr lang="en-US" sz="1200" dirty="0"/>
          </a:p>
          <a:p>
            <a:pPr marL="0" indent="0">
              <a:buNone/>
            </a:pPr>
            <a:r>
              <a:rPr lang="en-US" sz="1200" dirty="0"/>
              <a:t>Cards created with </a:t>
            </a:r>
            <a:r>
              <a:rPr lang="en-US" sz="1200" dirty="0" err="1"/>
              <a:t>CardCreator</a:t>
            </a:r>
            <a:endParaRPr lang="en-US" sz="1200" dirty="0"/>
          </a:p>
          <a:p>
            <a:pPr marL="0" indent="0">
              <a:buNone/>
            </a:pPr>
            <a:endParaRPr lang="en-US" sz="1200" dirty="0"/>
          </a:p>
        </p:txBody>
      </p:sp>
      <p:pic>
        <p:nvPicPr>
          <p:cNvPr id="6" name="Image 5" descr="Une image contenant texte, clipart&#10;&#10;Description générée automatiquement">
            <a:extLst>
              <a:ext uri="{FF2B5EF4-FFF2-40B4-BE49-F238E27FC236}">
                <a16:creationId xmlns:a16="http://schemas.microsoft.com/office/drawing/2014/main" id="{6EA57215-84EE-4869-91B8-F1727E96B45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5710" y="4462865"/>
            <a:ext cx="1551992" cy="545622"/>
          </a:xfrm>
          <a:prstGeom prst="rect">
            <a:avLst/>
          </a:prstGeom>
        </p:spPr>
      </p:pic>
    </p:spTree>
    <p:extLst>
      <p:ext uri="{BB962C8B-B14F-4D97-AF65-F5344CB8AC3E}">
        <p14:creationId xmlns:p14="http://schemas.microsoft.com/office/powerpoint/2010/main" val="19351271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356194F2-168A-49B1-BE5C-685851A8B0E5}"/>
              </a:ext>
            </a:extLst>
          </p:cNvPr>
          <p:cNvSpPr>
            <a:spLocks noGrp="1"/>
          </p:cNvSpPr>
          <p:nvPr>
            <p:ph type="title"/>
          </p:nvPr>
        </p:nvSpPr>
        <p:spPr/>
        <p:txBody>
          <a:bodyPr/>
          <a:lstStyle/>
          <a:p>
            <a:r>
              <a:rPr lang="en-US" dirty="0" err="1"/>
              <a:t>Idées</a:t>
            </a:r>
            <a:r>
              <a:rPr lang="en-US" dirty="0"/>
              <a:t> </a:t>
            </a:r>
            <a:r>
              <a:rPr lang="en-US" dirty="0" err="1"/>
              <a:t>d’extensions</a:t>
            </a:r>
            <a:endParaRPr lang="en-US" dirty="0"/>
          </a:p>
        </p:txBody>
      </p:sp>
      <p:sp>
        <p:nvSpPr>
          <p:cNvPr id="4" name="Espace réservé du contenu 3">
            <a:extLst>
              <a:ext uri="{FF2B5EF4-FFF2-40B4-BE49-F238E27FC236}">
                <a16:creationId xmlns:a16="http://schemas.microsoft.com/office/drawing/2014/main" id="{959EED22-4DA8-4C55-BB5F-3423E7507E87}"/>
              </a:ext>
            </a:extLst>
          </p:cNvPr>
          <p:cNvSpPr>
            <a:spLocks noGrp="1"/>
          </p:cNvSpPr>
          <p:nvPr>
            <p:ph idx="1"/>
          </p:nvPr>
        </p:nvSpPr>
        <p:spPr>
          <a:xfrm>
            <a:off x="1993392" y="1997476"/>
            <a:ext cx="9290304" cy="4479524"/>
          </a:xfrm>
        </p:spPr>
        <p:txBody>
          <a:bodyPr>
            <a:normAutofit fontScale="92500" lnSpcReduction="20000"/>
          </a:bodyPr>
          <a:lstStyle/>
          <a:p>
            <a:r>
              <a:rPr lang="fr-FR" sz="1600" b="1" dirty="0"/>
              <a:t>Événements saisonniers : </a:t>
            </a:r>
            <a:r>
              <a:rPr lang="fr-FR" sz="1600" dirty="0"/>
              <a:t>Événements saisonniers supplémentaires à réaliser (Saint-Valentin, Halloween, ...). Ces événements ne peuvent être joués que pendant des mois spécifiques</a:t>
            </a:r>
            <a:r>
              <a:rPr lang="fr-FR" sz="1600" b="1" dirty="0"/>
              <a:t>.</a:t>
            </a:r>
          </a:p>
          <a:p>
            <a:r>
              <a:rPr lang="fr-FR" sz="1600" b="1" dirty="0"/>
              <a:t>Chance : Introduction des cartes Chance : </a:t>
            </a:r>
            <a:r>
              <a:rPr lang="fr-FR" sz="1600" dirty="0"/>
              <a:t>Chaque mois, tirez une carte Chance avec un effet spécial (temporaire ou durable). Des événements supplémentaires du MegaMegaGroup à influencer (Réduction du budget, recrutement massif, changement de direction, conflits, etc.)</a:t>
            </a:r>
          </a:p>
          <a:p>
            <a:r>
              <a:rPr lang="fr-FR" sz="1600" b="1" dirty="0"/>
              <a:t>Mode facile (sans chiffres) : </a:t>
            </a:r>
            <a:r>
              <a:rPr lang="fr-FR" sz="1600" dirty="0"/>
              <a:t>Vous disposez de 3 cartes d'action, 3 recrues et 1 artefact par mois, et aucune pression sur l'objectif. </a:t>
            </a:r>
          </a:p>
          <a:p>
            <a:r>
              <a:rPr lang="fr-FR" sz="1600" b="1" dirty="0" err="1"/>
              <a:t>OpenSeriousPath</a:t>
            </a:r>
            <a:r>
              <a:rPr lang="fr-FR" sz="1600" b="1" dirty="0"/>
              <a:t> : </a:t>
            </a:r>
            <a:r>
              <a:rPr lang="fr-FR" sz="1600" dirty="0"/>
              <a:t>Les cartes des membres de votre communauté sont maintenant placées sur un </a:t>
            </a:r>
            <a:r>
              <a:rPr lang="fr-FR" sz="1600" dirty="0" err="1"/>
              <a:t>OpenSeriousPath</a:t>
            </a:r>
            <a:r>
              <a:rPr lang="fr-FR" sz="1600" dirty="0"/>
              <a:t>. Le niveau de sentiment d'appartenance est maintenant le niveau moyen réel d'implication dans la Communauté. Tous les gains de sentiment d'appartenance ne s'appliquent qu'aux membres de la Communauté. </a:t>
            </a:r>
          </a:p>
          <a:p>
            <a:r>
              <a:rPr lang="fr-FR" sz="1600" b="1" dirty="0"/>
              <a:t>Personnages : </a:t>
            </a:r>
            <a:r>
              <a:rPr lang="fr-FR" sz="1600" dirty="0"/>
              <a:t>Selon les profils de votre équipe de départ, vous disposez de divers bonus et malus ou actions spéciales</a:t>
            </a:r>
            <a:r>
              <a:rPr lang="fr-FR" sz="1600" b="1" dirty="0"/>
              <a:t>.</a:t>
            </a:r>
          </a:p>
          <a:p>
            <a:r>
              <a:rPr lang="fr-FR" sz="1600" b="1" dirty="0"/>
              <a:t>Scénarios et objectifs : </a:t>
            </a:r>
            <a:r>
              <a:rPr lang="fr-FR" sz="1600" dirty="0"/>
              <a:t>Commencez avec différentes conditions initiales et différents objectifs.  </a:t>
            </a:r>
          </a:p>
          <a:p>
            <a:r>
              <a:rPr lang="fr-FR" sz="1600" b="1" dirty="0"/>
              <a:t>Thèmes de la communauté : </a:t>
            </a:r>
            <a:r>
              <a:rPr lang="fr-FR" sz="1600" dirty="0"/>
              <a:t>selon le thème de votre communauté (cybersécurité, yoga, etc.), des effets supplémentaires se produiront.</a:t>
            </a:r>
          </a:p>
          <a:p>
            <a:endParaRPr lang="fr-FR" sz="1600" dirty="0"/>
          </a:p>
          <a:p>
            <a:endParaRPr lang="fr-FR" sz="1600" b="1" dirty="0"/>
          </a:p>
        </p:txBody>
      </p:sp>
    </p:spTree>
    <p:extLst>
      <p:ext uri="{BB962C8B-B14F-4D97-AF65-F5344CB8AC3E}">
        <p14:creationId xmlns:p14="http://schemas.microsoft.com/office/powerpoint/2010/main" val="32308291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FF370831-2FCD-4AA7-A06E-FFC4F5A21B2F}"/>
              </a:ext>
            </a:extLst>
          </p:cNvPr>
          <p:cNvSpPr>
            <a:spLocks noGrp="1"/>
          </p:cNvSpPr>
          <p:nvPr>
            <p:ph type="title"/>
          </p:nvPr>
        </p:nvSpPr>
        <p:spPr/>
        <p:txBody>
          <a:bodyPr/>
          <a:lstStyle/>
          <a:p>
            <a:r>
              <a:rPr lang="fr-FR" dirty="0"/>
              <a:t>Sources graphiques du jeu</a:t>
            </a:r>
          </a:p>
        </p:txBody>
      </p:sp>
      <p:sp>
        <p:nvSpPr>
          <p:cNvPr id="5" name="Espace réservé du texte 4">
            <a:extLst>
              <a:ext uri="{FF2B5EF4-FFF2-40B4-BE49-F238E27FC236}">
                <a16:creationId xmlns:a16="http://schemas.microsoft.com/office/drawing/2014/main" id="{9E0B212F-2DD7-4F91-9298-2F5FDC892EFB}"/>
              </a:ext>
            </a:extLst>
          </p:cNvPr>
          <p:cNvSpPr>
            <a:spLocks noGrp="1"/>
          </p:cNvSpPr>
          <p:nvPr>
            <p:ph type="body" idx="1"/>
          </p:nvPr>
        </p:nvSpPr>
        <p:spPr/>
        <p:txBody>
          <a:bodyPr>
            <a:normAutofit/>
          </a:bodyPr>
          <a:lstStyle/>
          <a:p>
            <a:r>
              <a:rPr lang="fr-FR" dirty="0"/>
              <a:t>Tout a été créé avec les icônes Powerpoint d'Office 365</a:t>
            </a:r>
          </a:p>
        </p:txBody>
      </p:sp>
    </p:spTree>
    <p:extLst>
      <p:ext uri="{BB962C8B-B14F-4D97-AF65-F5344CB8AC3E}">
        <p14:creationId xmlns:p14="http://schemas.microsoft.com/office/powerpoint/2010/main" val="13668392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7555297" y="3755391"/>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1" name="Groupe 200">
            <a:extLst>
              <a:ext uri="{FF2B5EF4-FFF2-40B4-BE49-F238E27FC236}">
                <a16:creationId xmlns:a16="http://schemas.microsoft.com/office/drawing/2014/main" id="{CCDAEBC4-A182-4A60-B909-78F1C234691C}"/>
              </a:ext>
            </a:extLst>
          </p:cNvPr>
          <p:cNvGrpSpPr/>
          <p:nvPr/>
        </p:nvGrpSpPr>
        <p:grpSpPr>
          <a:xfrm>
            <a:off x="2868359" y="6307290"/>
            <a:ext cx="1492036" cy="445438"/>
            <a:chOff x="7672742" y="3746093"/>
            <a:chExt cx="4082190" cy="1218712"/>
          </a:xfrm>
        </p:grpSpPr>
        <p:pic>
          <p:nvPicPr>
            <p:cNvPr id="89" name="Graphique 88" descr="Groupe avec un remplissage uni">
              <a:extLst>
                <a:ext uri="{FF2B5EF4-FFF2-40B4-BE49-F238E27FC236}">
                  <a16:creationId xmlns:a16="http://schemas.microsoft.com/office/drawing/2014/main" id="{B33F491A-9863-4AD5-B864-3CF32CECDF3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72742" y="4140638"/>
              <a:ext cx="350710" cy="350710"/>
            </a:xfrm>
            <a:prstGeom prst="rect">
              <a:avLst/>
            </a:prstGeom>
          </p:spPr>
        </p:pic>
        <p:pic>
          <p:nvPicPr>
            <p:cNvPr id="98" name="Graphique 97" descr="Flèches de chevron avec un remplissage uni">
              <a:extLst>
                <a:ext uri="{FF2B5EF4-FFF2-40B4-BE49-F238E27FC236}">
                  <a16:creationId xmlns:a16="http://schemas.microsoft.com/office/drawing/2014/main" id="{4D55A0CA-F270-4069-8CB2-2E0AB250DA7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670214" y="4185794"/>
              <a:ext cx="279194" cy="279194"/>
            </a:xfrm>
            <a:prstGeom prst="rect">
              <a:avLst/>
            </a:prstGeom>
          </p:spPr>
        </p:pic>
        <p:pic>
          <p:nvPicPr>
            <p:cNvPr id="99" name="Graphique 98" descr="Héroïne avec un remplissage uni">
              <a:extLst>
                <a:ext uri="{FF2B5EF4-FFF2-40B4-BE49-F238E27FC236}">
                  <a16:creationId xmlns:a16="http://schemas.microsoft.com/office/drawing/2014/main" id="{0654691A-6918-4BD4-B747-02729BF033E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973432" y="4070212"/>
              <a:ext cx="424644" cy="424645"/>
            </a:xfrm>
            <a:prstGeom prst="rect">
              <a:avLst/>
            </a:prstGeom>
          </p:spPr>
        </p:pic>
        <p:pic>
          <p:nvPicPr>
            <p:cNvPr id="100" name="Graphique 99" descr="Flèches de chevron avec un remplissage uni">
              <a:extLst>
                <a:ext uri="{FF2B5EF4-FFF2-40B4-BE49-F238E27FC236}">
                  <a16:creationId xmlns:a16="http://schemas.microsoft.com/office/drawing/2014/main" id="{AF98174C-E4B7-4E78-8D6D-D999F19B8B1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753493" y="4160871"/>
              <a:ext cx="279194" cy="279194"/>
            </a:xfrm>
            <a:prstGeom prst="rect">
              <a:avLst/>
            </a:prstGeom>
          </p:spPr>
        </p:pic>
        <p:pic>
          <p:nvPicPr>
            <p:cNvPr id="101" name="Graphique 100" descr="Courir avec un remplissage uni">
              <a:extLst>
                <a:ext uri="{FF2B5EF4-FFF2-40B4-BE49-F238E27FC236}">
                  <a16:creationId xmlns:a16="http://schemas.microsoft.com/office/drawing/2014/main" id="{42692411-6006-4181-B227-3AEC41E65EC2}"/>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21976" y="4004365"/>
              <a:ext cx="359779" cy="359780"/>
            </a:xfrm>
            <a:prstGeom prst="rect">
              <a:avLst/>
            </a:prstGeom>
          </p:spPr>
        </p:pic>
        <p:pic>
          <p:nvPicPr>
            <p:cNvPr id="102" name="Graphique 101" descr="Patinage avec un remplissage uni">
              <a:extLst>
                <a:ext uri="{FF2B5EF4-FFF2-40B4-BE49-F238E27FC236}">
                  <a16:creationId xmlns:a16="http://schemas.microsoft.com/office/drawing/2014/main" id="{1989A603-01CA-48D8-B4D8-2A4F16915F8E}"/>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0045702" y="3917987"/>
              <a:ext cx="373471" cy="373472"/>
            </a:xfrm>
            <a:prstGeom prst="rect">
              <a:avLst/>
            </a:prstGeom>
          </p:spPr>
        </p:pic>
        <p:pic>
          <p:nvPicPr>
            <p:cNvPr id="94" name="Graphique 93" descr="Marcher avec un remplissage uni">
              <a:extLst>
                <a:ext uri="{FF2B5EF4-FFF2-40B4-BE49-F238E27FC236}">
                  <a16:creationId xmlns:a16="http://schemas.microsoft.com/office/drawing/2014/main" id="{8135748A-9A41-489D-BEA3-6E4DBA6BA467}"/>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421990" y="4085053"/>
              <a:ext cx="289590" cy="289590"/>
            </a:xfrm>
            <a:prstGeom prst="rect">
              <a:avLst/>
            </a:prstGeom>
          </p:spPr>
        </p:pic>
        <p:pic>
          <p:nvPicPr>
            <p:cNvPr id="95" name="Graphique 94" descr="Flèches de chevron avec un remplissage uni">
              <a:extLst>
                <a:ext uri="{FF2B5EF4-FFF2-40B4-BE49-F238E27FC236}">
                  <a16:creationId xmlns:a16="http://schemas.microsoft.com/office/drawing/2014/main" id="{06BD9554-2536-4BEB-B604-24B298F50E9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876432" y="4186872"/>
              <a:ext cx="279194" cy="279194"/>
            </a:xfrm>
            <a:prstGeom prst="rect">
              <a:avLst/>
            </a:prstGeom>
          </p:spPr>
        </p:pic>
        <p:pic>
          <p:nvPicPr>
            <p:cNvPr id="97" name="Graphique 96" descr="Flèches de chevron avec un remplissage uni">
              <a:extLst>
                <a:ext uri="{FF2B5EF4-FFF2-40B4-BE49-F238E27FC236}">
                  <a16:creationId xmlns:a16="http://schemas.microsoft.com/office/drawing/2014/main" id="{C4D4B3AC-0581-4BF3-84F9-1DD6CD7F172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097762" y="4174408"/>
              <a:ext cx="282285" cy="282285"/>
            </a:xfrm>
            <a:prstGeom prst="rect">
              <a:avLst/>
            </a:prstGeom>
          </p:spPr>
        </p:pic>
        <p:pic>
          <p:nvPicPr>
            <p:cNvPr id="106" name="Graphique 105" descr="Héros avec un remplissage uni">
              <a:extLst>
                <a:ext uri="{FF2B5EF4-FFF2-40B4-BE49-F238E27FC236}">
                  <a16:creationId xmlns:a16="http://schemas.microsoft.com/office/drawing/2014/main" id="{90713D36-9B13-4560-9540-2AA695346EA5}"/>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0991352" y="4507605"/>
              <a:ext cx="457200" cy="457200"/>
            </a:xfrm>
            <a:prstGeom prst="rect">
              <a:avLst/>
            </a:prstGeom>
          </p:spPr>
        </p:pic>
        <p:pic>
          <p:nvPicPr>
            <p:cNvPr id="107" name="Graphique 106" descr="Héros avec un remplissage uni">
              <a:extLst>
                <a:ext uri="{FF2B5EF4-FFF2-40B4-BE49-F238E27FC236}">
                  <a16:creationId xmlns:a16="http://schemas.microsoft.com/office/drawing/2014/main" id="{FF44C768-A06E-4279-8B61-AE403BCE7A97}"/>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1294569" y="3746093"/>
              <a:ext cx="457200" cy="457200"/>
            </a:xfrm>
            <a:prstGeom prst="rect">
              <a:avLst/>
            </a:prstGeom>
          </p:spPr>
        </p:pic>
        <p:pic>
          <p:nvPicPr>
            <p:cNvPr id="108" name="Graphique 107" descr="Héroïne avec un remplissage uni">
              <a:extLst>
                <a:ext uri="{FF2B5EF4-FFF2-40B4-BE49-F238E27FC236}">
                  <a16:creationId xmlns:a16="http://schemas.microsoft.com/office/drawing/2014/main" id="{71AB0B44-679A-4535-B3E7-1BE1CEBD25E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1330288" y="4140638"/>
              <a:ext cx="424644" cy="424645"/>
            </a:xfrm>
            <a:prstGeom prst="rect">
              <a:avLst/>
            </a:prstGeom>
          </p:spPr>
        </p:pic>
        <p:pic>
          <p:nvPicPr>
            <p:cNvPr id="109" name="Graphique 108" descr="Patinage avec un remplissage uni">
              <a:extLst>
                <a:ext uri="{FF2B5EF4-FFF2-40B4-BE49-F238E27FC236}">
                  <a16:creationId xmlns:a16="http://schemas.microsoft.com/office/drawing/2014/main" id="{A41D460A-F565-4BC5-AC23-9570C82708AC}"/>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0306385" y="4056889"/>
              <a:ext cx="373471" cy="373472"/>
            </a:xfrm>
            <a:prstGeom prst="rect">
              <a:avLst/>
            </a:prstGeom>
          </p:spPr>
        </p:pic>
        <p:pic>
          <p:nvPicPr>
            <p:cNvPr id="110" name="Graphique 109" descr="Patinage avec un remplissage uni">
              <a:extLst>
                <a:ext uri="{FF2B5EF4-FFF2-40B4-BE49-F238E27FC236}">
                  <a16:creationId xmlns:a16="http://schemas.microsoft.com/office/drawing/2014/main" id="{D90DCCB4-A7C0-4C6C-81C7-CA6B3162AEF0}"/>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0013782" y="4240199"/>
              <a:ext cx="373471" cy="373472"/>
            </a:xfrm>
            <a:prstGeom prst="rect">
              <a:avLst/>
            </a:prstGeom>
          </p:spPr>
        </p:pic>
        <p:pic>
          <p:nvPicPr>
            <p:cNvPr id="111" name="Graphique 110" descr="Patinage avec un remplissage uni">
              <a:extLst>
                <a:ext uri="{FF2B5EF4-FFF2-40B4-BE49-F238E27FC236}">
                  <a16:creationId xmlns:a16="http://schemas.microsoft.com/office/drawing/2014/main" id="{A7C07E86-E377-45AB-B2A6-13307589A48E}"/>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0254800" y="4423509"/>
              <a:ext cx="373471" cy="373472"/>
            </a:xfrm>
            <a:prstGeom prst="rect">
              <a:avLst/>
            </a:prstGeom>
          </p:spPr>
        </p:pic>
        <p:pic>
          <p:nvPicPr>
            <p:cNvPr id="112" name="Graphique 111" descr="Courir avec un remplissage uni">
              <a:extLst>
                <a:ext uri="{FF2B5EF4-FFF2-40B4-BE49-F238E27FC236}">
                  <a16:creationId xmlns:a16="http://schemas.microsoft.com/office/drawing/2014/main" id="{FCEA4717-AE2F-49F0-A8E2-096D9AF0AF86}"/>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425240" y="4181315"/>
              <a:ext cx="359779" cy="359780"/>
            </a:xfrm>
            <a:prstGeom prst="rect">
              <a:avLst/>
            </a:prstGeom>
          </p:spPr>
        </p:pic>
        <p:pic>
          <p:nvPicPr>
            <p:cNvPr id="113" name="Graphique 112" descr="Courir avec un remplissage uni">
              <a:extLst>
                <a:ext uri="{FF2B5EF4-FFF2-40B4-BE49-F238E27FC236}">
                  <a16:creationId xmlns:a16="http://schemas.microsoft.com/office/drawing/2014/main" id="{F3EC9531-31A5-40AE-B640-19B5E7F8871D}"/>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133356" y="4314967"/>
              <a:ext cx="359779" cy="359780"/>
            </a:xfrm>
            <a:prstGeom prst="rect">
              <a:avLst/>
            </a:prstGeom>
          </p:spPr>
        </p:pic>
        <p:pic>
          <p:nvPicPr>
            <p:cNvPr id="114" name="Graphique 113" descr="Courir avec un remplissage uni">
              <a:extLst>
                <a:ext uri="{FF2B5EF4-FFF2-40B4-BE49-F238E27FC236}">
                  <a16:creationId xmlns:a16="http://schemas.microsoft.com/office/drawing/2014/main" id="{79D05817-AA52-48E6-A126-C103EFB4974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329523" y="4467681"/>
              <a:ext cx="359779" cy="359780"/>
            </a:xfrm>
            <a:prstGeom prst="rect">
              <a:avLst/>
            </a:prstGeom>
          </p:spPr>
        </p:pic>
        <p:pic>
          <p:nvPicPr>
            <p:cNvPr id="115" name="Graphique 114" descr="Marcher avec un remplissage uni">
              <a:extLst>
                <a:ext uri="{FF2B5EF4-FFF2-40B4-BE49-F238E27FC236}">
                  <a16:creationId xmlns:a16="http://schemas.microsoft.com/office/drawing/2014/main" id="{4071A22F-786E-42F5-BA93-3E4F78A820BA}"/>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574390" y="4237453"/>
              <a:ext cx="289590" cy="289590"/>
            </a:xfrm>
            <a:prstGeom prst="rect">
              <a:avLst/>
            </a:prstGeom>
          </p:spPr>
        </p:pic>
        <p:pic>
          <p:nvPicPr>
            <p:cNvPr id="116" name="Graphique 115" descr="Marcher avec un remplissage uni">
              <a:extLst>
                <a:ext uri="{FF2B5EF4-FFF2-40B4-BE49-F238E27FC236}">
                  <a16:creationId xmlns:a16="http://schemas.microsoft.com/office/drawing/2014/main" id="{9002C5E6-ED02-489C-8814-6B7A18DAEC98}"/>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397400" y="4370982"/>
              <a:ext cx="289590" cy="289590"/>
            </a:xfrm>
            <a:prstGeom prst="rect">
              <a:avLst/>
            </a:prstGeom>
          </p:spPr>
        </p:pic>
        <p:pic>
          <p:nvPicPr>
            <p:cNvPr id="117" name="Graphique 116" descr="Marcher avec un remplissage uni">
              <a:extLst>
                <a:ext uri="{FF2B5EF4-FFF2-40B4-BE49-F238E27FC236}">
                  <a16:creationId xmlns:a16="http://schemas.microsoft.com/office/drawing/2014/main" id="{2A6748F4-EFB0-455B-BC89-F7BAF8BB3E25}"/>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634425" y="3959129"/>
              <a:ext cx="289590" cy="289590"/>
            </a:xfrm>
            <a:prstGeom prst="rect">
              <a:avLst/>
            </a:prstGeom>
          </p:spPr>
        </p:pic>
      </p:grpSp>
      <p:grpSp>
        <p:nvGrpSpPr>
          <p:cNvPr id="53" name="Groupe 52">
            <a:extLst>
              <a:ext uri="{FF2B5EF4-FFF2-40B4-BE49-F238E27FC236}">
                <a16:creationId xmlns:a16="http://schemas.microsoft.com/office/drawing/2014/main" id="{A0F072B2-852E-435D-95A5-D073BA5D5A6A}"/>
              </a:ext>
            </a:extLst>
          </p:cNvPr>
          <p:cNvGrpSpPr/>
          <p:nvPr/>
        </p:nvGrpSpPr>
        <p:grpSpPr>
          <a:xfrm>
            <a:off x="3062815" y="4615654"/>
            <a:ext cx="729696" cy="292122"/>
            <a:chOff x="7649727" y="3562590"/>
            <a:chExt cx="4089105" cy="1637007"/>
          </a:xfrm>
        </p:grpSpPr>
        <p:grpSp>
          <p:nvGrpSpPr>
            <p:cNvPr id="205" name="Groupe 204">
              <a:extLst>
                <a:ext uri="{FF2B5EF4-FFF2-40B4-BE49-F238E27FC236}">
                  <a16:creationId xmlns:a16="http://schemas.microsoft.com/office/drawing/2014/main" id="{DC084E46-7142-48AC-A59D-7DC074FF2263}"/>
                </a:ext>
              </a:extLst>
            </p:cNvPr>
            <p:cNvGrpSpPr/>
            <p:nvPr/>
          </p:nvGrpSpPr>
          <p:grpSpPr>
            <a:xfrm>
              <a:off x="11242835" y="3861311"/>
              <a:ext cx="495997" cy="445784"/>
              <a:chOff x="10408603" y="1944527"/>
              <a:chExt cx="1266205" cy="1138016"/>
            </a:xfrm>
            <a:solidFill>
              <a:srgbClr val="3494BA"/>
            </a:solidFill>
          </p:grpSpPr>
          <p:grpSp>
            <p:nvGrpSpPr>
              <p:cNvPr id="206" name="Groupe 205">
                <a:extLst>
                  <a:ext uri="{FF2B5EF4-FFF2-40B4-BE49-F238E27FC236}">
                    <a16:creationId xmlns:a16="http://schemas.microsoft.com/office/drawing/2014/main" id="{152A2AC2-0357-4348-AD50-3A90D97484B8}"/>
                  </a:ext>
                </a:extLst>
              </p:cNvPr>
              <p:cNvGrpSpPr/>
              <p:nvPr/>
            </p:nvGrpSpPr>
            <p:grpSpPr>
              <a:xfrm>
                <a:off x="10781788" y="2168143"/>
                <a:ext cx="696980" cy="914400"/>
                <a:chOff x="5018285" y="3873291"/>
                <a:chExt cx="696980" cy="914400"/>
              </a:xfrm>
              <a:grpFill/>
            </p:grpSpPr>
            <p:pic>
              <p:nvPicPr>
                <p:cNvPr id="212" name="Graphique 211" descr="Personne confuse avec un remplissage uni">
                  <a:extLst>
                    <a:ext uri="{FF2B5EF4-FFF2-40B4-BE49-F238E27FC236}">
                      <a16:creationId xmlns:a16="http://schemas.microsoft.com/office/drawing/2014/main" id="{7EB466F6-9482-4BDC-91B4-68BACA3191EA}"/>
                    </a:ext>
                  </a:extLst>
                </p:cNvPr>
                <p:cNvPicPr>
                  <a:picLocks noChangeAspect="1"/>
                </p:cNvPicPr>
                <p:nvPr/>
              </p:nvPicPr>
              <p:blipFill rotWithShape="1">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rcRect l="30440" r="-1"/>
                <a:stretch/>
              </p:blipFill>
              <p:spPr>
                <a:xfrm>
                  <a:off x="5079206" y="3873291"/>
                  <a:ext cx="636059" cy="914400"/>
                </a:xfrm>
                <a:prstGeom prst="rect">
                  <a:avLst/>
                </a:prstGeom>
              </p:spPr>
            </p:pic>
            <p:sp>
              <p:nvSpPr>
                <p:cNvPr id="213" name="Rectangle : coins arrondis 212">
                  <a:extLst>
                    <a:ext uri="{FF2B5EF4-FFF2-40B4-BE49-F238E27FC236}">
                      <a16:creationId xmlns:a16="http://schemas.microsoft.com/office/drawing/2014/main" id="{25CF4303-E33D-4E07-80D4-7C81991CA2C6}"/>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207" name="Graphique 206" descr="Panneau de signalisation avec un remplissage uni">
                <a:extLst>
                  <a:ext uri="{FF2B5EF4-FFF2-40B4-BE49-F238E27FC236}">
                    <a16:creationId xmlns:a16="http://schemas.microsoft.com/office/drawing/2014/main" id="{E9B7BDFC-9DDA-45A0-BD72-D80348FDD78E}"/>
                  </a:ext>
                </a:extLst>
              </p:cNvPr>
              <p:cNvPicPr>
                <a:picLocks noChangeAspect="1"/>
              </p:cNvPicPr>
              <p:nvPr/>
            </p:nvPicPr>
            <p:blipFill rotWithShape="1">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rcRect t="18628"/>
              <a:stretch/>
            </p:blipFill>
            <p:spPr>
              <a:xfrm>
                <a:off x="10932558" y="1976438"/>
                <a:ext cx="742250" cy="603990"/>
              </a:xfrm>
              <a:prstGeom prst="rect">
                <a:avLst/>
              </a:prstGeom>
            </p:spPr>
          </p:pic>
          <p:grpSp>
            <p:nvGrpSpPr>
              <p:cNvPr id="208" name="Groupe 207">
                <a:extLst>
                  <a:ext uri="{FF2B5EF4-FFF2-40B4-BE49-F238E27FC236}">
                    <a16:creationId xmlns:a16="http://schemas.microsoft.com/office/drawing/2014/main" id="{B1987D90-BB0A-441E-A8CD-1B8056B317C6}"/>
                  </a:ext>
                </a:extLst>
              </p:cNvPr>
              <p:cNvGrpSpPr/>
              <p:nvPr/>
            </p:nvGrpSpPr>
            <p:grpSpPr>
              <a:xfrm rot="21051146" flipH="1">
                <a:off x="10408603" y="1944527"/>
                <a:ext cx="391604" cy="567289"/>
                <a:chOff x="5616686" y="6627757"/>
                <a:chExt cx="644414" cy="888746"/>
              </a:xfrm>
              <a:grpFill/>
            </p:grpSpPr>
            <p:pic>
              <p:nvPicPr>
                <p:cNvPr id="210" name="Graphique 209" descr="Drapeau de golf dans un trou avec un remplissage uni">
                  <a:extLst>
                    <a:ext uri="{FF2B5EF4-FFF2-40B4-BE49-F238E27FC236}">
                      <a16:creationId xmlns:a16="http://schemas.microsoft.com/office/drawing/2014/main" id="{EBDE9471-0541-466D-B0B7-F1CE171F79D0}"/>
                    </a:ext>
                  </a:extLst>
                </p:cNvPr>
                <p:cNvPicPr>
                  <a:picLocks noChangeAspect="1"/>
                </p:cNvPicPr>
                <p:nvPr/>
              </p:nvPicPr>
              <p:blipFill rotWithShape="1">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rcRect l="19715" t="5069" r="36313" b="56423"/>
                <a:stretch/>
              </p:blipFill>
              <p:spPr>
                <a:xfrm>
                  <a:off x="5616686" y="6627757"/>
                  <a:ext cx="644414" cy="564328"/>
                </a:xfrm>
                <a:prstGeom prst="rect">
                  <a:avLst/>
                </a:prstGeom>
              </p:spPr>
            </p:pic>
            <p:sp>
              <p:nvSpPr>
                <p:cNvPr id="211" name="Rectangle : coins arrondis 210">
                  <a:extLst>
                    <a:ext uri="{FF2B5EF4-FFF2-40B4-BE49-F238E27FC236}">
                      <a16:creationId xmlns:a16="http://schemas.microsoft.com/office/drawing/2014/main" id="{0EDE5F68-8380-444A-9220-95C8A38B74F7}"/>
                    </a:ext>
                  </a:extLst>
                </p:cNvPr>
                <p:cNvSpPr/>
                <p:nvPr/>
              </p:nvSpPr>
              <p:spPr>
                <a:xfrm rot="5400000">
                  <a:off x="5542703" y="7279829"/>
                  <a:ext cx="385705" cy="87643"/>
                </a:xfrm>
                <a:prstGeom prst="roundRect">
                  <a:avLst>
                    <a:gd name="adj" fmla="val 50000"/>
                  </a:avLst>
                </a:prstGeom>
                <a:solidFill>
                  <a:schemeClr val="bg1">
                    <a:lumMod val="7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209" name="Image 208">
                <a:extLst>
                  <a:ext uri="{FF2B5EF4-FFF2-40B4-BE49-F238E27FC236}">
                    <a16:creationId xmlns:a16="http://schemas.microsoft.com/office/drawing/2014/main" id="{6CF15F0C-BC16-463C-B056-E227683166ED}"/>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rot="20424315">
                <a:off x="10580132" y="2034678"/>
                <a:ext cx="120335" cy="116088"/>
              </a:xfrm>
              <a:prstGeom prst="rect">
                <a:avLst/>
              </a:prstGeom>
              <a:noFill/>
              <a:ln>
                <a:noFill/>
              </a:ln>
            </p:spPr>
          </p:pic>
        </p:grpSp>
        <p:grpSp>
          <p:nvGrpSpPr>
            <p:cNvPr id="214" name="Groupe 213">
              <a:extLst>
                <a:ext uri="{FF2B5EF4-FFF2-40B4-BE49-F238E27FC236}">
                  <a16:creationId xmlns:a16="http://schemas.microsoft.com/office/drawing/2014/main" id="{C3EE8BE4-25D0-4640-B54B-B00A74C5313C}"/>
                </a:ext>
              </a:extLst>
            </p:cNvPr>
            <p:cNvGrpSpPr/>
            <p:nvPr/>
          </p:nvGrpSpPr>
          <p:grpSpPr>
            <a:xfrm>
              <a:off x="8393845" y="4666130"/>
              <a:ext cx="369792" cy="327022"/>
              <a:chOff x="3239584" y="4265153"/>
              <a:chExt cx="944022" cy="834837"/>
            </a:xfrm>
          </p:grpSpPr>
          <p:grpSp>
            <p:nvGrpSpPr>
              <p:cNvPr id="215" name="Groupe 214">
                <a:extLst>
                  <a:ext uri="{FF2B5EF4-FFF2-40B4-BE49-F238E27FC236}">
                    <a16:creationId xmlns:a16="http://schemas.microsoft.com/office/drawing/2014/main" id="{31FEF429-497D-40BB-8074-3D86FC00C0AF}"/>
                  </a:ext>
                </a:extLst>
              </p:cNvPr>
              <p:cNvGrpSpPr/>
              <p:nvPr/>
            </p:nvGrpSpPr>
            <p:grpSpPr>
              <a:xfrm>
                <a:off x="3239584" y="4265153"/>
                <a:ext cx="944022" cy="834837"/>
                <a:chOff x="3239584" y="4265153"/>
                <a:chExt cx="944022" cy="834837"/>
              </a:xfrm>
            </p:grpSpPr>
            <p:pic>
              <p:nvPicPr>
                <p:cNvPr id="217" name="Graphique 216" descr="Personne confuse avec un remplissage uni">
                  <a:extLst>
                    <a:ext uri="{FF2B5EF4-FFF2-40B4-BE49-F238E27FC236}">
                      <a16:creationId xmlns:a16="http://schemas.microsoft.com/office/drawing/2014/main" id="{59F3F784-F2C1-4DF4-853A-588309E1AE4B}"/>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3239584" y="4281195"/>
                  <a:ext cx="818795" cy="818795"/>
                </a:xfrm>
                <a:prstGeom prst="rect">
                  <a:avLst/>
                </a:prstGeom>
              </p:spPr>
            </p:pic>
            <p:pic>
              <p:nvPicPr>
                <p:cNvPr id="218" name="Graphique 217" descr="Calendrier journalier avec un remplissage uni">
                  <a:extLst>
                    <a:ext uri="{FF2B5EF4-FFF2-40B4-BE49-F238E27FC236}">
                      <a16:creationId xmlns:a16="http://schemas.microsoft.com/office/drawing/2014/main" id="{CC1AC55E-D6EC-4755-8E52-0E6DDF5E8A1D}"/>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3826152" y="4265153"/>
                  <a:ext cx="357454" cy="357454"/>
                </a:xfrm>
                <a:prstGeom prst="rect">
                  <a:avLst/>
                </a:prstGeom>
              </p:spPr>
            </p:pic>
          </p:grpSp>
          <p:pic>
            <p:nvPicPr>
              <p:cNvPr id="216" name="Image 215">
                <a:extLst>
                  <a:ext uri="{FF2B5EF4-FFF2-40B4-BE49-F238E27FC236}">
                    <a16:creationId xmlns:a16="http://schemas.microsoft.com/office/drawing/2014/main" id="{AE61C2AB-CBCB-47D5-9628-9F025E54B000}"/>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3287011" y="4369569"/>
                <a:ext cx="204094" cy="196889"/>
              </a:xfrm>
              <a:prstGeom prst="rect">
                <a:avLst/>
              </a:prstGeom>
              <a:noFill/>
            </p:spPr>
          </p:pic>
        </p:grpSp>
        <p:grpSp>
          <p:nvGrpSpPr>
            <p:cNvPr id="219" name="Groupe 218">
              <a:extLst>
                <a:ext uri="{FF2B5EF4-FFF2-40B4-BE49-F238E27FC236}">
                  <a16:creationId xmlns:a16="http://schemas.microsoft.com/office/drawing/2014/main" id="{DA05D539-A151-4002-9708-8BE9084FA930}"/>
                </a:ext>
              </a:extLst>
            </p:cNvPr>
            <p:cNvGrpSpPr/>
            <p:nvPr/>
          </p:nvGrpSpPr>
          <p:grpSpPr>
            <a:xfrm>
              <a:off x="7821450" y="4770717"/>
              <a:ext cx="305284" cy="428880"/>
              <a:chOff x="519806" y="4346910"/>
              <a:chExt cx="779343" cy="1094864"/>
            </a:xfrm>
          </p:grpSpPr>
          <p:pic>
            <p:nvPicPr>
              <p:cNvPr id="220" name="Graphique 219" descr="Homme avec un remplissage uni">
                <a:extLst>
                  <a:ext uri="{FF2B5EF4-FFF2-40B4-BE49-F238E27FC236}">
                    <a16:creationId xmlns:a16="http://schemas.microsoft.com/office/drawing/2014/main" id="{50843A57-FC6D-4A73-9CC5-960FC179E97E}"/>
                  </a:ext>
                </a:extLst>
              </p:cNvPr>
              <p:cNvPicPr>
                <a:picLocks noChangeAspect="1"/>
              </p:cNvPicPr>
              <p:nvPr/>
            </p:nvPicPr>
            <p:blipFill rotWithShape="1">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rcRect t="759" b="1"/>
              <a:stretch/>
            </p:blipFill>
            <p:spPr>
              <a:xfrm>
                <a:off x="519806" y="4750406"/>
                <a:ext cx="696654" cy="691368"/>
              </a:xfrm>
              <a:prstGeom prst="rect">
                <a:avLst/>
              </a:prstGeom>
            </p:spPr>
          </p:pic>
          <p:pic>
            <p:nvPicPr>
              <p:cNvPr id="221" name="Graphique 220" descr="Questions avec un remplissage uni">
                <a:extLst>
                  <a:ext uri="{FF2B5EF4-FFF2-40B4-BE49-F238E27FC236}">
                    <a16:creationId xmlns:a16="http://schemas.microsoft.com/office/drawing/2014/main" id="{57814AE4-5D79-4803-A2B5-249FACE5F588}"/>
                  </a:ext>
                </a:extLst>
              </p:cNvPr>
              <p:cNvPicPr>
                <a:picLocks noChangeAspect="1"/>
              </p:cNvPicPr>
              <p:nvPr/>
            </p:nvPicPr>
            <p:blipFill rotWithShape="1">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rcRect l="42233" t="4436" r="9899" b="50565"/>
              <a:stretch/>
            </p:blipFill>
            <p:spPr>
              <a:xfrm>
                <a:off x="840636" y="4346910"/>
                <a:ext cx="458513" cy="431034"/>
              </a:xfrm>
              <a:prstGeom prst="rect">
                <a:avLst/>
              </a:prstGeom>
            </p:spPr>
          </p:pic>
          <p:sp>
            <p:nvSpPr>
              <p:cNvPr id="222" name="Rectangle : coins arrondis 221">
                <a:extLst>
                  <a:ext uri="{FF2B5EF4-FFF2-40B4-BE49-F238E27FC236}">
                    <a16:creationId xmlns:a16="http://schemas.microsoft.com/office/drawing/2014/main" id="{7CE0E32D-5D84-409B-91B2-337B297326D7}"/>
                  </a:ext>
                </a:extLst>
              </p:cNvPr>
              <p:cNvSpPr/>
              <p:nvPr/>
            </p:nvSpPr>
            <p:spPr>
              <a:xfrm>
                <a:off x="664001" y="4384434"/>
                <a:ext cx="277803" cy="296727"/>
              </a:xfrm>
              <a:prstGeom prst="roundRect">
                <a:avLst/>
              </a:prstGeom>
              <a:solidFill>
                <a:schemeClr val="bg1">
                  <a:lumMod val="5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pic>
            <p:nvPicPr>
              <p:cNvPr id="223" name="Image 222">
                <a:extLst>
                  <a:ext uri="{FF2B5EF4-FFF2-40B4-BE49-F238E27FC236}">
                    <a16:creationId xmlns:a16="http://schemas.microsoft.com/office/drawing/2014/main" id="{6DD4E8A5-1CA1-4F65-A8E6-F0D9CAACE2F1}"/>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750577" y="4447088"/>
                <a:ext cx="175109" cy="168928"/>
              </a:xfrm>
              <a:prstGeom prst="rect">
                <a:avLst/>
              </a:prstGeom>
            </p:spPr>
          </p:pic>
        </p:grpSp>
        <p:grpSp>
          <p:nvGrpSpPr>
            <p:cNvPr id="224" name="Groupe 223">
              <a:extLst>
                <a:ext uri="{FF2B5EF4-FFF2-40B4-BE49-F238E27FC236}">
                  <a16:creationId xmlns:a16="http://schemas.microsoft.com/office/drawing/2014/main" id="{21842D06-86C8-4426-A38E-B8E0D3A6029F}"/>
                </a:ext>
              </a:extLst>
            </p:cNvPr>
            <p:cNvGrpSpPr/>
            <p:nvPr/>
          </p:nvGrpSpPr>
          <p:grpSpPr>
            <a:xfrm>
              <a:off x="9546063" y="4352295"/>
              <a:ext cx="320969" cy="345996"/>
              <a:chOff x="6060465" y="3463636"/>
              <a:chExt cx="819385" cy="883274"/>
            </a:xfrm>
            <a:solidFill>
              <a:srgbClr val="ED7D31"/>
            </a:solidFill>
          </p:grpSpPr>
          <p:pic>
            <p:nvPicPr>
              <p:cNvPr id="225" name="Graphique 224" descr="Presse-papiers mixte avec un remplissage uni">
                <a:extLst>
                  <a:ext uri="{FF2B5EF4-FFF2-40B4-BE49-F238E27FC236}">
                    <a16:creationId xmlns:a16="http://schemas.microsoft.com/office/drawing/2014/main" id="{D13450DA-5457-452F-A4A9-DFABA2769825}"/>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rot="20207580">
                <a:off x="6060465" y="3580343"/>
                <a:ext cx="314429" cy="314429"/>
              </a:xfrm>
              <a:prstGeom prst="rect">
                <a:avLst/>
              </a:prstGeom>
            </p:spPr>
          </p:pic>
          <p:grpSp>
            <p:nvGrpSpPr>
              <p:cNvPr id="226" name="Groupe 225">
                <a:extLst>
                  <a:ext uri="{FF2B5EF4-FFF2-40B4-BE49-F238E27FC236}">
                    <a16:creationId xmlns:a16="http://schemas.microsoft.com/office/drawing/2014/main" id="{05E867DC-36B5-448C-BC92-16FF83BB4C0D}"/>
                  </a:ext>
                </a:extLst>
              </p:cNvPr>
              <p:cNvGrpSpPr/>
              <p:nvPr/>
            </p:nvGrpSpPr>
            <p:grpSpPr>
              <a:xfrm>
                <a:off x="6132133" y="3463636"/>
                <a:ext cx="612923" cy="883274"/>
                <a:chOff x="6132133" y="3463636"/>
                <a:chExt cx="612923" cy="883274"/>
              </a:xfrm>
              <a:grpFill/>
            </p:grpSpPr>
            <p:pic>
              <p:nvPicPr>
                <p:cNvPr id="229" name="Graphique 228" descr="Centre d’appels avec un remplissage uni">
                  <a:extLst>
                    <a:ext uri="{FF2B5EF4-FFF2-40B4-BE49-F238E27FC236}">
                      <a16:creationId xmlns:a16="http://schemas.microsoft.com/office/drawing/2014/main" id="{B83286EC-21F9-4FBE-B4FB-709AEA4162D8}"/>
                    </a:ext>
                  </a:extLst>
                </p:cNvPr>
                <p:cNvPicPr>
                  <a:picLocks noChangeAspect="1"/>
                </p:cNvPicPr>
                <p:nvPr/>
              </p:nvPicPr>
              <p:blipFill rotWithShape="1">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rcRect b="44092"/>
                <a:stretch/>
              </p:blipFill>
              <p:spPr>
                <a:xfrm>
                  <a:off x="6322855" y="3463636"/>
                  <a:ext cx="422201" cy="236042"/>
                </a:xfrm>
                <a:prstGeom prst="rect">
                  <a:avLst/>
                </a:prstGeom>
              </p:spPr>
            </p:pic>
            <p:grpSp>
              <p:nvGrpSpPr>
                <p:cNvPr id="230" name="Groupe 229">
                  <a:extLst>
                    <a:ext uri="{FF2B5EF4-FFF2-40B4-BE49-F238E27FC236}">
                      <a16:creationId xmlns:a16="http://schemas.microsoft.com/office/drawing/2014/main" id="{D17ED49E-3440-47DB-8343-1876368F7668}"/>
                    </a:ext>
                  </a:extLst>
                </p:cNvPr>
                <p:cNvGrpSpPr/>
                <p:nvPr/>
              </p:nvGrpSpPr>
              <p:grpSpPr>
                <a:xfrm flipH="1">
                  <a:off x="6132133" y="3682042"/>
                  <a:ext cx="611857" cy="664868"/>
                  <a:chOff x="5018285" y="4055721"/>
                  <a:chExt cx="696982" cy="731970"/>
                </a:xfrm>
                <a:grpFill/>
              </p:grpSpPr>
              <p:pic>
                <p:nvPicPr>
                  <p:cNvPr id="231" name="Graphique 230" descr="Personne confuse avec un remplissage uni">
                    <a:extLst>
                      <a:ext uri="{FF2B5EF4-FFF2-40B4-BE49-F238E27FC236}">
                        <a16:creationId xmlns:a16="http://schemas.microsoft.com/office/drawing/2014/main" id="{C4F92F32-FBCE-4D09-96AC-CAA3171B040C}"/>
                      </a:ext>
                    </a:extLst>
                  </p:cNvPr>
                  <p:cNvPicPr>
                    <a:picLocks noChangeAspect="1"/>
                  </p:cNvPicPr>
                  <p:nvPr/>
                </p:nvPicPr>
                <p:blipFill rotWithShape="1">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rcRect l="30440" t="19951" r="-1"/>
                  <a:stretch/>
                </p:blipFill>
                <p:spPr>
                  <a:xfrm>
                    <a:off x="5079207" y="4055721"/>
                    <a:ext cx="636060" cy="731970"/>
                  </a:xfrm>
                  <a:prstGeom prst="rect">
                    <a:avLst/>
                  </a:prstGeom>
                </p:spPr>
              </p:pic>
              <p:sp>
                <p:nvSpPr>
                  <p:cNvPr id="232" name="Rectangle : coins arrondis 231">
                    <a:extLst>
                      <a:ext uri="{FF2B5EF4-FFF2-40B4-BE49-F238E27FC236}">
                        <a16:creationId xmlns:a16="http://schemas.microsoft.com/office/drawing/2014/main" id="{7E38BD34-538E-4247-94B5-DDBC1B6AC34E}"/>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pic>
            <p:nvPicPr>
              <p:cNvPr id="227" name="Image 226">
                <a:extLst>
                  <a:ext uri="{FF2B5EF4-FFF2-40B4-BE49-F238E27FC236}">
                    <a16:creationId xmlns:a16="http://schemas.microsoft.com/office/drawing/2014/main" id="{25F980C4-9BB9-4F77-9237-8540DB821F68}"/>
                  </a:ext>
                </a:extLst>
              </p:cNvPr>
              <p:cNvPicPr>
                <a:picLocks noChangeAspect="1"/>
              </p:cNvPicPr>
              <p:nvPr/>
            </p:nvPicPr>
            <p:blipFill>
              <a:blip r:embed="rId38">
                <a:extLst>
                  <a:ext uri="{BEBA8EAE-BF5A-486C-A8C5-ECC9F3942E4B}">
                    <a14:imgProps xmlns:a14="http://schemas.microsoft.com/office/drawing/2010/main">
                      <a14:imgLayer r:embed="rId39">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474915" y="3741133"/>
                <a:ext cx="109675" cy="109475"/>
              </a:xfrm>
              <a:prstGeom prst="rect">
                <a:avLst/>
              </a:prstGeom>
              <a:grpFill/>
            </p:spPr>
          </p:pic>
          <p:pic>
            <p:nvPicPr>
              <p:cNvPr id="228" name="Graphique 227" descr="Chronomètre avec un remplissage uni">
                <a:extLst>
                  <a:ext uri="{FF2B5EF4-FFF2-40B4-BE49-F238E27FC236}">
                    <a16:creationId xmlns:a16="http://schemas.microsoft.com/office/drawing/2014/main" id="{3AD7168E-691B-4085-BB26-90F6CDDA044B}"/>
                  </a:ext>
                </a:extLst>
              </p:cNvPr>
              <p:cNvPicPr>
                <a:picLocks noChangeAspect="1"/>
              </p:cNvPicPr>
              <p:nvPr/>
            </p:nvPicPr>
            <p:blipFill>
              <a:blip r:embed="rId40">
                <a:extLst>
                  <a:ext uri="{28A0092B-C50C-407E-A947-70E740481C1C}">
                    <a14:useLocalDpi xmlns:a14="http://schemas.microsoft.com/office/drawing/2010/main" val="0"/>
                  </a:ext>
                  <a:ext uri="{96DAC541-7B7A-43D3-8B79-37D633B846F1}">
                    <asvg:svgBlip xmlns:asvg="http://schemas.microsoft.com/office/drawing/2016/SVG/main" r:embed="rId41"/>
                  </a:ext>
                </a:extLst>
              </a:blip>
              <a:stretch>
                <a:fillRect/>
              </a:stretch>
            </p:blipFill>
            <p:spPr>
              <a:xfrm>
                <a:off x="6714271" y="3602551"/>
                <a:ext cx="165579" cy="165579"/>
              </a:xfrm>
              <a:prstGeom prst="rect">
                <a:avLst/>
              </a:prstGeom>
            </p:spPr>
          </p:pic>
        </p:grpSp>
        <p:grpSp>
          <p:nvGrpSpPr>
            <p:cNvPr id="233" name="Groupe 232">
              <a:extLst>
                <a:ext uri="{FF2B5EF4-FFF2-40B4-BE49-F238E27FC236}">
                  <a16:creationId xmlns:a16="http://schemas.microsoft.com/office/drawing/2014/main" id="{1254C408-9FB4-43B0-93BD-FB236001ACA1}"/>
                </a:ext>
              </a:extLst>
            </p:cNvPr>
            <p:cNvGrpSpPr/>
            <p:nvPr/>
          </p:nvGrpSpPr>
          <p:grpSpPr>
            <a:xfrm>
              <a:off x="10118205" y="4192892"/>
              <a:ext cx="384685" cy="416561"/>
              <a:chOff x="7560150" y="2879049"/>
              <a:chExt cx="982042" cy="1063416"/>
            </a:xfrm>
            <a:solidFill>
              <a:srgbClr val="ED7D31"/>
            </a:solidFill>
          </p:grpSpPr>
          <p:grpSp>
            <p:nvGrpSpPr>
              <p:cNvPr id="234" name="Groupe 233">
                <a:extLst>
                  <a:ext uri="{FF2B5EF4-FFF2-40B4-BE49-F238E27FC236}">
                    <a16:creationId xmlns:a16="http://schemas.microsoft.com/office/drawing/2014/main" id="{190F480C-21E2-4F20-8CBC-D31074B922CD}"/>
                  </a:ext>
                </a:extLst>
              </p:cNvPr>
              <p:cNvGrpSpPr/>
              <p:nvPr/>
            </p:nvGrpSpPr>
            <p:grpSpPr>
              <a:xfrm>
                <a:off x="7798849" y="2879049"/>
                <a:ext cx="743343" cy="1063416"/>
                <a:chOff x="6391015" y="3260296"/>
                <a:chExt cx="743343" cy="1063416"/>
              </a:xfrm>
              <a:grpFill/>
            </p:grpSpPr>
            <p:grpSp>
              <p:nvGrpSpPr>
                <p:cNvPr id="236" name="Groupe 235">
                  <a:extLst>
                    <a:ext uri="{FF2B5EF4-FFF2-40B4-BE49-F238E27FC236}">
                      <a16:creationId xmlns:a16="http://schemas.microsoft.com/office/drawing/2014/main" id="{8E9F09D7-8163-43B8-B53D-09A50B420364}"/>
                    </a:ext>
                  </a:extLst>
                </p:cNvPr>
                <p:cNvGrpSpPr/>
                <p:nvPr/>
              </p:nvGrpSpPr>
              <p:grpSpPr>
                <a:xfrm>
                  <a:off x="6391015" y="3260296"/>
                  <a:ext cx="743343" cy="1063416"/>
                  <a:chOff x="6298348" y="3168316"/>
                  <a:chExt cx="867130" cy="1240504"/>
                </a:xfrm>
                <a:grpFill/>
              </p:grpSpPr>
              <p:pic>
                <p:nvPicPr>
                  <p:cNvPr id="238" name="Graphique 237" descr="Enseignant avec un remplissage uni">
                    <a:extLst>
                      <a:ext uri="{FF2B5EF4-FFF2-40B4-BE49-F238E27FC236}">
                        <a16:creationId xmlns:a16="http://schemas.microsoft.com/office/drawing/2014/main" id="{C72507A1-A9D2-43A6-BE25-AB6EA838D929}"/>
                      </a:ext>
                    </a:extLst>
                  </p:cNvPr>
                  <p:cNvPicPr>
                    <a:picLocks noChangeAspect="1"/>
                  </p:cNvPicPr>
                  <p:nvPr/>
                </p:nvPicPr>
                <p:blipFill>
                  <a:blip r:embed="rId42">
                    <a:extLst>
                      <a:ext uri="{28A0092B-C50C-407E-A947-70E740481C1C}">
                        <a14:useLocalDpi xmlns:a14="http://schemas.microsoft.com/office/drawing/2010/main" val="0"/>
                      </a:ext>
                      <a:ext uri="{96DAC541-7B7A-43D3-8B79-37D633B846F1}">
                        <asvg:svgBlip xmlns:asvg="http://schemas.microsoft.com/office/drawing/2016/SVG/main" r:embed="rId43"/>
                      </a:ext>
                    </a:extLst>
                  </a:blip>
                  <a:stretch>
                    <a:fillRect/>
                  </a:stretch>
                </p:blipFill>
                <p:spPr>
                  <a:xfrm>
                    <a:off x="6298348" y="3168316"/>
                    <a:ext cx="867130" cy="867130"/>
                  </a:xfrm>
                  <a:prstGeom prst="rect">
                    <a:avLst/>
                  </a:prstGeom>
                </p:spPr>
              </p:pic>
              <p:pic>
                <p:nvPicPr>
                  <p:cNvPr id="239" name="Graphique 238" descr="Personne confuse avec un remplissage uni">
                    <a:extLst>
                      <a:ext uri="{FF2B5EF4-FFF2-40B4-BE49-F238E27FC236}">
                        <a16:creationId xmlns:a16="http://schemas.microsoft.com/office/drawing/2014/main" id="{00F5404D-D423-402C-BA1A-8045E972C8C6}"/>
                      </a:ext>
                    </a:extLst>
                  </p:cNvPr>
                  <p:cNvPicPr>
                    <a:picLocks noChangeAspect="1"/>
                  </p:cNvPicPr>
                  <p:nvPr/>
                </p:nvPicPr>
                <p:blipFill rotWithShape="1">
                  <a:blip r:embed="rId36">
                    <a:extLst>
                      <a:ext uri="{28A0092B-C50C-407E-A947-70E740481C1C}">
                        <a14:useLocalDpi xmlns:a14="http://schemas.microsoft.com/office/drawing/2010/main" val="0"/>
                      </a:ext>
                      <a:ext uri="{96DAC541-7B7A-43D3-8B79-37D633B846F1}">
                        <asvg:svgBlip xmlns:asvg="http://schemas.microsoft.com/office/drawing/2016/SVG/main" r:embed="rId44"/>
                      </a:ext>
                    </a:extLst>
                  </a:blip>
                  <a:srcRect l="34664" t="32545" r="38513" b="-1"/>
                  <a:stretch/>
                </p:blipFill>
                <p:spPr>
                  <a:xfrm>
                    <a:off x="6367463" y="3792004"/>
                    <a:ext cx="245268" cy="616816"/>
                  </a:xfrm>
                  <a:prstGeom prst="rect">
                    <a:avLst/>
                  </a:prstGeom>
                </p:spPr>
              </p:pic>
              <p:sp>
                <p:nvSpPr>
                  <p:cNvPr id="240" name="Rectangle : coins arrondis 239">
                    <a:extLst>
                      <a:ext uri="{FF2B5EF4-FFF2-40B4-BE49-F238E27FC236}">
                        <a16:creationId xmlns:a16="http://schemas.microsoft.com/office/drawing/2014/main" id="{3DF48B1D-C108-4813-BBF0-DC0BFFA2475E}"/>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237" name="Image 236">
                  <a:extLst>
                    <a:ext uri="{FF2B5EF4-FFF2-40B4-BE49-F238E27FC236}">
                      <a16:creationId xmlns:a16="http://schemas.microsoft.com/office/drawing/2014/main" id="{19DA11AD-0E64-4731-831B-E6B7D10AAB4A}"/>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6951983" y="3638955"/>
                  <a:ext cx="98432" cy="94958"/>
                </a:xfrm>
                <a:prstGeom prst="rect">
                  <a:avLst/>
                </a:prstGeom>
                <a:noFill/>
                <a:ln>
                  <a:noFill/>
                </a:ln>
              </p:spPr>
            </p:pic>
          </p:grpSp>
          <p:pic>
            <p:nvPicPr>
              <p:cNvPr id="235" name="Graphique 234" descr="Presse-papiers mixte avec un remplissage uni">
                <a:extLst>
                  <a:ext uri="{FF2B5EF4-FFF2-40B4-BE49-F238E27FC236}">
                    <a16:creationId xmlns:a16="http://schemas.microsoft.com/office/drawing/2014/main" id="{7E892AEB-73DD-472B-A085-8C37D72C6404}"/>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45"/>
                  </a:ext>
                </a:extLst>
              </a:blip>
              <a:stretch>
                <a:fillRect/>
              </a:stretch>
            </p:blipFill>
            <p:spPr>
              <a:xfrm rot="20207580">
                <a:off x="7560150" y="3329802"/>
                <a:ext cx="314429" cy="314429"/>
              </a:xfrm>
              <a:prstGeom prst="rect">
                <a:avLst/>
              </a:prstGeom>
            </p:spPr>
          </p:pic>
        </p:grpSp>
        <p:grpSp>
          <p:nvGrpSpPr>
            <p:cNvPr id="241" name="Groupe 240">
              <a:extLst>
                <a:ext uri="{FF2B5EF4-FFF2-40B4-BE49-F238E27FC236}">
                  <a16:creationId xmlns:a16="http://schemas.microsoft.com/office/drawing/2014/main" id="{755A447A-DC47-4DA3-A43A-5489C1071654}"/>
                </a:ext>
              </a:extLst>
            </p:cNvPr>
            <p:cNvGrpSpPr/>
            <p:nvPr/>
          </p:nvGrpSpPr>
          <p:grpSpPr>
            <a:xfrm>
              <a:off x="10655820" y="4035176"/>
              <a:ext cx="476375" cy="459516"/>
              <a:chOff x="8930936" y="2408583"/>
              <a:chExt cx="1216113" cy="1173074"/>
            </a:xfrm>
            <a:solidFill>
              <a:schemeClr val="accent1"/>
            </a:solidFill>
          </p:grpSpPr>
          <p:grpSp>
            <p:nvGrpSpPr>
              <p:cNvPr id="242" name="Groupe 241">
                <a:extLst>
                  <a:ext uri="{FF2B5EF4-FFF2-40B4-BE49-F238E27FC236}">
                    <a16:creationId xmlns:a16="http://schemas.microsoft.com/office/drawing/2014/main" id="{841434E9-9897-4774-B587-A7C3F6EF6D87}"/>
                  </a:ext>
                </a:extLst>
              </p:cNvPr>
              <p:cNvGrpSpPr/>
              <p:nvPr/>
            </p:nvGrpSpPr>
            <p:grpSpPr>
              <a:xfrm>
                <a:off x="8930936" y="2408583"/>
                <a:ext cx="1216113" cy="1173074"/>
                <a:chOff x="8930936" y="2401291"/>
                <a:chExt cx="1216113" cy="1173074"/>
              </a:xfrm>
              <a:grpFill/>
            </p:grpSpPr>
            <p:pic>
              <p:nvPicPr>
                <p:cNvPr id="246" name="Graphique 245" descr="Plan avec un remplissage uni">
                  <a:extLst>
                    <a:ext uri="{FF2B5EF4-FFF2-40B4-BE49-F238E27FC236}">
                      <a16:creationId xmlns:a16="http://schemas.microsoft.com/office/drawing/2014/main" id="{15AC5DE8-19AD-474F-BFFD-8E1F035F8AEA}"/>
                    </a:ext>
                  </a:extLst>
                </p:cNvPr>
                <p:cNvPicPr>
                  <a:picLocks noChangeAspect="1"/>
                </p:cNvPicPr>
                <p:nvPr/>
              </p:nvPicPr>
              <p:blipFill>
                <a:blip r:embed="rId46">
                  <a:extLst>
                    <a:ext uri="{28A0092B-C50C-407E-A947-70E740481C1C}">
                      <a14:useLocalDpi xmlns:a14="http://schemas.microsoft.com/office/drawing/2010/main" val="0"/>
                    </a:ext>
                    <a:ext uri="{96DAC541-7B7A-43D3-8B79-37D633B846F1}">
                      <asvg:svgBlip xmlns:asvg="http://schemas.microsoft.com/office/drawing/2016/SVG/main" r:embed="rId47"/>
                    </a:ext>
                  </a:extLst>
                </a:blip>
                <a:stretch>
                  <a:fillRect/>
                </a:stretch>
              </p:blipFill>
              <p:spPr>
                <a:xfrm>
                  <a:off x="8930936" y="2401291"/>
                  <a:ext cx="590762" cy="590762"/>
                </a:xfrm>
                <a:prstGeom prst="rect">
                  <a:avLst/>
                </a:prstGeom>
              </p:spPr>
            </p:pic>
            <p:grpSp>
              <p:nvGrpSpPr>
                <p:cNvPr id="247" name="Groupe 246">
                  <a:extLst>
                    <a:ext uri="{FF2B5EF4-FFF2-40B4-BE49-F238E27FC236}">
                      <a16:creationId xmlns:a16="http://schemas.microsoft.com/office/drawing/2014/main" id="{5484F1E9-A3A8-47B8-A110-B5882B57EFB3}"/>
                    </a:ext>
                  </a:extLst>
                </p:cNvPr>
                <p:cNvGrpSpPr/>
                <p:nvPr/>
              </p:nvGrpSpPr>
              <p:grpSpPr>
                <a:xfrm>
                  <a:off x="9450069" y="2659965"/>
                  <a:ext cx="696980" cy="914400"/>
                  <a:chOff x="5018285" y="3873291"/>
                  <a:chExt cx="696980" cy="914400"/>
                </a:xfrm>
                <a:grpFill/>
              </p:grpSpPr>
              <p:pic>
                <p:nvPicPr>
                  <p:cNvPr id="248" name="Graphique 247" descr="Personne confuse avec un remplissage uni">
                    <a:extLst>
                      <a:ext uri="{FF2B5EF4-FFF2-40B4-BE49-F238E27FC236}">
                        <a16:creationId xmlns:a16="http://schemas.microsoft.com/office/drawing/2014/main" id="{B0D82835-FCA8-4075-8F51-119CBC082FED}"/>
                      </a:ext>
                    </a:extLst>
                  </p:cNvPr>
                  <p:cNvPicPr>
                    <a:picLocks noChangeAspect="1"/>
                  </p:cNvPicPr>
                  <p:nvPr/>
                </p:nvPicPr>
                <p:blipFill rotWithShape="1">
                  <a:blip r:embed="rId17">
                    <a:extLst>
                      <a:ext uri="{28A0092B-C50C-407E-A947-70E740481C1C}">
                        <a14:useLocalDpi xmlns:a14="http://schemas.microsoft.com/office/drawing/2010/main" val="0"/>
                      </a:ext>
                      <a:ext uri="{96DAC541-7B7A-43D3-8B79-37D633B846F1}">
                        <asvg:svgBlip xmlns:asvg="http://schemas.microsoft.com/office/drawing/2016/SVG/main" r:embed="rId48"/>
                      </a:ext>
                    </a:extLst>
                  </a:blip>
                  <a:srcRect l="30440" r="-1"/>
                  <a:stretch/>
                </p:blipFill>
                <p:spPr>
                  <a:xfrm>
                    <a:off x="5079206" y="3873291"/>
                    <a:ext cx="636059" cy="914400"/>
                  </a:xfrm>
                  <a:prstGeom prst="rect">
                    <a:avLst/>
                  </a:prstGeom>
                </p:spPr>
              </p:pic>
              <p:sp>
                <p:nvSpPr>
                  <p:cNvPr id="249" name="Rectangle : coins arrondis 248">
                    <a:extLst>
                      <a:ext uri="{FF2B5EF4-FFF2-40B4-BE49-F238E27FC236}">
                        <a16:creationId xmlns:a16="http://schemas.microsoft.com/office/drawing/2014/main" id="{0352EEFE-CCDE-47CA-A16A-34B1934880C7}"/>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grpSp>
            <p:nvGrpSpPr>
              <p:cNvPr id="243" name="Groupe 242">
                <a:extLst>
                  <a:ext uri="{FF2B5EF4-FFF2-40B4-BE49-F238E27FC236}">
                    <a16:creationId xmlns:a16="http://schemas.microsoft.com/office/drawing/2014/main" id="{5923A8A0-DACE-43AE-989F-9FDED883D0E8}"/>
                  </a:ext>
                </a:extLst>
              </p:cNvPr>
              <p:cNvGrpSpPr/>
              <p:nvPr/>
            </p:nvGrpSpPr>
            <p:grpSpPr>
              <a:xfrm>
                <a:off x="9237852" y="2714693"/>
                <a:ext cx="199881" cy="170748"/>
                <a:chOff x="8303417" y="2625343"/>
                <a:chExt cx="199881" cy="170748"/>
              </a:xfrm>
              <a:grpFill/>
            </p:grpSpPr>
            <p:sp>
              <p:nvSpPr>
                <p:cNvPr id="244" name="Rectangle 243">
                  <a:extLst>
                    <a:ext uri="{FF2B5EF4-FFF2-40B4-BE49-F238E27FC236}">
                      <a16:creationId xmlns:a16="http://schemas.microsoft.com/office/drawing/2014/main" id="{3E50DBF0-24D5-461F-B11D-F6D5916E0253}"/>
                    </a:ext>
                  </a:extLst>
                </p:cNvPr>
                <p:cNvSpPr/>
                <p:nvPr/>
              </p:nvSpPr>
              <p:spPr>
                <a:xfrm>
                  <a:off x="8303417" y="2625343"/>
                  <a:ext cx="199881" cy="1671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45" name="Image 244">
                  <a:extLst>
                    <a:ext uri="{FF2B5EF4-FFF2-40B4-BE49-F238E27FC236}">
                      <a16:creationId xmlns:a16="http://schemas.microsoft.com/office/drawing/2014/main" id="{F141D9DB-D72E-4B78-BB65-2D872B4682CD}"/>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8319665" y="2634616"/>
                  <a:ext cx="167384" cy="161475"/>
                </a:xfrm>
                <a:prstGeom prst="rect">
                  <a:avLst/>
                </a:prstGeom>
                <a:solidFill>
                  <a:schemeClr val="bg1"/>
                </a:solidFill>
              </p:spPr>
            </p:pic>
          </p:grpSp>
        </p:grpSp>
        <p:grpSp>
          <p:nvGrpSpPr>
            <p:cNvPr id="250" name="Groupe 249">
              <a:extLst>
                <a:ext uri="{FF2B5EF4-FFF2-40B4-BE49-F238E27FC236}">
                  <a16:creationId xmlns:a16="http://schemas.microsoft.com/office/drawing/2014/main" id="{6BEFD962-3184-4C6A-B522-B53257C6D7C0}"/>
                </a:ext>
              </a:extLst>
            </p:cNvPr>
            <p:cNvGrpSpPr/>
            <p:nvPr/>
          </p:nvGrpSpPr>
          <p:grpSpPr>
            <a:xfrm>
              <a:off x="8990817" y="4469324"/>
              <a:ext cx="383172" cy="362346"/>
              <a:chOff x="4763560" y="3762738"/>
              <a:chExt cx="978178" cy="925014"/>
            </a:xfrm>
          </p:grpSpPr>
          <p:grpSp>
            <p:nvGrpSpPr>
              <p:cNvPr id="251" name="Groupe 250">
                <a:extLst>
                  <a:ext uri="{FF2B5EF4-FFF2-40B4-BE49-F238E27FC236}">
                    <a16:creationId xmlns:a16="http://schemas.microsoft.com/office/drawing/2014/main" id="{B6269855-63DD-4B8C-B7C6-7D3F9D3585EA}"/>
                  </a:ext>
                </a:extLst>
              </p:cNvPr>
              <p:cNvGrpSpPr/>
              <p:nvPr/>
            </p:nvGrpSpPr>
            <p:grpSpPr>
              <a:xfrm flipH="1">
                <a:off x="4766064" y="3762738"/>
                <a:ext cx="975674" cy="925014"/>
                <a:chOff x="4716415" y="3792004"/>
                <a:chExt cx="1009529" cy="925014"/>
              </a:xfrm>
            </p:grpSpPr>
            <p:pic>
              <p:nvPicPr>
                <p:cNvPr id="254" name="Graphique 253" descr="Mégaphone1 avec un remplissage uni">
                  <a:extLst>
                    <a:ext uri="{FF2B5EF4-FFF2-40B4-BE49-F238E27FC236}">
                      <a16:creationId xmlns:a16="http://schemas.microsoft.com/office/drawing/2014/main" id="{BF7EBAA6-59A7-43D3-96E0-D6168A993B1D}"/>
                    </a:ext>
                  </a:extLst>
                </p:cNvPr>
                <p:cNvPicPr>
                  <a:picLocks noChangeAspect="1"/>
                </p:cNvPicPr>
                <p:nvPr/>
              </p:nvPicPr>
              <p:blipFill>
                <a:blip r:embed="rId49">
                  <a:extLst>
                    <a:ext uri="{28A0092B-C50C-407E-A947-70E740481C1C}">
                      <a14:useLocalDpi xmlns:a14="http://schemas.microsoft.com/office/drawing/2010/main" val="0"/>
                    </a:ext>
                    <a:ext uri="{96DAC541-7B7A-43D3-8B79-37D633B846F1}">
                      <asvg:svgBlip xmlns:asvg="http://schemas.microsoft.com/office/drawing/2016/SVG/main" r:embed="rId50"/>
                    </a:ext>
                  </a:extLst>
                </a:blip>
                <a:stretch>
                  <a:fillRect/>
                </a:stretch>
              </p:blipFill>
              <p:spPr>
                <a:xfrm flipH="1">
                  <a:off x="4716415" y="3792004"/>
                  <a:ext cx="384826" cy="398002"/>
                </a:xfrm>
                <a:prstGeom prst="rect">
                  <a:avLst/>
                </a:prstGeom>
              </p:spPr>
            </p:pic>
            <p:grpSp>
              <p:nvGrpSpPr>
                <p:cNvPr id="255" name="Groupe 254">
                  <a:extLst>
                    <a:ext uri="{FF2B5EF4-FFF2-40B4-BE49-F238E27FC236}">
                      <a16:creationId xmlns:a16="http://schemas.microsoft.com/office/drawing/2014/main" id="{5DC0FBA9-CA9E-48F0-BB4D-7C9FFA5B7B4C}"/>
                    </a:ext>
                  </a:extLst>
                </p:cNvPr>
                <p:cNvGrpSpPr/>
                <p:nvPr/>
              </p:nvGrpSpPr>
              <p:grpSpPr>
                <a:xfrm>
                  <a:off x="5048496" y="3886444"/>
                  <a:ext cx="633086" cy="830574"/>
                  <a:chOff x="5018285" y="3873291"/>
                  <a:chExt cx="696980" cy="914400"/>
                </a:xfrm>
              </p:grpSpPr>
              <p:pic>
                <p:nvPicPr>
                  <p:cNvPr id="258" name="Graphique 257" descr="Personne confuse avec un remplissage uni">
                    <a:extLst>
                      <a:ext uri="{FF2B5EF4-FFF2-40B4-BE49-F238E27FC236}">
                        <a16:creationId xmlns:a16="http://schemas.microsoft.com/office/drawing/2014/main" id="{3DCB8466-C847-4A80-B17B-AEBD2A037FAA}"/>
                      </a:ext>
                    </a:extLst>
                  </p:cNvPr>
                  <p:cNvPicPr>
                    <a:picLocks noChangeAspect="1"/>
                  </p:cNvPicPr>
                  <p:nvPr/>
                </p:nvPicPr>
                <p:blipFill rotWithShape="1">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rcRect l="30440" r="-1"/>
                  <a:stretch/>
                </p:blipFill>
                <p:spPr>
                  <a:xfrm>
                    <a:off x="5079206" y="3873291"/>
                    <a:ext cx="636059" cy="914400"/>
                  </a:xfrm>
                  <a:prstGeom prst="rect">
                    <a:avLst/>
                  </a:prstGeom>
                </p:spPr>
              </p:pic>
              <p:sp>
                <p:nvSpPr>
                  <p:cNvPr id="259" name="Rectangle : coins arrondis 258">
                    <a:extLst>
                      <a:ext uri="{FF2B5EF4-FFF2-40B4-BE49-F238E27FC236}">
                        <a16:creationId xmlns:a16="http://schemas.microsoft.com/office/drawing/2014/main" id="{939A7B97-6CE8-4FBF-B367-F46B4AE19C23}"/>
                      </a:ext>
                    </a:extLst>
                  </p:cNvPr>
                  <p:cNvSpPr/>
                  <p:nvPr/>
                </p:nvSpPr>
                <p:spPr>
                  <a:xfrm rot="3462276">
                    <a:off x="4958575" y="4176566"/>
                    <a:ext cx="184553" cy="65134"/>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256" name="Graphique 255" descr="Balance de la justice avec un remplissage uni">
                  <a:extLst>
                    <a:ext uri="{FF2B5EF4-FFF2-40B4-BE49-F238E27FC236}">
                      <a16:creationId xmlns:a16="http://schemas.microsoft.com/office/drawing/2014/main" id="{890B19A1-EAB7-4182-9E3F-44DF78BDF7FA}"/>
                    </a:ext>
                  </a:extLst>
                </p:cNvPr>
                <p:cNvPicPr>
                  <a:picLocks noChangeAspect="1"/>
                </p:cNvPicPr>
                <p:nvPr/>
              </p:nvPicPr>
              <p:blipFill>
                <a:blip r:embed="rId51">
                  <a:extLst>
                    <a:ext uri="{28A0092B-C50C-407E-A947-70E740481C1C}">
                      <a14:useLocalDpi xmlns:a14="http://schemas.microsoft.com/office/drawing/2010/main" val="0"/>
                    </a:ext>
                    <a:ext uri="{96DAC541-7B7A-43D3-8B79-37D633B846F1}">
                      <asvg:svgBlip xmlns:asvg="http://schemas.microsoft.com/office/drawing/2016/SVG/main" r:embed="rId52"/>
                    </a:ext>
                  </a:extLst>
                </a:blip>
                <a:stretch>
                  <a:fillRect/>
                </a:stretch>
              </p:blipFill>
              <p:spPr>
                <a:xfrm>
                  <a:off x="5374349" y="3867945"/>
                  <a:ext cx="351595" cy="351595"/>
                </a:xfrm>
                <a:prstGeom prst="rect">
                  <a:avLst/>
                </a:prstGeom>
              </p:spPr>
            </p:pic>
            <p:pic>
              <p:nvPicPr>
                <p:cNvPr id="257" name="Image 256">
                  <a:extLst>
                    <a:ext uri="{FF2B5EF4-FFF2-40B4-BE49-F238E27FC236}">
                      <a16:creationId xmlns:a16="http://schemas.microsoft.com/office/drawing/2014/main" id="{9CDE1956-ED0E-4AD7-AD27-C4B47F48DF43}"/>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rot="2247862" flipH="1">
                  <a:off x="4849188" y="3943969"/>
                  <a:ext cx="97515" cy="94073"/>
                </a:xfrm>
                <a:prstGeom prst="rect">
                  <a:avLst/>
                </a:prstGeom>
              </p:spPr>
            </p:pic>
          </p:grpSp>
          <p:pic>
            <p:nvPicPr>
              <p:cNvPr id="252" name="Graphique 251" descr="Balance de la justice avec un remplissage uni">
                <a:extLst>
                  <a:ext uri="{FF2B5EF4-FFF2-40B4-BE49-F238E27FC236}">
                    <a16:creationId xmlns:a16="http://schemas.microsoft.com/office/drawing/2014/main" id="{51B39E57-306B-41AD-B1A0-BBF1D59DE510}"/>
                  </a:ext>
                </a:extLst>
              </p:cNvPr>
              <p:cNvPicPr>
                <a:picLocks noChangeAspect="1"/>
              </p:cNvPicPr>
              <p:nvPr/>
            </p:nvPicPr>
            <p:blipFill rotWithShape="1">
              <a:blip r:embed="rId53">
                <a:extLst>
                  <a:ext uri="{28A0092B-C50C-407E-A947-70E740481C1C}">
                    <a14:useLocalDpi xmlns:a14="http://schemas.microsoft.com/office/drawing/2010/main" val="0"/>
                  </a:ext>
                  <a:ext uri="{96DAC541-7B7A-43D3-8B79-37D633B846F1}">
                    <asvg:svgBlip xmlns:asvg="http://schemas.microsoft.com/office/drawing/2016/SVG/main" r:embed="rId54"/>
                  </a:ext>
                </a:extLst>
              </a:blip>
              <a:srcRect l="7711" t="16230" r="55712" b="32471"/>
              <a:stretch/>
            </p:blipFill>
            <p:spPr>
              <a:xfrm flipH="1">
                <a:off x="4955380" y="3895743"/>
                <a:ext cx="124289" cy="180364"/>
              </a:xfrm>
              <a:prstGeom prst="rect">
                <a:avLst/>
              </a:prstGeom>
            </p:spPr>
          </p:pic>
          <p:pic>
            <p:nvPicPr>
              <p:cNvPr id="253" name="Graphique 252" descr="Balance de la justice avec un remplissage uni">
                <a:extLst>
                  <a:ext uri="{FF2B5EF4-FFF2-40B4-BE49-F238E27FC236}">
                    <a16:creationId xmlns:a16="http://schemas.microsoft.com/office/drawing/2014/main" id="{C344A0D0-244D-4A70-90B0-C65CEDC392C4}"/>
                  </a:ext>
                </a:extLst>
              </p:cNvPr>
              <p:cNvPicPr>
                <a:picLocks noChangeAspect="1"/>
              </p:cNvPicPr>
              <p:nvPr/>
            </p:nvPicPr>
            <p:blipFill rotWithShape="1">
              <a:blip r:embed="rId55">
                <a:extLst>
                  <a:ext uri="{28A0092B-C50C-407E-A947-70E740481C1C}">
                    <a14:useLocalDpi xmlns:a14="http://schemas.microsoft.com/office/drawing/2010/main" val="0"/>
                  </a:ext>
                  <a:ext uri="{96DAC541-7B7A-43D3-8B79-37D633B846F1}">
                    <asvg:svgBlip xmlns:asvg="http://schemas.microsoft.com/office/drawing/2016/SVG/main" r:embed="rId56"/>
                  </a:ext>
                </a:extLst>
              </a:blip>
              <a:srcRect l="58383" t="16186" b="30375"/>
              <a:stretch/>
            </p:blipFill>
            <p:spPr>
              <a:xfrm flipH="1">
                <a:off x="4763560" y="3895742"/>
                <a:ext cx="141416" cy="187889"/>
              </a:xfrm>
              <a:prstGeom prst="rect">
                <a:avLst/>
              </a:prstGeom>
            </p:spPr>
          </p:pic>
        </p:grpSp>
        <p:graphicFrame>
          <p:nvGraphicFramePr>
            <p:cNvPr id="261" name="Espace réservé du contenu 3">
              <a:extLst>
                <a:ext uri="{FF2B5EF4-FFF2-40B4-BE49-F238E27FC236}">
                  <a16:creationId xmlns:a16="http://schemas.microsoft.com/office/drawing/2014/main" id="{BFCC9FD2-67EC-4615-8520-81EADCDD6EB4}"/>
                </a:ext>
              </a:extLst>
            </p:cNvPr>
            <p:cNvGraphicFramePr>
              <a:graphicFrameLocks/>
            </p:cNvGraphicFramePr>
            <p:nvPr>
              <p:extLst>
                <p:ext uri="{D42A27DB-BD31-4B8C-83A1-F6EECF244321}">
                  <p14:modId xmlns:p14="http://schemas.microsoft.com/office/powerpoint/2010/main" val="1550059169"/>
                </p:ext>
              </p:extLst>
            </p:nvPr>
          </p:nvGraphicFramePr>
          <p:xfrm>
            <a:off x="7728038" y="3740758"/>
            <a:ext cx="3973464" cy="1443599"/>
          </p:xfrm>
          <a:graphic>
            <a:graphicData uri="http://schemas.openxmlformats.org/drawingml/2006/diagram">
              <dgm:relIds xmlns:dgm="http://schemas.openxmlformats.org/drawingml/2006/diagram" xmlns:r="http://schemas.openxmlformats.org/officeDocument/2006/relationships" r:dm="rId57" r:lo="rId58" r:qs="rId59" r:cs="rId60"/>
            </a:graphicData>
          </a:graphic>
        </p:graphicFrame>
        <p:pic>
          <p:nvPicPr>
            <p:cNvPr id="52" name="Graphique 51" descr="Badge d'employé avec un remplissage uni">
              <a:extLst>
                <a:ext uri="{FF2B5EF4-FFF2-40B4-BE49-F238E27FC236}">
                  <a16:creationId xmlns:a16="http://schemas.microsoft.com/office/drawing/2014/main" id="{DBE163F3-F823-478C-AD1B-D000AE8C24C2}"/>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7836851" y="4434391"/>
              <a:ext cx="202165" cy="202165"/>
            </a:xfrm>
            <a:prstGeom prst="rect">
              <a:avLst/>
            </a:prstGeom>
          </p:spPr>
        </p:pic>
        <p:pic>
          <p:nvPicPr>
            <p:cNvPr id="143" name="Graphique 142" descr="Badge d'employé avec un remplissage uni">
              <a:extLst>
                <a:ext uri="{FF2B5EF4-FFF2-40B4-BE49-F238E27FC236}">
                  <a16:creationId xmlns:a16="http://schemas.microsoft.com/office/drawing/2014/main" id="{F19806AB-3976-4830-98D6-A9CC941B9AA0}"/>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8020422" y="4431191"/>
              <a:ext cx="202165" cy="202165"/>
            </a:xfrm>
            <a:prstGeom prst="rect">
              <a:avLst/>
            </a:prstGeom>
          </p:spPr>
        </p:pic>
        <p:pic>
          <p:nvPicPr>
            <p:cNvPr id="144" name="Graphique 143" descr="Badge d'employé avec un remplissage uni">
              <a:extLst>
                <a:ext uri="{FF2B5EF4-FFF2-40B4-BE49-F238E27FC236}">
                  <a16:creationId xmlns:a16="http://schemas.microsoft.com/office/drawing/2014/main" id="{24FE0C50-7B05-4022-8A17-A17FFFBEB037}"/>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8522392" y="4176252"/>
              <a:ext cx="202165" cy="202165"/>
            </a:xfrm>
            <a:prstGeom prst="rect">
              <a:avLst/>
            </a:prstGeom>
          </p:spPr>
        </p:pic>
        <p:pic>
          <p:nvPicPr>
            <p:cNvPr id="145" name="Graphique 144" descr="Badge d'employé avec un remplissage uni">
              <a:extLst>
                <a:ext uri="{FF2B5EF4-FFF2-40B4-BE49-F238E27FC236}">
                  <a16:creationId xmlns:a16="http://schemas.microsoft.com/office/drawing/2014/main" id="{A4E52BBA-EFC3-4224-9D23-2FB924E85181}"/>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9033037" y="4170435"/>
              <a:ext cx="202165" cy="202165"/>
            </a:xfrm>
            <a:prstGeom prst="rect">
              <a:avLst/>
            </a:prstGeom>
          </p:spPr>
        </p:pic>
        <p:pic>
          <p:nvPicPr>
            <p:cNvPr id="146" name="Graphique 145" descr="Badge d'employé avec un remplissage uni">
              <a:extLst>
                <a:ext uri="{FF2B5EF4-FFF2-40B4-BE49-F238E27FC236}">
                  <a16:creationId xmlns:a16="http://schemas.microsoft.com/office/drawing/2014/main" id="{F9B81698-848D-43DA-9005-D006D8C7635E}"/>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9624523" y="3867522"/>
              <a:ext cx="202165" cy="202165"/>
            </a:xfrm>
            <a:prstGeom prst="rect">
              <a:avLst/>
            </a:prstGeom>
          </p:spPr>
        </p:pic>
        <p:pic>
          <p:nvPicPr>
            <p:cNvPr id="147" name="Graphique 146" descr="Badge d'employé avec un remplissage uni">
              <a:extLst>
                <a:ext uri="{FF2B5EF4-FFF2-40B4-BE49-F238E27FC236}">
                  <a16:creationId xmlns:a16="http://schemas.microsoft.com/office/drawing/2014/main" id="{08600C18-80FA-43E0-BB99-835E23FF8B0F}"/>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10195780" y="3884565"/>
              <a:ext cx="202165" cy="202165"/>
            </a:xfrm>
            <a:prstGeom prst="rect">
              <a:avLst/>
            </a:prstGeom>
          </p:spPr>
        </p:pic>
        <p:pic>
          <p:nvPicPr>
            <p:cNvPr id="148" name="Graphique 147" descr="Badge d'employé avec un remplissage uni">
              <a:extLst>
                <a:ext uri="{FF2B5EF4-FFF2-40B4-BE49-F238E27FC236}">
                  <a16:creationId xmlns:a16="http://schemas.microsoft.com/office/drawing/2014/main" id="{99544F71-00E6-46FE-8C6A-305B2A27DD40}"/>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9439004" y="4034582"/>
              <a:ext cx="202165" cy="202165"/>
            </a:xfrm>
            <a:prstGeom prst="rect">
              <a:avLst/>
            </a:prstGeom>
          </p:spPr>
        </p:pic>
        <p:pic>
          <p:nvPicPr>
            <p:cNvPr id="149" name="Graphique 148" descr="Badge d'employé avec un remplissage uni">
              <a:extLst>
                <a:ext uri="{FF2B5EF4-FFF2-40B4-BE49-F238E27FC236}">
                  <a16:creationId xmlns:a16="http://schemas.microsoft.com/office/drawing/2014/main" id="{E85E1F4D-10A9-4E5E-AA57-A69EA7A2EF03}"/>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9622575" y="4026917"/>
              <a:ext cx="202165" cy="202165"/>
            </a:xfrm>
            <a:prstGeom prst="rect">
              <a:avLst/>
            </a:prstGeom>
          </p:spPr>
        </p:pic>
        <p:pic>
          <p:nvPicPr>
            <p:cNvPr id="150" name="Graphique 149" descr="Badge d'employé avec un remplissage uni">
              <a:extLst>
                <a:ext uri="{FF2B5EF4-FFF2-40B4-BE49-F238E27FC236}">
                  <a16:creationId xmlns:a16="http://schemas.microsoft.com/office/drawing/2014/main" id="{7E6BE4C5-4B61-4637-A5F9-33D5D5937AC9}"/>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10586882" y="3746007"/>
              <a:ext cx="202165" cy="202165"/>
            </a:xfrm>
            <a:prstGeom prst="rect">
              <a:avLst/>
            </a:prstGeom>
          </p:spPr>
        </p:pic>
        <p:pic>
          <p:nvPicPr>
            <p:cNvPr id="151" name="Graphique 150" descr="Badge d'employé avec un remplissage uni">
              <a:extLst>
                <a:ext uri="{FF2B5EF4-FFF2-40B4-BE49-F238E27FC236}">
                  <a16:creationId xmlns:a16="http://schemas.microsoft.com/office/drawing/2014/main" id="{68EA9BCF-7BE5-49C0-8B81-841939617852}"/>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8522392" y="4330351"/>
              <a:ext cx="202165" cy="202165"/>
            </a:xfrm>
            <a:prstGeom prst="rect">
              <a:avLst/>
            </a:prstGeom>
          </p:spPr>
        </p:pic>
        <p:pic>
          <p:nvPicPr>
            <p:cNvPr id="152" name="Graphique 151" descr="Badge d'employé avec un remplissage uni">
              <a:extLst>
                <a:ext uri="{FF2B5EF4-FFF2-40B4-BE49-F238E27FC236}">
                  <a16:creationId xmlns:a16="http://schemas.microsoft.com/office/drawing/2014/main" id="{34D49A89-E7D1-4318-B786-4D152B8FB611}"/>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10586882" y="3587574"/>
              <a:ext cx="202165" cy="202165"/>
            </a:xfrm>
            <a:prstGeom prst="rect">
              <a:avLst/>
            </a:prstGeom>
          </p:spPr>
        </p:pic>
        <p:pic>
          <p:nvPicPr>
            <p:cNvPr id="153" name="Graphique 152" descr="Badge d'employé avec un remplissage uni">
              <a:extLst>
                <a:ext uri="{FF2B5EF4-FFF2-40B4-BE49-F238E27FC236}">
                  <a16:creationId xmlns:a16="http://schemas.microsoft.com/office/drawing/2014/main" id="{2F04847D-46FC-402C-A3AF-103A969AC8A6}"/>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11359353" y="3562590"/>
              <a:ext cx="202165" cy="202165"/>
            </a:xfrm>
            <a:prstGeom prst="rect">
              <a:avLst/>
            </a:prstGeom>
          </p:spPr>
        </p:pic>
        <p:pic>
          <p:nvPicPr>
            <p:cNvPr id="154" name="Graphique 153" descr="Badge d'employé avec un remplissage uni">
              <a:extLst>
                <a:ext uri="{FF2B5EF4-FFF2-40B4-BE49-F238E27FC236}">
                  <a16:creationId xmlns:a16="http://schemas.microsoft.com/office/drawing/2014/main" id="{A4AB540B-8C34-4AF5-94BC-0BC3E7E1AFDC}"/>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8331926" y="4176138"/>
              <a:ext cx="202165" cy="202165"/>
            </a:xfrm>
            <a:prstGeom prst="rect">
              <a:avLst/>
            </a:prstGeom>
          </p:spPr>
        </p:pic>
        <p:pic>
          <p:nvPicPr>
            <p:cNvPr id="155" name="Graphique 154" descr="Badge d'employé avec un remplissage uni">
              <a:extLst>
                <a:ext uri="{FF2B5EF4-FFF2-40B4-BE49-F238E27FC236}">
                  <a16:creationId xmlns:a16="http://schemas.microsoft.com/office/drawing/2014/main" id="{44306150-71AF-4A61-BCFC-3D2DDA7214D8}"/>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8331926" y="4330237"/>
              <a:ext cx="202165" cy="202165"/>
            </a:xfrm>
            <a:prstGeom prst="rect">
              <a:avLst/>
            </a:prstGeom>
          </p:spPr>
        </p:pic>
        <p:pic>
          <p:nvPicPr>
            <p:cNvPr id="156" name="Graphique 155" descr="Badge d'employé avec un remplissage uni">
              <a:extLst>
                <a:ext uri="{FF2B5EF4-FFF2-40B4-BE49-F238E27FC236}">
                  <a16:creationId xmlns:a16="http://schemas.microsoft.com/office/drawing/2014/main" id="{72B07D34-5B45-4A50-8E21-DF26D2A02BE9}"/>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8523575" y="3866060"/>
              <a:ext cx="202165" cy="202165"/>
            </a:xfrm>
            <a:prstGeom prst="rect">
              <a:avLst/>
            </a:prstGeom>
          </p:spPr>
        </p:pic>
        <p:pic>
          <p:nvPicPr>
            <p:cNvPr id="157" name="Graphique 156" descr="Badge d'employé avec un remplissage uni">
              <a:extLst>
                <a:ext uri="{FF2B5EF4-FFF2-40B4-BE49-F238E27FC236}">
                  <a16:creationId xmlns:a16="http://schemas.microsoft.com/office/drawing/2014/main" id="{A7D303C6-A250-438C-A9EC-A6D5D4233628}"/>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8523575" y="4020159"/>
              <a:ext cx="202165" cy="202165"/>
            </a:xfrm>
            <a:prstGeom prst="rect">
              <a:avLst/>
            </a:prstGeom>
          </p:spPr>
        </p:pic>
        <p:pic>
          <p:nvPicPr>
            <p:cNvPr id="158" name="Graphique 157" descr="Badge d'employé avec un remplissage uni">
              <a:extLst>
                <a:ext uri="{FF2B5EF4-FFF2-40B4-BE49-F238E27FC236}">
                  <a16:creationId xmlns:a16="http://schemas.microsoft.com/office/drawing/2014/main" id="{39772B2B-C736-4AEB-A044-EC135EE50F37}"/>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8333109" y="3865946"/>
              <a:ext cx="202165" cy="202165"/>
            </a:xfrm>
            <a:prstGeom prst="rect">
              <a:avLst/>
            </a:prstGeom>
          </p:spPr>
        </p:pic>
        <p:pic>
          <p:nvPicPr>
            <p:cNvPr id="159" name="Graphique 158" descr="Badge d'employé avec un remplissage uni">
              <a:extLst>
                <a:ext uri="{FF2B5EF4-FFF2-40B4-BE49-F238E27FC236}">
                  <a16:creationId xmlns:a16="http://schemas.microsoft.com/office/drawing/2014/main" id="{D582AACD-9F4A-4082-9C88-D91B179F8DBD}"/>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8333109" y="4020045"/>
              <a:ext cx="202165" cy="202165"/>
            </a:xfrm>
            <a:prstGeom prst="rect">
              <a:avLst/>
            </a:prstGeom>
          </p:spPr>
        </p:pic>
        <p:pic>
          <p:nvPicPr>
            <p:cNvPr id="160" name="Graphique 159" descr="Badge d'employé avec un remplissage uni">
              <a:extLst>
                <a:ext uri="{FF2B5EF4-FFF2-40B4-BE49-F238E27FC236}">
                  <a16:creationId xmlns:a16="http://schemas.microsoft.com/office/drawing/2014/main" id="{EF4DA7B7-84FE-404C-87B8-89F127A1D476}"/>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8022806" y="4115166"/>
              <a:ext cx="202165" cy="202165"/>
            </a:xfrm>
            <a:prstGeom prst="rect">
              <a:avLst/>
            </a:prstGeom>
          </p:spPr>
        </p:pic>
        <p:pic>
          <p:nvPicPr>
            <p:cNvPr id="161" name="Graphique 160" descr="Badge d'employé avec un remplissage uni">
              <a:extLst>
                <a:ext uri="{FF2B5EF4-FFF2-40B4-BE49-F238E27FC236}">
                  <a16:creationId xmlns:a16="http://schemas.microsoft.com/office/drawing/2014/main" id="{51D42881-3304-4784-A691-00C6188FD6C8}"/>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8022806" y="4269265"/>
              <a:ext cx="202165" cy="202165"/>
            </a:xfrm>
            <a:prstGeom prst="rect">
              <a:avLst/>
            </a:prstGeom>
          </p:spPr>
        </p:pic>
        <p:pic>
          <p:nvPicPr>
            <p:cNvPr id="162" name="Graphique 161" descr="Badge d'employé avec un remplissage uni">
              <a:extLst>
                <a:ext uri="{FF2B5EF4-FFF2-40B4-BE49-F238E27FC236}">
                  <a16:creationId xmlns:a16="http://schemas.microsoft.com/office/drawing/2014/main" id="{76EDCBF2-DA71-45CA-931A-3EC46CABE009}"/>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7832340" y="4115052"/>
              <a:ext cx="202165" cy="202165"/>
            </a:xfrm>
            <a:prstGeom prst="rect">
              <a:avLst/>
            </a:prstGeom>
          </p:spPr>
        </p:pic>
        <p:pic>
          <p:nvPicPr>
            <p:cNvPr id="163" name="Graphique 162" descr="Badge d'employé avec un remplissage uni">
              <a:extLst>
                <a:ext uri="{FF2B5EF4-FFF2-40B4-BE49-F238E27FC236}">
                  <a16:creationId xmlns:a16="http://schemas.microsoft.com/office/drawing/2014/main" id="{995D2E89-5A8D-431C-912B-D23438016FBC}"/>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7832340" y="4269151"/>
              <a:ext cx="202165" cy="202165"/>
            </a:xfrm>
            <a:prstGeom prst="rect">
              <a:avLst/>
            </a:prstGeom>
          </p:spPr>
        </p:pic>
        <p:pic>
          <p:nvPicPr>
            <p:cNvPr id="164" name="Graphique 163" descr="Badge d'employé avec un remplissage uni">
              <a:extLst>
                <a:ext uri="{FF2B5EF4-FFF2-40B4-BE49-F238E27FC236}">
                  <a16:creationId xmlns:a16="http://schemas.microsoft.com/office/drawing/2014/main" id="{225E4042-8921-439F-A9B4-F5653CE221F6}"/>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8023989" y="3804974"/>
              <a:ext cx="202165" cy="202165"/>
            </a:xfrm>
            <a:prstGeom prst="rect">
              <a:avLst/>
            </a:prstGeom>
          </p:spPr>
        </p:pic>
        <p:pic>
          <p:nvPicPr>
            <p:cNvPr id="165" name="Graphique 164" descr="Badge d'employé avec un remplissage uni">
              <a:extLst>
                <a:ext uri="{FF2B5EF4-FFF2-40B4-BE49-F238E27FC236}">
                  <a16:creationId xmlns:a16="http://schemas.microsoft.com/office/drawing/2014/main" id="{0E8ACA1A-A473-44B0-8497-2EFA9FE440D9}"/>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8023989" y="3959073"/>
              <a:ext cx="202165" cy="202165"/>
            </a:xfrm>
            <a:prstGeom prst="rect">
              <a:avLst/>
            </a:prstGeom>
          </p:spPr>
        </p:pic>
        <p:pic>
          <p:nvPicPr>
            <p:cNvPr id="166" name="Graphique 165" descr="Badge d'employé avec un remplissage uni">
              <a:extLst>
                <a:ext uri="{FF2B5EF4-FFF2-40B4-BE49-F238E27FC236}">
                  <a16:creationId xmlns:a16="http://schemas.microsoft.com/office/drawing/2014/main" id="{A8D43ECB-2CBC-4A22-AF7D-382343625350}"/>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7833523" y="3804860"/>
              <a:ext cx="202165" cy="202165"/>
            </a:xfrm>
            <a:prstGeom prst="rect">
              <a:avLst/>
            </a:prstGeom>
          </p:spPr>
        </p:pic>
        <p:pic>
          <p:nvPicPr>
            <p:cNvPr id="167" name="Graphique 166" descr="Badge d'employé avec un remplissage uni">
              <a:extLst>
                <a:ext uri="{FF2B5EF4-FFF2-40B4-BE49-F238E27FC236}">
                  <a16:creationId xmlns:a16="http://schemas.microsoft.com/office/drawing/2014/main" id="{9F5E8341-39E5-4155-90DB-D4470C856BFA}"/>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7833523" y="3958959"/>
              <a:ext cx="202165" cy="202165"/>
            </a:xfrm>
            <a:prstGeom prst="rect">
              <a:avLst/>
            </a:prstGeom>
          </p:spPr>
        </p:pic>
        <p:pic>
          <p:nvPicPr>
            <p:cNvPr id="168" name="Graphique 167" descr="Badge d'employé avec un remplissage uni">
              <a:extLst>
                <a:ext uri="{FF2B5EF4-FFF2-40B4-BE49-F238E27FC236}">
                  <a16:creationId xmlns:a16="http://schemas.microsoft.com/office/drawing/2014/main" id="{417A04C4-4E4E-48EF-97FB-A66B4D99F6F5}"/>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7654238" y="4434391"/>
              <a:ext cx="202165" cy="202165"/>
            </a:xfrm>
            <a:prstGeom prst="rect">
              <a:avLst/>
            </a:prstGeom>
          </p:spPr>
        </p:pic>
        <p:pic>
          <p:nvPicPr>
            <p:cNvPr id="169" name="Graphique 168" descr="Badge d'employé avec un remplissage uni">
              <a:extLst>
                <a:ext uri="{FF2B5EF4-FFF2-40B4-BE49-F238E27FC236}">
                  <a16:creationId xmlns:a16="http://schemas.microsoft.com/office/drawing/2014/main" id="{CBD56368-8FA6-4AE0-9090-3E5A236D07D9}"/>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7649727" y="4115052"/>
              <a:ext cx="202165" cy="202165"/>
            </a:xfrm>
            <a:prstGeom prst="rect">
              <a:avLst/>
            </a:prstGeom>
          </p:spPr>
        </p:pic>
        <p:pic>
          <p:nvPicPr>
            <p:cNvPr id="170" name="Graphique 169" descr="Badge d'employé avec un remplissage uni">
              <a:extLst>
                <a:ext uri="{FF2B5EF4-FFF2-40B4-BE49-F238E27FC236}">
                  <a16:creationId xmlns:a16="http://schemas.microsoft.com/office/drawing/2014/main" id="{9E0B4B01-7F22-4D35-B73F-79D82AA7254F}"/>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7649727" y="4269151"/>
              <a:ext cx="202165" cy="202165"/>
            </a:xfrm>
            <a:prstGeom prst="rect">
              <a:avLst/>
            </a:prstGeom>
          </p:spPr>
        </p:pic>
        <p:pic>
          <p:nvPicPr>
            <p:cNvPr id="171" name="Graphique 170" descr="Badge d'employé avec un remplissage uni">
              <a:extLst>
                <a:ext uri="{FF2B5EF4-FFF2-40B4-BE49-F238E27FC236}">
                  <a16:creationId xmlns:a16="http://schemas.microsoft.com/office/drawing/2014/main" id="{3A204DA9-AD2D-43B2-9C6A-CA1CCE75FDC8}"/>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7650910" y="3804860"/>
              <a:ext cx="202165" cy="202165"/>
            </a:xfrm>
            <a:prstGeom prst="rect">
              <a:avLst/>
            </a:prstGeom>
          </p:spPr>
        </p:pic>
        <p:pic>
          <p:nvPicPr>
            <p:cNvPr id="172" name="Graphique 171" descr="Badge d'employé avec un remplissage uni">
              <a:extLst>
                <a:ext uri="{FF2B5EF4-FFF2-40B4-BE49-F238E27FC236}">
                  <a16:creationId xmlns:a16="http://schemas.microsoft.com/office/drawing/2014/main" id="{76C0FBD5-72CA-42AE-89A1-FAA94AA0FF25}"/>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7650910" y="3958959"/>
              <a:ext cx="202165" cy="202165"/>
            </a:xfrm>
            <a:prstGeom prst="rect">
              <a:avLst/>
            </a:prstGeom>
          </p:spPr>
        </p:pic>
      </p:grpSp>
      <p:pic>
        <p:nvPicPr>
          <p:cNvPr id="9" name="Graphique 8" descr="Internet avec un remplissage uni">
            <a:extLst>
              <a:ext uri="{FF2B5EF4-FFF2-40B4-BE49-F238E27FC236}">
                <a16:creationId xmlns:a16="http://schemas.microsoft.com/office/drawing/2014/main" id="{521B3AD2-67DA-4139-8F28-9A81755913F8}"/>
              </a:ext>
            </a:extLst>
          </p:cNvPr>
          <p:cNvPicPr>
            <a:picLocks noChangeAspect="1"/>
          </p:cNvPicPr>
          <p:nvPr/>
        </p:nvPicPr>
        <p:blipFill rotWithShape="1">
          <a:blip r:embed="rId64">
            <a:extLst>
              <a:ext uri="{28A0092B-C50C-407E-A947-70E740481C1C}">
                <a14:useLocalDpi xmlns:a14="http://schemas.microsoft.com/office/drawing/2010/main" val="0"/>
              </a:ext>
              <a:ext uri="{96DAC541-7B7A-43D3-8B79-37D633B846F1}">
                <asvg:svgBlip xmlns:asvg="http://schemas.microsoft.com/office/drawing/2016/SVG/main" r:embed="rId65"/>
              </a:ext>
            </a:extLst>
          </a:blip>
          <a:srcRect t="18648" b="17305"/>
          <a:stretch/>
        </p:blipFill>
        <p:spPr>
          <a:xfrm>
            <a:off x="1399826" y="2942256"/>
            <a:ext cx="1169718" cy="749181"/>
          </a:xfrm>
          <a:prstGeom prst="rect">
            <a:avLst/>
          </a:prstGeom>
        </p:spPr>
      </p:pic>
      <p:pic>
        <p:nvPicPr>
          <p:cNvPr id="15" name="Graphique 14" descr="Signet contour">
            <a:extLst>
              <a:ext uri="{FF2B5EF4-FFF2-40B4-BE49-F238E27FC236}">
                <a16:creationId xmlns:a16="http://schemas.microsoft.com/office/drawing/2014/main" id="{3F2774CF-8DAF-4719-A6B2-24879E74AF6E}"/>
              </a:ext>
            </a:extLst>
          </p:cNvPr>
          <p:cNvPicPr>
            <a:picLocks noChangeAspect="1"/>
          </p:cNvPicPr>
          <p:nvPr/>
        </p:nvPicPr>
        <p:blipFill>
          <a:blip r:embed="rId66">
            <a:extLst>
              <a:ext uri="{28A0092B-C50C-407E-A947-70E740481C1C}">
                <a14:useLocalDpi xmlns:a14="http://schemas.microsoft.com/office/drawing/2010/main" val="0"/>
              </a:ext>
              <a:ext uri="{96DAC541-7B7A-43D3-8B79-37D633B846F1}">
                <asvg:svgBlip xmlns:asvg="http://schemas.microsoft.com/office/drawing/2016/SVG/main" r:embed="rId67"/>
              </a:ext>
            </a:extLst>
          </a:blip>
          <a:stretch>
            <a:fillRect/>
          </a:stretch>
        </p:blipFill>
        <p:spPr>
          <a:xfrm>
            <a:off x="11401" y="2765956"/>
            <a:ext cx="914400" cy="914400"/>
          </a:xfrm>
          <a:prstGeom prst="rect">
            <a:avLst/>
          </a:prstGeom>
        </p:spPr>
      </p:pic>
      <p:pic>
        <p:nvPicPr>
          <p:cNvPr id="19" name="Graphique 18" descr="Réseau en ligne avec un remplissage uni">
            <a:extLst>
              <a:ext uri="{FF2B5EF4-FFF2-40B4-BE49-F238E27FC236}">
                <a16:creationId xmlns:a16="http://schemas.microsoft.com/office/drawing/2014/main" id="{E96DD204-E6A2-4088-BDA4-125063227C31}"/>
              </a:ext>
            </a:extLst>
          </p:cNvPr>
          <p:cNvPicPr>
            <a:picLocks noChangeAspect="1"/>
          </p:cNvPicPr>
          <p:nvPr/>
        </p:nvPicPr>
        <p:blipFill>
          <a:blip r:embed="rId68">
            <a:extLst>
              <a:ext uri="{28A0092B-C50C-407E-A947-70E740481C1C}">
                <a14:useLocalDpi xmlns:a14="http://schemas.microsoft.com/office/drawing/2010/main" val="0"/>
              </a:ext>
              <a:ext uri="{96DAC541-7B7A-43D3-8B79-37D633B846F1}">
                <asvg:svgBlip xmlns:asvg="http://schemas.microsoft.com/office/drawing/2016/SVG/main" r:embed="rId69"/>
              </a:ext>
            </a:extLst>
          </a:blip>
          <a:stretch>
            <a:fillRect/>
          </a:stretch>
        </p:blipFill>
        <p:spPr>
          <a:xfrm>
            <a:off x="7567702" y="499116"/>
            <a:ext cx="2083360" cy="2083360"/>
          </a:xfrm>
          <a:prstGeom prst="rect">
            <a:avLst/>
          </a:prstGeom>
        </p:spPr>
      </p:pic>
      <p:pic>
        <p:nvPicPr>
          <p:cNvPr id="23" name="Graphique 22" descr="Influenceur avec un remplissage uni">
            <a:extLst>
              <a:ext uri="{FF2B5EF4-FFF2-40B4-BE49-F238E27FC236}">
                <a16:creationId xmlns:a16="http://schemas.microsoft.com/office/drawing/2014/main" id="{BA15604D-2C54-4873-9E26-D89C1E9190AC}"/>
              </a:ext>
            </a:extLst>
          </p:cNvPr>
          <p:cNvPicPr>
            <a:picLocks noChangeAspect="1"/>
          </p:cNvPicPr>
          <p:nvPr/>
        </p:nvPicPr>
        <p:blipFill>
          <a:blip r:embed="rId70">
            <a:extLst>
              <a:ext uri="{28A0092B-C50C-407E-A947-70E740481C1C}">
                <a14:useLocalDpi xmlns:a14="http://schemas.microsoft.com/office/drawing/2010/main" val="0"/>
              </a:ext>
              <a:ext uri="{96DAC541-7B7A-43D3-8B79-37D633B846F1}">
                <asvg:svgBlip xmlns:asvg="http://schemas.microsoft.com/office/drawing/2016/SVG/main" r:embed="rId71"/>
              </a:ext>
            </a:extLst>
          </a:blip>
          <a:stretch>
            <a:fillRect/>
          </a:stretch>
        </p:blipFill>
        <p:spPr>
          <a:xfrm>
            <a:off x="9683971" y="413218"/>
            <a:ext cx="2169258" cy="2169258"/>
          </a:xfrm>
          <a:prstGeom prst="rect">
            <a:avLst/>
          </a:prstGeom>
        </p:spPr>
      </p:pic>
      <p:grpSp>
        <p:nvGrpSpPr>
          <p:cNvPr id="36" name="Groupe 35">
            <a:extLst>
              <a:ext uri="{FF2B5EF4-FFF2-40B4-BE49-F238E27FC236}">
                <a16:creationId xmlns:a16="http://schemas.microsoft.com/office/drawing/2014/main" id="{00718379-BDBE-46F3-ABBA-2D494E64700C}"/>
              </a:ext>
            </a:extLst>
          </p:cNvPr>
          <p:cNvGrpSpPr/>
          <p:nvPr/>
        </p:nvGrpSpPr>
        <p:grpSpPr>
          <a:xfrm>
            <a:off x="5723603" y="1303028"/>
            <a:ext cx="1383931" cy="622717"/>
            <a:chOff x="8047422" y="4023112"/>
            <a:chExt cx="3835816" cy="1725972"/>
          </a:xfrm>
        </p:grpSpPr>
        <p:pic>
          <p:nvPicPr>
            <p:cNvPr id="131" name="Graphique 130" descr="Employée de bureau avec un remplissage uni">
              <a:extLst>
                <a:ext uri="{FF2B5EF4-FFF2-40B4-BE49-F238E27FC236}">
                  <a16:creationId xmlns:a16="http://schemas.microsoft.com/office/drawing/2014/main" id="{F8916308-EB3C-43FE-963E-457B48DCAA87}"/>
                </a:ext>
              </a:extLst>
            </p:cNvPr>
            <p:cNvPicPr>
              <a:picLocks noChangeAspect="1"/>
            </p:cNvPicPr>
            <p:nvPr/>
          </p:nvPicPr>
          <p:blipFill rotWithShape="1">
            <a:blip r:embed="rId72">
              <a:extLst>
                <a:ext uri="{28A0092B-C50C-407E-A947-70E740481C1C}">
                  <a14:useLocalDpi xmlns:a14="http://schemas.microsoft.com/office/drawing/2010/main" val="0"/>
                </a:ext>
                <a:ext uri="{96DAC541-7B7A-43D3-8B79-37D633B846F1}">
                  <asvg:svgBlip xmlns:asvg="http://schemas.microsoft.com/office/drawing/2016/SVG/main" r:embed="rId73"/>
                </a:ext>
              </a:extLst>
            </a:blip>
            <a:srcRect l="16614" t="5228" r="16437" b="9344"/>
            <a:stretch/>
          </p:blipFill>
          <p:spPr>
            <a:xfrm>
              <a:off x="8047422" y="4284976"/>
              <a:ext cx="941882" cy="1201844"/>
            </a:xfrm>
            <a:prstGeom prst="rect">
              <a:avLst/>
            </a:prstGeom>
          </p:spPr>
        </p:pic>
        <p:pic>
          <p:nvPicPr>
            <p:cNvPr id="5" name="Graphique 4" descr="Écolier avec un remplissage uni">
              <a:extLst>
                <a:ext uri="{FF2B5EF4-FFF2-40B4-BE49-F238E27FC236}">
                  <a16:creationId xmlns:a16="http://schemas.microsoft.com/office/drawing/2014/main" id="{A72E6DF8-0631-4485-9555-78DF63EFFE7A}"/>
                </a:ext>
              </a:extLst>
            </p:cNvPr>
            <p:cNvPicPr>
              <a:picLocks noChangeAspect="1"/>
            </p:cNvPicPr>
            <p:nvPr/>
          </p:nvPicPr>
          <p:blipFill rotWithShape="1">
            <a:blip r:embed="rId74">
              <a:extLst>
                <a:ext uri="{28A0092B-C50C-407E-A947-70E740481C1C}">
                  <a14:useLocalDpi xmlns:a14="http://schemas.microsoft.com/office/drawing/2010/main" val="0"/>
                </a:ext>
                <a:ext uri="{96DAC541-7B7A-43D3-8B79-37D633B846F1}">
                  <asvg:svgBlip xmlns:asvg="http://schemas.microsoft.com/office/drawing/2016/SVG/main" r:embed="rId75"/>
                </a:ext>
              </a:extLst>
            </a:blip>
            <a:srcRect l="23541" t="12103" r="23440" b="13876"/>
            <a:stretch/>
          </p:blipFill>
          <p:spPr>
            <a:xfrm>
              <a:off x="11026328" y="4290506"/>
              <a:ext cx="856910" cy="1196314"/>
            </a:xfrm>
            <a:prstGeom prst="rect">
              <a:avLst/>
            </a:prstGeom>
          </p:spPr>
        </p:pic>
        <p:pic>
          <p:nvPicPr>
            <p:cNvPr id="31" name="Graphique 30" descr="Personne confuse avec un remplissage uni">
              <a:extLst>
                <a:ext uri="{FF2B5EF4-FFF2-40B4-BE49-F238E27FC236}">
                  <a16:creationId xmlns:a16="http://schemas.microsoft.com/office/drawing/2014/main" id="{2538678D-D150-4A23-B7BE-AEDDF9FAE96E}"/>
                </a:ext>
              </a:extLst>
            </p:cNvPr>
            <p:cNvPicPr>
              <a:picLocks noChangeAspect="1"/>
            </p:cNvPicPr>
            <p:nvPr/>
          </p:nvPicPr>
          <p:blipFill rotWithShape="1">
            <a:blip r:embed="rId76">
              <a:extLst>
                <a:ext uri="{28A0092B-C50C-407E-A947-70E740481C1C}">
                  <a14:useLocalDpi xmlns:a14="http://schemas.microsoft.com/office/drawing/2010/main" val="0"/>
                </a:ext>
                <a:ext uri="{96DAC541-7B7A-43D3-8B79-37D633B846F1}">
                  <asvg:svgBlip xmlns:asvg="http://schemas.microsoft.com/office/drawing/2016/SVG/main" r:embed="rId77"/>
                </a:ext>
              </a:extLst>
            </a:blip>
            <a:srcRect b="50576"/>
            <a:stretch/>
          </p:blipFill>
          <p:spPr>
            <a:xfrm>
              <a:off x="8877636" y="4627484"/>
              <a:ext cx="2269358" cy="1121600"/>
            </a:xfrm>
            <a:prstGeom prst="rect">
              <a:avLst/>
            </a:prstGeom>
          </p:spPr>
        </p:pic>
        <p:sp>
          <p:nvSpPr>
            <p:cNvPr id="32" name="Bulle narrative : rectangle 31">
              <a:extLst>
                <a:ext uri="{FF2B5EF4-FFF2-40B4-BE49-F238E27FC236}">
                  <a16:creationId xmlns:a16="http://schemas.microsoft.com/office/drawing/2014/main" id="{40B0D725-A4B2-426E-9EDB-B0E1B9758350}"/>
                </a:ext>
              </a:extLst>
            </p:cNvPr>
            <p:cNvSpPr/>
            <p:nvPr/>
          </p:nvSpPr>
          <p:spPr>
            <a:xfrm>
              <a:off x="8929452" y="4027829"/>
              <a:ext cx="863718" cy="625031"/>
            </a:xfrm>
            <a:prstGeom prst="wedgeRectCallout">
              <a:avLst>
                <a:gd name="adj1" fmla="val 47773"/>
                <a:gd name="adj2" fmla="val 7545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7" name="Bulle narrative : rectangle 176">
              <a:extLst>
                <a:ext uri="{FF2B5EF4-FFF2-40B4-BE49-F238E27FC236}">
                  <a16:creationId xmlns:a16="http://schemas.microsoft.com/office/drawing/2014/main" id="{025AA129-2F59-4EAF-8F87-D14F29D961E1}"/>
                </a:ext>
              </a:extLst>
            </p:cNvPr>
            <p:cNvSpPr/>
            <p:nvPr/>
          </p:nvSpPr>
          <p:spPr>
            <a:xfrm flipH="1">
              <a:off x="10227688" y="4023112"/>
              <a:ext cx="863718" cy="625031"/>
            </a:xfrm>
            <a:prstGeom prst="wedgeRectCallout">
              <a:avLst>
                <a:gd name="adj1" fmla="val 47773"/>
                <a:gd name="adj2" fmla="val 7545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78" name="Graphique 177" descr="Employée de bureau avec un remplissage uni">
              <a:extLst>
                <a:ext uri="{FF2B5EF4-FFF2-40B4-BE49-F238E27FC236}">
                  <a16:creationId xmlns:a16="http://schemas.microsoft.com/office/drawing/2014/main" id="{5FF69FD2-AB3B-4B11-A472-861CCA6191F2}"/>
                </a:ext>
              </a:extLst>
            </p:cNvPr>
            <p:cNvPicPr>
              <a:picLocks noChangeAspect="1"/>
            </p:cNvPicPr>
            <p:nvPr/>
          </p:nvPicPr>
          <p:blipFill rotWithShape="1">
            <a:blip r:embed="rId72">
              <a:extLst>
                <a:ext uri="{28A0092B-C50C-407E-A947-70E740481C1C}">
                  <a14:useLocalDpi xmlns:a14="http://schemas.microsoft.com/office/drawing/2010/main" val="0"/>
                </a:ext>
                <a:ext uri="{96DAC541-7B7A-43D3-8B79-37D633B846F1}">
                  <asvg:svgBlip xmlns:asvg="http://schemas.microsoft.com/office/drawing/2016/SVG/main" r:embed="rId73"/>
                </a:ext>
              </a:extLst>
            </a:blip>
            <a:srcRect l="16614" t="5228" r="16437" b="9344"/>
            <a:stretch/>
          </p:blipFill>
          <p:spPr>
            <a:xfrm>
              <a:off x="10520171" y="4107088"/>
              <a:ext cx="345718" cy="441137"/>
            </a:xfrm>
            <a:prstGeom prst="rect">
              <a:avLst/>
            </a:prstGeom>
          </p:spPr>
        </p:pic>
        <p:pic>
          <p:nvPicPr>
            <p:cNvPr id="179" name="Graphique 178" descr="Écolier avec un remplissage uni">
              <a:extLst>
                <a:ext uri="{FF2B5EF4-FFF2-40B4-BE49-F238E27FC236}">
                  <a16:creationId xmlns:a16="http://schemas.microsoft.com/office/drawing/2014/main" id="{2226C774-1B7E-427A-9236-86E5D065FE4B}"/>
                </a:ext>
              </a:extLst>
            </p:cNvPr>
            <p:cNvPicPr>
              <a:picLocks noChangeAspect="1"/>
            </p:cNvPicPr>
            <p:nvPr/>
          </p:nvPicPr>
          <p:blipFill rotWithShape="1">
            <a:blip r:embed="rId74">
              <a:extLst>
                <a:ext uri="{28A0092B-C50C-407E-A947-70E740481C1C}">
                  <a14:useLocalDpi xmlns:a14="http://schemas.microsoft.com/office/drawing/2010/main" val="0"/>
                </a:ext>
                <a:ext uri="{96DAC541-7B7A-43D3-8B79-37D633B846F1}">
                  <asvg:svgBlip xmlns:asvg="http://schemas.microsoft.com/office/drawing/2016/SVG/main" r:embed="rId75"/>
                </a:ext>
              </a:extLst>
            </a:blip>
            <a:srcRect l="23541" t="12103" r="23440" b="13876"/>
            <a:stretch/>
          </p:blipFill>
          <p:spPr>
            <a:xfrm>
              <a:off x="9209802" y="4134441"/>
              <a:ext cx="325742" cy="454762"/>
            </a:xfrm>
            <a:prstGeom prst="rect">
              <a:avLst/>
            </a:prstGeom>
          </p:spPr>
        </p:pic>
      </p:grpSp>
      <p:grpSp>
        <p:nvGrpSpPr>
          <p:cNvPr id="18" name="Groupe 17">
            <a:extLst>
              <a:ext uri="{FF2B5EF4-FFF2-40B4-BE49-F238E27FC236}">
                <a16:creationId xmlns:a16="http://schemas.microsoft.com/office/drawing/2014/main" id="{C7EEABEB-E58B-4A8D-BD94-6CA985FA606F}"/>
              </a:ext>
            </a:extLst>
          </p:cNvPr>
          <p:cNvGrpSpPr/>
          <p:nvPr/>
        </p:nvGrpSpPr>
        <p:grpSpPr>
          <a:xfrm>
            <a:off x="3824543" y="2508329"/>
            <a:ext cx="709980" cy="349365"/>
            <a:chOff x="7667542" y="6993281"/>
            <a:chExt cx="4233808" cy="2083361"/>
          </a:xfrm>
        </p:grpSpPr>
        <p:sp>
          <p:nvSpPr>
            <p:cNvPr id="339" name="Rectangle 338">
              <a:extLst>
                <a:ext uri="{FF2B5EF4-FFF2-40B4-BE49-F238E27FC236}">
                  <a16:creationId xmlns:a16="http://schemas.microsoft.com/office/drawing/2014/main" id="{6B7CC9AB-7382-4B44-B5B7-9FCA72E172F4}"/>
                </a:ext>
              </a:extLst>
            </p:cNvPr>
            <p:cNvSpPr/>
            <p:nvPr/>
          </p:nvSpPr>
          <p:spPr>
            <a:xfrm>
              <a:off x="7667542" y="6993281"/>
              <a:ext cx="4202369" cy="20833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40" name="Graphique 339" descr="Calendrier mensuel avec un remplissage uni">
              <a:extLst>
                <a:ext uri="{FF2B5EF4-FFF2-40B4-BE49-F238E27FC236}">
                  <a16:creationId xmlns:a16="http://schemas.microsoft.com/office/drawing/2014/main" id="{DA77F1E8-3A70-4083-AD49-1F127507BEFB}"/>
                </a:ext>
              </a:extLst>
            </p:cNvPr>
            <p:cNvPicPr>
              <a:picLocks noChangeAspect="1"/>
            </p:cNvPicPr>
            <p:nvPr/>
          </p:nvPicPr>
          <p:blipFill>
            <a:blip r:embed="rId78">
              <a:extLst>
                <a:ext uri="{28A0092B-C50C-407E-A947-70E740481C1C}">
                  <a14:useLocalDpi xmlns:a14="http://schemas.microsoft.com/office/drawing/2010/main" val="0"/>
                </a:ext>
                <a:ext uri="{96DAC541-7B7A-43D3-8B79-37D633B846F1}">
                  <asvg:svgBlip xmlns:asvg="http://schemas.microsoft.com/office/drawing/2016/SVG/main" r:embed="rId79"/>
                </a:ext>
              </a:extLst>
            </a:blip>
            <a:stretch>
              <a:fillRect/>
            </a:stretch>
          </p:blipFill>
          <p:spPr>
            <a:xfrm>
              <a:off x="7724990" y="7955763"/>
              <a:ext cx="574045" cy="537747"/>
            </a:xfrm>
            <a:prstGeom prst="rect">
              <a:avLst/>
            </a:prstGeom>
          </p:spPr>
        </p:pic>
        <p:grpSp>
          <p:nvGrpSpPr>
            <p:cNvPr id="341" name="Groupe 340">
              <a:extLst>
                <a:ext uri="{FF2B5EF4-FFF2-40B4-BE49-F238E27FC236}">
                  <a16:creationId xmlns:a16="http://schemas.microsoft.com/office/drawing/2014/main" id="{6B9F378E-0D68-4630-A455-B89A709FA171}"/>
                </a:ext>
              </a:extLst>
            </p:cNvPr>
            <p:cNvGrpSpPr/>
            <p:nvPr/>
          </p:nvGrpSpPr>
          <p:grpSpPr>
            <a:xfrm>
              <a:off x="10384268" y="7121244"/>
              <a:ext cx="658674" cy="441782"/>
              <a:chOff x="9649679" y="3849319"/>
              <a:chExt cx="647036" cy="463267"/>
            </a:xfrm>
          </p:grpSpPr>
          <p:grpSp>
            <p:nvGrpSpPr>
              <p:cNvPr id="374" name="Groupe 373">
                <a:extLst>
                  <a:ext uri="{FF2B5EF4-FFF2-40B4-BE49-F238E27FC236}">
                    <a16:creationId xmlns:a16="http://schemas.microsoft.com/office/drawing/2014/main" id="{CE914253-20CA-48C4-9AA0-BF8D8948608E}"/>
                  </a:ext>
                </a:extLst>
              </p:cNvPr>
              <p:cNvGrpSpPr/>
              <p:nvPr/>
            </p:nvGrpSpPr>
            <p:grpSpPr>
              <a:xfrm>
                <a:off x="9649679" y="3849319"/>
                <a:ext cx="647036" cy="463267"/>
                <a:chOff x="9402686" y="4191729"/>
                <a:chExt cx="647036" cy="463267"/>
              </a:xfrm>
            </p:grpSpPr>
            <p:pic>
              <p:nvPicPr>
                <p:cNvPr id="376" name="Graphique 375" descr="Blogue avec un remplissage uni">
                  <a:extLst>
                    <a:ext uri="{FF2B5EF4-FFF2-40B4-BE49-F238E27FC236}">
                      <a16:creationId xmlns:a16="http://schemas.microsoft.com/office/drawing/2014/main" id="{B4CBD612-0E7F-4DE3-8F29-D3387992FF63}"/>
                    </a:ext>
                  </a:extLst>
                </p:cNvPr>
                <p:cNvPicPr>
                  <a:picLocks noChangeAspect="1"/>
                </p:cNvPicPr>
                <p:nvPr/>
              </p:nvPicPr>
              <p:blipFill rotWithShape="1">
                <a:blip r:embed="rId80">
                  <a:extLst>
                    <a:ext uri="{28A0092B-C50C-407E-A947-70E740481C1C}">
                      <a14:useLocalDpi xmlns:a14="http://schemas.microsoft.com/office/drawing/2010/main" val="0"/>
                    </a:ext>
                    <a:ext uri="{96DAC541-7B7A-43D3-8B79-37D633B846F1}">
                      <asvg:svgBlip xmlns:asvg="http://schemas.microsoft.com/office/drawing/2016/SVG/main" r:embed="rId81"/>
                    </a:ext>
                  </a:extLst>
                </a:blip>
                <a:srcRect t="12848" b="15553"/>
                <a:stretch/>
              </p:blipFill>
              <p:spPr>
                <a:xfrm>
                  <a:off x="9402686" y="4191729"/>
                  <a:ext cx="647036" cy="463267"/>
                </a:xfrm>
                <a:prstGeom prst="rect">
                  <a:avLst/>
                </a:prstGeom>
              </p:spPr>
            </p:pic>
            <p:sp>
              <p:nvSpPr>
                <p:cNvPr id="377" name="Rectangle 376">
                  <a:extLst>
                    <a:ext uri="{FF2B5EF4-FFF2-40B4-BE49-F238E27FC236}">
                      <a16:creationId xmlns:a16="http://schemas.microsoft.com/office/drawing/2014/main" id="{11D616AA-B57B-4FCE-AC0E-7C4CEB701426}"/>
                    </a:ext>
                  </a:extLst>
                </p:cNvPr>
                <p:cNvSpPr/>
                <p:nvPr/>
              </p:nvSpPr>
              <p:spPr>
                <a:xfrm>
                  <a:off x="9761670" y="4408827"/>
                  <a:ext cx="211560" cy="17595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375" name="Graphique 374" descr="Signe pouce en haut avec un remplissage uni">
                <a:extLst>
                  <a:ext uri="{FF2B5EF4-FFF2-40B4-BE49-F238E27FC236}">
                    <a16:creationId xmlns:a16="http://schemas.microsoft.com/office/drawing/2014/main" id="{7FF8B7AA-945E-4A7F-B4D1-0BE29E671BB6}"/>
                  </a:ext>
                </a:extLst>
              </p:cNvPr>
              <p:cNvPicPr>
                <a:picLocks noChangeAspect="1"/>
              </p:cNvPicPr>
              <p:nvPr/>
            </p:nvPicPr>
            <p:blipFill>
              <a:blip r:embed="rId82">
                <a:extLst>
                  <a:ext uri="{28A0092B-C50C-407E-A947-70E740481C1C}">
                    <a14:useLocalDpi xmlns:a14="http://schemas.microsoft.com/office/drawing/2010/main" val="0"/>
                  </a:ext>
                  <a:ext uri="{96DAC541-7B7A-43D3-8B79-37D633B846F1}">
                    <asvg:svgBlip xmlns:asvg="http://schemas.microsoft.com/office/drawing/2016/SVG/main" r:embed="rId83"/>
                  </a:ext>
                </a:extLst>
              </a:blip>
              <a:stretch>
                <a:fillRect/>
              </a:stretch>
            </p:blipFill>
            <p:spPr>
              <a:xfrm>
                <a:off x="9996096" y="4036045"/>
                <a:ext cx="236694" cy="236694"/>
              </a:xfrm>
              <a:prstGeom prst="rect">
                <a:avLst/>
              </a:prstGeom>
            </p:spPr>
          </p:pic>
        </p:grpSp>
        <p:pic>
          <p:nvPicPr>
            <p:cNvPr id="342" name="Graphique 341" descr="Signe pouce en haut avec un remplissage uni">
              <a:extLst>
                <a:ext uri="{FF2B5EF4-FFF2-40B4-BE49-F238E27FC236}">
                  <a16:creationId xmlns:a16="http://schemas.microsoft.com/office/drawing/2014/main" id="{F48C3DB7-C287-4609-A8D8-B3C2CCC37EDD}"/>
                </a:ext>
              </a:extLst>
            </p:cNvPr>
            <p:cNvPicPr>
              <a:picLocks noChangeAspect="1"/>
            </p:cNvPicPr>
            <p:nvPr/>
          </p:nvPicPr>
          <p:blipFill>
            <a:blip r:embed="rId82">
              <a:extLst>
                <a:ext uri="{28A0092B-C50C-407E-A947-70E740481C1C}">
                  <a14:useLocalDpi xmlns:a14="http://schemas.microsoft.com/office/drawing/2010/main" val="0"/>
                </a:ext>
                <a:ext uri="{96DAC541-7B7A-43D3-8B79-37D633B846F1}">
                  <asvg:svgBlip xmlns:asvg="http://schemas.microsoft.com/office/drawing/2016/SVG/main" r:embed="rId83"/>
                </a:ext>
              </a:extLst>
            </a:blip>
            <a:stretch>
              <a:fillRect/>
            </a:stretch>
          </p:blipFill>
          <p:spPr>
            <a:xfrm>
              <a:off x="8268110" y="7901918"/>
              <a:ext cx="202847" cy="190019"/>
            </a:xfrm>
            <a:prstGeom prst="rect">
              <a:avLst/>
            </a:prstGeom>
          </p:spPr>
        </p:pic>
        <p:pic>
          <p:nvPicPr>
            <p:cNvPr id="343" name="Graphique 342" descr="Signe pouce en haut avec un remplissage uni">
              <a:extLst>
                <a:ext uri="{FF2B5EF4-FFF2-40B4-BE49-F238E27FC236}">
                  <a16:creationId xmlns:a16="http://schemas.microsoft.com/office/drawing/2014/main" id="{ED96C7F4-EED4-4597-90CF-8C9B75FBBD25}"/>
                </a:ext>
              </a:extLst>
            </p:cNvPr>
            <p:cNvPicPr>
              <a:picLocks noChangeAspect="1"/>
            </p:cNvPicPr>
            <p:nvPr/>
          </p:nvPicPr>
          <p:blipFill>
            <a:blip r:embed="rId82">
              <a:extLst>
                <a:ext uri="{28A0092B-C50C-407E-A947-70E740481C1C}">
                  <a14:useLocalDpi xmlns:a14="http://schemas.microsoft.com/office/drawing/2010/main" val="0"/>
                </a:ext>
                <a:ext uri="{96DAC541-7B7A-43D3-8B79-37D633B846F1}">
                  <asvg:svgBlip xmlns:asvg="http://schemas.microsoft.com/office/drawing/2016/SVG/main" r:embed="rId83"/>
                </a:ext>
              </a:extLst>
            </a:blip>
            <a:stretch>
              <a:fillRect/>
            </a:stretch>
          </p:blipFill>
          <p:spPr>
            <a:xfrm>
              <a:off x="8278182" y="7731108"/>
              <a:ext cx="202847" cy="190019"/>
            </a:xfrm>
            <a:prstGeom prst="rect">
              <a:avLst/>
            </a:prstGeom>
          </p:spPr>
        </p:pic>
        <p:pic>
          <p:nvPicPr>
            <p:cNvPr id="344" name="Graphique 343" descr="Signe pouce en haut avec un remplissage uni">
              <a:extLst>
                <a:ext uri="{FF2B5EF4-FFF2-40B4-BE49-F238E27FC236}">
                  <a16:creationId xmlns:a16="http://schemas.microsoft.com/office/drawing/2014/main" id="{F801BDDB-55E6-48EC-868A-5F19CD98E441}"/>
                </a:ext>
              </a:extLst>
            </p:cNvPr>
            <p:cNvPicPr>
              <a:picLocks noChangeAspect="1"/>
            </p:cNvPicPr>
            <p:nvPr/>
          </p:nvPicPr>
          <p:blipFill>
            <a:blip r:embed="rId82">
              <a:extLst>
                <a:ext uri="{28A0092B-C50C-407E-A947-70E740481C1C}">
                  <a14:useLocalDpi xmlns:a14="http://schemas.microsoft.com/office/drawing/2010/main" val="0"/>
                </a:ext>
                <a:ext uri="{96DAC541-7B7A-43D3-8B79-37D633B846F1}">
                  <asvg:svgBlip xmlns:asvg="http://schemas.microsoft.com/office/drawing/2016/SVG/main" r:embed="rId83"/>
                </a:ext>
              </a:extLst>
            </a:blip>
            <a:stretch>
              <a:fillRect/>
            </a:stretch>
          </p:blipFill>
          <p:spPr>
            <a:xfrm>
              <a:off x="8083989" y="7773385"/>
              <a:ext cx="202847" cy="190019"/>
            </a:xfrm>
            <a:prstGeom prst="rect">
              <a:avLst/>
            </a:prstGeom>
          </p:spPr>
        </p:pic>
        <p:pic>
          <p:nvPicPr>
            <p:cNvPr id="345" name="Graphique 344" descr="Signe pouce en haut avec un remplissage uni">
              <a:extLst>
                <a:ext uri="{FF2B5EF4-FFF2-40B4-BE49-F238E27FC236}">
                  <a16:creationId xmlns:a16="http://schemas.microsoft.com/office/drawing/2014/main" id="{E46A462E-CB2C-4578-8F47-BB13EE1C9CEC}"/>
                </a:ext>
              </a:extLst>
            </p:cNvPr>
            <p:cNvPicPr>
              <a:picLocks noChangeAspect="1"/>
            </p:cNvPicPr>
            <p:nvPr/>
          </p:nvPicPr>
          <p:blipFill>
            <a:blip r:embed="rId82">
              <a:extLst>
                <a:ext uri="{28A0092B-C50C-407E-A947-70E740481C1C}">
                  <a14:useLocalDpi xmlns:a14="http://schemas.microsoft.com/office/drawing/2010/main" val="0"/>
                </a:ext>
                <a:ext uri="{96DAC541-7B7A-43D3-8B79-37D633B846F1}">
                  <asvg:svgBlip xmlns:asvg="http://schemas.microsoft.com/office/drawing/2016/SVG/main" r:embed="rId83"/>
                </a:ext>
              </a:extLst>
            </a:blip>
            <a:stretch>
              <a:fillRect/>
            </a:stretch>
          </p:blipFill>
          <p:spPr>
            <a:xfrm>
              <a:off x="8380045" y="8048813"/>
              <a:ext cx="202847" cy="190019"/>
            </a:xfrm>
            <a:prstGeom prst="rect">
              <a:avLst/>
            </a:prstGeom>
          </p:spPr>
        </p:pic>
        <p:pic>
          <p:nvPicPr>
            <p:cNvPr id="346" name="Graphique 345" descr="Signe pouce en haut avec un remplissage uni">
              <a:extLst>
                <a:ext uri="{FF2B5EF4-FFF2-40B4-BE49-F238E27FC236}">
                  <a16:creationId xmlns:a16="http://schemas.microsoft.com/office/drawing/2014/main" id="{ACA156BF-3458-458D-873E-076B4BB47100}"/>
                </a:ext>
              </a:extLst>
            </p:cNvPr>
            <p:cNvPicPr>
              <a:picLocks noChangeAspect="1"/>
            </p:cNvPicPr>
            <p:nvPr/>
          </p:nvPicPr>
          <p:blipFill>
            <a:blip r:embed="rId82">
              <a:extLst>
                <a:ext uri="{28A0092B-C50C-407E-A947-70E740481C1C}">
                  <a14:useLocalDpi xmlns:a14="http://schemas.microsoft.com/office/drawing/2010/main" val="0"/>
                </a:ext>
                <a:ext uri="{96DAC541-7B7A-43D3-8B79-37D633B846F1}">
                  <asvg:svgBlip xmlns:asvg="http://schemas.microsoft.com/office/drawing/2016/SVG/main" r:embed="rId83"/>
                </a:ext>
              </a:extLst>
            </a:blip>
            <a:stretch>
              <a:fillRect/>
            </a:stretch>
          </p:blipFill>
          <p:spPr>
            <a:xfrm>
              <a:off x="8452120" y="7890453"/>
              <a:ext cx="202847" cy="190019"/>
            </a:xfrm>
            <a:prstGeom prst="rect">
              <a:avLst/>
            </a:prstGeom>
          </p:spPr>
        </p:pic>
        <p:grpSp>
          <p:nvGrpSpPr>
            <p:cNvPr id="347" name="Groupe 346">
              <a:extLst>
                <a:ext uri="{FF2B5EF4-FFF2-40B4-BE49-F238E27FC236}">
                  <a16:creationId xmlns:a16="http://schemas.microsoft.com/office/drawing/2014/main" id="{E75BCC13-05E9-4581-813F-C2B6BCDEBE9F}"/>
                </a:ext>
              </a:extLst>
            </p:cNvPr>
            <p:cNvGrpSpPr/>
            <p:nvPr/>
          </p:nvGrpSpPr>
          <p:grpSpPr>
            <a:xfrm>
              <a:off x="9417003" y="7351047"/>
              <a:ext cx="919966" cy="1003103"/>
              <a:chOff x="9471865" y="4873194"/>
              <a:chExt cx="563901" cy="656361"/>
            </a:xfrm>
          </p:grpSpPr>
          <p:grpSp>
            <p:nvGrpSpPr>
              <p:cNvPr id="368" name="Groupe 367">
                <a:extLst>
                  <a:ext uri="{FF2B5EF4-FFF2-40B4-BE49-F238E27FC236}">
                    <a16:creationId xmlns:a16="http://schemas.microsoft.com/office/drawing/2014/main" id="{E979C1ED-5A29-45AB-824A-8EDB15A8D8C2}"/>
                  </a:ext>
                </a:extLst>
              </p:cNvPr>
              <p:cNvGrpSpPr/>
              <p:nvPr/>
            </p:nvGrpSpPr>
            <p:grpSpPr>
              <a:xfrm>
                <a:off x="9471865" y="4873194"/>
                <a:ext cx="563901" cy="656361"/>
                <a:chOff x="9471865" y="4873194"/>
                <a:chExt cx="563901" cy="656361"/>
              </a:xfrm>
            </p:grpSpPr>
            <p:grpSp>
              <p:nvGrpSpPr>
                <p:cNvPr id="370" name="Groupe 369">
                  <a:extLst>
                    <a:ext uri="{FF2B5EF4-FFF2-40B4-BE49-F238E27FC236}">
                      <a16:creationId xmlns:a16="http://schemas.microsoft.com/office/drawing/2014/main" id="{679567FB-2715-48B5-9FCE-1B9B93E560D3}"/>
                    </a:ext>
                  </a:extLst>
                </p:cNvPr>
                <p:cNvGrpSpPr/>
                <p:nvPr/>
              </p:nvGrpSpPr>
              <p:grpSpPr>
                <a:xfrm>
                  <a:off x="9471865" y="4873194"/>
                  <a:ext cx="563901" cy="656361"/>
                  <a:chOff x="9463703" y="4883758"/>
                  <a:chExt cx="914400" cy="1064329"/>
                </a:xfrm>
              </p:grpSpPr>
              <p:pic>
                <p:nvPicPr>
                  <p:cNvPr id="372" name="Graphique 371" descr="Chat contour">
                    <a:extLst>
                      <a:ext uri="{FF2B5EF4-FFF2-40B4-BE49-F238E27FC236}">
                        <a16:creationId xmlns:a16="http://schemas.microsoft.com/office/drawing/2014/main" id="{C49270B2-3390-442F-86E3-9B2D78E555F6}"/>
                      </a:ext>
                    </a:extLst>
                  </p:cNvPr>
                  <p:cNvPicPr>
                    <a:picLocks noChangeAspect="1"/>
                  </p:cNvPicPr>
                  <p:nvPr/>
                </p:nvPicPr>
                <p:blipFill>
                  <a:blip r:embed="rId84">
                    <a:extLst>
                      <a:ext uri="{28A0092B-C50C-407E-A947-70E740481C1C}">
                        <a14:useLocalDpi xmlns:a14="http://schemas.microsoft.com/office/drawing/2010/main" val="0"/>
                      </a:ext>
                      <a:ext uri="{96DAC541-7B7A-43D3-8B79-37D633B846F1}">
                        <asvg:svgBlip xmlns:asvg="http://schemas.microsoft.com/office/drawing/2016/SVG/main" r:embed="rId85"/>
                      </a:ext>
                    </a:extLst>
                  </a:blip>
                  <a:stretch>
                    <a:fillRect/>
                  </a:stretch>
                </p:blipFill>
                <p:spPr>
                  <a:xfrm>
                    <a:off x="9684744" y="4883758"/>
                    <a:ext cx="495914" cy="495914"/>
                  </a:xfrm>
                  <a:prstGeom prst="rect">
                    <a:avLst/>
                  </a:prstGeom>
                </p:spPr>
              </p:pic>
              <p:pic>
                <p:nvPicPr>
                  <p:cNvPr id="373" name="Graphique 372" descr="Salle de conseil avec un remplissage uni">
                    <a:extLst>
                      <a:ext uri="{FF2B5EF4-FFF2-40B4-BE49-F238E27FC236}">
                        <a16:creationId xmlns:a16="http://schemas.microsoft.com/office/drawing/2014/main" id="{8F21A8BC-B0C8-41DF-9956-A64D699C3B16}"/>
                      </a:ext>
                    </a:extLst>
                  </p:cNvPr>
                  <p:cNvPicPr>
                    <a:picLocks noChangeAspect="1"/>
                  </p:cNvPicPr>
                  <p:nvPr/>
                </p:nvPicPr>
                <p:blipFill>
                  <a:blip r:embed="rId86">
                    <a:extLst>
                      <a:ext uri="{28A0092B-C50C-407E-A947-70E740481C1C}">
                        <a14:useLocalDpi xmlns:a14="http://schemas.microsoft.com/office/drawing/2010/main" val="0"/>
                      </a:ext>
                      <a:ext uri="{96DAC541-7B7A-43D3-8B79-37D633B846F1}">
                        <asvg:svgBlip xmlns:asvg="http://schemas.microsoft.com/office/drawing/2016/SVG/main" r:embed="rId87"/>
                      </a:ext>
                    </a:extLst>
                  </a:blip>
                  <a:stretch>
                    <a:fillRect/>
                  </a:stretch>
                </p:blipFill>
                <p:spPr>
                  <a:xfrm>
                    <a:off x="9463703" y="5033687"/>
                    <a:ext cx="914400" cy="914400"/>
                  </a:xfrm>
                  <a:prstGeom prst="rect">
                    <a:avLst/>
                  </a:prstGeom>
                </p:spPr>
              </p:pic>
            </p:grpSp>
            <p:pic>
              <p:nvPicPr>
                <p:cNvPr id="371" name="Graphique 370" descr="Signe pouce en haut avec un remplissage uni">
                  <a:extLst>
                    <a:ext uri="{FF2B5EF4-FFF2-40B4-BE49-F238E27FC236}">
                      <a16:creationId xmlns:a16="http://schemas.microsoft.com/office/drawing/2014/main" id="{9B3060E9-8016-4A94-A0F9-EC88EA866045}"/>
                    </a:ext>
                  </a:extLst>
                </p:cNvPr>
                <p:cNvPicPr>
                  <a:picLocks noChangeAspect="1"/>
                </p:cNvPicPr>
                <p:nvPr/>
              </p:nvPicPr>
              <p:blipFill>
                <a:blip r:embed="rId82">
                  <a:extLst>
                    <a:ext uri="{28A0092B-C50C-407E-A947-70E740481C1C}">
                      <a14:useLocalDpi xmlns:a14="http://schemas.microsoft.com/office/drawing/2010/main" val="0"/>
                    </a:ext>
                    <a:ext uri="{96DAC541-7B7A-43D3-8B79-37D633B846F1}">
                      <asvg:svgBlip xmlns:asvg="http://schemas.microsoft.com/office/drawing/2016/SVG/main" r:embed="rId83"/>
                    </a:ext>
                  </a:extLst>
                </a:blip>
                <a:stretch>
                  <a:fillRect/>
                </a:stretch>
              </p:blipFill>
              <p:spPr>
                <a:xfrm>
                  <a:off x="9767187" y="4995411"/>
                  <a:ext cx="76053" cy="76053"/>
                </a:xfrm>
                <a:prstGeom prst="rect">
                  <a:avLst/>
                </a:prstGeom>
              </p:spPr>
            </p:pic>
          </p:grpSp>
          <p:pic>
            <p:nvPicPr>
              <p:cNvPr id="369" name="Graphique 368" descr="Calendrier mensuel avec un remplissage uni">
                <a:extLst>
                  <a:ext uri="{FF2B5EF4-FFF2-40B4-BE49-F238E27FC236}">
                    <a16:creationId xmlns:a16="http://schemas.microsoft.com/office/drawing/2014/main" id="{BDBC9F42-12E5-4D11-A3AD-439B5902BBD6}"/>
                  </a:ext>
                </a:extLst>
              </p:cNvPr>
              <p:cNvPicPr>
                <a:picLocks noChangeAspect="1"/>
              </p:cNvPicPr>
              <p:nvPr/>
            </p:nvPicPr>
            <p:blipFill>
              <a:blip r:embed="rId78">
                <a:extLst>
                  <a:ext uri="{28A0092B-C50C-407E-A947-70E740481C1C}">
                    <a14:useLocalDpi xmlns:a14="http://schemas.microsoft.com/office/drawing/2010/main" val="0"/>
                  </a:ext>
                  <a:ext uri="{96DAC541-7B7A-43D3-8B79-37D633B846F1}">
                    <asvg:svgBlip xmlns:asvg="http://schemas.microsoft.com/office/drawing/2016/SVG/main" r:embed="rId79"/>
                  </a:ext>
                </a:extLst>
              </a:blip>
              <a:stretch>
                <a:fillRect/>
              </a:stretch>
            </p:blipFill>
            <p:spPr>
              <a:xfrm>
                <a:off x="9642197" y="4953407"/>
                <a:ext cx="84007" cy="84007"/>
              </a:xfrm>
              <a:prstGeom prst="rect">
                <a:avLst/>
              </a:prstGeom>
            </p:spPr>
          </p:pic>
        </p:grpSp>
        <p:grpSp>
          <p:nvGrpSpPr>
            <p:cNvPr id="130" name="Groupe 129">
              <a:extLst>
                <a:ext uri="{FF2B5EF4-FFF2-40B4-BE49-F238E27FC236}">
                  <a16:creationId xmlns:a16="http://schemas.microsoft.com/office/drawing/2014/main" id="{C53F0D21-8CFB-4A98-9E7E-53B3DACBC808}"/>
                </a:ext>
              </a:extLst>
            </p:cNvPr>
            <p:cNvGrpSpPr/>
            <p:nvPr/>
          </p:nvGrpSpPr>
          <p:grpSpPr>
            <a:xfrm>
              <a:off x="10909564" y="8347795"/>
              <a:ext cx="721860" cy="676216"/>
              <a:chOff x="6887685" y="4855910"/>
              <a:chExt cx="96521" cy="90418"/>
            </a:xfrm>
          </p:grpSpPr>
          <p:pic>
            <p:nvPicPr>
              <p:cNvPr id="348" name="Graphique 347" descr="Enveloppe ouverte contour">
                <a:extLst>
                  <a:ext uri="{FF2B5EF4-FFF2-40B4-BE49-F238E27FC236}">
                    <a16:creationId xmlns:a16="http://schemas.microsoft.com/office/drawing/2014/main" id="{9471CF9B-7346-4B44-A786-C8331A3FCBAF}"/>
                  </a:ext>
                </a:extLst>
              </p:cNvPr>
              <p:cNvPicPr>
                <a:picLocks noChangeAspect="1"/>
              </p:cNvPicPr>
              <p:nvPr/>
            </p:nvPicPr>
            <p:blipFill>
              <a:blip r:embed="rId88">
                <a:extLst>
                  <a:ext uri="{28A0092B-C50C-407E-A947-70E740481C1C}">
                    <a14:useLocalDpi xmlns:a14="http://schemas.microsoft.com/office/drawing/2010/main" val="0"/>
                  </a:ext>
                  <a:ext uri="{96DAC541-7B7A-43D3-8B79-37D633B846F1}">
                    <asvg:svgBlip xmlns:asvg="http://schemas.microsoft.com/office/drawing/2016/SVG/main" r:embed="rId89"/>
                  </a:ext>
                </a:extLst>
              </a:blip>
              <a:stretch>
                <a:fillRect/>
              </a:stretch>
            </p:blipFill>
            <p:spPr>
              <a:xfrm>
                <a:off x="6887685" y="4855910"/>
                <a:ext cx="96521" cy="90418"/>
              </a:xfrm>
              <a:prstGeom prst="rect">
                <a:avLst/>
              </a:prstGeom>
            </p:spPr>
          </p:pic>
          <p:grpSp>
            <p:nvGrpSpPr>
              <p:cNvPr id="349" name="Groupe 348">
                <a:extLst>
                  <a:ext uri="{FF2B5EF4-FFF2-40B4-BE49-F238E27FC236}">
                    <a16:creationId xmlns:a16="http://schemas.microsoft.com/office/drawing/2014/main" id="{1B6D8A05-9B1F-426E-8EDA-1A84334258C6}"/>
                  </a:ext>
                </a:extLst>
              </p:cNvPr>
              <p:cNvGrpSpPr/>
              <p:nvPr/>
            </p:nvGrpSpPr>
            <p:grpSpPr>
              <a:xfrm>
                <a:off x="6915273" y="4869157"/>
                <a:ext cx="42750" cy="40047"/>
                <a:chOff x="10369284" y="3475608"/>
                <a:chExt cx="236694" cy="236694"/>
              </a:xfrm>
            </p:grpSpPr>
            <p:sp>
              <p:nvSpPr>
                <p:cNvPr id="366" name="Rectangle 365">
                  <a:extLst>
                    <a:ext uri="{FF2B5EF4-FFF2-40B4-BE49-F238E27FC236}">
                      <a16:creationId xmlns:a16="http://schemas.microsoft.com/office/drawing/2014/main" id="{9597F68C-7960-429B-8ECD-F91AC0D805D5}"/>
                    </a:ext>
                  </a:extLst>
                </p:cNvPr>
                <p:cNvSpPr/>
                <p:nvPr/>
              </p:nvSpPr>
              <p:spPr>
                <a:xfrm>
                  <a:off x="10380027" y="3505980"/>
                  <a:ext cx="211560" cy="17595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67" name="Graphique 366" descr="Signe pouce en haut avec un remplissage uni">
                  <a:extLst>
                    <a:ext uri="{FF2B5EF4-FFF2-40B4-BE49-F238E27FC236}">
                      <a16:creationId xmlns:a16="http://schemas.microsoft.com/office/drawing/2014/main" id="{3442323A-7416-4EF9-9754-2A89C84B188A}"/>
                    </a:ext>
                  </a:extLst>
                </p:cNvPr>
                <p:cNvPicPr>
                  <a:picLocks noChangeAspect="1"/>
                </p:cNvPicPr>
                <p:nvPr/>
              </p:nvPicPr>
              <p:blipFill>
                <a:blip r:embed="rId82">
                  <a:extLst>
                    <a:ext uri="{28A0092B-C50C-407E-A947-70E740481C1C}">
                      <a14:useLocalDpi xmlns:a14="http://schemas.microsoft.com/office/drawing/2010/main" val="0"/>
                    </a:ext>
                    <a:ext uri="{96DAC541-7B7A-43D3-8B79-37D633B846F1}">
                      <asvg:svgBlip xmlns:asvg="http://schemas.microsoft.com/office/drawing/2016/SVG/main" r:embed="rId83"/>
                    </a:ext>
                  </a:extLst>
                </a:blip>
                <a:stretch>
                  <a:fillRect/>
                </a:stretch>
              </p:blipFill>
              <p:spPr>
                <a:xfrm>
                  <a:off x="10369284" y="3475608"/>
                  <a:ext cx="236694" cy="236694"/>
                </a:xfrm>
                <a:prstGeom prst="rect">
                  <a:avLst/>
                </a:prstGeom>
              </p:spPr>
            </p:pic>
          </p:grpSp>
        </p:grpSp>
        <p:grpSp>
          <p:nvGrpSpPr>
            <p:cNvPr id="350" name="Groupe 349">
              <a:extLst>
                <a:ext uri="{FF2B5EF4-FFF2-40B4-BE49-F238E27FC236}">
                  <a16:creationId xmlns:a16="http://schemas.microsoft.com/office/drawing/2014/main" id="{70059D3D-CB4F-46C7-B4F3-1AE7A4D8AD56}"/>
                </a:ext>
              </a:extLst>
            </p:cNvPr>
            <p:cNvGrpSpPr/>
            <p:nvPr/>
          </p:nvGrpSpPr>
          <p:grpSpPr>
            <a:xfrm>
              <a:off x="10557464" y="7392399"/>
              <a:ext cx="1343886" cy="1258915"/>
              <a:chOff x="10723968" y="4554715"/>
              <a:chExt cx="753107" cy="753107"/>
            </a:xfrm>
          </p:grpSpPr>
          <p:pic>
            <p:nvPicPr>
              <p:cNvPr id="362" name="Graphique 361" descr="Partager avec un remplissage uni">
                <a:extLst>
                  <a:ext uri="{FF2B5EF4-FFF2-40B4-BE49-F238E27FC236}">
                    <a16:creationId xmlns:a16="http://schemas.microsoft.com/office/drawing/2014/main" id="{3832B166-7FA1-4A6B-9573-02649C20D82E}"/>
                  </a:ext>
                </a:extLst>
              </p:cNvPr>
              <p:cNvPicPr>
                <a:picLocks noChangeAspect="1"/>
              </p:cNvPicPr>
              <p:nvPr/>
            </p:nvPicPr>
            <p:blipFill>
              <a:blip r:embed="rId90">
                <a:extLst>
                  <a:ext uri="{28A0092B-C50C-407E-A947-70E740481C1C}">
                    <a14:useLocalDpi xmlns:a14="http://schemas.microsoft.com/office/drawing/2010/main" val="0"/>
                  </a:ext>
                  <a:ext uri="{96DAC541-7B7A-43D3-8B79-37D633B846F1}">
                    <asvg:svgBlip xmlns:asvg="http://schemas.microsoft.com/office/drawing/2016/SVG/main" r:embed="rId91"/>
                  </a:ext>
                </a:extLst>
              </a:blip>
              <a:stretch>
                <a:fillRect/>
              </a:stretch>
            </p:blipFill>
            <p:spPr>
              <a:xfrm>
                <a:off x="10723968" y="4554715"/>
                <a:ext cx="753107" cy="753107"/>
              </a:xfrm>
              <a:prstGeom prst="rect">
                <a:avLst/>
              </a:prstGeom>
            </p:spPr>
          </p:pic>
          <p:grpSp>
            <p:nvGrpSpPr>
              <p:cNvPr id="363" name="Groupe 362">
                <a:extLst>
                  <a:ext uri="{FF2B5EF4-FFF2-40B4-BE49-F238E27FC236}">
                    <a16:creationId xmlns:a16="http://schemas.microsoft.com/office/drawing/2014/main" id="{57D8FF21-4A78-4FF6-943B-4A8E1B14B280}"/>
                  </a:ext>
                </a:extLst>
              </p:cNvPr>
              <p:cNvGrpSpPr/>
              <p:nvPr/>
            </p:nvGrpSpPr>
            <p:grpSpPr>
              <a:xfrm>
                <a:off x="10883991" y="4852610"/>
                <a:ext cx="167813" cy="167813"/>
                <a:chOff x="10369284" y="3475608"/>
                <a:chExt cx="236694" cy="236694"/>
              </a:xfrm>
            </p:grpSpPr>
            <p:sp>
              <p:nvSpPr>
                <p:cNvPr id="364" name="Rectangle 363">
                  <a:extLst>
                    <a:ext uri="{FF2B5EF4-FFF2-40B4-BE49-F238E27FC236}">
                      <a16:creationId xmlns:a16="http://schemas.microsoft.com/office/drawing/2014/main" id="{4A2D416C-166F-4FFF-AB15-816AB17B8CC2}"/>
                    </a:ext>
                  </a:extLst>
                </p:cNvPr>
                <p:cNvSpPr/>
                <p:nvPr/>
              </p:nvSpPr>
              <p:spPr>
                <a:xfrm>
                  <a:off x="10380027" y="3505980"/>
                  <a:ext cx="211560" cy="17595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65" name="Graphique 364" descr="Signe pouce en haut avec un remplissage uni">
                  <a:extLst>
                    <a:ext uri="{FF2B5EF4-FFF2-40B4-BE49-F238E27FC236}">
                      <a16:creationId xmlns:a16="http://schemas.microsoft.com/office/drawing/2014/main" id="{65BBAD3F-E948-49FE-8CE6-40B069C6BB40}"/>
                    </a:ext>
                  </a:extLst>
                </p:cNvPr>
                <p:cNvPicPr>
                  <a:picLocks noChangeAspect="1"/>
                </p:cNvPicPr>
                <p:nvPr/>
              </p:nvPicPr>
              <p:blipFill>
                <a:blip r:embed="rId82">
                  <a:extLst>
                    <a:ext uri="{28A0092B-C50C-407E-A947-70E740481C1C}">
                      <a14:useLocalDpi xmlns:a14="http://schemas.microsoft.com/office/drawing/2010/main" val="0"/>
                    </a:ext>
                    <a:ext uri="{96DAC541-7B7A-43D3-8B79-37D633B846F1}">
                      <asvg:svgBlip xmlns:asvg="http://schemas.microsoft.com/office/drawing/2016/SVG/main" r:embed="rId83"/>
                    </a:ext>
                  </a:extLst>
                </a:blip>
                <a:stretch>
                  <a:fillRect/>
                </a:stretch>
              </p:blipFill>
              <p:spPr>
                <a:xfrm>
                  <a:off x="10369284" y="3475608"/>
                  <a:ext cx="236694" cy="236694"/>
                </a:xfrm>
                <a:prstGeom prst="rect">
                  <a:avLst/>
                </a:prstGeom>
              </p:spPr>
            </p:pic>
          </p:grpSp>
        </p:grpSp>
        <p:pic>
          <p:nvPicPr>
            <p:cNvPr id="353" name="Graphique 352" descr="Flèche : courbe légère avec un remplissage uni">
              <a:extLst>
                <a:ext uri="{FF2B5EF4-FFF2-40B4-BE49-F238E27FC236}">
                  <a16:creationId xmlns:a16="http://schemas.microsoft.com/office/drawing/2014/main" id="{2BC870CB-ACB3-4893-A8EB-DDAAED797645}"/>
                </a:ext>
              </a:extLst>
            </p:cNvPr>
            <p:cNvPicPr>
              <a:picLocks noChangeAspect="1"/>
            </p:cNvPicPr>
            <p:nvPr/>
          </p:nvPicPr>
          <p:blipFill>
            <a:blip r:embed="rId92">
              <a:extLst>
                <a:ext uri="{28A0092B-C50C-407E-A947-70E740481C1C}">
                  <a14:useLocalDpi xmlns:a14="http://schemas.microsoft.com/office/drawing/2010/main" val="0"/>
                </a:ext>
                <a:ext uri="{96DAC541-7B7A-43D3-8B79-37D633B846F1}">
                  <asvg:svgBlip xmlns:asvg="http://schemas.microsoft.com/office/drawing/2016/SVG/main" r:embed="rId93"/>
                </a:ext>
              </a:extLst>
            </a:blip>
            <a:stretch>
              <a:fillRect/>
            </a:stretch>
          </p:blipFill>
          <p:spPr>
            <a:xfrm flipV="1">
              <a:off x="8793908" y="7698155"/>
              <a:ext cx="518500" cy="485714"/>
            </a:xfrm>
            <a:prstGeom prst="rect">
              <a:avLst/>
            </a:prstGeom>
          </p:spPr>
        </p:pic>
        <p:grpSp>
          <p:nvGrpSpPr>
            <p:cNvPr id="355" name="Groupe 354">
              <a:extLst>
                <a:ext uri="{FF2B5EF4-FFF2-40B4-BE49-F238E27FC236}">
                  <a16:creationId xmlns:a16="http://schemas.microsoft.com/office/drawing/2014/main" id="{83D1A26B-E615-4502-BF77-8B799C9EA5BB}"/>
                </a:ext>
              </a:extLst>
            </p:cNvPr>
            <p:cNvGrpSpPr/>
            <p:nvPr/>
          </p:nvGrpSpPr>
          <p:grpSpPr>
            <a:xfrm>
              <a:off x="9606273" y="8349169"/>
              <a:ext cx="889843" cy="604719"/>
              <a:chOff x="9687840" y="4931451"/>
              <a:chExt cx="874121" cy="634129"/>
            </a:xfrm>
          </p:grpSpPr>
          <p:grpSp>
            <p:nvGrpSpPr>
              <p:cNvPr id="356" name="Groupe 355">
                <a:extLst>
                  <a:ext uri="{FF2B5EF4-FFF2-40B4-BE49-F238E27FC236}">
                    <a16:creationId xmlns:a16="http://schemas.microsoft.com/office/drawing/2014/main" id="{45A6C290-07EB-4FF6-B8F8-3D85DF0953A4}"/>
                  </a:ext>
                </a:extLst>
              </p:cNvPr>
              <p:cNvGrpSpPr/>
              <p:nvPr/>
            </p:nvGrpSpPr>
            <p:grpSpPr>
              <a:xfrm>
                <a:off x="9745052" y="4931451"/>
                <a:ext cx="816909" cy="634129"/>
                <a:chOff x="9735731" y="4929457"/>
                <a:chExt cx="816909" cy="634129"/>
              </a:xfrm>
            </p:grpSpPr>
            <p:pic>
              <p:nvPicPr>
                <p:cNvPr id="358" name="Graphique 357" descr="Mégaphone avec un remplissage uni">
                  <a:extLst>
                    <a:ext uri="{FF2B5EF4-FFF2-40B4-BE49-F238E27FC236}">
                      <a16:creationId xmlns:a16="http://schemas.microsoft.com/office/drawing/2014/main" id="{D7808EF2-494C-422A-B9DF-186DD0C39B5D}"/>
                    </a:ext>
                  </a:extLst>
                </p:cNvPr>
                <p:cNvPicPr>
                  <a:picLocks noChangeAspect="1"/>
                </p:cNvPicPr>
                <p:nvPr/>
              </p:nvPicPr>
              <p:blipFill>
                <a:blip r:embed="rId94">
                  <a:extLst>
                    <a:ext uri="{28A0092B-C50C-407E-A947-70E740481C1C}">
                      <a14:useLocalDpi xmlns:a14="http://schemas.microsoft.com/office/drawing/2010/main" val="0"/>
                    </a:ext>
                    <a:ext uri="{96DAC541-7B7A-43D3-8B79-37D633B846F1}">
                      <asvg:svgBlip xmlns:asvg="http://schemas.microsoft.com/office/drawing/2016/SVG/main" r:embed="rId95"/>
                    </a:ext>
                  </a:extLst>
                </a:blip>
                <a:stretch>
                  <a:fillRect/>
                </a:stretch>
              </p:blipFill>
              <p:spPr>
                <a:xfrm>
                  <a:off x="9735731" y="5061684"/>
                  <a:ext cx="501902" cy="501902"/>
                </a:xfrm>
                <a:prstGeom prst="rect">
                  <a:avLst/>
                </a:prstGeom>
              </p:spPr>
            </p:pic>
            <p:grpSp>
              <p:nvGrpSpPr>
                <p:cNvPr id="359" name="Groupe 358">
                  <a:extLst>
                    <a:ext uri="{FF2B5EF4-FFF2-40B4-BE49-F238E27FC236}">
                      <a16:creationId xmlns:a16="http://schemas.microsoft.com/office/drawing/2014/main" id="{5C36159C-3E05-42EA-8A9E-BFDE1FC865D5}"/>
                    </a:ext>
                  </a:extLst>
                </p:cNvPr>
                <p:cNvGrpSpPr/>
                <p:nvPr/>
              </p:nvGrpSpPr>
              <p:grpSpPr>
                <a:xfrm>
                  <a:off x="10135380" y="4929457"/>
                  <a:ext cx="417260" cy="417260"/>
                  <a:chOff x="10337571" y="3324583"/>
                  <a:chExt cx="417260" cy="417260"/>
                </a:xfrm>
              </p:grpSpPr>
              <p:sp>
                <p:nvSpPr>
                  <p:cNvPr id="360" name="Rectangle 359">
                    <a:extLst>
                      <a:ext uri="{FF2B5EF4-FFF2-40B4-BE49-F238E27FC236}">
                        <a16:creationId xmlns:a16="http://schemas.microsoft.com/office/drawing/2014/main" id="{095A4D4D-C0D2-4C0B-9D2B-4742B72C5AF0}"/>
                      </a:ext>
                    </a:extLst>
                  </p:cNvPr>
                  <p:cNvSpPr/>
                  <p:nvPr/>
                </p:nvSpPr>
                <p:spPr>
                  <a:xfrm>
                    <a:off x="10380027" y="3505980"/>
                    <a:ext cx="211560" cy="17595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61" name="Graphique 360" descr="Signe pouce en haut avec un remplissage uni">
                    <a:extLst>
                      <a:ext uri="{FF2B5EF4-FFF2-40B4-BE49-F238E27FC236}">
                        <a16:creationId xmlns:a16="http://schemas.microsoft.com/office/drawing/2014/main" id="{5C7DD167-78B8-4CE1-AFFE-D6737CF00A93}"/>
                      </a:ext>
                    </a:extLst>
                  </p:cNvPr>
                  <p:cNvPicPr>
                    <a:picLocks noChangeAspect="1"/>
                  </p:cNvPicPr>
                  <p:nvPr/>
                </p:nvPicPr>
                <p:blipFill>
                  <a:blip r:embed="rId82">
                    <a:extLst>
                      <a:ext uri="{28A0092B-C50C-407E-A947-70E740481C1C}">
                        <a14:useLocalDpi xmlns:a14="http://schemas.microsoft.com/office/drawing/2010/main" val="0"/>
                      </a:ext>
                      <a:ext uri="{96DAC541-7B7A-43D3-8B79-37D633B846F1}">
                        <asvg:svgBlip xmlns:asvg="http://schemas.microsoft.com/office/drawing/2016/SVG/main" r:embed="rId83"/>
                      </a:ext>
                    </a:extLst>
                  </a:blip>
                  <a:stretch>
                    <a:fillRect/>
                  </a:stretch>
                </p:blipFill>
                <p:spPr>
                  <a:xfrm>
                    <a:off x="10337571" y="3324583"/>
                    <a:ext cx="417260" cy="417260"/>
                  </a:xfrm>
                  <a:prstGeom prst="rect">
                    <a:avLst/>
                  </a:prstGeom>
                </p:spPr>
              </p:pic>
            </p:grpSp>
          </p:grpSp>
          <p:pic>
            <p:nvPicPr>
              <p:cNvPr id="357" name="Graphique 356" descr="Signe pouce en haut avec un remplissage uni">
                <a:extLst>
                  <a:ext uri="{FF2B5EF4-FFF2-40B4-BE49-F238E27FC236}">
                    <a16:creationId xmlns:a16="http://schemas.microsoft.com/office/drawing/2014/main" id="{575AC6E4-5C68-4E82-98A1-479DE2E4BF41}"/>
                  </a:ext>
                </a:extLst>
              </p:cNvPr>
              <p:cNvPicPr>
                <a:picLocks noChangeAspect="1"/>
              </p:cNvPicPr>
              <p:nvPr/>
            </p:nvPicPr>
            <p:blipFill>
              <a:blip r:embed="rId82">
                <a:extLst>
                  <a:ext uri="{28A0092B-C50C-407E-A947-70E740481C1C}">
                    <a14:useLocalDpi xmlns:a14="http://schemas.microsoft.com/office/drawing/2010/main" val="0"/>
                  </a:ext>
                  <a:ext uri="{96DAC541-7B7A-43D3-8B79-37D633B846F1}">
                    <asvg:svgBlip xmlns:asvg="http://schemas.microsoft.com/office/drawing/2016/SVG/main" r:embed="rId83"/>
                  </a:ext>
                </a:extLst>
              </a:blip>
              <a:stretch>
                <a:fillRect/>
              </a:stretch>
            </p:blipFill>
            <p:spPr>
              <a:xfrm>
                <a:off x="9687840" y="5429177"/>
                <a:ext cx="95781" cy="95781"/>
              </a:xfrm>
              <a:prstGeom prst="rect">
                <a:avLst/>
              </a:prstGeom>
            </p:spPr>
          </p:pic>
        </p:grpSp>
      </p:grpSp>
      <p:grpSp>
        <p:nvGrpSpPr>
          <p:cNvPr id="378" name="Groupe 377">
            <a:extLst>
              <a:ext uri="{FF2B5EF4-FFF2-40B4-BE49-F238E27FC236}">
                <a16:creationId xmlns:a16="http://schemas.microsoft.com/office/drawing/2014/main" id="{9DE1726A-814D-4DCE-A0E0-67200217B450}"/>
              </a:ext>
            </a:extLst>
          </p:cNvPr>
          <p:cNvGrpSpPr/>
          <p:nvPr/>
        </p:nvGrpSpPr>
        <p:grpSpPr>
          <a:xfrm>
            <a:off x="3870460" y="1453161"/>
            <a:ext cx="648308" cy="357995"/>
            <a:chOff x="8057383" y="3896386"/>
            <a:chExt cx="4128117" cy="2279544"/>
          </a:xfrm>
        </p:grpSpPr>
        <p:sp>
          <p:nvSpPr>
            <p:cNvPr id="379" name="Rectangle 378">
              <a:extLst>
                <a:ext uri="{FF2B5EF4-FFF2-40B4-BE49-F238E27FC236}">
                  <a16:creationId xmlns:a16="http://schemas.microsoft.com/office/drawing/2014/main" id="{8F0F1B12-C191-436E-8CAF-D4D0951660D4}"/>
                </a:ext>
              </a:extLst>
            </p:cNvPr>
            <p:cNvSpPr/>
            <p:nvPr/>
          </p:nvSpPr>
          <p:spPr>
            <a:xfrm>
              <a:off x="8057383" y="3896386"/>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80" name="Graphique 379" descr="Personne confuse avec un remplissage uni">
              <a:extLst>
                <a:ext uri="{FF2B5EF4-FFF2-40B4-BE49-F238E27FC236}">
                  <a16:creationId xmlns:a16="http://schemas.microsoft.com/office/drawing/2014/main" id="{8615A130-7DC6-4319-AFB1-9CFBFAA1895A}"/>
                </a:ext>
              </a:extLst>
            </p:cNvPr>
            <p:cNvPicPr>
              <a:picLocks noChangeAspect="1"/>
            </p:cNvPicPr>
            <p:nvPr/>
          </p:nvPicPr>
          <p:blipFill rotWithShape="1">
            <a:blip r:embed="rId76">
              <a:extLst>
                <a:ext uri="{28A0092B-C50C-407E-A947-70E740481C1C}">
                  <a14:useLocalDpi xmlns:a14="http://schemas.microsoft.com/office/drawing/2010/main" val="0"/>
                </a:ext>
                <a:ext uri="{96DAC541-7B7A-43D3-8B79-37D633B846F1}">
                  <asvg:svgBlip xmlns:asvg="http://schemas.microsoft.com/office/drawing/2016/SVG/main" r:embed="rId77"/>
                </a:ext>
              </a:extLst>
            </a:blip>
            <a:srcRect b="50576"/>
            <a:stretch/>
          </p:blipFill>
          <p:spPr>
            <a:xfrm>
              <a:off x="9061827" y="4816464"/>
              <a:ext cx="2219260" cy="1096841"/>
            </a:xfrm>
            <a:prstGeom prst="rect">
              <a:avLst/>
            </a:prstGeom>
          </p:spPr>
        </p:pic>
        <p:sp>
          <p:nvSpPr>
            <p:cNvPr id="381" name="Bulle narrative : rectangle 380">
              <a:extLst>
                <a:ext uri="{FF2B5EF4-FFF2-40B4-BE49-F238E27FC236}">
                  <a16:creationId xmlns:a16="http://schemas.microsoft.com/office/drawing/2014/main" id="{1289FC80-0B2F-473F-A505-D28CD2BF5A74}"/>
                </a:ext>
              </a:extLst>
            </p:cNvPr>
            <p:cNvSpPr/>
            <p:nvPr/>
          </p:nvSpPr>
          <p:spPr>
            <a:xfrm>
              <a:off x="9112499" y="4230047"/>
              <a:ext cx="844651" cy="611233"/>
            </a:xfrm>
            <a:prstGeom prst="wedgeRectCallout">
              <a:avLst>
                <a:gd name="adj1" fmla="val 47773"/>
                <a:gd name="adj2" fmla="val 7545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82" name="Bulle narrative : rectangle 381">
              <a:extLst>
                <a:ext uri="{FF2B5EF4-FFF2-40B4-BE49-F238E27FC236}">
                  <a16:creationId xmlns:a16="http://schemas.microsoft.com/office/drawing/2014/main" id="{FE03AC11-4958-4B56-A8A0-2A3CFBB6C83F}"/>
                </a:ext>
              </a:extLst>
            </p:cNvPr>
            <p:cNvSpPr/>
            <p:nvPr/>
          </p:nvSpPr>
          <p:spPr>
            <a:xfrm flipH="1">
              <a:off x="10382076" y="4225434"/>
              <a:ext cx="844651" cy="611233"/>
            </a:xfrm>
            <a:prstGeom prst="wedgeRectCallout">
              <a:avLst>
                <a:gd name="adj1" fmla="val 47773"/>
                <a:gd name="adj2" fmla="val 7545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383" name="Groupe 382">
              <a:extLst>
                <a:ext uri="{FF2B5EF4-FFF2-40B4-BE49-F238E27FC236}">
                  <a16:creationId xmlns:a16="http://schemas.microsoft.com/office/drawing/2014/main" id="{59F3D6F8-DBCC-4B3A-B58D-3444B40CA110}"/>
                </a:ext>
              </a:extLst>
            </p:cNvPr>
            <p:cNvGrpSpPr/>
            <p:nvPr/>
          </p:nvGrpSpPr>
          <p:grpSpPr>
            <a:xfrm>
              <a:off x="11090656" y="4894252"/>
              <a:ext cx="957532" cy="1000458"/>
              <a:chOff x="10895697" y="4741852"/>
              <a:chExt cx="756124" cy="790021"/>
            </a:xfrm>
            <a:solidFill>
              <a:schemeClr val="bg1">
                <a:lumMod val="65000"/>
              </a:schemeClr>
            </a:solidFill>
          </p:grpSpPr>
          <p:pic>
            <p:nvPicPr>
              <p:cNvPr id="399" name="Graphique 398" descr="Écolier avec un remplissage uni">
                <a:extLst>
                  <a:ext uri="{FF2B5EF4-FFF2-40B4-BE49-F238E27FC236}">
                    <a16:creationId xmlns:a16="http://schemas.microsoft.com/office/drawing/2014/main" id="{16BC4E39-49DE-495F-86D5-968E3895BE95}"/>
                  </a:ext>
                </a:extLst>
              </p:cNvPr>
              <p:cNvPicPr>
                <a:picLocks noChangeAspect="1"/>
              </p:cNvPicPr>
              <p:nvPr/>
            </p:nvPicPr>
            <p:blipFill rotWithShape="1">
              <a:blip r:embed="rId96">
                <a:extLst>
                  <a:ext uri="{28A0092B-C50C-407E-A947-70E740481C1C}">
                    <a14:useLocalDpi xmlns:a14="http://schemas.microsoft.com/office/drawing/2010/main" val="0"/>
                  </a:ext>
                  <a:ext uri="{96DAC541-7B7A-43D3-8B79-37D633B846F1}">
                    <asvg:svgBlip xmlns:asvg="http://schemas.microsoft.com/office/drawing/2016/SVG/main" r:embed="rId97"/>
                  </a:ext>
                </a:extLst>
              </a:blip>
              <a:srcRect l="23541" t="12103" r="23440" b="13876"/>
              <a:stretch/>
            </p:blipFill>
            <p:spPr>
              <a:xfrm>
                <a:off x="10983706" y="5158340"/>
                <a:ext cx="231240" cy="322830"/>
              </a:xfrm>
              <a:prstGeom prst="rect">
                <a:avLst/>
              </a:prstGeom>
            </p:spPr>
          </p:pic>
          <p:pic>
            <p:nvPicPr>
              <p:cNvPr id="400" name="Graphique 399" descr="Écolière avec un remplissage uni">
                <a:extLst>
                  <a:ext uri="{FF2B5EF4-FFF2-40B4-BE49-F238E27FC236}">
                    <a16:creationId xmlns:a16="http://schemas.microsoft.com/office/drawing/2014/main" id="{9AD9D399-7DDD-402A-BE6F-05B30BD74993}"/>
                  </a:ext>
                </a:extLst>
              </p:cNvPr>
              <p:cNvPicPr>
                <a:picLocks noChangeAspect="1"/>
              </p:cNvPicPr>
              <p:nvPr/>
            </p:nvPicPr>
            <p:blipFill>
              <a:blip r:embed="rId98">
                <a:extLst>
                  <a:ext uri="{28A0092B-C50C-407E-A947-70E740481C1C}">
                    <a14:useLocalDpi xmlns:a14="http://schemas.microsoft.com/office/drawing/2010/main" val="0"/>
                  </a:ext>
                  <a:ext uri="{96DAC541-7B7A-43D3-8B79-37D633B846F1}">
                    <asvg:svgBlip xmlns:asvg="http://schemas.microsoft.com/office/drawing/2016/SVG/main" r:embed="rId99"/>
                  </a:ext>
                </a:extLst>
              </a:blip>
              <a:stretch>
                <a:fillRect/>
              </a:stretch>
            </p:blipFill>
            <p:spPr>
              <a:xfrm>
                <a:off x="11227585" y="5107637"/>
                <a:ext cx="424236" cy="424236"/>
              </a:xfrm>
              <a:prstGeom prst="rect">
                <a:avLst/>
              </a:prstGeom>
            </p:spPr>
          </p:pic>
          <p:pic>
            <p:nvPicPr>
              <p:cNvPr id="401" name="Graphique 400" descr="Une artiste avec un remplissage uni">
                <a:extLst>
                  <a:ext uri="{FF2B5EF4-FFF2-40B4-BE49-F238E27FC236}">
                    <a16:creationId xmlns:a16="http://schemas.microsoft.com/office/drawing/2014/main" id="{7150366D-A0A6-4292-BD82-E78DB78C80E3}"/>
                  </a:ext>
                </a:extLst>
              </p:cNvPr>
              <p:cNvPicPr>
                <a:picLocks noChangeAspect="1"/>
              </p:cNvPicPr>
              <p:nvPr/>
            </p:nvPicPr>
            <p:blipFill>
              <a:blip r:embed="rId100">
                <a:extLst>
                  <a:ext uri="{28A0092B-C50C-407E-A947-70E740481C1C}">
                    <a14:useLocalDpi xmlns:a14="http://schemas.microsoft.com/office/drawing/2010/main" val="0"/>
                  </a:ext>
                  <a:ext uri="{96DAC541-7B7A-43D3-8B79-37D633B846F1}">
                    <asvg:svgBlip xmlns:asvg="http://schemas.microsoft.com/office/drawing/2016/SVG/main" r:embed="rId101"/>
                  </a:ext>
                </a:extLst>
              </a:blip>
              <a:stretch>
                <a:fillRect/>
              </a:stretch>
            </p:blipFill>
            <p:spPr>
              <a:xfrm>
                <a:off x="10895697" y="4741852"/>
                <a:ext cx="424236" cy="424236"/>
              </a:xfrm>
              <a:prstGeom prst="rect">
                <a:avLst/>
              </a:prstGeom>
            </p:spPr>
          </p:pic>
          <p:pic>
            <p:nvPicPr>
              <p:cNvPr id="402" name="Graphique 401" descr="Centre d’appels avec un remplissage uni">
                <a:extLst>
                  <a:ext uri="{FF2B5EF4-FFF2-40B4-BE49-F238E27FC236}">
                    <a16:creationId xmlns:a16="http://schemas.microsoft.com/office/drawing/2014/main" id="{C888F7A3-F361-4018-9DF0-368A13ACDE04}"/>
                  </a:ext>
                </a:extLst>
              </p:cNvPr>
              <p:cNvPicPr>
                <a:picLocks noChangeAspect="1"/>
              </p:cNvPicPr>
              <p:nvPr/>
            </p:nvPicPr>
            <p:blipFill>
              <a:blip r:embed="rId102">
                <a:extLst>
                  <a:ext uri="{28A0092B-C50C-407E-A947-70E740481C1C}">
                    <a14:useLocalDpi xmlns:a14="http://schemas.microsoft.com/office/drawing/2010/main" val="0"/>
                  </a:ext>
                  <a:ext uri="{96DAC541-7B7A-43D3-8B79-37D633B846F1}">
                    <asvg:svgBlip xmlns:asvg="http://schemas.microsoft.com/office/drawing/2016/SVG/main" r:embed="rId103"/>
                  </a:ext>
                </a:extLst>
              </a:blip>
              <a:stretch>
                <a:fillRect/>
              </a:stretch>
            </p:blipFill>
            <p:spPr>
              <a:xfrm>
                <a:off x="11250937" y="4755122"/>
                <a:ext cx="397197" cy="397197"/>
              </a:xfrm>
              <a:prstGeom prst="rect">
                <a:avLst/>
              </a:prstGeom>
            </p:spPr>
          </p:pic>
        </p:grpSp>
        <p:grpSp>
          <p:nvGrpSpPr>
            <p:cNvPr id="384" name="Groupe 383">
              <a:extLst>
                <a:ext uri="{FF2B5EF4-FFF2-40B4-BE49-F238E27FC236}">
                  <a16:creationId xmlns:a16="http://schemas.microsoft.com/office/drawing/2014/main" id="{FF8BC0F2-B4EE-400D-AE22-5A1BDBEC95CD}"/>
                </a:ext>
              </a:extLst>
            </p:cNvPr>
            <p:cNvGrpSpPr/>
            <p:nvPr/>
          </p:nvGrpSpPr>
          <p:grpSpPr>
            <a:xfrm>
              <a:off x="8191746" y="4876988"/>
              <a:ext cx="936249" cy="955726"/>
              <a:chOff x="8161603" y="4566531"/>
              <a:chExt cx="838908" cy="856360"/>
            </a:xfrm>
          </p:grpSpPr>
          <p:pic>
            <p:nvPicPr>
              <p:cNvPr id="395" name="Graphique 394" descr="Employée de bureau avec un remplissage uni">
                <a:extLst>
                  <a:ext uri="{FF2B5EF4-FFF2-40B4-BE49-F238E27FC236}">
                    <a16:creationId xmlns:a16="http://schemas.microsoft.com/office/drawing/2014/main" id="{6054C6E9-E042-49AB-87FD-D87BA685E06C}"/>
                  </a:ext>
                </a:extLst>
              </p:cNvPr>
              <p:cNvPicPr>
                <a:picLocks noChangeAspect="1"/>
              </p:cNvPicPr>
              <p:nvPr/>
            </p:nvPicPr>
            <p:blipFill rotWithShape="1">
              <a:blip r:embed="rId72">
                <a:extLst>
                  <a:ext uri="{28A0092B-C50C-407E-A947-70E740481C1C}">
                    <a14:useLocalDpi xmlns:a14="http://schemas.microsoft.com/office/drawing/2010/main" val="0"/>
                  </a:ext>
                  <a:ext uri="{96DAC541-7B7A-43D3-8B79-37D633B846F1}">
                    <asvg:svgBlip xmlns:asvg="http://schemas.microsoft.com/office/drawing/2016/SVG/main" r:embed="rId73"/>
                  </a:ext>
                </a:extLst>
              </a:blip>
              <a:srcRect l="16614" t="5228" r="16437" b="9344"/>
              <a:stretch/>
            </p:blipFill>
            <p:spPr>
              <a:xfrm>
                <a:off x="8614190" y="4987902"/>
                <a:ext cx="329791" cy="420815"/>
              </a:xfrm>
              <a:prstGeom prst="rect">
                <a:avLst/>
              </a:prstGeom>
            </p:spPr>
          </p:pic>
          <p:pic>
            <p:nvPicPr>
              <p:cNvPr id="396" name="Graphique 395" descr="Profil mâle avec un remplissage uni">
                <a:extLst>
                  <a:ext uri="{FF2B5EF4-FFF2-40B4-BE49-F238E27FC236}">
                    <a16:creationId xmlns:a16="http://schemas.microsoft.com/office/drawing/2014/main" id="{17F0FE24-E014-4693-99B6-D8A3C989E87F}"/>
                  </a:ext>
                </a:extLst>
              </p:cNvPr>
              <p:cNvPicPr>
                <a:picLocks noChangeAspect="1"/>
              </p:cNvPicPr>
              <p:nvPr/>
            </p:nvPicPr>
            <p:blipFill rotWithShape="1">
              <a:blip r:embed="rId104">
                <a:extLst>
                  <a:ext uri="{28A0092B-C50C-407E-A947-70E740481C1C}">
                    <a14:useLocalDpi xmlns:a14="http://schemas.microsoft.com/office/drawing/2010/main" val="0"/>
                  </a:ext>
                  <a:ext uri="{96DAC541-7B7A-43D3-8B79-37D633B846F1}">
                    <asvg:svgBlip xmlns:asvg="http://schemas.microsoft.com/office/drawing/2016/SVG/main" r:embed="rId105"/>
                  </a:ext>
                </a:extLst>
              </a:blip>
              <a:srcRect l="13300" t="9409" r="14890" b="14751"/>
              <a:stretch/>
            </p:blipFill>
            <p:spPr>
              <a:xfrm>
                <a:off x="8161603" y="5002076"/>
                <a:ext cx="398447" cy="420815"/>
              </a:xfrm>
              <a:prstGeom prst="rect">
                <a:avLst/>
              </a:prstGeom>
            </p:spPr>
          </p:pic>
          <p:pic>
            <p:nvPicPr>
              <p:cNvPr id="397" name="Graphique 396" descr="Programmatrice avec un remplissage uni">
                <a:extLst>
                  <a:ext uri="{FF2B5EF4-FFF2-40B4-BE49-F238E27FC236}">
                    <a16:creationId xmlns:a16="http://schemas.microsoft.com/office/drawing/2014/main" id="{D6AF3951-1CA7-491D-873F-DED1B8D27EBD}"/>
                  </a:ext>
                </a:extLst>
              </p:cNvPr>
              <p:cNvPicPr>
                <a:picLocks noChangeAspect="1"/>
              </p:cNvPicPr>
              <p:nvPr/>
            </p:nvPicPr>
            <p:blipFill>
              <a:blip r:embed="rId106">
                <a:extLst>
                  <a:ext uri="{28A0092B-C50C-407E-A947-70E740481C1C}">
                    <a14:useLocalDpi xmlns:a14="http://schemas.microsoft.com/office/drawing/2010/main" val="0"/>
                  </a:ext>
                  <a:ext uri="{96DAC541-7B7A-43D3-8B79-37D633B846F1}">
                    <asvg:svgBlip xmlns:asvg="http://schemas.microsoft.com/office/drawing/2016/SVG/main" r:embed="rId107"/>
                  </a:ext>
                </a:extLst>
              </a:blip>
              <a:stretch>
                <a:fillRect/>
              </a:stretch>
            </p:blipFill>
            <p:spPr>
              <a:xfrm>
                <a:off x="8167733" y="4566531"/>
                <a:ext cx="413640" cy="413640"/>
              </a:xfrm>
              <a:prstGeom prst="rect">
                <a:avLst/>
              </a:prstGeom>
            </p:spPr>
          </p:pic>
          <p:pic>
            <p:nvPicPr>
              <p:cNvPr id="398" name="Graphique 397" descr="Une astronaute avec un remplissage uni">
                <a:extLst>
                  <a:ext uri="{FF2B5EF4-FFF2-40B4-BE49-F238E27FC236}">
                    <a16:creationId xmlns:a16="http://schemas.microsoft.com/office/drawing/2014/main" id="{EEF36D1B-AA62-498A-98B4-DD15713AE183}"/>
                  </a:ext>
                </a:extLst>
              </p:cNvPr>
              <p:cNvPicPr>
                <a:picLocks noChangeAspect="1"/>
              </p:cNvPicPr>
              <p:nvPr/>
            </p:nvPicPr>
            <p:blipFill>
              <a:blip r:embed="rId108">
                <a:extLst>
                  <a:ext uri="{28A0092B-C50C-407E-A947-70E740481C1C}">
                    <a14:useLocalDpi xmlns:a14="http://schemas.microsoft.com/office/drawing/2010/main" val="0"/>
                  </a:ext>
                  <a:ext uri="{96DAC541-7B7A-43D3-8B79-37D633B846F1}">
                    <asvg:svgBlip xmlns:asvg="http://schemas.microsoft.com/office/drawing/2016/SVG/main" r:embed="rId109"/>
                  </a:ext>
                </a:extLst>
              </a:blip>
              <a:stretch>
                <a:fillRect/>
              </a:stretch>
            </p:blipFill>
            <p:spPr>
              <a:xfrm>
                <a:off x="8544848" y="4571288"/>
                <a:ext cx="455663" cy="455663"/>
              </a:xfrm>
              <a:prstGeom prst="rect">
                <a:avLst/>
              </a:prstGeom>
            </p:spPr>
          </p:pic>
        </p:grpSp>
        <p:grpSp>
          <p:nvGrpSpPr>
            <p:cNvPr id="385" name="Groupe 384">
              <a:extLst>
                <a:ext uri="{FF2B5EF4-FFF2-40B4-BE49-F238E27FC236}">
                  <a16:creationId xmlns:a16="http://schemas.microsoft.com/office/drawing/2014/main" id="{DBF41E1C-A978-4A76-8B1E-48B062321E06}"/>
                </a:ext>
              </a:extLst>
            </p:cNvPr>
            <p:cNvGrpSpPr/>
            <p:nvPr/>
          </p:nvGrpSpPr>
          <p:grpSpPr>
            <a:xfrm>
              <a:off x="9243738" y="4249169"/>
              <a:ext cx="557260" cy="582242"/>
              <a:chOff x="10895697" y="4741852"/>
              <a:chExt cx="756124" cy="790021"/>
            </a:xfrm>
            <a:solidFill>
              <a:schemeClr val="bg1">
                <a:lumMod val="65000"/>
              </a:schemeClr>
            </a:solidFill>
          </p:grpSpPr>
          <p:pic>
            <p:nvPicPr>
              <p:cNvPr id="391" name="Graphique 390" descr="Écolier avec un remplissage uni">
                <a:extLst>
                  <a:ext uri="{FF2B5EF4-FFF2-40B4-BE49-F238E27FC236}">
                    <a16:creationId xmlns:a16="http://schemas.microsoft.com/office/drawing/2014/main" id="{D13C5EF4-0F76-477A-B921-31E2B5F61DBC}"/>
                  </a:ext>
                </a:extLst>
              </p:cNvPr>
              <p:cNvPicPr>
                <a:picLocks noChangeAspect="1"/>
              </p:cNvPicPr>
              <p:nvPr/>
            </p:nvPicPr>
            <p:blipFill rotWithShape="1">
              <a:blip r:embed="rId96">
                <a:extLst>
                  <a:ext uri="{28A0092B-C50C-407E-A947-70E740481C1C}">
                    <a14:useLocalDpi xmlns:a14="http://schemas.microsoft.com/office/drawing/2010/main" val="0"/>
                  </a:ext>
                  <a:ext uri="{96DAC541-7B7A-43D3-8B79-37D633B846F1}">
                    <asvg:svgBlip xmlns:asvg="http://schemas.microsoft.com/office/drawing/2016/SVG/main" r:embed="rId97"/>
                  </a:ext>
                </a:extLst>
              </a:blip>
              <a:srcRect l="23541" t="12103" r="23440" b="13876"/>
              <a:stretch/>
            </p:blipFill>
            <p:spPr>
              <a:xfrm>
                <a:off x="10983706" y="5158340"/>
                <a:ext cx="231240" cy="322830"/>
              </a:xfrm>
              <a:prstGeom prst="rect">
                <a:avLst/>
              </a:prstGeom>
            </p:spPr>
          </p:pic>
          <p:pic>
            <p:nvPicPr>
              <p:cNvPr id="392" name="Graphique 391" descr="Écolière avec un remplissage uni">
                <a:extLst>
                  <a:ext uri="{FF2B5EF4-FFF2-40B4-BE49-F238E27FC236}">
                    <a16:creationId xmlns:a16="http://schemas.microsoft.com/office/drawing/2014/main" id="{B6A26020-C142-4184-9191-DD03AEB8C5F5}"/>
                  </a:ext>
                </a:extLst>
              </p:cNvPr>
              <p:cNvPicPr>
                <a:picLocks noChangeAspect="1"/>
              </p:cNvPicPr>
              <p:nvPr/>
            </p:nvPicPr>
            <p:blipFill>
              <a:blip r:embed="rId98">
                <a:extLst>
                  <a:ext uri="{28A0092B-C50C-407E-A947-70E740481C1C}">
                    <a14:useLocalDpi xmlns:a14="http://schemas.microsoft.com/office/drawing/2010/main" val="0"/>
                  </a:ext>
                  <a:ext uri="{96DAC541-7B7A-43D3-8B79-37D633B846F1}">
                    <asvg:svgBlip xmlns:asvg="http://schemas.microsoft.com/office/drawing/2016/SVG/main" r:embed="rId99"/>
                  </a:ext>
                </a:extLst>
              </a:blip>
              <a:stretch>
                <a:fillRect/>
              </a:stretch>
            </p:blipFill>
            <p:spPr>
              <a:xfrm>
                <a:off x="11227585" y="5107637"/>
                <a:ext cx="424236" cy="424236"/>
              </a:xfrm>
              <a:prstGeom prst="rect">
                <a:avLst/>
              </a:prstGeom>
            </p:spPr>
          </p:pic>
          <p:pic>
            <p:nvPicPr>
              <p:cNvPr id="393" name="Graphique 392" descr="Une artiste avec un remplissage uni">
                <a:extLst>
                  <a:ext uri="{FF2B5EF4-FFF2-40B4-BE49-F238E27FC236}">
                    <a16:creationId xmlns:a16="http://schemas.microsoft.com/office/drawing/2014/main" id="{39A95A9F-E238-4DEB-98C8-9A0F2345EA78}"/>
                  </a:ext>
                </a:extLst>
              </p:cNvPr>
              <p:cNvPicPr>
                <a:picLocks noChangeAspect="1"/>
              </p:cNvPicPr>
              <p:nvPr/>
            </p:nvPicPr>
            <p:blipFill>
              <a:blip r:embed="rId100">
                <a:extLst>
                  <a:ext uri="{28A0092B-C50C-407E-A947-70E740481C1C}">
                    <a14:useLocalDpi xmlns:a14="http://schemas.microsoft.com/office/drawing/2010/main" val="0"/>
                  </a:ext>
                  <a:ext uri="{96DAC541-7B7A-43D3-8B79-37D633B846F1}">
                    <asvg:svgBlip xmlns:asvg="http://schemas.microsoft.com/office/drawing/2016/SVG/main" r:embed="rId101"/>
                  </a:ext>
                </a:extLst>
              </a:blip>
              <a:stretch>
                <a:fillRect/>
              </a:stretch>
            </p:blipFill>
            <p:spPr>
              <a:xfrm>
                <a:off x="10895697" y="4741852"/>
                <a:ext cx="424236" cy="424236"/>
              </a:xfrm>
              <a:prstGeom prst="rect">
                <a:avLst/>
              </a:prstGeom>
            </p:spPr>
          </p:pic>
          <p:pic>
            <p:nvPicPr>
              <p:cNvPr id="394" name="Graphique 393" descr="Centre d’appels avec un remplissage uni">
                <a:extLst>
                  <a:ext uri="{FF2B5EF4-FFF2-40B4-BE49-F238E27FC236}">
                    <a16:creationId xmlns:a16="http://schemas.microsoft.com/office/drawing/2014/main" id="{A35AAF87-5629-4ABE-AB76-454B732D0519}"/>
                  </a:ext>
                </a:extLst>
              </p:cNvPr>
              <p:cNvPicPr>
                <a:picLocks noChangeAspect="1"/>
              </p:cNvPicPr>
              <p:nvPr/>
            </p:nvPicPr>
            <p:blipFill>
              <a:blip r:embed="rId102">
                <a:extLst>
                  <a:ext uri="{28A0092B-C50C-407E-A947-70E740481C1C}">
                    <a14:useLocalDpi xmlns:a14="http://schemas.microsoft.com/office/drawing/2010/main" val="0"/>
                  </a:ext>
                  <a:ext uri="{96DAC541-7B7A-43D3-8B79-37D633B846F1}">
                    <asvg:svgBlip xmlns:asvg="http://schemas.microsoft.com/office/drawing/2016/SVG/main" r:embed="rId103"/>
                  </a:ext>
                </a:extLst>
              </a:blip>
              <a:stretch>
                <a:fillRect/>
              </a:stretch>
            </p:blipFill>
            <p:spPr>
              <a:xfrm>
                <a:off x="11250937" y="4755122"/>
                <a:ext cx="397197" cy="397197"/>
              </a:xfrm>
              <a:prstGeom prst="rect">
                <a:avLst/>
              </a:prstGeom>
            </p:spPr>
          </p:pic>
        </p:grpSp>
        <p:grpSp>
          <p:nvGrpSpPr>
            <p:cNvPr id="386" name="Groupe 385">
              <a:extLst>
                <a:ext uri="{FF2B5EF4-FFF2-40B4-BE49-F238E27FC236}">
                  <a16:creationId xmlns:a16="http://schemas.microsoft.com/office/drawing/2014/main" id="{6D17ECBF-41CA-47D5-B103-8D7920CCF648}"/>
                </a:ext>
              </a:extLst>
            </p:cNvPr>
            <p:cNvGrpSpPr/>
            <p:nvPr/>
          </p:nvGrpSpPr>
          <p:grpSpPr>
            <a:xfrm>
              <a:off x="10526384" y="4231236"/>
              <a:ext cx="560458" cy="572117"/>
              <a:chOff x="8161603" y="4566531"/>
              <a:chExt cx="838908" cy="856360"/>
            </a:xfrm>
          </p:grpSpPr>
          <p:pic>
            <p:nvPicPr>
              <p:cNvPr id="387" name="Graphique 386" descr="Employée de bureau avec un remplissage uni">
                <a:extLst>
                  <a:ext uri="{FF2B5EF4-FFF2-40B4-BE49-F238E27FC236}">
                    <a16:creationId xmlns:a16="http://schemas.microsoft.com/office/drawing/2014/main" id="{CF171B67-9FCB-4A18-BBE5-EC0776ABA275}"/>
                  </a:ext>
                </a:extLst>
              </p:cNvPr>
              <p:cNvPicPr>
                <a:picLocks noChangeAspect="1"/>
              </p:cNvPicPr>
              <p:nvPr/>
            </p:nvPicPr>
            <p:blipFill rotWithShape="1">
              <a:blip r:embed="rId72">
                <a:extLst>
                  <a:ext uri="{28A0092B-C50C-407E-A947-70E740481C1C}">
                    <a14:useLocalDpi xmlns:a14="http://schemas.microsoft.com/office/drawing/2010/main" val="0"/>
                  </a:ext>
                  <a:ext uri="{96DAC541-7B7A-43D3-8B79-37D633B846F1}">
                    <asvg:svgBlip xmlns:asvg="http://schemas.microsoft.com/office/drawing/2016/SVG/main" r:embed="rId73"/>
                  </a:ext>
                </a:extLst>
              </a:blip>
              <a:srcRect l="16614" t="5228" r="16437" b="9344"/>
              <a:stretch/>
            </p:blipFill>
            <p:spPr>
              <a:xfrm>
                <a:off x="8614190" y="4987902"/>
                <a:ext cx="329791" cy="420815"/>
              </a:xfrm>
              <a:prstGeom prst="rect">
                <a:avLst/>
              </a:prstGeom>
            </p:spPr>
          </p:pic>
          <p:pic>
            <p:nvPicPr>
              <p:cNvPr id="388" name="Graphique 387" descr="Profil mâle avec un remplissage uni">
                <a:extLst>
                  <a:ext uri="{FF2B5EF4-FFF2-40B4-BE49-F238E27FC236}">
                    <a16:creationId xmlns:a16="http://schemas.microsoft.com/office/drawing/2014/main" id="{96392D59-5511-4D30-B6D1-ED56B5A7A0FE}"/>
                  </a:ext>
                </a:extLst>
              </p:cNvPr>
              <p:cNvPicPr>
                <a:picLocks noChangeAspect="1"/>
              </p:cNvPicPr>
              <p:nvPr/>
            </p:nvPicPr>
            <p:blipFill rotWithShape="1">
              <a:blip r:embed="rId104">
                <a:extLst>
                  <a:ext uri="{28A0092B-C50C-407E-A947-70E740481C1C}">
                    <a14:useLocalDpi xmlns:a14="http://schemas.microsoft.com/office/drawing/2010/main" val="0"/>
                  </a:ext>
                  <a:ext uri="{96DAC541-7B7A-43D3-8B79-37D633B846F1}">
                    <asvg:svgBlip xmlns:asvg="http://schemas.microsoft.com/office/drawing/2016/SVG/main" r:embed="rId105"/>
                  </a:ext>
                </a:extLst>
              </a:blip>
              <a:srcRect l="13300" t="9409" r="14890" b="14751"/>
              <a:stretch/>
            </p:blipFill>
            <p:spPr>
              <a:xfrm>
                <a:off x="8161603" y="5002076"/>
                <a:ext cx="398447" cy="420815"/>
              </a:xfrm>
              <a:prstGeom prst="rect">
                <a:avLst/>
              </a:prstGeom>
            </p:spPr>
          </p:pic>
          <p:pic>
            <p:nvPicPr>
              <p:cNvPr id="389" name="Graphique 388" descr="Programmatrice avec un remplissage uni">
                <a:extLst>
                  <a:ext uri="{FF2B5EF4-FFF2-40B4-BE49-F238E27FC236}">
                    <a16:creationId xmlns:a16="http://schemas.microsoft.com/office/drawing/2014/main" id="{CD03B877-3A90-4196-B49D-8B5EC81172E1}"/>
                  </a:ext>
                </a:extLst>
              </p:cNvPr>
              <p:cNvPicPr>
                <a:picLocks noChangeAspect="1"/>
              </p:cNvPicPr>
              <p:nvPr/>
            </p:nvPicPr>
            <p:blipFill>
              <a:blip r:embed="rId106">
                <a:extLst>
                  <a:ext uri="{28A0092B-C50C-407E-A947-70E740481C1C}">
                    <a14:useLocalDpi xmlns:a14="http://schemas.microsoft.com/office/drawing/2010/main" val="0"/>
                  </a:ext>
                  <a:ext uri="{96DAC541-7B7A-43D3-8B79-37D633B846F1}">
                    <asvg:svgBlip xmlns:asvg="http://schemas.microsoft.com/office/drawing/2016/SVG/main" r:embed="rId107"/>
                  </a:ext>
                </a:extLst>
              </a:blip>
              <a:stretch>
                <a:fillRect/>
              </a:stretch>
            </p:blipFill>
            <p:spPr>
              <a:xfrm>
                <a:off x="8167733" y="4566531"/>
                <a:ext cx="413640" cy="413640"/>
              </a:xfrm>
              <a:prstGeom prst="rect">
                <a:avLst/>
              </a:prstGeom>
            </p:spPr>
          </p:pic>
          <p:pic>
            <p:nvPicPr>
              <p:cNvPr id="390" name="Graphique 389" descr="Une astronaute avec un remplissage uni">
                <a:extLst>
                  <a:ext uri="{FF2B5EF4-FFF2-40B4-BE49-F238E27FC236}">
                    <a16:creationId xmlns:a16="http://schemas.microsoft.com/office/drawing/2014/main" id="{7CA6A09D-7390-4A5E-9D39-A3CD8FD503BA}"/>
                  </a:ext>
                </a:extLst>
              </p:cNvPr>
              <p:cNvPicPr>
                <a:picLocks noChangeAspect="1"/>
              </p:cNvPicPr>
              <p:nvPr/>
            </p:nvPicPr>
            <p:blipFill>
              <a:blip r:embed="rId108">
                <a:extLst>
                  <a:ext uri="{28A0092B-C50C-407E-A947-70E740481C1C}">
                    <a14:useLocalDpi xmlns:a14="http://schemas.microsoft.com/office/drawing/2010/main" val="0"/>
                  </a:ext>
                  <a:ext uri="{96DAC541-7B7A-43D3-8B79-37D633B846F1}">
                    <asvg:svgBlip xmlns:asvg="http://schemas.microsoft.com/office/drawing/2016/SVG/main" r:embed="rId109"/>
                  </a:ext>
                </a:extLst>
              </a:blip>
              <a:stretch>
                <a:fillRect/>
              </a:stretch>
            </p:blipFill>
            <p:spPr>
              <a:xfrm>
                <a:off x="8544848" y="4571288"/>
                <a:ext cx="455663" cy="455663"/>
              </a:xfrm>
              <a:prstGeom prst="rect">
                <a:avLst/>
              </a:prstGeom>
            </p:spPr>
          </p:pic>
        </p:grpSp>
      </p:grpSp>
      <p:grpSp>
        <p:nvGrpSpPr>
          <p:cNvPr id="136" name="Groupe 135">
            <a:extLst>
              <a:ext uri="{FF2B5EF4-FFF2-40B4-BE49-F238E27FC236}">
                <a16:creationId xmlns:a16="http://schemas.microsoft.com/office/drawing/2014/main" id="{7BE60318-F6D8-4BD2-93AD-B3B470D03665}"/>
              </a:ext>
            </a:extLst>
          </p:cNvPr>
          <p:cNvGrpSpPr/>
          <p:nvPr/>
        </p:nvGrpSpPr>
        <p:grpSpPr>
          <a:xfrm>
            <a:off x="2680502" y="5213641"/>
            <a:ext cx="914884" cy="860322"/>
            <a:chOff x="9389959" y="3933207"/>
            <a:chExt cx="2053397" cy="1930935"/>
          </a:xfrm>
        </p:grpSpPr>
        <p:pic>
          <p:nvPicPr>
            <p:cNvPr id="403" name="Graphique 402" descr="Calendrier mensuel avec un remplissage uni">
              <a:extLst>
                <a:ext uri="{FF2B5EF4-FFF2-40B4-BE49-F238E27FC236}">
                  <a16:creationId xmlns:a16="http://schemas.microsoft.com/office/drawing/2014/main" id="{C6448DC2-F8E7-4576-AA81-AAFAC32672AF}"/>
                </a:ext>
              </a:extLst>
            </p:cNvPr>
            <p:cNvPicPr>
              <a:picLocks noChangeAspect="1"/>
            </p:cNvPicPr>
            <p:nvPr/>
          </p:nvPicPr>
          <p:blipFill>
            <a:blip r:embed="rId78">
              <a:extLst>
                <a:ext uri="{28A0092B-C50C-407E-A947-70E740481C1C}">
                  <a14:useLocalDpi xmlns:a14="http://schemas.microsoft.com/office/drawing/2010/main" val="0"/>
                </a:ext>
                <a:ext uri="{96DAC541-7B7A-43D3-8B79-37D633B846F1}">
                  <asvg:svgBlip xmlns:asvg="http://schemas.microsoft.com/office/drawing/2016/SVG/main" r:embed="rId79"/>
                </a:ext>
              </a:extLst>
            </a:blip>
            <a:stretch>
              <a:fillRect/>
            </a:stretch>
          </p:blipFill>
          <p:spPr>
            <a:xfrm>
              <a:off x="10379381" y="3933207"/>
              <a:ext cx="877951" cy="822437"/>
            </a:xfrm>
            <a:prstGeom prst="rect">
              <a:avLst/>
            </a:prstGeom>
          </p:spPr>
        </p:pic>
        <p:grpSp>
          <p:nvGrpSpPr>
            <p:cNvPr id="407" name="Groupe 406">
              <a:extLst>
                <a:ext uri="{FF2B5EF4-FFF2-40B4-BE49-F238E27FC236}">
                  <a16:creationId xmlns:a16="http://schemas.microsoft.com/office/drawing/2014/main" id="{94F3CB81-3C3B-46C5-BB58-2313CFA2A200}"/>
                </a:ext>
              </a:extLst>
            </p:cNvPr>
            <p:cNvGrpSpPr/>
            <p:nvPr/>
          </p:nvGrpSpPr>
          <p:grpSpPr>
            <a:xfrm>
              <a:off x="9389959" y="4260550"/>
              <a:ext cx="1004787" cy="1437434"/>
              <a:chOff x="6298348" y="3168316"/>
              <a:chExt cx="867130" cy="1240504"/>
            </a:xfrm>
            <a:solidFill>
              <a:srgbClr val="F78321"/>
            </a:solidFill>
          </p:grpSpPr>
          <p:pic>
            <p:nvPicPr>
              <p:cNvPr id="409" name="Graphique 408" descr="Enseignant avec un remplissage uni">
                <a:extLst>
                  <a:ext uri="{FF2B5EF4-FFF2-40B4-BE49-F238E27FC236}">
                    <a16:creationId xmlns:a16="http://schemas.microsoft.com/office/drawing/2014/main" id="{C19DE81C-583D-46B3-A772-FFA5C23D0226}"/>
                  </a:ext>
                </a:extLst>
              </p:cNvPr>
              <p:cNvPicPr>
                <a:picLocks noChangeAspect="1"/>
              </p:cNvPicPr>
              <p:nvPr/>
            </p:nvPicPr>
            <p:blipFill>
              <a:blip r:embed="rId110">
                <a:extLst>
                  <a:ext uri="{28A0092B-C50C-407E-A947-70E740481C1C}">
                    <a14:useLocalDpi xmlns:a14="http://schemas.microsoft.com/office/drawing/2010/main" val="0"/>
                  </a:ext>
                  <a:ext uri="{96DAC541-7B7A-43D3-8B79-37D633B846F1}">
                    <asvg:svgBlip xmlns:asvg="http://schemas.microsoft.com/office/drawing/2016/SVG/main" r:embed="rId111"/>
                  </a:ext>
                </a:extLst>
              </a:blip>
              <a:stretch>
                <a:fillRect/>
              </a:stretch>
            </p:blipFill>
            <p:spPr>
              <a:xfrm>
                <a:off x="6298348" y="3168316"/>
                <a:ext cx="867130" cy="867130"/>
              </a:xfrm>
              <a:prstGeom prst="rect">
                <a:avLst/>
              </a:prstGeom>
            </p:spPr>
          </p:pic>
          <p:pic>
            <p:nvPicPr>
              <p:cNvPr id="410" name="Graphique 409" descr="Personne confuse avec un remplissage uni">
                <a:extLst>
                  <a:ext uri="{FF2B5EF4-FFF2-40B4-BE49-F238E27FC236}">
                    <a16:creationId xmlns:a16="http://schemas.microsoft.com/office/drawing/2014/main" id="{8E1A9C49-5B1C-4C70-BA12-92F8F5B2986C}"/>
                  </a:ext>
                </a:extLst>
              </p:cNvPr>
              <p:cNvPicPr>
                <a:picLocks noChangeAspect="1"/>
              </p:cNvPicPr>
              <p:nvPr/>
            </p:nvPicPr>
            <p:blipFill rotWithShape="1">
              <a:blip r:embed="rId112">
                <a:extLst>
                  <a:ext uri="{28A0092B-C50C-407E-A947-70E740481C1C}">
                    <a14:useLocalDpi xmlns:a14="http://schemas.microsoft.com/office/drawing/2010/main" val="0"/>
                  </a:ext>
                  <a:ext uri="{96DAC541-7B7A-43D3-8B79-37D633B846F1}">
                    <asvg:svgBlip xmlns:asvg="http://schemas.microsoft.com/office/drawing/2016/SVG/main" r:embed="rId113"/>
                  </a:ext>
                </a:extLst>
              </a:blip>
              <a:srcRect l="34664" t="32545" r="38513" b="-1"/>
              <a:stretch/>
            </p:blipFill>
            <p:spPr>
              <a:xfrm>
                <a:off x="6367463" y="3792004"/>
                <a:ext cx="245268" cy="616816"/>
              </a:xfrm>
              <a:prstGeom prst="rect">
                <a:avLst/>
              </a:prstGeom>
            </p:spPr>
          </p:pic>
          <p:sp>
            <p:nvSpPr>
              <p:cNvPr id="411" name="Rectangle : coins arrondis 410">
                <a:extLst>
                  <a:ext uri="{FF2B5EF4-FFF2-40B4-BE49-F238E27FC236}">
                    <a16:creationId xmlns:a16="http://schemas.microsoft.com/office/drawing/2014/main" id="{67D1D3CC-3302-4FC6-B42E-C07ED969DE6F}"/>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422" name="Graphique 421" descr="Groupe avec un remplissage uni">
              <a:extLst>
                <a:ext uri="{FF2B5EF4-FFF2-40B4-BE49-F238E27FC236}">
                  <a16:creationId xmlns:a16="http://schemas.microsoft.com/office/drawing/2014/main" id="{CB17DC56-7D3B-4CC9-A6A2-8C82BD1560D8}"/>
                </a:ext>
              </a:extLst>
            </p:cNvPr>
            <p:cNvPicPr>
              <a:picLocks noChangeAspect="1"/>
            </p:cNvPicPr>
            <p:nvPr/>
          </p:nvPicPr>
          <p:blipFill>
            <a:blip r:embed="rId114">
              <a:extLst>
                <a:ext uri="{28A0092B-C50C-407E-A947-70E740481C1C}">
                  <a14:useLocalDpi xmlns:a14="http://schemas.microsoft.com/office/drawing/2010/main" val="0"/>
                </a:ext>
                <a:ext uri="{96DAC541-7B7A-43D3-8B79-37D633B846F1}">
                  <asvg:svgBlip xmlns:asvg="http://schemas.microsoft.com/office/drawing/2016/SVG/main" r:embed="rId115"/>
                </a:ext>
              </a:extLst>
            </a:blip>
            <a:stretch>
              <a:fillRect/>
            </a:stretch>
          </p:blipFill>
          <p:spPr>
            <a:xfrm>
              <a:off x="10554072" y="4974858"/>
              <a:ext cx="889284" cy="889284"/>
            </a:xfrm>
            <a:prstGeom prst="rect">
              <a:avLst/>
            </a:prstGeom>
          </p:spPr>
        </p:pic>
      </p:grpSp>
      <p:grpSp>
        <p:nvGrpSpPr>
          <p:cNvPr id="135" name="Groupe 134">
            <a:extLst>
              <a:ext uri="{FF2B5EF4-FFF2-40B4-BE49-F238E27FC236}">
                <a16:creationId xmlns:a16="http://schemas.microsoft.com/office/drawing/2014/main" id="{EA8AB9C8-AF16-42EA-A059-471CCAF405A6}"/>
              </a:ext>
            </a:extLst>
          </p:cNvPr>
          <p:cNvGrpSpPr/>
          <p:nvPr/>
        </p:nvGrpSpPr>
        <p:grpSpPr>
          <a:xfrm>
            <a:off x="4299939" y="5028384"/>
            <a:ext cx="719436" cy="386792"/>
            <a:chOff x="8302876" y="4886532"/>
            <a:chExt cx="4128117" cy="2219407"/>
          </a:xfrm>
        </p:grpSpPr>
        <p:sp>
          <p:nvSpPr>
            <p:cNvPr id="423" name="Rectangle 422">
              <a:extLst>
                <a:ext uri="{FF2B5EF4-FFF2-40B4-BE49-F238E27FC236}">
                  <a16:creationId xmlns:a16="http://schemas.microsoft.com/office/drawing/2014/main" id="{B7385C15-663F-4D9E-85B6-5E187CB1E4F1}"/>
                </a:ext>
              </a:extLst>
            </p:cNvPr>
            <p:cNvSpPr/>
            <p:nvPr/>
          </p:nvSpPr>
          <p:spPr>
            <a:xfrm>
              <a:off x="8302876" y="4886532"/>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24" name="Graphique 423" descr="Calendrier mensuel avec un remplissage uni">
              <a:extLst>
                <a:ext uri="{FF2B5EF4-FFF2-40B4-BE49-F238E27FC236}">
                  <a16:creationId xmlns:a16="http://schemas.microsoft.com/office/drawing/2014/main" id="{3633BC0B-D406-49EC-A144-A989424A02E2}"/>
                </a:ext>
              </a:extLst>
            </p:cNvPr>
            <p:cNvPicPr>
              <a:picLocks noChangeAspect="1"/>
            </p:cNvPicPr>
            <p:nvPr/>
          </p:nvPicPr>
          <p:blipFill>
            <a:blip r:embed="rId78">
              <a:extLst>
                <a:ext uri="{28A0092B-C50C-407E-A947-70E740481C1C}">
                  <a14:useLocalDpi xmlns:a14="http://schemas.microsoft.com/office/drawing/2010/main" val="0"/>
                </a:ext>
                <a:ext uri="{96DAC541-7B7A-43D3-8B79-37D633B846F1}">
                  <asvg:svgBlip xmlns:asvg="http://schemas.microsoft.com/office/drawing/2016/SVG/main" r:embed="rId79"/>
                </a:ext>
              </a:extLst>
            </a:blip>
            <a:stretch>
              <a:fillRect/>
            </a:stretch>
          </p:blipFill>
          <p:spPr>
            <a:xfrm>
              <a:off x="10767804" y="5075753"/>
              <a:ext cx="877951" cy="822437"/>
            </a:xfrm>
            <a:prstGeom prst="rect">
              <a:avLst/>
            </a:prstGeom>
          </p:spPr>
        </p:pic>
        <p:grpSp>
          <p:nvGrpSpPr>
            <p:cNvPr id="425" name="Groupe 424">
              <a:extLst>
                <a:ext uri="{FF2B5EF4-FFF2-40B4-BE49-F238E27FC236}">
                  <a16:creationId xmlns:a16="http://schemas.microsoft.com/office/drawing/2014/main" id="{A1B6A9C6-1E6B-4359-860A-FCBAB3DB48C5}"/>
                </a:ext>
              </a:extLst>
            </p:cNvPr>
            <p:cNvGrpSpPr/>
            <p:nvPr/>
          </p:nvGrpSpPr>
          <p:grpSpPr>
            <a:xfrm>
              <a:off x="9778382" y="5403096"/>
              <a:ext cx="1004787" cy="1437434"/>
              <a:chOff x="6298348" y="3168316"/>
              <a:chExt cx="867130" cy="1240504"/>
            </a:xfrm>
            <a:solidFill>
              <a:srgbClr val="F78321"/>
            </a:solidFill>
          </p:grpSpPr>
          <p:pic>
            <p:nvPicPr>
              <p:cNvPr id="426" name="Graphique 425" descr="Enseignant avec un remplissage uni">
                <a:extLst>
                  <a:ext uri="{FF2B5EF4-FFF2-40B4-BE49-F238E27FC236}">
                    <a16:creationId xmlns:a16="http://schemas.microsoft.com/office/drawing/2014/main" id="{375EFCB3-E4E9-447A-8BDE-F38898789B8E}"/>
                  </a:ext>
                </a:extLst>
              </p:cNvPr>
              <p:cNvPicPr>
                <a:picLocks noChangeAspect="1"/>
              </p:cNvPicPr>
              <p:nvPr/>
            </p:nvPicPr>
            <p:blipFill>
              <a:blip r:embed="rId110">
                <a:extLst>
                  <a:ext uri="{28A0092B-C50C-407E-A947-70E740481C1C}">
                    <a14:useLocalDpi xmlns:a14="http://schemas.microsoft.com/office/drawing/2010/main" val="0"/>
                  </a:ext>
                  <a:ext uri="{96DAC541-7B7A-43D3-8B79-37D633B846F1}">
                    <asvg:svgBlip xmlns:asvg="http://schemas.microsoft.com/office/drawing/2016/SVG/main" r:embed="rId111"/>
                  </a:ext>
                </a:extLst>
              </a:blip>
              <a:stretch>
                <a:fillRect/>
              </a:stretch>
            </p:blipFill>
            <p:spPr>
              <a:xfrm>
                <a:off x="6298348" y="3168316"/>
                <a:ext cx="867130" cy="867130"/>
              </a:xfrm>
              <a:prstGeom prst="rect">
                <a:avLst/>
              </a:prstGeom>
            </p:spPr>
          </p:pic>
          <p:pic>
            <p:nvPicPr>
              <p:cNvPr id="427" name="Graphique 426" descr="Personne confuse avec un remplissage uni">
                <a:extLst>
                  <a:ext uri="{FF2B5EF4-FFF2-40B4-BE49-F238E27FC236}">
                    <a16:creationId xmlns:a16="http://schemas.microsoft.com/office/drawing/2014/main" id="{06964CF0-0B69-43EF-964C-AE60023D9B63}"/>
                  </a:ext>
                </a:extLst>
              </p:cNvPr>
              <p:cNvPicPr>
                <a:picLocks noChangeAspect="1"/>
              </p:cNvPicPr>
              <p:nvPr/>
            </p:nvPicPr>
            <p:blipFill rotWithShape="1">
              <a:blip r:embed="rId112">
                <a:extLst>
                  <a:ext uri="{28A0092B-C50C-407E-A947-70E740481C1C}">
                    <a14:useLocalDpi xmlns:a14="http://schemas.microsoft.com/office/drawing/2010/main" val="0"/>
                  </a:ext>
                  <a:ext uri="{96DAC541-7B7A-43D3-8B79-37D633B846F1}">
                    <asvg:svgBlip xmlns:asvg="http://schemas.microsoft.com/office/drawing/2016/SVG/main" r:embed="rId113"/>
                  </a:ext>
                </a:extLst>
              </a:blip>
              <a:srcRect l="34664" t="32545" r="38513" b="-1"/>
              <a:stretch/>
            </p:blipFill>
            <p:spPr>
              <a:xfrm>
                <a:off x="6367463" y="3792004"/>
                <a:ext cx="245268" cy="616816"/>
              </a:xfrm>
              <a:prstGeom prst="rect">
                <a:avLst/>
              </a:prstGeom>
            </p:spPr>
          </p:pic>
          <p:sp>
            <p:nvSpPr>
              <p:cNvPr id="428" name="Rectangle : coins arrondis 427">
                <a:extLst>
                  <a:ext uri="{FF2B5EF4-FFF2-40B4-BE49-F238E27FC236}">
                    <a16:creationId xmlns:a16="http://schemas.microsoft.com/office/drawing/2014/main" id="{4DBEBFE4-4692-4F6C-8377-F6585006B057}"/>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429" name="Graphique 428" descr="Groupe avec un remplissage uni">
              <a:extLst>
                <a:ext uri="{FF2B5EF4-FFF2-40B4-BE49-F238E27FC236}">
                  <a16:creationId xmlns:a16="http://schemas.microsoft.com/office/drawing/2014/main" id="{4960EB7B-C628-4532-9F79-F6874FB25BB0}"/>
                </a:ext>
              </a:extLst>
            </p:cNvPr>
            <p:cNvPicPr>
              <a:picLocks noChangeAspect="1"/>
            </p:cNvPicPr>
            <p:nvPr/>
          </p:nvPicPr>
          <p:blipFill>
            <a:blip r:embed="rId114">
              <a:extLst>
                <a:ext uri="{28A0092B-C50C-407E-A947-70E740481C1C}">
                  <a14:useLocalDpi xmlns:a14="http://schemas.microsoft.com/office/drawing/2010/main" val="0"/>
                </a:ext>
                <a:ext uri="{96DAC541-7B7A-43D3-8B79-37D633B846F1}">
                  <asvg:svgBlip xmlns:asvg="http://schemas.microsoft.com/office/drawing/2016/SVG/main" r:embed="rId115"/>
                </a:ext>
              </a:extLst>
            </a:blip>
            <a:stretch>
              <a:fillRect/>
            </a:stretch>
          </p:blipFill>
          <p:spPr>
            <a:xfrm>
              <a:off x="10942495" y="6117404"/>
              <a:ext cx="889284" cy="889284"/>
            </a:xfrm>
            <a:prstGeom prst="rect">
              <a:avLst/>
            </a:prstGeom>
          </p:spPr>
        </p:pic>
      </p:grpSp>
      <p:grpSp>
        <p:nvGrpSpPr>
          <p:cNvPr id="140" name="Groupe 139">
            <a:extLst>
              <a:ext uri="{FF2B5EF4-FFF2-40B4-BE49-F238E27FC236}">
                <a16:creationId xmlns:a16="http://schemas.microsoft.com/office/drawing/2014/main" id="{BF7A6537-AA44-4523-94E5-B27BFAAFE30D}"/>
              </a:ext>
            </a:extLst>
          </p:cNvPr>
          <p:cNvGrpSpPr/>
          <p:nvPr/>
        </p:nvGrpSpPr>
        <p:grpSpPr>
          <a:xfrm>
            <a:off x="3042726" y="1985377"/>
            <a:ext cx="684635" cy="368082"/>
            <a:chOff x="8066853" y="3896386"/>
            <a:chExt cx="4128117" cy="2219407"/>
          </a:xfrm>
        </p:grpSpPr>
        <p:sp>
          <p:nvSpPr>
            <p:cNvPr id="457" name="Rectangle 456">
              <a:extLst>
                <a:ext uri="{FF2B5EF4-FFF2-40B4-BE49-F238E27FC236}">
                  <a16:creationId xmlns:a16="http://schemas.microsoft.com/office/drawing/2014/main" id="{20B98DD5-0979-4BE0-824D-DF538197DB9A}"/>
                </a:ext>
              </a:extLst>
            </p:cNvPr>
            <p:cNvSpPr/>
            <p:nvPr/>
          </p:nvSpPr>
          <p:spPr>
            <a:xfrm>
              <a:off x="8066853" y="3896386"/>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58" name="Groupe 457">
              <a:extLst>
                <a:ext uri="{FF2B5EF4-FFF2-40B4-BE49-F238E27FC236}">
                  <a16:creationId xmlns:a16="http://schemas.microsoft.com/office/drawing/2014/main" id="{E42970AD-C2F2-47D6-A195-4BFBC827E570}"/>
                </a:ext>
              </a:extLst>
            </p:cNvPr>
            <p:cNvGrpSpPr/>
            <p:nvPr/>
          </p:nvGrpSpPr>
          <p:grpSpPr>
            <a:xfrm>
              <a:off x="9869433" y="4078843"/>
              <a:ext cx="553998" cy="354825"/>
              <a:chOff x="10207355" y="-838290"/>
              <a:chExt cx="1169718" cy="749181"/>
            </a:xfrm>
          </p:grpSpPr>
          <p:pic>
            <p:nvPicPr>
              <p:cNvPr id="459" name="Graphique 458" descr="Internet avec un remplissage uni">
                <a:extLst>
                  <a:ext uri="{FF2B5EF4-FFF2-40B4-BE49-F238E27FC236}">
                    <a16:creationId xmlns:a16="http://schemas.microsoft.com/office/drawing/2014/main" id="{23856927-22EC-41F0-967A-7E2C65C5F4A3}"/>
                  </a:ext>
                </a:extLst>
              </p:cNvPr>
              <p:cNvPicPr>
                <a:picLocks noChangeAspect="1"/>
              </p:cNvPicPr>
              <p:nvPr/>
            </p:nvPicPr>
            <p:blipFill rotWithShape="1">
              <a:blip r:embed="rId64">
                <a:extLst>
                  <a:ext uri="{28A0092B-C50C-407E-A947-70E740481C1C}">
                    <a14:useLocalDpi xmlns:a14="http://schemas.microsoft.com/office/drawing/2010/main" val="0"/>
                  </a:ext>
                  <a:ext uri="{96DAC541-7B7A-43D3-8B79-37D633B846F1}">
                    <asvg:svgBlip xmlns:asvg="http://schemas.microsoft.com/office/drawing/2016/SVG/main" r:embed="rId65"/>
                  </a:ext>
                </a:extLst>
              </a:blip>
              <a:srcRect t="18648" b="17305"/>
              <a:stretch/>
            </p:blipFill>
            <p:spPr>
              <a:xfrm>
                <a:off x="10207355" y="-838290"/>
                <a:ext cx="1169718" cy="749181"/>
              </a:xfrm>
              <a:prstGeom prst="rect">
                <a:avLst/>
              </a:prstGeom>
            </p:spPr>
          </p:pic>
          <p:grpSp>
            <p:nvGrpSpPr>
              <p:cNvPr id="460" name="Groupe 459">
                <a:extLst>
                  <a:ext uri="{FF2B5EF4-FFF2-40B4-BE49-F238E27FC236}">
                    <a16:creationId xmlns:a16="http://schemas.microsoft.com/office/drawing/2014/main" id="{28ABD687-9375-4B25-9D46-E2157CFD9DCE}"/>
                  </a:ext>
                </a:extLst>
              </p:cNvPr>
              <p:cNvGrpSpPr/>
              <p:nvPr/>
            </p:nvGrpSpPr>
            <p:grpSpPr>
              <a:xfrm>
                <a:off x="10601790" y="-754719"/>
                <a:ext cx="415604" cy="447710"/>
                <a:chOff x="5046941" y="2636554"/>
                <a:chExt cx="550624" cy="593160"/>
              </a:xfrm>
            </p:grpSpPr>
            <p:pic>
              <p:nvPicPr>
                <p:cNvPr id="461" name="Graphique 460" descr="Monde avec un remplissage uni">
                  <a:extLst>
                    <a:ext uri="{FF2B5EF4-FFF2-40B4-BE49-F238E27FC236}">
                      <a16:creationId xmlns:a16="http://schemas.microsoft.com/office/drawing/2014/main" id="{ABDF75AB-7AE3-4F12-BAD1-3269906C861F}"/>
                    </a:ext>
                  </a:extLst>
                </p:cNvPr>
                <p:cNvPicPr>
                  <a:picLocks noChangeAspect="1"/>
                </p:cNvPicPr>
                <p:nvPr/>
              </p:nvPicPr>
              <p:blipFill rotWithShape="1">
                <a:blip r:embed="rId116">
                  <a:extLst>
                    <a:ext uri="{28A0092B-C50C-407E-A947-70E740481C1C}">
                      <a14:useLocalDpi xmlns:a14="http://schemas.microsoft.com/office/drawing/2010/main" val="0"/>
                    </a:ext>
                    <a:ext uri="{96DAC541-7B7A-43D3-8B79-37D633B846F1}">
                      <asvg:svgBlip xmlns:asvg="http://schemas.microsoft.com/office/drawing/2016/SVG/main" r:embed="rId117"/>
                    </a:ext>
                  </a:extLst>
                </a:blip>
                <a:srcRect l="7173" r="-1"/>
                <a:stretch/>
              </p:blipFill>
              <p:spPr>
                <a:xfrm>
                  <a:off x="5046941" y="2636554"/>
                  <a:ext cx="550624" cy="593160"/>
                </a:xfrm>
                <a:prstGeom prst="rect">
                  <a:avLst/>
                </a:prstGeom>
              </p:spPr>
            </p:pic>
            <p:pic>
              <p:nvPicPr>
                <p:cNvPr id="462" name="Graphique 461" descr="Monde avec un remplissage uni">
                  <a:extLst>
                    <a:ext uri="{FF2B5EF4-FFF2-40B4-BE49-F238E27FC236}">
                      <a16:creationId xmlns:a16="http://schemas.microsoft.com/office/drawing/2014/main" id="{2755A242-AC7E-4906-B6F5-D989F059549B}"/>
                    </a:ext>
                  </a:extLst>
                </p:cNvPr>
                <p:cNvPicPr>
                  <a:picLocks noChangeAspect="1"/>
                </p:cNvPicPr>
                <p:nvPr/>
              </p:nvPicPr>
              <p:blipFill rotWithShape="1">
                <a:blip r:embed="rId118">
                  <a:extLst>
                    <a:ext uri="{28A0092B-C50C-407E-A947-70E740481C1C}">
                      <a14:useLocalDpi xmlns:a14="http://schemas.microsoft.com/office/drawing/2010/main" val="0"/>
                    </a:ext>
                    <a:ext uri="{96DAC541-7B7A-43D3-8B79-37D633B846F1}">
                      <asvg:svgBlip xmlns:asvg="http://schemas.microsoft.com/office/drawing/2016/SVG/main" r:embed="rId119"/>
                    </a:ext>
                  </a:extLst>
                </a:blip>
                <a:srcRect l="29716" t="30008" r="27849" b="30408"/>
                <a:stretch/>
              </p:blipFill>
              <p:spPr>
                <a:xfrm>
                  <a:off x="5180657" y="2809632"/>
                  <a:ext cx="251709" cy="234792"/>
                </a:xfrm>
                <a:prstGeom prst="rect">
                  <a:avLst/>
                </a:prstGeom>
              </p:spPr>
            </p:pic>
          </p:grpSp>
        </p:grpSp>
        <p:grpSp>
          <p:nvGrpSpPr>
            <p:cNvPr id="463" name="Groupe 462">
              <a:extLst>
                <a:ext uri="{FF2B5EF4-FFF2-40B4-BE49-F238E27FC236}">
                  <a16:creationId xmlns:a16="http://schemas.microsoft.com/office/drawing/2014/main" id="{8C29CEBC-854B-418C-8AE7-7ACDFF74F42A}"/>
                </a:ext>
              </a:extLst>
            </p:cNvPr>
            <p:cNvGrpSpPr/>
            <p:nvPr/>
          </p:nvGrpSpPr>
          <p:grpSpPr>
            <a:xfrm>
              <a:off x="8759496" y="4003672"/>
              <a:ext cx="2702282" cy="2045364"/>
              <a:chOff x="8954422" y="758182"/>
              <a:chExt cx="2702282" cy="2045364"/>
            </a:xfrm>
          </p:grpSpPr>
          <p:pic>
            <p:nvPicPr>
              <p:cNvPr id="464" name="Graphique 463" descr="Programmeur avec un remplissage uni">
                <a:extLst>
                  <a:ext uri="{FF2B5EF4-FFF2-40B4-BE49-F238E27FC236}">
                    <a16:creationId xmlns:a16="http://schemas.microsoft.com/office/drawing/2014/main" id="{958A65E2-D77E-4750-89FF-158961C2A2EB}"/>
                  </a:ext>
                </a:extLst>
              </p:cNvPr>
              <p:cNvPicPr>
                <a:picLocks noChangeAspect="1"/>
              </p:cNvPicPr>
              <p:nvPr/>
            </p:nvPicPr>
            <p:blipFill>
              <a:blip r:embed="rId120">
                <a:extLst>
                  <a:ext uri="{28A0092B-C50C-407E-A947-70E740481C1C}">
                    <a14:useLocalDpi xmlns:a14="http://schemas.microsoft.com/office/drawing/2010/main" val="0"/>
                  </a:ext>
                  <a:ext uri="{96DAC541-7B7A-43D3-8B79-37D633B846F1}">
                    <asvg:svgBlip xmlns:asvg="http://schemas.microsoft.com/office/drawing/2016/SVG/main" r:embed="rId121"/>
                  </a:ext>
                </a:extLst>
              </a:blip>
              <a:stretch>
                <a:fillRect/>
              </a:stretch>
            </p:blipFill>
            <p:spPr>
              <a:xfrm>
                <a:off x="8954422" y="758182"/>
                <a:ext cx="663886" cy="663886"/>
              </a:xfrm>
              <a:prstGeom prst="rect">
                <a:avLst/>
              </a:prstGeom>
            </p:spPr>
          </p:pic>
          <p:pic>
            <p:nvPicPr>
              <p:cNvPr id="465" name="Graphique 464" descr="Programmatrice avec un remplissage uni">
                <a:extLst>
                  <a:ext uri="{FF2B5EF4-FFF2-40B4-BE49-F238E27FC236}">
                    <a16:creationId xmlns:a16="http://schemas.microsoft.com/office/drawing/2014/main" id="{25AC6E11-42EF-4732-B94A-DC5AB88286BC}"/>
                  </a:ext>
                </a:extLst>
              </p:cNvPr>
              <p:cNvPicPr>
                <a:picLocks noChangeAspect="1"/>
              </p:cNvPicPr>
              <p:nvPr/>
            </p:nvPicPr>
            <p:blipFill>
              <a:blip r:embed="rId122">
                <a:extLst>
                  <a:ext uri="{28A0092B-C50C-407E-A947-70E740481C1C}">
                    <a14:useLocalDpi xmlns:a14="http://schemas.microsoft.com/office/drawing/2010/main" val="0"/>
                  </a:ext>
                  <a:ext uri="{96DAC541-7B7A-43D3-8B79-37D633B846F1}">
                    <asvg:svgBlip xmlns:asvg="http://schemas.microsoft.com/office/drawing/2016/SVG/main" r:embed="rId123"/>
                  </a:ext>
                </a:extLst>
              </a:blip>
              <a:stretch>
                <a:fillRect/>
              </a:stretch>
            </p:blipFill>
            <p:spPr>
              <a:xfrm>
                <a:off x="9011228" y="1730944"/>
                <a:ext cx="663886" cy="663886"/>
              </a:xfrm>
              <a:prstGeom prst="rect">
                <a:avLst/>
              </a:prstGeom>
            </p:spPr>
          </p:pic>
          <p:pic>
            <p:nvPicPr>
              <p:cNvPr id="466" name="Graphique 465" descr="Base de données avec un remplissage uni">
                <a:extLst>
                  <a:ext uri="{FF2B5EF4-FFF2-40B4-BE49-F238E27FC236}">
                    <a16:creationId xmlns:a16="http://schemas.microsoft.com/office/drawing/2014/main" id="{D34C2705-40A3-4305-9E06-A28673B50CF8}"/>
                  </a:ext>
                </a:extLst>
              </p:cNvPr>
              <p:cNvPicPr>
                <a:picLocks noChangeAspect="1"/>
              </p:cNvPicPr>
              <p:nvPr/>
            </p:nvPicPr>
            <p:blipFill>
              <a:blip r:embed="rId124">
                <a:extLst>
                  <a:ext uri="{28A0092B-C50C-407E-A947-70E740481C1C}">
                    <a14:useLocalDpi xmlns:a14="http://schemas.microsoft.com/office/drawing/2010/main" val="0"/>
                  </a:ext>
                  <a:ext uri="{96DAC541-7B7A-43D3-8B79-37D633B846F1}">
                    <asvg:svgBlip xmlns:asvg="http://schemas.microsoft.com/office/drawing/2016/SVG/main" r:embed="rId125"/>
                  </a:ext>
                </a:extLst>
              </a:blip>
              <a:stretch>
                <a:fillRect/>
              </a:stretch>
            </p:blipFill>
            <p:spPr>
              <a:xfrm>
                <a:off x="9885272" y="1095373"/>
                <a:ext cx="914400" cy="914400"/>
              </a:xfrm>
              <a:prstGeom prst="rect">
                <a:avLst/>
              </a:prstGeom>
            </p:spPr>
          </p:pic>
          <p:pic>
            <p:nvPicPr>
              <p:cNvPr id="467" name="Graphique 466" descr="Programmeur avec un remplissage uni">
                <a:extLst>
                  <a:ext uri="{FF2B5EF4-FFF2-40B4-BE49-F238E27FC236}">
                    <a16:creationId xmlns:a16="http://schemas.microsoft.com/office/drawing/2014/main" id="{8FFC6716-4ABC-4C6F-8D9A-F9EEA3353764}"/>
                  </a:ext>
                </a:extLst>
              </p:cNvPr>
              <p:cNvPicPr>
                <a:picLocks noChangeAspect="1"/>
              </p:cNvPicPr>
              <p:nvPr/>
            </p:nvPicPr>
            <p:blipFill>
              <a:blip r:embed="rId120">
                <a:extLst>
                  <a:ext uri="{28A0092B-C50C-407E-A947-70E740481C1C}">
                    <a14:useLocalDpi xmlns:a14="http://schemas.microsoft.com/office/drawing/2010/main" val="0"/>
                  </a:ext>
                  <a:ext uri="{96DAC541-7B7A-43D3-8B79-37D633B846F1}">
                    <asvg:svgBlip xmlns:asvg="http://schemas.microsoft.com/office/drawing/2016/SVG/main" r:embed="rId121"/>
                  </a:ext>
                </a:extLst>
              </a:blip>
              <a:stretch>
                <a:fillRect/>
              </a:stretch>
            </p:blipFill>
            <p:spPr>
              <a:xfrm>
                <a:off x="10027235" y="2139660"/>
                <a:ext cx="663886" cy="663886"/>
              </a:xfrm>
              <a:prstGeom prst="rect">
                <a:avLst/>
              </a:prstGeom>
            </p:spPr>
          </p:pic>
          <p:pic>
            <p:nvPicPr>
              <p:cNvPr id="468" name="Graphique 467" descr="Programmeur avec un remplissage uni">
                <a:extLst>
                  <a:ext uri="{FF2B5EF4-FFF2-40B4-BE49-F238E27FC236}">
                    <a16:creationId xmlns:a16="http://schemas.microsoft.com/office/drawing/2014/main" id="{CC4E4508-EA7E-43CA-A9EA-6E15EA454D6F}"/>
                  </a:ext>
                </a:extLst>
              </p:cNvPr>
              <p:cNvPicPr>
                <a:picLocks noChangeAspect="1"/>
              </p:cNvPicPr>
              <p:nvPr/>
            </p:nvPicPr>
            <p:blipFill>
              <a:blip r:embed="rId120">
                <a:extLst>
                  <a:ext uri="{28A0092B-C50C-407E-A947-70E740481C1C}">
                    <a14:useLocalDpi xmlns:a14="http://schemas.microsoft.com/office/drawing/2010/main" val="0"/>
                  </a:ext>
                  <a:ext uri="{96DAC541-7B7A-43D3-8B79-37D633B846F1}">
                    <asvg:svgBlip xmlns:asvg="http://schemas.microsoft.com/office/drawing/2016/SVG/main" r:embed="rId121"/>
                  </a:ext>
                </a:extLst>
              </a:blip>
              <a:stretch>
                <a:fillRect/>
              </a:stretch>
            </p:blipFill>
            <p:spPr>
              <a:xfrm>
                <a:off x="10942610" y="1653518"/>
                <a:ext cx="663886" cy="663886"/>
              </a:xfrm>
              <a:prstGeom prst="rect">
                <a:avLst/>
              </a:prstGeom>
            </p:spPr>
          </p:pic>
          <p:pic>
            <p:nvPicPr>
              <p:cNvPr id="469" name="Graphique 468" descr="Programmatrice avec un remplissage uni">
                <a:extLst>
                  <a:ext uri="{FF2B5EF4-FFF2-40B4-BE49-F238E27FC236}">
                    <a16:creationId xmlns:a16="http://schemas.microsoft.com/office/drawing/2014/main" id="{07BF4850-5A3D-43BD-899B-CD04422424DC}"/>
                  </a:ext>
                </a:extLst>
              </p:cNvPr>
              <p:cNvPicPr>
                <a:picLocks noChangeAspect="1"/>
              </p:cNvPicPr>
              <p:nvPr/>
            </p:nvPicPr>
            <p:blipFill>
              <a:blip r:embed="rId122">
                <a:extLst>
                  <a:ext uri="{28A0092B-C50C-407E-A947-70E740481C1C}">
                    <a14:useLocalDpi xmlns:a14="http://schemas.microsoft.com/office/drawing/2010/main" val="0"/>
                  </a:ext>
                  <a:ext uri="{96DAC541-7B7A-43D3-8B79-37D633B846F1}">
                    <asvg:svgBlip xmlns:asvg="http://schemas.microsoft.com/office/drawing/2016/SVG/main" r:embed="rId123"/>
                  </a:ext>
                </a:extLst>
              </a:blip>
              <a:stretch>
                <a:fillRect/>
              </a:stretch>
            </p:blipFill>
            <p:spPr>
              <a:xfrm>
                <a:off x="10992818" y="763430"/>
                <a:ext cx="663886" cy="663886"/>
              </a:xfrm>
              <a:prstGeom prst="rect">
                <a:avLst/>
              </a:prstGeom>
            </p:spPr>
          </p:pic>
          <p:cxnSp>
            <p:nvCxnSpPr>
              <p:cNvPr id="470" name="Connecteur : en angle 469">
                <a:extLst>
                  <a:ext uri="{FF2B5EF4-FFF2-40B4-BE49-F238E27FC236}">
                    <a16:creationId xmlns:a16="http://schemas.microsoft.com/office/drawing/2014/main" id="{1C2B192F-8A69-48E6-8939-7F7F662442C5}"/>
                  </a:ext>
                </a:extLst>
              </p:cNvPr>
              <p:cNvCxnSpPr>
                <a:cxnSpLocks/>
              </p:cNvCxnSpPr>
              <p:nvPr/>
            </p:nvCxnSpPr>
            <p:spPr>
              <a:xfrm>
                <a:off x="9503307" y="1042259"/>
                <a:ext cx="668774" cy="511062"/>
              </a:xfrm>
              <a:prstGeom prst="bentConnector3">
                <a:avLst>
                  <a:gd name="adj1" fmla="val 50000"/>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71" name="Connecteur : en angle 470">
                <a:extLst>
                  <a:ext uri="{FF2B5EF4-FFF2-40B4-BE49-F238E27FC236}">
                    <a16:creationId xmlns:a16="http://schemas.microsoft.com/office/drawing/2014/main" id="{E5249B82-AC24-4320-80BC-A25AA41E8997}"/>
                  </a:ext>
                </a:extLst>
              </p:cNvPr>
              <p:cNvCxnSpPr>
                <a:cxnSpLocks/>
                <a:stCxn id="465" idx="3"/>
              </p:cNvCxnSpPr>
              <p:nvPr/>
            </p:nvCxnSpPr>
            <p:spPr>
              <a:xfrm flipV="1">
                <a:off x="9675114" y="1730944"/>
                <a:ext cx="352121" cy="331943"/>
              </a:xfrm>
              <a:prstGeom prst="bentConnector3">
                <a:avLst>
                  <a:gd name="adj1" fmla="val 50000"/>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72" name="Connecteur : en angle 471">
                <a:extLst>
                  <a:ext uri="{FF2B5EF4-FFF2-40B4-BE49-F238E27FC236}">
                    <a16:creationId xmlns:a16="http://schemas.microsoft.com/office/drawing/2014/main" id="{2C2EF8D2-9D4C-4A39-A11C-F6C0EEAC6E03}"/>
                  </a:ext>
                </a:extLst>
              </p:cNvPr>
              <p:cNvCxnSpPr>
                <a:cxnSpLocks/>
              </p:cNvCxnSpPr>
              <p:nvPr/>
            </p:nvCxnSpPr>
            <p:spPr>
              <a:xfrm>
                <a:off x="10609951" y="1707850"/>
                <a:ext cx="553773" cy="493867"/>
              </a:xfrm>
              <a:prstGeom prst="bentConnector3">
                <a:avLst>
                  <a:gd name="adj1" fmla="val 50000"/>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73" name="Connecteur : en angle 472">
                <a:extLst>
                  <a:ext uri="{FF2B5EF4-FFF2-40B4-BE49-F238E27FC236}">
                    <a16:creationId xmlns:a16="http://schemas.microsoft.com/office/drawing/2014/main" id="{C229CC2C-5858-486C-98A6-385B7A00E0FF}"/>
                  </a:ext>
                </a:extLst>
              </p:cNvPr>
              <p:cNvCxnSpPr>
                <a:cxnSpLocks/>
              </p:cNvCxnSpPr>
              <p:nvPr/>
            </p:nvCxnSpPr>
            <p:spPr>
              <a:xfrm flipV="1">
                <a:off x="10627926" y="1253435"/>
                <a:ext cx="443834" cy="337267"/>
              </a:xfrm>
              <a:prstGeom prst="bentConnector3">
                <a:avLst>
                  <a:gd name="adj1" fmla="val 50000"/>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74" name="Connecteur droit 473">
                <a:extLst>
                  <a:ext uri="{FF2B5EF4-FFF2-40B4-BE49-F238E27FC236}">
                    <a16:creationId xmlns:a16="http://schemas.microsoft.com/office/drawing/2014/main" id="{C3454443-7385-4640-96DC-D2E2C9B18CFB}"/>
                  </a:ext>
                </a:extLst>
              </p:cNvPr>
              <p:cNvCxnSpPr>
                <a:cxnSpLocks/>
              </p:cNvCxnSpPr>
              <p:nvPr/>
            </p:nvCxnSpPr>
            <p:spPr>
              <a:xfrm>
                <a:off x="10342472" y="1876184"/>
                <a:ext cx="6790" cy="291416"/>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grpSp>
      <p:grpSp>
        <p:nvGrpSpPr>
          <p:cNvPr id="487" name="Groupe 486">
            <a:extLst>
              <a:ext uri="{FF2B5EF4-FFF2-40B4-BE49-F238E27FC236}">
                <a16:creationId xmlns:a16="http://schemas.microsoft.com/office/drawing/2014/main" id="{B2DD4EFA-CD7B-4DC6-B260-91A5AABB604D}"/>
              </a:ext>
            </a:extLst>
          </p:cNvPr>
          <p:cNvGrpSpPr/>
          <p:nvPr/>
        </p:nvGrpSpPr>
        <p:grpSpPr>
          <a:xfrm>
            <a:off x="3064798" y="1445651"/>
            <a:ext cx="659209" cy="354412"/>
            <a:chOff x="7914453" y="3743986"/>
            <a:chExt cx="4128117" cy="2219407"/>
          </a:xfrm>
        </p:grpSpPr>
        <p:sp>
          <p:nvSpPr>
            <p:cNvPr id="488" name="Rectangle 487">
              <a:extLst>
                <a:ext uri="{FF2B5EF4-FFF2-40B4-BE49-F238E27FC236}">
                  <a16:creationId xmlns:a16="http://schemas.microsoft.com/office/drawing/2014/main" id="{12358CE6-8930-4055-856F-1936CE7D6F18}"/>
                </a:ext>
              </a:extLst>
            </p:cNvPr>
            <p:cNvSpPr/>
            <p:nvPr/>
          </p:nvSpPr>
          <p:spPr>
            <a:xfrm>
              <a:off x="7914453" y="3743986"/>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89" name="Graphique 488" descr="Internet avec un remplissage uni">
              <a:extLst>
                <a:ext uri="{FF2B5EF4-FFF2-40B4-BE49-F238E27FC236}">
                  <a16:creationId xmlns:a16="http://schemas.microsoft.com/office/drawing/2014/main" id="{0E0DAD74-9870-41B1-AB1D-8C6469C4A47E}"/>
                </a:ext>
              </a:extLst>
            </p:cNvPr>
            <p:cNvPicPr>
              <a:picLocks noChangeAspect="1"/>
            </p:cNvPicPr>
            <p:nvPr/>
          </p:nvPicPr>
          <p:blipFill rotWithShape="1">
            <a:blip r:embed="rId64">
              <a:extLst>
                <a:ext uri="{28A0092B-C50C-407E-A947-70E740481C1C}">
                  <a14:useLocalDpi xmlns:a14="http://schemas.microsoft.com/office/drawing/2010/main" val="0"/>
                </a:ext>
                <a:ext uri="{96DAC541-7B7A-43D3-8B79-37D633B846F1}">
                  <asvg:svgBlip xmlns:asvg="http://schemas.microsoft.com/office/drawing/2016/SVG/main" r:embed="rId65"/>
                </a:ext>
              </a:extLst>
            </a:blip>
            <a:srcRect t="18648" b="17305"/>
            <a:stretch/>
          </p:blipFill>
          <p:spPr>
            <a:xfrm>
              <a:off x="9717033" y="3926443"/>
              <a:ext cx="553998" cy="354825"/>
            </a:xfrm>
            <a:prstGeom prst="rect">
              <a:avLst/>
            </a:prstGeom>
          </p:spPr>
        </p:pic>
        <p:grpSp>
          <p:nvGrpSpPr>
            <p:cNvPr id="490" name="Groupe 489">
              <a:extLst>
                <a:ext uri="{FF2B5EF4-FFF2-40B4-BE49-F238E27FC236}">
                  <a16:creationId xmlns:a16="http://schemas.microsoft.com/office/drawing/2014/main" id="{AD630781-FFD0-4058-9608-5A6679B65B18}"/>
                </a:ext>
              </a:extLst>
            </p:cNvPr>
            <p:cNvGrpSpPr/>
            <p:nvPr/>
          </p:nvGrpSpPr>
          <p:grpSpPr>
            <a:xfrm>
              <a:off x="8607096" y="3851272"/>
              <a:ext cx="2702282" cy="2045364"/>
              <a:chOff x="8954422" y="758182"/>
              <a:chExt cx="2702282" cy="2045364"/>
            </a:xfrm>
          </p:grpSpPr>
          <p:pic>
            <p:nvPicPr>
              <p:cNvPr id="498" name="Graphique 497" descr="Programmeur avec un remplissage uni">
                <a:extLst>
                  <a:ext uri="{FF2B5EF4-FFF2-40B4-BE49-F238E27FC236}">
                    <a16:creationId xmlns:a16="http://schemas.microsoft.com/office/drawing/2014/main" id="{6C37D82A-E31D-462D-A6D9-13BA04B0FC07}"/>
                  </a:ext>
                </a:extLst>
              </p:cNvPr>
              <p:cNvPicPr>
                <a:picLocks noChangeAspect="1"/>
              </p:cNvPicPr>
              <p:nvPr/>
            </p:nvPicPr>
            <p:blipFill>
              <a:blip r:embed="rId120">
                <a:extLst>
                  <a:ext uri="{28A0092B-C50C-407E-A947-70E740481C1C}">
                    <a14:useLocalDpi xmlns:a14="http://schemas.microsoft.com/office/drawing/2010/main" val="0"/>
                  </a:ext>
                  <a:ext uri="{96DAC541-7B7A-43D3-8B79-37D633B846F1}">
                    <asvg:svgBlip xmlns:asvg="http://schemas.microsoft.com/office/drawing/2016/SVG/main" r:embed="rId121"/>
                  </a:ext>
                </a:extLst>
              </a:blip>
              <a:stretch>
                <a:fillRect/>
              </a:stretch>
            </p:blipFill>
            <p:spPr>
              <a:xfrm>
                <a:off x="8954422" y="758182"/>
                <a:ext cx="663886" cy="663886"/>
              </a:xfrm>
              <a:prstGeom prst="rect">
                <a:avLst/>
              </a:prstGeom>
            </p:spPr>
          </p:pic>
          <p:pic>
            <p:nvPicPr>
              <p:cNvPr id="499" name="Graphique 498" descr="Programmatrice avec un remplissage uni">
                <a:extLst>
                  <a:ext uri="{FF2B5EF4-FFF2-40B4-BE49-F238E27FC236}">
                    <a16:creationId xmlns:a16="http://schemas.microsoft.com/office/drawing/2014/main" id="{44B8C867-CE9D-4797-A94C-0D18FAE28C1E}"/>
                  </a:ext>
                </a:extLst>
              </p:cNvPr>
              <p:cNvPicPr>
                <a:picLocks noChangeAspect="1"/>
              </p:cNvPicPr>
              <p:nvPr/>
            </p:nvPicPr>
            <p:blipFill>
              <a:blip r:embed="rId122">
                <a:extLst>
                  <a:ext uri="{28A0092B-C50C-407E-A947-70E740481C1C}">
                    <a14:useLocalDpi xmlns:a14="http://schemas.microsoft.com/office/drawing/2010/main" val="0"/>
                  </a:ext>
                  <a:ext uri="{96DAC541-7B7A-43D3-8B79-37D633B846F1}">
                    <asvg:svgBlip xmlns:asvg="http://schemas.microsoft.com/office/drawing/2016/SVG/main" r:embed="rId123"/>
                  </a:ext>
                </a:extLst>
              </a:blip>
              <a:stretch>
                <a:fillRect/>
              </a:stretch>
            </p:blipFill>
            <p:spPr>
              <a:xfrm>
                <a:off x="9011228" y="1730944"/>
                <a:ext cx="663886" cy="663886"/>
              </a:xfrm>
              <a:prstGeom prst="rect">
                <a:avLst/>
              </a:prstGeom>
            </p:spPr>
          </p:pic>
          <p:pic>
            <p:nvPicPr>
              <p:cNvPr id="500" name="Graphique 499" descr="Base de données avec un remplissage uni">
                <a:extLst>
                  <a:ext uri="{FF2B5EF4-FFF2-40B4-BE49-F238E27FC236}">
                    <a16:creationId xmlns:a16="http://schemas.microsoft.com/office/drawing/2014/main" id="{BB43C643-2964-4EE6-B83B-D27B04C25DF1}"/>
                  </a:ext>
                </a:extLst>
              </p:cNvPr>
              <p:cNvPicPr>
                <a:picLocks noChangeAspect="1"/>
              </p:cNvPicPr>
              <p:nvPr/>
            </p:nvPicPr>
            <p:blipFill>
              <a:blip r:embed="rId124">
                <a:extLst>
                  <a:ext uri="{28A0092B-C50C-407E-A947-70E740481C1C}">
                    <a14:useLocalDpi xmlns:a14="http://schemas.microsoft.com/office/drawing/2010/main" val="0"/>
                  </a:ext>
                  <a:ext uri="{96DAC541-7B7A-43D3-8B79-37D633B846F1}">
                    <asvg:svgBlip xmlns:asvg="http://schemas.microsoft.com/office/drawing/2016/SVG/main" r:embed="rId125"/>
                  </a:ext>
                </a:extLst>
              </a:blip>
              <a:stretch>
                <a:fillRect/>
              </a:stretch>
            </p:blipFill>
            <p:spPr>
              <a:xfrm>
                <a:off x="9885272" y="1095373"/>
                <a:ext cx="914400" cy="914400"/>
              </a:xfrm>
              <a:prstGeom prst="rect">
                <a:avLst/>
              </a:prstGeom>
            </p:spPr>
          </p:pic>
          <p:pic>
            <p:nvPicPr>
              <p:cNvPr id="501" name="Graphique 500" descr="Programmeur avec un remplissage uni">
                <a:extLst>
                  <a:ext uri="{FF2B5EF4-FFF2-40B4-BE49-F238E27FC236}">
                    <a16:creationId xmlns:a16="http://schemas.microsoft.com/office/drawing/2014/main" id="{30B074E0-46E7-4378-91D5-FB06775FCFCC}"/>
                  </a:ext>
                </a:extLst>
              </p:cNvPr>
              <p:cNvPicPr>
                <a:picLocks noChangeAspect="1"/>
              </p:cNvPicPr>
              <p:nvPr/>
            </p:nvPicPr>
            <p:blipFill>
              <a:blip r:embed="rId120">
                <a:extLst>
                  <a:ext uri="{28A0092B-C50C-407E-A947-70E740481C1C}">
                    <a14:useLocalDpi xmlns:a14="http://schemas.microsoft.com/office/drawing/2010/main" val="0"/>
                  </a:ext>
                  <a:ext uri="{96DAC541-7B7A-43D3-8B79-37D633B846F1}">
                    <asvg:svgBlip xmlns:asvg="http://schemas.microsoft.com/office/drawing/2016/SVG/main" r:embed="rId121"/>
                  </a:ext>
                </a:extLst>
              </a:blip>
              <a:stretch>
                <a:fillRect/>
              </a:stretch>
            </p:blipFill>
            <p:spPr>
              <a:xfrm>
                <a:off x="10027235" y="2139660"/>
                <a:ext cx="663886" cy="663886"/>
              </a:xfrm>
              <a:prstGeom prst="rect">
                <a:avLst/>
              </a:prstGeom>
            </p:spPr>
          </p:pic>
          <p:pic>
            <p:nvPicPr>
              <p:cNvPr id="502" name="Graphique 501" descr="Programmeur avec un remplissage uni">
                <a:extLst>
                  <a:ext uri="{FF2B5EF4-FFF2-40B4-BE49-F238E27FC236}">
                    <a16:creationId xmlns:a16="http://schemas.microsoft.com/office/drawing/2014/main" id="{2D67925D-A371-4D60-907D-CE762149FE4C}"/>
                  </a:ext>
                </a:extLst>
              </p:cNvPr>
              <p:cNvPicPr>
                <a:picLocks noChangeAspect="1"/>
              </p:cNvPicPr>
              <p:nvPr/>
            </p:nvPicPr>
            <p:blipFill>
              <a:blip r:embed="rId120">
                <a:extLst>
                  <a:ext uri="{28A0092B-C50C-407E-A947-70E740481C1C}">
                    <a14:useLocalDpi xmlns:a14="http://schemas.microsoft.com/office/drawing/2010/main" val="0"/>
                  </a:ext>
                  <a:ext uri="{96DAC541-7B7A-43D3-8B79-37D633B846F1}">
                    <asvg:svgBlip xmlns:asvg="http://schemas.microsoft.com/office/drawing/2016/SVG/main" r:embed="rId121"/>
                  </a:ext>
                </a:extLst>
              </a:blip>
              <a:stretch>
                <a:fillRect/>
              </a:stretch>
            </p:blipFill>
            <p:spPr>
              <a:xfrm>
                <a:off x="10942610" y="1653518"/>
                <a:ext cx="663886" cy="663886"/>
              </a:xfrm>
              <a:prstGeom prst="rect">
                <a:avLst/>
              </a:prstGeom>
            </p:spPr>
          </p:pic>
          <p:pic>
            <p:nvPicPr>
              <p:cNvPr id="503" name="Graphique 502" descr="Programmatrice avec un remplissage uni">
                <a:extLst>
                  <a:ext uri="{FF2B5EF4-FFF2-40B4-BE49-F238E27FC236}">
                    <a16:creationId xmlns:a16="http://schemas.microsoft.com/office/drawing/2014/main" id="{46C30A84-88C1-4CE1-A2CC-95FB5FDD6428}"/>
                  </a:ext>
                </a:extLst>
              </p:cNvPr>
              <p:cNvPicPr>
                <a:picLocks noChangeAspect="1"/>
              </p:cNvPicPr>
              <p:nvPr/>
            </p:nvPicPr>
            <p:blipFill>
              <a:blip r:embed="rId122">
                <a:extLst>
                  <a:ext uri="{28A0092B-C50C-407E-A947-70E740481C1C}">
                    <a14:useLocalDpi xmlns:a14="http://schemas.microsoft.com/office/drawing/2010/main" val="0"/>
                  </a:ext>
                  <a:ext uri="{96DAC541-7B7A-43D3-8B79-37D633B846F1}">
                    <asvg:svgBlip xmlns:asvg="http://schemas.microsoft.com/office/drawing/2016/SVG/main" r:embed="rId123"/>
                  </a:ext>
                </a:extLst>
              </a:blip>
              <a:stretch>
                <a:fillRect/>
              </a:stretch>
            </p:blipFill>
            <p:spPr>
              <a:xfrm>
                <a:off x="10992818" y="763430"/>
                <a:ext cx="663886" cy="663886"/>
              </a:xfrm>
              <a:prstGeom prst="rect">
                <a:avLst/>
              </a:prstGeom>
            </p:spPr>
          </p:pic>
          <p:cxnSp>
            <p:nvCxnSpPr>
              <p:cNvPr id="504" name="Connecteur : en angle 503">
                <a:extLst>
                  <a:ext uri="{FF2B5EF4-FFF2-40B4-BE49-F238E27FC236}">
                    <a16:creationId xmlns:a16="http://schemas.microsoft.com/office/drawing/2014/main" id="{B405B425-CC96-4E91-988F-B4B6562B9B11}"/>
                  </a:ext>
                </a:extLst>
              </p:cNvPr>
              <p:cNvCxnSpPr>
                <a:cxnSpLocks/>
              </p:cNvCxnSpPr>
              <p:nvPr/>
            </p:nvCxnSpPr>
            <p:spPr>
              <a:xfrm>
                <a:off x="9503307" y="1042259"/>
                <a:ext cx="668774" cy="511062"/>
              </a:xfrm>
              <a:prstGeom prst="bentConnector3">
                <a:avLst>
                  <a:gd name="adj1" fmla="val 50000"/>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05" name="Connecteur : en angle 504">
                <a:extLst>
                  <a:ext uri="{FF2B5EF4-FFF2-40B4-BE49-F238E27FC236}">
                    <a16:creationId xmlns:a16="http://schemas.microsoft.com/office/drawing/2014/main" id="{1D80746C-03C6-4983-BDC2-B2E87CAACD21}"/>
                  </a:ext>
                </a:extLst>
              </p:cNvPr>
              <p:cNvCxnSpPr>
                <a:cxnSpLocks/>
                <a:stCxn id="499" idx="3"/>
              </p:cNvCxnSpPr>
              <p:nvPr/>
            </p:nvCxnSpPr>
            <p:spPr>
              <a:xfrm flipV="1">
                <a:off x="9675114" y="1730944"/>
                <a:ext cx="352121" cy="331943"/>
              </a:xfrm>
              <a:prstGeom prst="bentConnector3">
                <a:avLst>
                  <a:gd name="adj1" fmla="val 50000"/>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06" name="Connecteur : en angle 505">
                <a:extLst>
                  <a:ext uri="{FF2B5EF4-FFF2-40B4-BE49-F238E27FC236}">
                    <a16:creationId xmlns:a16="http://schemas.microsoft.com/office/drawing/2014/main" id="{6241BD8F-AE11-4888-878E-0E3684AE3ACE}"/>
                  </a:ext>
                </a:extLst>
              </p:cNvPr>
              <p:cNvCxnSpPr>
                <a:cxnSpLocks/>
              </p:cNvCxnSpPr>
              <p:nvPr/>
            </p:nvCxnSpPr>
            <p:spPr>
              <a:xfrm>
                <a:off x="10609951" y="1707850"/>
                <a:ext cx="553773" cy="493867"/>
              </a:xfrm>
              <a:prstGeom prst="bentConnector3">
                <a:avLst>
                  <a:gd name="adj1" fmla="val 50000"/>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07" name="Connecteur : en angle 506">
                <a:extLst>
                  <a:ext uri="{FF2B5EF4-FFF2-40B4-BE49-F238E27FC236}">
                    <a16:creationId xmlns:a16="http://schemas.microsoft.com/office/drawing/2014/main" id="{A34E2858-CE38-4775-9BBC-0A8FF6EE475E}"/>
                  </a:ext>
                </a:extLst>
              </p:cNvPr>
              <p:cNvCxnSpPr>
                <a:cxnSpLocks/>
              </p:cNvCxnSpPr>
              <p:nvPr/>
            </p:nvCxnSpPr>
            <p:spPr>
              <a:xfrm flipV="1">
                <a:off x="10627926" y="1253435"/>
                <a:ext cx="443834" cy="337267"/>
              </a:xfrm>
              <a:prstGeom prst="bentConnector3">
                <a:avLst>
                  <a:gd name="adj1" fmla="val 50000"/>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08" name="Connecteur droit 507">
                <a:extLst>
                  <a:ext uri="{FF2B5EF4-FFF2-40B4-BE49-F238E27FC236}">
                    <a16:creationId xmlns:a16="http://schemas.microsoft.com/office/drawing/2014/main" id="{33D3D180-E23B-429B-BB5E-4086947D8B78}"/>
                  </a:ext>
                </a:extLst>
              </p:cNvPr>
              <p:cNvCxnSpPr>
                <a:cxnSpLocks/>
              </p:cNvCxnSpPr>
              <p:nvPr/>
            </p:nvCxnSpPr>
            <p:spPr>
              <a:xfrm>
                <a:off x="10342472" y="1876184"/>
                <a:ext cx="6790" cy="291416"/>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sp>
          <p:nvSpPr>
            <p:cNvPr id="491" name="Rectangle 490">
              <a:extLst>
                <a:ext uri="{FF2B5EF4-FFF2-40B4-BE49-F238E27FC236}">
                  <a16:creationId xmlns:a16="http://schemas.microsoft.com/office/drawing/2014/main" id="{4468F98E-AE18-4690-8634-896C8F5FC572}"/>
                </a:ext>
              </a:extLst>
            </p:cNvPr>
            <p:cNvSpPr/>
            <p:nvPr/>
          </p:nvSpPr>
          <p:spPr>
            <a:xfrm>
              <a:off x="9860697" y="3982755"/>
              <a:ext cx="261336" cy="1733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492" name="Groupe 491">
              <a:extLst>
                <a:ext uri="{FF2B5EF4-FFF2-40B4-BE49-F238E27FC236}">
                  <a16:creationId xmlns:a16="http://schemas.microsoft.com/office/drawing/2014/main" id="{305345E2-418A-4A86-8F81-00239C16639E}"/>
                </a:ext>
              </a:extLst>
            </p:cNvPr>
            <p:cNvGrpSpPr/>
            <p:nvPr/>
          </p:nvGrpSpPr>
          <p:grpSpPr>
            <a:xfrm>
              <a:off x="9859969" y="3979213"/>
              <a:ext cx="274976" cy="172991"/>
              <a:chOff x="6989470" y="1452253"/>
              <a:chExt cx="2968717" cy="1867662"/>
            </a:xfrm>
            <a:solidFill>
              <a:srgbClr val="ED7D31"/>
            </a:solidFill>
          </p:grpSpPr>
          <p:pic>
            <p:nvPicPr>
              <p:cNvPr id="493" name="Graphique 492" descr="Groupe de personnes avec un remplissage uni">
                <a:extLst>
                  <a:ext uri="{FF2B5EF4-FFF2-40B4-BE49-F238E27FC236}">
                    <a16:creationId xmlns:a16="http://schemas.microsoft.com/office/drawing/2014/main" id="{B61A933C-664A-43F0-9695-720D34D1ACE1}"/>
                  </a:ext>
                </a:extLst>
              </p:cNvPr>
              <p:cNvPicPr>
                <a:picLocks noChangeAspect="1"/>
              </p:cNvPicPr>
              <p:nvPr/>
            </p:nvPicPr>
            <p:blipFill>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tretch>
                <a:fillRect/>
              </a:stretch>
            </p:blipFill>
            <p:spPr>
              <a:xfrm>
                <a:off x="6989470" y="1452253"/>
                <a:ext cx="1867662" cy="1867662"/>
              </a:xfrm>
              <a:prstGeom prst="rect">
                <a:avLst/>
              </a:prstGeom>
            </p:spPr>
          </p:pic>
          <p:pic>
            <p:nvPicPr>
              <p:cNvPr id="494" name="Graphique 493" descr="Groupe de personnes avec un remplissage uni">
                <a:extLst>
                  <a:ext uri="{FF2B5EF4-FFF2-40B4-BE49-F238E27FC236}">
                    <a16:creationId xmlns:a16="http://schemas.microsoft.com/office/drawing/2014/main" id="{5F13434B-D11E-49E4-9A60-17C034125CFD}"/>
                  </a:ext>
                </a:extLst>
              </p:cNvPr>
              <p:cNvPicPr>
                <a:picLocks noChangeAspect="1"/>
              </p:cNvPicPr>
              <p:nvPr/>
            </p:nvPicPr>
            <p:blipFill rotWithShape="1">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rcRect t="65384"/>
              <a:stretch/>
            </p:blipFill>
            <p:spPr>
              <a:xfrm>
                <a:off x="8090525" y="1513565"/>
                <a:ext cx="1867662" cy="651367"/>
              </a:xfrm>
              <a:prstGeom prst="rect">
                <a:avLst/>
              </a:prstGeom>
            </p:spPr>
          </p:pic>
          <p:pic>
            <p:nvPicPr>
              <p:cNvPr id="495" name="Graphique 494" descr="Groupe de personnes avec un remplissage uni">
                <a:extLst>
                  <a:ext uri="{FF2B5EF4-FFF2-40B4-BE49-F238E27FC236}">
                    <a16:creationId xmlns:a16="http://schemas.microsoft.com/office/drawing/2014/main" id="{22EF3A3C-145E-405B-B9FA-3D2330DADBED}"/>
                  </a:ext>
                </a:extLst>
              </p:cNvPr>
              <p:cNvPicPr>
                <a:picLocks noChangeAspect="1"/>
              </p:cNvPicPr>
              <p:nvPr/>
            </p:nvPicPr>
            <p:blipFill rotWithShape="1">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rcRect t="65384" r="30495"/>
              <a:stretch/>
            </p:blipFill>
            <p:spPr>
              <a:xfrm>
                <a:off x="8316394" y="2091056"/>
                <a:ext cx="1298123" cy="651367"/>
              </a:xfrm>
              <a:prstGeom prst="rect">
                <a:avLst/>
              </a:prstGeom>
            </p:spPr>
          </p:pic>
          <p:pic>
            <p:nvPicPr>
              <p:cNvPr id="496" name="Graphique 495" descr="Groupe de personnes avec un remplissage uni">
                <a:extLst>
                  <a:ext uri="{FF2B5EF4-FFF2-40B4-BE49-F238E27FC236}">
                    <a16:creationId xmlns:a16="http://schemas.microsoft.com/office/drawing/2014/main" id="{D517D5EB-EE05-4CC4-94BD-1D1DC80C4EC2}"/>
                  </a:ext>
                </a:extLst>
              </p:cNvPr>
              <p:cNvPicPr>
                <a:picLocks noChangeAspect="1"/>
              </p:cNvPicPr>
              <p:nvPr/>
            </p:nvPicPr>
            <p:blipFill rotWithShape="1">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rcRect t="65384" r="65831"/>
              <a:stretch/>
            </p:blipFill>
            <p:spPr>
              <a:xfrm>
                <a:off x="6989470" y="1513565"/>
                <a:ext cx="638169" cy="651367"/>
              </a:xfrm>
              <a:prstGeom prst="rect">
                <a:avLst/>
              </a:prstGeom>
            </p:spPr>
          </p:pic>
          <p:pic>
            <p:nvPicPr>
              <p:cNvPr id="497" name="Graphique 496" descr="Groupe de personnes avec un remplissage uni">
                <a:extLst>
                  <a:ext uri="{FF2B5EF4-FFF2-40B4-BE49-F238E27FC236}">
                    <a16:creationId xmlns:a16="http://schemas.microsoft.com/office/drawing/2014/main" id="{C257DF0C-BF06-4A1C-812F-B1C43DAEF531}"/>
                  </a:ext>
                </a:extLst>
              </p:cNvPr>
              <p:cNvPicPr>
                <a:picLocks noChangeAspect="1"/>
              </p:cNvPicPr>
              <p:nvPr/>
            </p:nvPicPr>
            <p:blipFill rotWithShape="1">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rcRect t="65384" r="30495"/>
              <a:stretch/>
            </p:blipFill>
            <p:spPr>
              <a:xfrm>
                <a:off x="8498660" y="2653414"/>
                <a:ext cx="1298123" cy="651367"/>
              </a:xfrm>
              <a:prstGeom prst="rect">
                <a:avLst/>
              </a:prstGeom>
            </p:spPr>
          </p:pic>
        </p:grpSp>
      </p:grpSp>
      <p:grpSp>
        <p:nvGrpSpPr>
          <p:cNvPr id="295" name="Groupe 294">
            <a:extLst>
              <a:ext uri="{FF2B5EF4-FFF2-40B4-BE49-F238E27FC236}">
                <a16:creationId xmlns:a16="http://schemas.microsoft.com/office/drawing/2014/main" id="{54EDF797-5A07-48FE-8CB1-0DBCDDB15AC5}"/>
              </a:ext>
            </a:extLst>
          </p:cNvPr>
          <p:cNvGrpSpPr/>
          <p:nvPr/>
        </p:nvGrpSpPr>
        <p:grpSpPr>
          <a:xfrm>
            <a:off x="3850052" y="1990058"/>
            <a:ext cx="720519" cy="387375"/>
            <a:chOff x="7914453" y="3743986"/>
            <a:chExt cx="4128117" cy="2219407"/>
          </a:xfrm>
        </p:grpSpPr>
        <p:sp>
          <p:nvSpPr>
            <p:cNvPr id="296" name="Rectangle 295">
              <a:extLst>
                <a:ext uri="{FF2B5EF4-FFF2-40B4-BE49-F238E27FC236}">
                  <a16:creationId xmlns:a16="http://schemas.microsoft.com/office/drawing/2014/main" id="{38E39D81-593C-4C91-BAEE-B1AD483DDC73}"/>
                </a:ext>
              </a:extLst>
            </p:cNvPr>
            <p:cNvSpPr/>
            <p:nvPr/>
          </p:nvSpPr>
          <p:spPr>
            <a:xfrm>
              <a:off x="7914453" y="3743986"/>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7" name="Groupe 296">
              <a:extLst>
                <a:ext uri="{FF2B5EF4-FFF2-40B4-BE49-F238E27FC236}">
                  <a16:creationId xmlns:a16="http://schemas.microsoft.com/office/drawing/2014/main" id="{5B8769CC-D982-4227-966A-20029B91378E}"/>
                </a:ext>
              </a:extLst>
            </p:cNvPr>
            <p:cNvGrpSpPr/>
            <p:nvPr/>
          </p:nvGrpSpPr>
          <p:grpSpPr>
            <a:xfrm>
              <a:off x="8318659" y="5124626"/>
              <a:ext cx="684635" cy="737523"/>
              <a:chOff x="5046941" y="2636554"/>
              <a:chExt cx="550624" cy="593160"/>
            </a:xfrm>
          </p:grpSpPr>
          <p:pic>
            <p:nvPicPr>
              <p:cNvPr id="312" name="Graphique 311" descr="Monde avec un remplissage uni">
                <a:extLst>
                  <a:ext uri="{FF2B5EF4-FFF2-40B4-BE49-F238E27FC236}">
                    <a16:creationId xmlns:a16="http://schemas.microsoft.com/office/drawing/2014/main" id="{6B7BCBDF-2FE7-4391-B8D3-1AFFFB574956}"/>
                  </a:ext>
                </a:extLst>
              </p:cNvPr>
              <p:cNvPicPr>
                <a:picLocks noChangeAspect="1"/>
              </p:cNvPicPr>
              <p:nvPr/>
            </p:nvPicPr>
            <p:blipFill rotWithShape="1">
              <a:blip r:embed="rId116">
                <a:extLst>
                  <a:ext uri="{28A0092B-C50C-407E-A947-70E740481C1C}">
                    <a14:useLocalDpi xmlns:a14="http://schemas.microsoft.com/office/drawing/2010/main" val="0"/>
                  </a:ext>
                  <a:ext uri="{96DAC541-7B7A-43D3-8B79-37D633B846F1}">
                    <asvg:svgBlip xmlns:asvg="http://schemas.microsoft.com/office/drawing/2016/SVG/main" r:embed="rId117"/>
                  </a:ext>
                </a:extLst>
              </a:blip>
              <a:srcRect l="7173" r="-1"/>
              <a:stretch/>
            </p:blipFill>
            <p:spPr>
              <a:xfrm>
                <a:off x="5046941" y="2636554"/>
                <a:ext cx="550624" cy="593160"/>
              </a:xfrm>
              <a:prstGeom prst="rect">
                <a:avLst/>
              </a:prstGeom>
            </p:spPr>
          </p:pic>
          <p:pic>
            <p:nvPicPr>
              <p:cNvPr id="313" name="Graphique 312" descr="Monde avec un remplissage uni">
                <a:extLst>
                  <a:ext uri="{FF2B5EF4-FFF2-40B4-BE49-F238E27FC236}">
                    <a16:creationId xmlns:a16="http://schemas.microsoft.com/office/drawing/2014/main" id="{A0352CD6-9F8F-433C-A473-294398B49F5B}"/>
                  </a:ext>
                </a:extLst>
              </p:cNvPr>
              <p:cNvPicPr>
                <a:picLocks noChangeAspect="1"/>
              </p:cNvPicPr>
              <p:nvPr/>
            </p:nvPicPr>
            <p:blipFill rotWithShape="1">
              <a:blip r:embed="rId118">
                <a:extLst>
                  <a:ext uri="{28A0092B-C50C-407E-A947-70E740481C1C}">
                    <a14:useLocalDpi xmlns:a14="http://schemas.microsoft.com/office/drawing/2010/main" val="0"/>
                  </a:ext>
                  <a:ext uri="{96DAC541-7B7A-43D3-8B79-37D633B846F1}">
                    <asvg:svgBlip xmlns:asvg="http://schemas.microsoft.com/office/drawing/2016/SVG/main" r:embed="rId119"/>
                  </a:ext>
                </a:extLst>
              </a:blip>
              <a:srcRect l="29716" t="30008" r="27849" b="30408"/>
              <a:stretch/>
            </p:blipFill>
            <p:spPr>
              <a:xfrm>
                <a:off x="5180657" y="2809632"/>
                <a:ext cx="251709" cy="234792"/>
              </a:xfrm>
              <a:prstGeom prst="rect">
                <a:avLst/>
              </a:prstGeom>
            </p:spPr>
          </p:pic>
        </p:grpSp>
        <p:pic>
          <p:nvPicPr>
            <p:cNvPr id="298" name="Graphique 297" descr="Flèche : courbe légère avec un remplissage uni">
              <a:extLst>
                <a:ext uri="{FF2B5EF4-FFF2-40B4-BE49-F238E27FC236}">
                  <a16:creationId xmlns:a16="http://schemas.microsoft.com/office/drawing/2014/main" id="{E498E447-75A4-41C7-8B9D-40CF566FF27C}"/>
                </a:ext>
              </a:extLst>
            </p:cNvPr>
            <p:cNvPicPr>
              <a:picLocks noChangeAspect="1"/>
            </p:cNvPicPr>
            <p:nvPr/>
          </p:nvPicPr>
          <p:blipFill>
            <a:blip r:embed="rId92">
              <a:extLst>
                <a:ext uri="{28A0092B-C50C-407E-A947-70E740481C1C}">
                  <a14:useLocalDpi xmlns:a14="http://schemas.microsoft.com/office/drawing/2010/main" val="0"/>
                </a:ext>
                <a:ext uri="{96DAC541-7B7A-43D3-8B79-37D633B846F1}">
                  <asvg:svgBlip xmlns:asvg="http://schemas.microsoft.com/office/drawing/2016/SVG/main" r:embed="rId93"/>
                </a:ext>
              </a:extLst>
            </a:blip>
            <a:stretch>
              <a:fillRect/>
            </a:stretch>
          </p:blipFill>
          <p:spPr>
            <a:xfrm rot="19878727" flipV="1">
              <a:off x="8923888" y="5029008"/>
              <a:ext cx="448633" cy="420265"/>
            </a:xfrm>
            <a:prstGeom prst="rect">
              <a:avLst/>
            </a:prstGeom>
          </p:spPr>
        </p:pic>
        <p:pic>
          <p:nvPicPr>
            <p:cNvPr id="299" name="Graphique 298" descr="Calendrier mensuel avec un remplissage uni">
              <a:extLst>
                <a:ext uri="{FF2B5EF4-FFF2-40B4-BE49-F238E27FC236}">
                  <a16:creationId xmlns:a16="http://schemas.microsoft.com/office/drawing/2014/main" id="{D54A5EA0-216C-4592-AE9F-1AF096675C0A}"/>
                </a:ext>
              </a:extLst>
            </p:cNvPr>
            <p:cNvPicPr>
              <a:picLocks noChangeAspect="1"/>
            </p:cNvPicPr>
            <p:nvPr/>
          </p:nvPicPr>
          <p:blipFill>
            <a:blip r:embed="rId78">
              <a:extLst>
                <a:ext uri="{28A0092B-C50C-407E-A947-70E740481C1C}">
                  <a14:useLocalDpi xmlns:a14="http://schemas.microsoft.com/office/drawing/2010/main" val="0"/>
                </a:ext>
                <a:ext uri="{96DAC541-7B7A-43D3-8B79-37D633B846F1}">
                  <asvg:svgBlip xmlns:asvg="http://schemas.microsoft.com/office/drawing/2016/SVG/main" r:embed="rId79"/>
                </a:ext>
              </a:extLst>
            </a:blip>
            <a:stretch>
              <a:fillRect/>
            </a:stretch>
          </p:blipFill>
          <p:spPr>
            <a:xfrm>
              <a:off x="9858917" y="4350368"/>
              <a:ext cx="730172" cy="684002"/>
            </a:xfrm>
            <a:prstGeom prst="rect">
              <a:avLst/>
            </a:prstGeom>
          </p:spPr>
        </p:pic>
        <p:grpSp>
          <p:nvGrpSpPr>
            <p:cNvPr id="300" name="Groupe 299">
              <a:extLst>
                <a:ext uri="{FF2B5EF4-FFF2-40B4-BE49-F238E27FC236}">
                  <a16:creationId xmlns:a16="http://schemas.microsoft.com/office/drawing/2014/main" id="{BDA73BB5-3CAA-41BB-B398-CD723C5C9C78}"/>
                </a:ext>
              </a:extLst>
            </p:cNvPr>
            <p:cNvGrpSpPr/>
            <p:nvPr/>
          </p:nvGrpSpPr>
          <p:grpSpPr>
            <a:xfrm>
              <a:off x="9406745" y="4157706"/>
              <a:ext cx="496376" cy="534721"/>
              <a:chOff x="5046941" y="2636554"/>
              <a:chExt cx="550624" cy="593160"/>
            </a:xfrm>
            <a:solidFill>
              <a:schemeClr val="bg1">
                <a:lumMod val="50000"/>
              </a:schemeClr>
            </a:solidFill>
          </p:grpSpPr>
          <p:pic>
            <p:nvPicPr>
              <p:cNvPr id="310" name="Graphique 309" descr="Monde avec un remplissage uni">
                <a:extLst>
                  <a:ext uri="{FF2B5EF4-FFF2-40B4-BE49-F238E27FC236}">
                    <a16:creationId xmlns:a16="http://schemas.microsoft.com/office/drawing/2014/main" id="{88BE3CED-06FA-4910-A17C-E738578A9EC8}"/>
                  </a:ext>
                </a:extLst>
              </p:cNvPr>
              <p:cNvPicPr>
                <a:picLocks noChangeAspect="1"/>
              </p:cNvPicPr>
              <p:nvPr/>
            </p:nvPicPr>
            <p:blipFill rotWithShape="1">
              <a:blip r:embed="rId128">
                <a:extLst>
                  <a:ext uri="{28A0092B-C50C-407E-A947-70E740481C1C}">
                    <a14:useLocalDpi xmlns:a14="http://schemas.microsoft.com/office/drawing/2010/main" val="0"/>
                  </a:ext>
                  <a:ext uri="{96DAC541-7B7A-43D3-8B79-37D633B846F1}">
                    <asvg:svgBlip xmlns:asvg="http://schemas.microsoft.com/office/drawing/2016/SVG/main" r:embed="rId129"/>
                  </a:ext>
                </a:extLst>
              </a:blip>
              <a:srcRect l="7173" r="-1"/>
              <a:stretch/>
            </p:blipFill>
            <p:spPr>
              <a:xfrm>
                <a:off x="5046941" y="2636554"/>
                <a:ext cx="550624" cy="593160"/>
              </a:xfrm>
              <a:prstGeom prst="rect">
                <a:avLst/>
              </a:prstGeom>
            </p:spPr>
          </p:pic>
          <p:pic>
            <p:nvPicPr>
              <p:cNvPr id="311" name="Graphique 310" descr="Monde avec un remplissage uni">
                <a:extLst>
                  <a:ext uri="{FF2B5EF4-FFF2-40B4-BE49-F238E27FC236}">
                    <a16:creationId xmlns:a16="http://schemas.microsoft.com/office/drawing/2014/main" id="{B71D4FF9-12E5-4B9E-8D06-5A5A2B70D074}"/>
                  </a:ext>
                </a:extLst>
              </p:cNvPr>
              <p:cNvPicPr>
                <a:picLocks noChangeAspect="1"/>
              </p:cNvPicPr>
              <p:nvPr/>
            </p:nvPicPr>
            <p:blipFill rotWithShape="1">
              <a:blip r:embed="rId128">
                <a:extLst>
                  <a:ext uri="{28A0092B-C50C-407E-A947-70E740481C1C}">
                    <a14:useLocalDpi xmlns:a14="http://schemas.microsoft.com/office/drawing/2010/main" val="0"/>
                  </a:ext>
                  <a:ext uri="{96DAC541-7B7A-43D3-8B79-37D633B846F1}">
                    <asvg:svgBlip xmlns:asvg="http://schemas.microsoft.com/office/drawing/2016/SVG/main" r:embed="rId129"/>
                  </a:ext>
                </a:extLst>
              </a:blip>
              <a:srcRect l="29716" t="30008" r="27849" b="30408"/>
              <a:stretch/>
            </p:blipFill>
            <p:spPr>
              <a:xfrm>
                <a:off x="5180657" y="2809632"/>
                <a:ext cx="251709" cy="234792"/>
              </a:xfrm>
              <a:prstGeom prst="rect">
                <a:avLst/>
              </a:prstGeom>
            </p:spPr>
          </p:pic>
        </p:grpSp>
        <p:grpSp>
          <p:nvGrpSpPr>
            <p:cNvPr id="301" name="Groupe 300">
              <a:extLst>
                <a:ext uri="{FF2B5EF4-FFF2-40B4-BE49-F238E27FC236}">
                  <a16:creationId xmlns:a16="http://schemas.microsoft.com/office/drawing/2014/main" id="{27D13D12-1966-4853-AA61-E2C710060B70}"/>
                </a:ext>
              </a:extLst>
            </p:cNvPr>
            <p:cNvGrpSpPr/>
            <p:nvPr/>
          </p:nvGrpSpPr>
          <p:grpSpPr>
            <a:xfrm>
              <a:off x="10014716" y="3822351"/>
              <a:ext cx="496376" cy="534721"/>
              <a:chOff x="5046941" y="2636554"/>
              <a:chExt cx="550624" cy="593160"/>
            </a:xfrm>
            <a:solidFill>
              <a:schemeClr val="bg1">
                <a:lumMod val="75000"/>
              </a:schemeClr>
            </a:solidFill>
          </p:grpSpPr>
          <p:pic>
            <p:nvPicPr>
              <p:cNvPr id="308" name="Graphique 307" descr="Monde avec un remplissage uni">
                <a:extLst>
                  <a:ext uri="{FF2B5EF4-FFF2-40B4-BE49-F238E27FC236}">
                    <a16:creationId xmlns:a16="http://schemas.microsoft.com/office/drawing/2014/main" id="{3454131D-45F2-41FC-A55E-FDFEB9389443}"/>
                  </a:ext>
                </a:extLst>
              </p:cNvPr>
              <p:cNvPicPr>
                <a:picLocks noChangeAspect="1"/>
              </p:cNvPicPr>
              <p:nvPr/>
            </p:nvPicPr>
            <p:blipFill rotWithShape="1">
              <a:blip r:embed="rId130">
                <a:extLst>
                  <a:ext uri="{28A0092B-C50C-407E-A947-70E740481C1C}">
                    <a14:useLocalDpi xmlns:a14="http://schemas.microsoft.com/office/drawing/2010/main" val="0"/>
                  </a:ext>
                  <a:ext uri="{96DAC541-7B7A-43D3-8B79-37D633B846F1}">
                    <asvg:svgBlip xmlns:asvg="http://schemas.microsoft.com/office/drawing/2016/SVG/main" r:embed="rId131"/>
                  </a:ext>
                </a:extLst>
              </a:blip>
              <a:srcRect l="7173" r="-1"/>
              <a:stretch/>
            </p:blipFill>
            <p:spPr>
              <a:xfrm>
                <a:off x="5046941" y="2636554"/>
                <a:ext cx="550624" cy="593160"/>
              </a:xfrm>
              <a:prstGeom prst="rect">
                <a:avLst/>
              </a:prstGeom>
            </p:spPr>
          </p:pic>
          <p:pic>
            <p:nvPicPr>
              <p:cNvPr id="309" name="Graphique 308" descr="Monde avec un remplissage uni">
                <a:extLst>
                  <a:ext uri="{FF2B5EF4-FFF2-40B4-BE49-F238E27FC236}">
                    <a16:creationId xmlns:a16="http://schemas.microsoft.com/office/drawing/2014/main" id="{3686AD92-C465-43B1-BDA2-2DD747285688}"/>
                  </a:ext>
                </a:extLst>
              </p:cNvPr>
              <p:cNvPicPr>
                <a:picLocks noChangeAspect="1"/>
              </p:cNvPicPr>
              <p:nvPr/>
            </p:nvPicPr>
            <p:blipFill rotWithShape="1">
              <a:blip r:embed="rId130">
                <a:extLst>
                  <a:ext uri="{28A0092B-C50C-407E-A947-70E740481C1C}">
                    <a14:useLocalDpi xmlns:a14="http://schemas.microsoft.com/office/drawing/2010/main" val="0"/>
                  </a:ext>
                  <a:ext uri="{96DAC541-7B7A-43D3-8B79-37D633B846F1}">
                    <asvg:svgBlip xmlns:asvg="http://schemas.microsoft.com/office/drawing/2016/SVG/main" r:embed="rId131"/>
                  </a:ext>
                </a:extLst>
              </a:blip>
              <a:srcRect l="29716" t="30008" r="27849" b="30408"/>
              <a:stretch/>
            </p:blipFill>
            <p:spPr>
              <a:xfrm>
                <a:off x="5180657" y="2809632"/>
                <a:ext cx="251709" cy="234792"/>
              </a:xfrm>
              <a:prstGeom prst="rect">
                <a:avLst/>
              </a:prstGeom>
            </p:spPr>
          </p:pic>
        </p:grpSp>
        <p:grpSp>
          <p:nvGrpSpPr>
            <p:cNvPr id="302" name="Groupe 301">
              <a:extLst>
                <a:ext uri="{FF2B5EF4-FFF2-40B4-BE49-F238E27FC236}">
                  <a16:creationId xmlns:a16="http://schemas.microsoft.com/office/drawing/2014/main" id="{4398C853-8E15-4899-84CE-6ED6E5221583}"/>
                </a:ext>
              </a:extLst>
            </p:cNvPr>
            <p:cNvGrpSpPr/>
            <p:nvPr/>
          </p:nvGrpSpPr>
          <p:grpSpPr>
            <a:xfrm>
              <a:off x="10650245" y="4397165"/>
              <a:ext cx="496376" cy="534721"/>
              <a:chOff x="5046941" y="2636554"/>
              <a:chExt cx="550624" cy="593160"/>
            </a:xfrm>
            <a:solidFill>
              <a:schemeClr val="tx1">
                <a:lumMod val="95000"/>
                <a:lumOff val="5000"/>
              </a:schemeClr>
            </a:solidFill>
          </p:grpSpPr>
          <p:pic>
            <p:nvPicPr>
              <p:cNvPr id="306" name="Graphique 305" descr="Monde avec un remplissage uni">
                <a:extLst>
                  <a:ext uri="{FF2B5EF4-FFF2-40B4-BE49-F238E27FC236}">
                    <a16:creationId xmlns:a16="http://schemas.microsoft.com/office/drawing/2014/main" id="{0BF159B8-DD96-4AD3-8B5D-34FD7272266B}"/>
                  </a:ext>
                </a:extLst>
              </p:cNvPr>
              <p:cNvPicPr>
                <a:picLocks noChangeAspect="1"/>
              </p:cNvPicPr>
              <p:nvPr/>
            </p:nvPicPr>
            <p:blipFill rotWithShape="1">
              <a:blip r:embed="rId132">
                <a:extLst>
                  <a:ext uri="{28A0092B-C50C-407E-A947-70E740481C1C}">
                    <a14:useLocalDpi xmlns:a14="http://schemas.microsoft.com/office/drawing/2010/main" val="0"/>
                  </a:ext>
                  <a:ext uri="{96DAC541-7B7A-43D3-8B79-37D633B846F1}">
                    <asvg:svgBlip xmlns:asvg="http://schemas.microsoft.com/office/drawing/2016/SVG/main" r:embed="rId133"/>
                  </a:ext>
                </a:extLst>
              </a:blip>
              <a:srcRect l="7173" r="-1"/>
              <a:stretch/>
            </p:blipFill>
            <p:spPr>
              <a:xfrm>
                <a:off x="5046941" y="2636554"/>
                <a:ext cx="550624" cy="593160"/>
              </a:xfrm>
              <a:prstGeom prst="rect">
                <a:avLst/>
              </a:prstGeom>
            </p:spPr>
          </p:pic>
          <p:pic>
            <p:nvPicPr>
              <p:cNvPr id="307" name="Graphique 306" descr="Monde avec un remplissage uni">
                <a:extLst>
                  <a:ext uri="{FF2B5EF4-FFF2-40B4-BE49-F238E27FC236}">
                    <a16:creationId xmlns:a16="http://schemas.microsoft.com/office/drawing/2014/main" id="{6E7E30B1-B719-4061-9023-FE47A687E4F3}"/>
                  </a:ext>
                </a:extLst>
              </p:cNvPr>
              <p:cNvPicPr>
                <a:picLocks noChangeAspect="1"/>
              </p:cNvPicPr>
              <p:nvPr/>
            </p:nvPicPr>
            <p:blipFill rotWithShape="1">
              <a:blip r:embed="rId132">
                <a:extLst>
                  <a:ext uri="{28A0092B-C50C-407E-A947-70E740481C1C}">
                    <a14:useLocalDpi xmlns:a14="http://schemas.microsoft.com/office/drawing/2010/main" val="0"/>
                  </a:ext>
                  <a:ext uri="{96DAC541-7B7A-43D3-8B79-37D633B846F1}">
                    <asvg:svgBlip xmlns:asvg="http://schemas.microsoft.com/office/drawing/2016/SVG/main" r:embed="rId133"/>
                  </a:ext>
                </a:extLst>
              </a:blip>
              <a:srcRect l="29716" t="30008" r="27849" b="30408"/>
              <a:stretch/>
            </p:blipFill>
            <p:spPr>
              <a:xfrm>
                <a:off x="5180657" y="2809632"/>
                <a:ext cx="251709" cy="234792"/>
              </a:xfrm>
              <a:prstGeom prst="rect">
                <a:avLst/>
              </a:prstGeom>
            </p:spPr>
          </p:pic>
        </p:grpSp>
        <p:grpSp>
          <p:nvGrpSpPr>
            <p:cNvPr id="303" name="Groupe 302">
              <a:extLst>
                <a:ext uri="{FF2B5EF4-FFF2-40B4-BE49-F238E27FC236}">
                  <a16:creationId xmlns:a16="http://schemas.microsoft.com/office/drawing/2014/main" id="{9EA50D50-2487-4390-9DDF-AA28271AF04C}"/>
                </a:ext>
              </a:extLst>
            </p:cNvPr>
            <p:cNvGrpSpPr/>
            <p:nvPr/>
          </p:nvGrpSpPr>
          <p:grpSpPr>
            <a:xfrm>
              <a:off x="10243327" y="5041298"/>
              <a:ext cx="496376" cy="534721"/>
              <a:chOff x="5046941" y="2636554"/>
              <a:chExt cx="550624" cy="593160"/>
            </a:xfrm>
            <a:solidFill>
              <a:schemeClr val="bg1">
                <a:lumMod val="85000"/>
              </a:schemeClr>
            </a:solidFill>
          </p:grpSpPr>
          <p:pic>
            <p:nvPicPr>
              <p:cNvPr id="304" name="Graphique 303" descr="Monde avec un remplissage uni">
                <a:extLst>
                  <a:ext uri="{FF2B5EF4-FFF2-40B4-BE49-F238E27FC236}">
                    <a16:creationId xmlns:a16="http://schemas.microsoft.com/office/drawing/2014/main" id="{0B42FFAB-F68C-468E-BC17-C4CCBC976349}"/>
                  </a:ext>
                </a:extLst>
              </p:cNvPr>
              <p:cNvPicPr>
                <a:picLocks noChangeAspect="1"/>
              </p:cNvPicPr>
              <p:nvPr/>
            </p:nvPicPr>
            <p:blipFill rotWithShape="1">
              <a:blip r:embed="rId134">
                <a:extLst>
                  <a:ext uri="{28A0092B-C50C-407E-A947-70E740481C1C}">
                    <a14:useLocalDpi xmlns:a14="http://schemas.microsoft.com/office/drawing/2010/main" val="0"/>
                  </a:ext>
                  <a:ext uri="{96DAC541-7B7A-43D3-8B79-37D633B846F1}">
                    <asvg:svgBlip xmlns:asvg="http://schemas.microsoft.com/office/drawing/2016/SVG/main" r:embed="rId135"/>
                  </a:ext>
                </a:extLst>
              </a:blip>
              <a:srcRect l="7173" r="-1"/>
              <a:stretch/>
            </p:blipFill>
            <p:spPr>
              <a:xfrm>
                <a:off x="5046941" y="2636554"/>
                <a:ext cx="550624" cy="593160"/>
              </a:xfrm>
              <a:prstGeom prst="rect">
                <a:avLst/>
              </a:prstGeom>
            </p:spPr>
          </p:pic>
          <p:pic>
            <p:nvPicPr>
              <p:cNvPr id="305" name="Graphique 304" descr="Monde avec un remplissage uni">
                <a:extLst>
                  <a:ext uri="{FF2B5EF4-FFF2-40B4-BE49-F238E27FC236}">
                    <a16:creationId xmlns:a16="http://schemas.microsoft.com/office/drawing/2014/main" id="{3F09B92A-32DA-47B1-BB30-FB0789E73170}"/>
                  </a:ext>
                </a:extLst>
              </p:cNvPr>
              <p:cNvPicPr>
                <a:picLocks noChangeAspect="1"/>
              </p:cNvPicPr>
              <p:nvPr/>
            </p:nvPicPr>
            <p:blipFill rotWithShape="1">
              <a:blip r:embed="rId134">
                <a:extLst>
                  <a:ext uri="{28A0092B-C50C-407E-A947-70E740481C1C}">
                    <a14:useLocalDpi xmlns:a14="http://schemas.microsoft.com/office/drawing/2010/main" val="0"/>
                  </a:ext>
                  <a:ext uri="{96DAC541-7B7A-43D3-8B79-37D633B846F1}">
                    <asvg:svgBlip xmlns:asvg="http://schemas.microsoft.com/office/drawing/2016/SVG/main" r:embed="rId135"/>
                  </a:ext>
                </a:extLst>
              </a:blip>
              <a:srcRect l="29716" t="30008" r="27849" b="30408"/>
              <a:stretch/>
            </p:blipFill>
            <p:spPr>
              <a:xfrm>
                <a:off x="5180657" y="2809632"/>
                <a:ext cx="251709" cy="234792"/>
              </a:xfrm>
              <a:prstGeom prst="rect">
                <a:avLst/>
              </a:prstGeom>
            </p:spPr>
          </p:pic>
        </p:grpSp>
      </p:grpSp>
      <p:grpSp>
        <p:nvGrpSpPr>
          <p:cNvPr id="26" name="Groupe 25">
            <a:extLst>
              <a:ext uri="{FF2B5EF4-FFF2-40B4-BE49-F238E27FC236}">
                <a16:creationId xmlns:a16="http://schemas.microsoft.com/office/drawing/2014/main" id="{087D22CE-ED2C-46E6-90FB-11084148425E}"/>
              </a:ext>
            </a:extLst>
          </p:cNvPr>
          <p:cNvGrpSpPr/>
          <p:nvPr/>
        </p:nvGrpSpPr>
        <p:grpSpPr>
          <a:xfrm>
            <a:off x="3827631" y="2961808"/>
            <a:ext cx="691137" cy="371577"/>
            <a:chOff x="8005681" y="4972819"/>
            <a:chExt cx="4128117" cy="2219407"/>
          </a:xfrm>
        </p:grpSpPr>
        <p:sp>
          <p:nvSpPr>
            <p:cNvPr id="404" name="Rectangle 403">
              <a:extLst>
                <a:ext uri="{FF2B5EF4-FFF2-40B4-BE49-F238E27FC236}">
                  <a16:creationId xmlns:a16="http://schemas.microsoft.com/office/drawing/2014/main" id="{7F212658-37AB-4A25-BE3C-F8D2093E522E}"/>
                </a:ext>
              </a:extLst>
            </p:cNvPr>
            <p:cNvSpPr/>
            <p:nvPr/>
          </p:nvSpPr>
          <p:spPr>
            <a:xfrm>
              <a:off x="8005681" y="4972819"/>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05" name="Diagramme 404">
              <a:extLst>
                <a:ext uri="{FF2B5EF4-FFF2-40B4-BE49-F238E27FC236}">
                  <a16:creationId xmlns:a16="http://schemas.microsoft.com/office/drawing/2014/main" id="{A6C9D4F7-FD97-4EE1-8484-738F85DEB1FA}"/>
                </a:ext>
              </a:extLst>
            </p:cNvPr>
            <p:cNvGraphicFramePr/>
            <p:nvPr>
              <p:extLst>
                <p:ext uri="{D42A27DB-BD31-4B8C-83A1-F6EECF244321}">
                  <p14:modId xmlns:p14="http://schemas.microsoft.com/office/powerpoint/2010/main" val="4232195313"/>
                </p:ext>
              </p:extLst>
            </p:nvPr>
          </p:nvGraphicFramePr>
          <p:xfrm>
            <a:off x="9435658" y="4972819"/>
            <a:ext cx="2046662" cy="607460"/>
          </p:xfrm>
          <a:graphic>
            <a:graphicData uri="http://schemas.openxmlformats.org/drawingml/2006/diagram">
              <dgm:relIds xmlns:dgm="http://schemas.openxmlformats.org/drawingml/2006/diagram" xmlns:r="http://schemas.openxmlformats.org/officeDocument/2006/relationships" r:dm="rId136" r:lo="rId137" r:qs="rId138" r:cs="rId139"/>
            </a:graphicData>
          </a:graphic>
        </p:graphicFrame>
        <p:grpSp>
          <p:nvGrpSpPr>
            <p:cNvPr id="406" name="Groupe 405">
              <a:extLst>
                <a:ext uri="{FF2B5EF4-FFF2-40B4-BE49-F238E27FC236}">
                  <a16:creationId xmlns:a16="http://schemas.microsoft.com/office/drawing/2014/main" id="{273824A2-77CB-4677-B5EA-01010320A6C4}"/>
                </a:ext>
              </a:extLst>
            </p:cNvPr>
            <p:cNvGrpSpPr/>
            <p:nvPr/>
          </p:nvGrpSpPr>
          <p:grpSpPr>
            <a:xfrm>
              <a:off x="9872321" y="5580279"/>
              <a:ext cx="848592" cy="848592"/>
              <a:chOff x="10022876" y="4570938"/>
              <a:chExt cx="1066687" cy="1066687"/>
            </a:xfrm>
          </p:grpSpPr>
          <p:pic>
            <p:nvPicPr>
              <p:cNvPr id="408" name="Graphique 407" descr="Diagramme de flux avec un remplissage uni">
                <a:extLst>
                  <a:ext uri="{FF2B5EF4-FFF2-40B4-BE49-F238E27FC236}">
                    <a16:creationId xmlns:a16="http://schemas.microsoft.com/office/drawing/2014/main" id="{4B433DFC-EB7D-42F9-9654-72DE169775F2}"/>
                  </a:ext>
                </a:extLst>
              </p:cNvPr>
              <p:cNvPicPr>
                <a:picLocks noChangeAspect="1"/>
              </p:cNvPicPr>
              <p:nvPr/>
            </p:nvPicPr>
            <p:blipFill>
              <a:blip r:embed="rId141">
                <a:extLst>
                  <a:ext uri="{28A0092B-C50C-407E-A947-70E740481C1C}">
                    <a14:useLocalDpi xmlns:a14="http://schemas.microsoft.com/office/drawing/2010/main" val="0"/>
                  </a:ext>
                  <a:ext uri="{96DAC541-7B7A-43D3-8B79-37D633B846F1}">
                    <asvg:svgBlip xmlns:asvg="http://schemas.microsoft.com/office/drawing/2016/SVG/main" r:embed="rId142"/>
                  </a:ext>
                </a:extLst>
              </a:blip>
              <a:stretch>
                <a:fillRect/>
              </a:stretch>
            </p:blipFill>
            <p:spPr>
              <a:xfrm>
                <a:off x="10022876" y="4570938"/>
                <a:ext cx="1066687" cy="1066687"/>
              </a:xfrm>
              <a:prstGeom prst="rect">
                <a:avLst/>
              </a:prstGeom>
            </p:spPr>
          </p:pic>
          <p:sp>
            <p:nvSpPr>
              <p:cNvPr id="412" name="Rectangle 411">
                <a:extLst>
                  <a:ext uri="{FF2B5EF4-FFF2-40B4-BE49-F238E27FC236}">
                    <a16:creationId xmlns:a16="http://schemas.microsoft.com/office/drawing/2014/main" id="{C7C0E4FD-9B3D-4EDB-B32E-D5E17D148D3F}"/>
                  </a:ext>
                </a:extLst>
              </p:cNvPr>
              <p:cNvSpPr/>
              <p:nvPr/>
            </p:nvSpPr>
            <p:spPr>
              <a:xfrm>
                <a:off x="10787338" y="5329989"/>
                <a:ext cx="235266" cy="25999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413" name="Groupe 412">
                <a:extLst>
                  <a:ext uri="{FF2B5EF4-FFF2-40B4-BE49-F238E27FC236}">
                    <a16:creationId xmlns:a16="http://schemas.microsoft.com/office/drawing/2014/main" id="{028D21B7-751F-48FE-8360-60A31A2C7DC7}"/>
                  </a:ext>
                </a:extLst>
              </p:cNvPr>
              <p:cNvGrpSpPr/>
              <p:nvPr/>
            </p:nvGrpSpPr>
            <p:grpSpPr>
              <a:xfrm>
                <a:off x="10787337" y="5295667"/>
                <a:ext cx="246924" cy="265999"/>
                <a:chOff x="5046941" y="2636554"/>
                <a:chExt cx="550624" cy="593160"/>
              </a:xfrm>
            </p:grpSpPr>
            <p:pic>
              <p:nvPicPr>
                <p:cNvPr id="414" name="Graphique 413" descr="Monde avec un remplissage uni">
                  <a:extLst>
                    <a:ext uri="{FF2B5EF4-FFF2-40B4-BE49-F238E27FC236}">
                      <a16:creationId xmlns:a16="http://schemas.microsoft.com/office/drawing/2014/main" id="{4B415CB9-1B88-41AD-9390-1AD843A14F7A}"/>
                    </a:ext>
                  </a:extLst>
                </p:cNvPr>
                <p:cNvPicPr>
                  <a:picLocks noChangeAspect="1"/>
                </p:cNvPicPr>
                <p:nvPr/>
              </p:nvPicPr>
              <p:blipFill rotWithShape="1">
                <a:blip r:embed="rId116">
                  <a:extLst>
                    <a:ext uri="{28A0092B-C50C-407E-A947-70E740481C1C}">
                      <a14:useLocalDpi xmlns:a14="http://schemas.microsoft.com/office/drawing/2010/main" val="0"/>
                    </a:ext>
                    <a:ext uri="{96DAC541-7B7A-43D3-8B79-37D633B846F1}">
                      <asvg:svgBlip xmlns:asvg="http://schemas.microsoft.com/office/drawing/2016/SVG/main" r:embed="rId117"/>
                    </a:ext>
                  </a:extLst>
                </a:blip>
                <a:srcRect l="7173" r="-1"/>
                <a:stretch/>
              </p:blipFill>
              <p:spPr>
                <a:xfrm>
                  <a:off x="5046941" y="2636554"/>
                  <a:ext cx="550624" cy="593160"/>
                </a:xfrm>
                <a:prstGeom prst="rect">
                  <a:avLst/>
                </a:prstGeom>
              </p:spPr>
            </p:pic>
            <p:pic>
              <p:nvPicPr>
                <p:cNvPr id="415" name="Graphique 414" descr="Monde avec un remplissage uni">
                  <a:extLst>
                    <a:ext uri="{FF2B5EF4-FFF2-40B4-BE49-F238E27FC236}">
                      <a16:creationId xmlns:a16="http://schemas.microsoft.com/office/drawing/2014/main" id="{DA58E29C-16D7-47E3-9C7D-293C3BEEDE10}"/>
                    </a:ext>
                  </a:extLst>
                </p:cNvPr>
                <p:cNvPicPr>
                  <a:picLocks noChangeAspect="1"/>
                </p:cNvPicPr>
                <p:nvPr/>
              </p:nvPicPr>
              <p:blipFill rotWithShape="1">
                <a:blip r:embed="rId118">
                  <a:extLst>
                    <a:ext uri="{28A0092B-C50C-407E-A947-70E740481C1C}">
                      <a14:useLocalDpi xmlns:a14="http://schemas.microsoft.com/office/drawing/2010/main" val="0"/>
                    </a:ext>
                    <a:ext uri="{96DAC541-7B7A-43D3-8B79-37D633B846F1}">
                      <asvg:svgBlip xmlns:asvg="http://schemas.microsoft.com/office/drawing/2016/SVG/main" r:embed="rId119"/>
                    </a:ext>
                  </a:extLst>
                </a:blip>
                <a:srcRect l="29716" t="30008" r="27849" b="30408"/>
                <a:stretch/>
              </p:blipFill>
              <p:spPr>
                <a:xfrm>
                  <a:off x="5180657" y="2809632"/>
                  <a:ext cx="251709" cy="234792"/>
                </a:xfrm>
                <a:prstGeom prst="rect">
                  <a:avLst/>
                </a:prstGeom>
              </p:spPr>
            </p:pic>
          </p:grpSp>
        </p:grpSp>
        <p:grpSp>
          <p:nvGrpSpPr>
            <p:cNvPr id="416" name="Groupe 415">
              <a:extLst>
                <a:ext uri="{FF2B5EF4-FFF2-40B4-BE49-F238E27FC236}">
                  <a16:creationId xmlns:a16="http://schemas.microsoft.com/office/drawing/2014/main" id="{C94C0DB2-5DF1-4BFE-9AE1-6197877FC8B8}"/>
                </a:ext>
              </a:extLst>
            </p:cNvPr>
            <p:cNvGrpSpPr/>
            <p:nvPr/>
          </p:nvGrpSpPr>
          <p:grpSpPr>
            <a:xfrm>
              <a:off x="8375023" y="6178182"/>
              <a:ext cx="353344" cy="380640"/>
              <a:chOff x="8452120" y="5188781"/>
              <a:chExt cx="246924" cy="265999"/>
            </a:xfrm>
          </p:grpSpPr>
          <p:sp>
            <p:nvSpPr>
              <p:cNvPr id="417" name="Rectangle 416">
                <a:extLst>
                  <a:ext uri="{FF2B5EF4-FFF2-40B4-BE49-F238E27FC236}">
                    <a16:creationId xmlns:a16="http://schemas.microsoft.com/office/drawing/2014/main" id="{6B3A3493-F10B-4BDA-BE84-955F0C59A424}"/>
                  </a:ext>
                </a:extLst>
              </p:cNvPr>
              <p:cNvSpPr/>
              <p:nvPr/>
            </p:nvSpPr>
            <p:spPr>
              <a:xfrm>
                <a:off x="8452121" y="5223104"/>
                <a:ext cx="223594" cy="22402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430" name="Groupe 429">
                <a:extLst>
                  <a:ext uri="{FF2B5EF4-FFF2-40B4-BE49-F238E27FC236}">
                    <a16:creationId xmlns:a16="http://schemas.microsoft.com/office/drawing/2014/main" id="{00F2B31A-8329-4917-8A4B-D296FB5A82F3}"/>
                  </a:ext>
                </a:extLst>
              </p:cNvPr>
              <p:cNvGrpSpPr/>
              <p:nvPr/>
            </p:nvGrpSpPr>
            <p:grpSpPr>
              <a:xfrm>
                <a:off x="8452120" y="5188781"/>
                <a:ext cx="246924" cy="265999"/>
                <a:chOff x="5046941" y="2636554"/>
                <a:chExt cx="550624" cy="593160"/>
              </a:xfrm>
            </p:grpSpPr>
            <p:pic>
              <p:nvPicPr>
                <p:cNvPr id="431" name="Graphique 430" descr="Monde avec un remplissage uni">
                  <a:extLst>
                    <a:ext uri="{FF2B5EF4-FFF2-40B4-BE49-F238E27FC236}">
                      <a16:creationId xmlns:a16="http://schemas.microsoft.com/office/drawing/2014/main" id="{1FC39C1C-9CDD-49A5-87AC-973D962177FD}"/>
                    </a:ext>
                  </a:extLst>
                </p:cNvPr>
                <p:cNvPicPr>
                  <a:picLocks noChangeAspect="1"/>
                </p:cNvPicPr>
                <p:nvPr/>
              </p:nvPicPr>
              <p:blipFill rotWithShape="1">
                <a:blip r:embed="rId116">
                  <a:extLst>
                    <a:ext uri="{28A0092B-C50C-407E-A947-70E740481C1C}">
                      <a14:useLocalDpi xmlns:a14="http://schemas.microsoft.com/office/drawing/2010/main" val="0"/>
                    </a:ext>
                    <a:ext uri="{96DAC541-7B7A-43D3-8B79-37D633B846F1}">
                      <asvg:svgBlip xmlns:asvg="http://schemas.microsoft.com/office/drawing/2016/SVG/main" r:embed="rId117"/>
                    </a:ext>
                  </a:extLst>
                </a:blip>
                <a:srcRect l="7173" r="-1"/>
                <a:stretch/>
              </p:blipFill>
              <p:spPr>
                <a:xfrm>
                  <a:off x="5046941" y="2636554"/>
                  <a:ext cx="550624" cy="593160"/>
                </a:xfrm>
                <a:prstGeom prst="rect">
                  <a:avLst/>
                </a:prstGeom>
              </p:spPr>
            </p:pic>
            <p:pic>
              <p:nvPicPr>
                <p:cNvPr id="432" name="Graphique 431" descr="Monde avec un remplissage uni">
                  <a:extLst>
                    <a:ext uri="{FF2B5EF4-FFF2-40B4-BE49-F238E27FC236}">
                      <a16:creationId xmlns:a16="http://schemas.microsoft.com/office/drawing/2014/main" id="{6F15987C-6D4F-49DF-BC58-1DD03290C404}"/>
                    </a:ext>
                  </a:extLst>
                </p:cNvPr>
                <p:cNvPicPr>
                  <a:picLocks noChangeAspect="1"/>
                </p:cNvPicPr>
                <p:nvPr/>
              </p:nvPicPr>
              <p:blipFill rotWithShape="1">
                <a:blip r:embed="rId118">
                  <a:extLst>
                    <a:ext uri="{28A0092B-C50C-407E-A947-70E740481C1C}">
                      <a14:useLocalDpi xmlns:a14="http://schemas.microsoft.com/office/drawing/2010/main" val="0"/>
                    </a:ext>
                    <a:ext uri="{96DAC541-7B7A-43D3-8B79-37D633B846F1}">
                      <asvg:svgBlip xmlns:asvg="http://schemas.microsoft.com/office/drawing/2016/SVG/main" r:embed="rId119"/>
                    </a:ext>
                  </a:extLst>
                </a:blip>
                <a:srcRect l="29716" t="30008" r="27849" b="30408"/>
                <a:stretch/>
              </p:blipFill>
              <p:spPr>
                <a:xfrm>
                  <a:off x="5180657" y="2809632"/>
                  <a:ext cx="251709" cy="234792"/>
                </a:xfrm>
                <a:prstGeom prst="rect">
                  <a:avLst/>
                </a:prstGeom>
              </p:spPr>
            </p:pic>
          </p:grpSp>
        </p:grpSp>
        <p:pic>
          <p:nvPicPr>
            <p:cNvPr id="433" name="Graphique 432" descr="Flèche : courbe légère avec un remplissage uni">
              <a:extLst>
                <a:ext uri="{FF2B5EF4-FFF2-40B4-BE49-F238E27FC236}">
                  <a16:creationId xmlns:a16="http://schemas.microsoft.com/office/drawing/2014/main" id="{EA3B4215-8EE5-42C2-80E4-AE1C2E6DE346}"/>
                </a:ext>
              </a:extLst>
            </p:cNvPr>
            <p:cNvPicPr>
              <a:picLocks noChangeAspect="1"/>
            </p:cNvPicPr>
            <p:nvPr/>
          </p:nvPicPr>
          <p:blipFill>
            <a:blip r:embed="rId143">
              <a:extLst>
                <a:ext uri="{28A0092B-C50C-407E-A947-70E740481C1C}">
                  <a14:useLocalDpi xmlns:a14="http://schemas.microsoft.com/office/drawing/2010/main" val="0"/>
                </a:ext>
                <a:ext uri="{96DAC541-7B7A-43D3-8B79-37D633B846F1}">
                  <asvg:svgBlip xmlns:asvg="http://schemas.microsoft.com/office/drawing/2016/SVG/main" r:embed="rId144"/>
                </a:ext>
              </a:extLst>
            </a:blip>
            <a:stretch>
              <a:fillRect/>
            </a:stretch>
          </p:blipFill>
          <p:spPr>
            <a:xfrm flipV="1">
              <a:off x="8745206" y="5933059"/>
              <a:ext cx="518500" cy="485714"/>
            </a:xfrm>
            <a:prstGeom prst="rect">
              <a:avLst/>
            </a:prstGeom>
          </p:spPr>
        </p:pic>
        <p:pic>
          <p:nvPicPr>
            <p:cNvPr id="434" name="Graphique 433" descr="Flèche : courbe légère avec un remplissage uni">
              <a:extLst>
                <a:ext uri="{FF2B5EF4-FFF2-40B4-BE49-F238E27FC236}">
                  <a16:creationId xmlns:a16="http://schemas.microsoft.com/office/drawing/2014/main" id="{7A01593E-5724-4581-BCCE-2ED36DE4786F}"/>
                </a:ext>
              </a:extLst>
            </p:cNvPr>
            <p:cNvPicPr>
              <a:picLocks noChangeAspect="1"/>
            </p:cNvPicPr>
            <p:nvPr/>
          </p:nvPicPr>
          <p:blipFill>
            <a:blip r:embed="rId143">
              <a:extLst>
                <a:ext uri="{28A0092B-C50C-407E-A947-70E740481C1C}">
                  <a14:useLocalDpi xmlns:a14="http://schemas.microsoft.com/office/drawing/2010/main" val="0"/>
                </a:ext>
                <a:ext uri="{96DAC541-7B7A-43D3-8B79-37D633B846F1}">
                  <asvg:svgBlip xmlns:asvg="http://schemas.microsoft.com/office/drawing/2016/SVG/main" r:embed="rId144"/>
                </a:ext>
              </a:extLst>
            </a:blip>
            <a:stretch>
              <a:fillRect/>
            </a:stretch>
          </p:blipFill>
          <p:spPr>
            <a:xfrm rot="19348570" flipV="1">
              <a:off x="8679751" y="5587141"/>
              <a:ext cx="518500" cy="485714"/>
            </a:xfrm>
            <a:prstGeom prst="rect">
              <a:avLst/>
            </a:prstGeom>
          </p:spPr>
        </p:pic>
        <p:pic>
          <p:nvPicPr>
            <p:cNvPr id="436" name="Graphique 435" descr="Flèche : courbe légère avec un remplissage uni">
              <a:extLst>
                <a:ext uri="{FF2B5EF4-FFF2-40B4-BE49-F238E27FC236}">
                  <a16:creationId xmlns:a16="http://schemas.microsoft.com/office/drawing/2014/main" id="{7B8D4B90-4EE8-44BF-9ED2-26DC2BEAB4CA}"/>
                </a:ext>
              </a:extLst>
            </p:cNvPr>
            <p:cNvPicPr>
              <a:picLocks noChangeAspect="1"/>
            </p:cNvPicPr>
            <p:nvPr/>
          </p:nvPicPr>
          <p:blipFill>
            <a:blip r:embed="rId143">
              <a:extLst>
                <a:ext uri="{28A0092B-C50C-407E-A947-70E740481C1C}">
                  <a14:useLocalDpi xmlns:a14="http://schemas.microsoft.com/office/drawing/2010/main" val="0"/>
                </a:ext>
                <a:ext uri="{96DAC541-7B7A-43D3-8B79-37D633B846F1}">
                  <asvg:svgBlip xmlns:asvg="http://schemas.microsoft.com/office/drawing/2016/SVG/main" r:embed="rId144"/>
                </a:ext>
              </a:extLst>
            </a:blip>
            <a:stretch>
              <a:fillRect/>
            </a:stretch>
          </p:blipFill>
          <p:spPr>
            <a:xfrm rot="1758198" flipV="1">
              <a:off x="8749550" y="6254398"/>
              <a:ext cx="518500" cy="485714"/>
            </a:xfrm>
            <a:prstGeom prst="rect">
              <a:avLst/>
            </a:prstGeom>
          </p:spPr>
        </p:pic>
        <p:grpSp>
          <p:nvGrpSpPr>
            <p:cNvPr id="440" name="Groupe 439">
              <a:extLst>
                <a:ext uri="{FF2B5EF4-FFF2-40B4-BE49-F238E27FC236}">
                  <a16:creationId xmlns:a16="http://schemas.microsoft.com/office/drawing/2014/main" id="{1D94AC0F-6DFF-4F75-9B0D-D62A79A873D0}"/>
                </a:ext>
              </a:extLst>
            </p:cNvPr>
            <p:cNvGrpSpPr/>
            <p:nvPr/>
          </p:nvGrpSpPr>
          <p:grpSpPr>
            <a:xfrm>
              <a:off x="9903841" y="6471786"/>
              <a:ext cx="881029" cy="564545"/>
              <a:chOff x="8316835" y="2547920"/>
              <a:chExt cx="2035535" cy="1304330"/>
            </a:xfrm>
          </p:grpSpPr>
          <p:pic>
            <p:nvPicPr>
              <p:cNvPr id="441" name="Graphique 440" descr="Base de données avec un remplissage uni">
                <a:extLst>
                  <a:ext uri="{FF2B5EF4-FFF2-40B4-BE49-F238E27FC236}">
                    <a16:creationId xmlns:a16="http://schemas.microsoft.com/office/drawing/2014/main" id="{29BEAAEC-A414-4C03-8CE0-3BAB2DAA5201}"/>
                  </a:ext>
                </a:extLst>
              </p:cNvPr>
              <p:cNvPicPr>
                <a:picLocks noChangeAspect="1"/>
              </p:cNvPicPr>
              <p:nvPr/>
            </p:nvPicPr>
            <p:blipFill>
              <a:blip r:embed="rId145">
                <a:extLst>
                  <a:ext uri="{28A0092B-C50C-407E-A947-70E740481C1C}">
                    <a14:useLocalDpi xmlns:a14="http://schemas.microsoft.com/office/drawing/2010/main" val="0"/>
                  </a:ext>
                  <a:ext uri="{96DAC541-7B7A-43D3-8B79-37D633B846F1}">
                    <asvg:svgBlip xmlns:asvg="http://schemas.microsoft.com/office/drawing/2016/SVG/main" r:embed="rId146"/>
                  </a:ext>
                </a:extLst>
              </a:blip>
              <a:stretch>
                <a:fillRect/>
              </a:stretch>
            </p:blipFill>
            <p:spPr>
              <a:xfrm>
                <a:off x="9437970" y="2547920"/>
                <a:ext cx="914400" cy="914400"/>
              </a:xfrm>
              <a:prstGeom prst="rect">
                <a:avLst/>
              </a:prstGeom>
            </p:spPr>
          </p:pic>
          <p:cxnSp>
            <p:nvCxnSpPr>
              <p:cNvPr id="442" name="Connecteur : en angle 441">
                <a:extLst>
                  <a:ext uri="{FF2B5EF4-FFF2-40B4-BE49-F238E27FC236}">
                    <a16:creationId xmlns:a16="http://schemas.microsoft.com/office/drawing/2014/main" id="{94415CDB-0ECE-47C6-8A3E-751DBE611964}"/>
                  </a:ext>
                </a:extLst>
              </p:cNvPr>
              <p:cNvCxnSpPr>
                <a:cxnSpLocks/>
                <a:stCxn id="443" idx="3"/>
              </p:cNvCxnSpPr>
              <p:nvPr/>
            </p:nvCxnSpPr>
            <p:spPr>
              <a:xfrm flipV="1">
                <a:off x="8819623" y="3183495"/>
                <a:ext cx="760311" cy="417362"/>
              </a:xfrm>
              <a:prstGeom prst="bentConnector3">
                <a:avLst>
                  <a:gd name="adj1" fmla="val 50000"/>
                </a:avLst>
              </a:prstGeom>
              <a:ln w="19050">
                <a:solidFill>
                  <a:schemeClr val="tx1"/>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443" name="Graphique 442" descr="Base de données avec un remplissage uni">
                <a:extLst>
                  <a:ext uri="{FF2B5EF4-FFF2-40B4-BE49-F238E27FC236}">
                    <a16:creationId xmlns:a16="http://schemas.microsoft.com/office/drawing/2014/main" id="{EA15D0B4-E9F1-477C-AA6B-FBD05EE7A91A}"/>
                  </a:ext>
                </a:extLst>
              </p:cNvPr>
              <p:cNvPicPr>
                <a:picLocks noChangeAspect="1"/>
              </p:cNvPicPr>
              <p:nvPr/>
            </p:nvPicPr>
            <p:blipFill>
              <a:blip r:embed="rId147">
                <a:extLst>
                  <a:ext uri="{28A0092B-C50C-407E-A947-70E740481C1C}">
                    <a14:useLocalDpi xmlns:a14="http://schemas.microsoft.com/office/drawing/2010/main" val="0"/>
                  </a:ext>
                  <a:ext uri="{96DAC541-7B7A-43D3-8B79-37D633B846F1}">
                    <asvg:svgBlip xmlns:asvg="http://schemas.microsoft.com/office/drawing/2016/SVG/main" r:embed="rId148"/>
                  </a:ext>
                </a:extLst>
              </a:blip>
              <a:stretch>
                <a:fillRect/>
              </a:stretch>
            </p:blipFill>
            <p:spPr>
              <a:xfrm>
                <a:off x="8316835" y="3349461"/>
                <a:ext cx="502788" cy="502789"/>
              </a:xfrm>
              <a:prstGeom prst="rect">
                <a:avLst/>
              </a:prstGeom>
            </p:spPr>
          </p:pic>
        </p:grpSp>
      </p:grpSp>
      <p:grpSp>
        <p:nvGrpSpPr>
          <p:cNvPr id="37" name="Groupe 36">
            <a:extLst>
              <a:ext uri="{FF2B5EF4-FFF2-40B4-BE49-F238E27FC236}">
                <a16:creationId xmlns:a16="http://schemas.microsoft.com/office/drawing/2014/main" id="{ED895961-C2AD-48D0-A8BC-F06F0100ECA8}"/>
              </a:ext>
            </a:extLst>
          </p:cNvPr>
          <p:cNvGrpSpPr/>
          <p:nvPr/>
        </p:nvGrpSpPr>
        <p:grpSpPr>
          <a:xfrm>
            <a:off x="5130435" y="2100965"/>
            <a:ext cx="619489" cy="699953"/>
            <a:chOff x="9126479" y="3961066"/>
            <a:chExt cx="1276388" cy="1442176"/>
          </a:xfrm>
        </p:grpSpPr>
        <p:pic>
          <p:nvPicPr>
            <p:cNvPr id="28" name="Graphique 27" descr="Diplôme roulé avec un remplissage uni">
              <a:extLst>
                <a:ext uri="{FF2B5EF4-FFF2-40B4-BE49-F238E27FC236}">
                  <a16:creationId xmlns:a16="http://schemas.microsoft.com/office/drawing/2014/main" id="{AAC1928F-5EB3-4E41-964F-9C2855F9BC31}"/>
                </a:ext>
              </a:extLst>
            </p:cNvPr>
            <p:cNvPicPr>
              <a:picLocks noChangeAspect="1"/>
            </p:cNvPicPr>
            <p:nvPr/>
          </p:nvPicPr>
          <p:blipFill>
            <a:blip r:embed="rId149">
              <a:extLst>
                <a:ext uri="{28A0092B-C50C-407E-A947-70E740481C1C}">
                  <a14:useLocalDpi xmlns:a14="http://schemas.microsoft.com/office/drawing/2010/main" val="0"/>
                </a:ext>
                <a:ext uri="{96DAC541-7B7A-43D3-8B79-37D633B846F1}">
                  <asvg:svgBlip xmlns:asvg="http://schemas.microsoft.com/office/drawing/2016/SVG/main" r:embed="rId150"/>
                </a:ext>
              </a:extLst>
            </a:blip>
            <a:stretch>
              <a:fillRect/>
            </a:stretch>
          </p:blipFill>
          <p:spPr>
            <a:xfrm>
              <a:off x="9488467" y="4488842"/>
              <a:ext cx="914400" cy="914400"/>
            </a:xfrm>
            <a:prstGeom prst="rect">
              <a:avLst/>
            </a:prstGeom>
          </p:spPr>
        </p:pic>
        <p:pic>
          <p:nvPicPr>
            <p:cNvPr id="30" name="Graphique 29" descr="Toque d'étudiant avec un remplissage uni">
              <a:extLst>
                <a:ext uri="{FF2B5EF4-FFF2-40B4-BE49-F238E27FC236}">
                  <a16:creationId xmlns:a16="http://schemas.microsoft.com/office/drawing/2014/main" id="{CCC40000-EC97-4EA9-AE90-B540CD458CB1}"/>
                </a:ext>
              </a:extLst>
            </p:cNvPr>
            <p:cNvPicPr>
              <a:picLocks noChangeAspect="1"/>
            </p:cNvPicPr>
            <p:nvPr/>
          </p:nvPicPr>
          <p:blipFill>
            <a:blip r:embed="rId151">
              <a:extLst>
                <a:ext uri="{28A0092B-C50C-407E-A947-70E740481C1C}">
                  <a14:useLocalDpi xmlns:a14="http://schemas.microsoft.com/office/drawing/2010/main" val="0"/>
                </a:ext>
                <a:ext uri="{96DAC541-7B7A-43D3-8B79-37D633B846F1}">
                  <asvg:svgBlip xmlns:asvg="http://schemas.microsoft.com/office/drawing/2016/SVG/main" r:embed="rId152"/>
                </a:ext>
              </a:extLst>
            </a:blip>
            <a:stretch>
              <a:fillRect/>
            </a:stretch>
          </p:blipFill>
          <p:spPr>
            <a:xfrm>
              <a:off x="9126479" y="3961066"/>
              <a:ext cx="914400" cy="914400"/>
            </a:xfrm>
            <a:prstGeom prst="rect">
              <a:avLst/>
            </a:prstGeom>
          </p:spPr>
        </p:pic>
      </p:grpSp>
      <p:sp>
        <p:nvSpPr>
          <p:cNvPr id="38" name="Flèche : droite 37">
            <a:extLst>
              <a:ext uri="{FF2B5EF4-FFF2-40B4-BE49-F238E27FC236}">
                <a16:creationId xmlns:a16="http://schemas.microsoft.com/office/drawing/2014/main" id="{782562B4-2541-4999-AA02-0F65F9EEB78F}"/>
              </a:ext>
            </a:extLst>
          </p:cNvPr>
          <p:cNvSpPr/>
          <p:nvPr/>
        </p:nvSpPr>
        <p:spPr>
          <a:xfrm>
            <a:off x="4850560" y="2964636"/>
            <a:ext cx="1317097" cy="213863"/>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12" name="Groupe 11">
            <a:extLst>
              <a:ext uri="{FF2B5EF4-FFF2-40B4-BE49-F238E27FC236}">
                <a16:creationId xmlns:a16="http://schemas.microsoft.com/office/drawing/2014/main" id="{7D6E2AE2-1AEF-43EF-9C9D-855750DB683D}"/>
              </a:ext>
            </a:extLst>
          </p:cNvPr>
          <p:cNvGrpSpPr/>
          <p:nvPr/>
        </p:nvGrpSpPr>
        <p:grpSpPr>
          <a:xfrm>
            <a:off x="3812098" y="3503755"/>
            <a:ext cx="753438" cy="405072"/>
            <a:chOff x="232089" y="2569626"/>
            <a:chExt cx="4128117" cy="2219407"/>
          </a:xfrm>
        </p:grpSpPr>
        <p:sp>
          <p:nvSpPr>
            <p:cNvPr id="325" name="Rectangle 324">
              <a:extLst>
                <a:ext uri="{FF2B5EF4-FFF2-40B4-BE49-F238E27FC236}">
                  <a16:creationId xmlns:a16="http://schemas.microsoft.com/office/drawing/2014/main" id="{4F982978-624E-4F00-84C0-284197F49787}"/>
                </a:ext>
              </a:extLst>
            </p:cNvPr>
            <p:cNvSpPr/>
            <p:nvPr/>
          </p:nvSpPr>
          <p:spPr>
            <a:xfrm>
              <a:off x="232089" y="2569626"/>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6" name="Graphique 325" descr="Personne avec une idée avec un remplissage uni">
              <a:extLst>
                <a:ext uri="{FF2B5EF4-FFF2-40B4-BE49-F238E27FC236}">
                  <a16:creationId xmlns:a16="http://schemas.microsoft.com/office/drawing/2014/main" id="{EC64E74B-B26C-4014-87F8-53097F95F730}"/>
                </a:ext>
              </a:extLst>
            </p:cNvPr>
            <p:cNvPicPr>
              <a:picLocks noChangeAspect="1"/>
            </p:cNvPicPr>
            <p:nvPr/>
          </p:nvPicPr>
          <p:blipFill>
            <a:blip r:embed="rId153">
              <a:extLst>
                <a:ext uri="{28A0092B-C50C-407E-A947-70E740481C1C}">
                  <a14:useLocalDpi xmlns:a14="http://schemas.microsoft.com/office/drawing/2010/main" val="0"/>
                </a:ext>
                <a:ext uri="{96DAC541-7B7A-43D3-8B79-37D633B846F1}">
                  <asvg:svgBlip xmlns:asvg="http://schemas.microsoft.com/office/drawing/2016/SVG/main" r:embed="rId154"/>
                </a:ext>
              </a:extLst>
            </a:blip>
            <a:stretch>
              <a:fillRect/>
            </a:stretch>
          </p:blipFill>
          <p:spPr>
            <a:xfrm>
              <a:off x="738535" y="3680359"/>
              <a:ext cx="914400" cy="914400"/>
            </a:xfrm>
            <a:prstGeom prst="rect">
              <a:avLst/>
            </a:prstGeom>
          </p:spPr>
        </p:pic>
        <p:pic>
          <p:nvPicPr>
            <p:cNvPr id="327" name="Graphique 326" descr="Pièces de puzzle avec un remplissage uni">
              <a:extLst>
                <a:ext uri="{FF2B5EF4-FFF2-40B4-BE49-F238E27FC236}">
                  <a16:creationId xmlns:a16="http://schemas.microsoft.com/office/drawing/2014/main" id="{5C4FC3DC-2C6B-4A00-9FDF-AD16D7CE1E8D}"/>
                </a:ext>
              </a:extLst>
            </p:cNvPr>
            <p:cNvPicPr>
              <a:picLocks noChangeAspect="1"/>
            </p:cNvPicPr>
            <p:nvPr/>
          </p:nvPicPr>
          <p:blipFill>
            <a:blip r:embed="rId155">
              <a:extLst>
                <a:ext uri="{28A0092B-C50C-407E-A947-70E740481C1C}">
                  <a14:useLocalDpi xmlns:a14="http://schemas.microsoft.com/office/drawing/2010/main" val="0"/>
                </a:ext>
                <a:ext uri="{96DAC541-7B7A-43D3-8B79-37D633B846F1}">
                  <asvg:svgBlip xmlns:asvg="http://schemas.microsoft.com/office/drawing/2016/SVG/main" r:embed="rId156"/>
                </a:ext>
              </a:extLst>
            </a:blip>
            <a:stretch>
              <a:fillRect/>
            </a:stretch>
          </p:blipFill>
          <p:spPr>
            <a:xfrm>
              <a:off x="1960093" y="3177984"/>
              <a:ext cx="914400" cy="914400"/>
            </a:xfrm>
            <a:prstGeom prst="rect">
              <a:avLst/>
            </a:prstGeom>
          </p:spPr>
        </p:pic>
        <p:pic>
          <p:nvPicPr>
            <p:cNvPr id="328" name="Graphique 327" descr="Personne avec une idée avec un remplissage uni">
              <a:extLst>
                <a:ext uri="{FF2B5EF4-FFF2-40B4-BE49-F238E27FC236}">
                  <a16:creationId xmlns:a16="http://schemas.microsoft.com/office/drawing/2014/main" id="{AEF9B4F2-B04C-4505-84E4-472D8BC23A9B}"/>
                </a:ext>
              </a:extLst>
            </p:cNvPr>
            <p:cNvPicPr>
              <a:picLocks noChangeAspect="1"/>
            </p:cNvPicPr>
            <p:nvPr/>
          </p:nvPicPr>
          <p:blipFill>
            <a:blip r:embed="rId153">
              <a:extLst>
                <a:ext uri="{28A0092B-C50C-407E-A947-70E740481C1C}">
                  <a14:useLocalDpi xmlns:a14="http://schemas.microsoft.com/office/drawing/2010/main" val="0"/>
                </a:ext>
                <a:ext uri="{96DAC541-7B7A-43D3-8B79-37D633B846F1}">
                  <asvg:svgBlip xmlns:asvg="http://schemas.microsoft.com/office/drawing/2016/SVG/main" r:embed="rId154"/>
                </a:ext>
              </a:extLst>
            </a:blip>
            <a:stretch>
              <a:fillRect/>
            </a:stretch>
          </p:blipFill>
          <p:spPr>
            <a:xfrm>
              <a:off x="784336" y="2636661"/>
              <a:ext cx="914400" cy="914400"/>
            </a:xfrm>
            <a:prstGeom prst="rect">
              <a:avLst/>
            </a:prstGeom>
          </p:spPr>
        </p:pic>
        <p:pic>
          <p:nvPicPr>
            <p:cNvPr id="329" name="Graphique 328" descr="Personne avec une idée avec un remplissage uni">
              <a:extLst>
                <a:ext uri="{FF2B5EF4-FFF2-40B4-BE49-F238E27FC236}">
                  <a16:creationId xmlns:a16="http://schemas.microsoft.com/office/drawing/2014/main" id="{CB681F52-050B-4535-87FB-25C2A59754A6}"/>
                </a:ext>
              </a:extLst>
            </p:cNvPr>
            <p:cNvPicPr>
              <a:picLocks noChangeAspect="1"/>
            </p:cNvPicPr>
            <p:nvPr/>
          </p:nvPicPr>
          <p:blipFill>
            <a:blip r:embed="rId153">
              <a:extLst>
                <a:ext uri="{28A0092B-C50C-407E-A947-70E740481C1C}">
                  <a14:useLocalDpi xmlns:a14="http://schemas.microsoft.com/office/drawing/2010/main" val="0"/>
                </a:ext>
                <a:ext uri="{96DAC541-7B7A-43D3-8B79-37D633B846F1}">
                  <asvg:svgBlip xmlns:asvg="http://schemas.microsoft.com/office/drawing/2016/SVG/main" r:embed="rId154"/>
                </a:ext>
              </a:extLst>
            </a:blip>
            <a:stretch>
              <a:fillRect/>
            </a:stretch>
          </p:blipFill>
          <p:spPr>
            <a:xfrm flipH="1">
              <a:off x="3019183" y="2636661"/>
              <a:ext cx="914400" cy="914400"/>
            </a:xfrm>
            <a:prstGeom prst="rect">
              <a:avLst/>
            </a:prstGeom>
          </p:spPr>
        </p:pic>
        <p:pic>
          <p:nvPicPr>
            <p:cNvPr id="330" name="Graphique 329" descr="Personne avec une idée avec un remplissage uni">
              <a:extLst>
                <a:ext uri="{FF2B5EF4-FFF2-40B4-BE49-F238E27FC236}">
                  <a16:creationId xmlns:a16="http://schemas.microsoft.com/office/drawing/2014/main" id="{52C38224-97BF-459C-8129-373F619730A2}"/>
                </a:ext>
              </a:extLst>
            </p:cNvPr>
            <p:cNvPicPr>
              <a:picLocks noChangeAspect="1"/>
            </p:cNvPicPr>
            <p:nvPr/>
          </p:nvPicPr>
          <p:blipFill>
            <a:blip r:embed="rId153">
              <a:extLst>
                <a:ext uri="{28A0092B-C50C-407E-A947-70E740481C1C}">
                  <a14:useLocalDpi xmlns:a14="http://schemas.microsoft.com/office/drawing/2010/main" val="0"/>
                </a:ext>
                <a:ext uri="{96DAC541-7B7A-43D3-8B79-37D633B846F1}">
                  <asvg:svgBlip xmlns:asvg="http://schemas.microsoft.com/office/drawing/2016/SVG/main" r:embed="rId154"/>
                </a:ext>
              </a:extLst>
            </a:blip>
            <a:stretch>
              <a:fillRect/>
            </a:stretch>
          </p:blipFill>
          <p:spPr>
            <a:xfrm flipH="1">
              <a:off x="3110630" y="3650221"/>
              <a:ext cx="914400" cy="914400"/>
            </a:xfrm>
            <a:prstGeom prst="rect">
              <a:avLst/>
            </a:prstGeom>
          </p:spPr>
        </p:pic>
        <p:sp>
          <p:nvSpPr>
            <p:cNvPr id="331" name="Flèche : droite 330">
              <a:extLst>
                <a:ext uri="{FF2B5EF4-FFF2-40B4-BE49-F238E27FC236}">
                  <a16:creationId xmlns:a16="http://schemas.microsoft.com/office/drawing/2014/main" id="{A9930EA8-65F8-4339-960A-E9815A2CD366}"/>
                </a:ext>
              </a:extLst>
            </p:cNvPr>
            <p:cNvSpPr/>
            <p:nvPr/>
          </p:nvSpPr>
          <p:spPr>
            <a:xfrm rot="2206194">
              <a:off x="1627461" y="3148404"/>
              <a:ext cx="332119" cy="32042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2" name="Flèche : droite 331">
              <a:extLst>
                <a:ext uri="{FF2B5EF4-FFF2-40B4-BE49-F238E27FC236}">
                  <a16:creationId xmlns:a16="http://schemas.microsoft.com/office/drawing/2014/main" id="{1A665448-16A8-4022-A3C4-3F37A42CA6FF}"/>
                </a:ext>
              </a:extLst>
            </p:cNvPr>
            <p:cNvSpPr/>
            <p:nvPr/>
          </p:nvSpPr>
          <p:spPr>
            <a:xfrm rot="12821513">
              <a:off x="2808926" y="3892133"/>
              <a:ext cx="332119" cy="32042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3" name="Flèche : droite 332">
              <a:extLst>
                <a:ext uri="{FF2B5EF4-FFF2-40B4-BE49-F238E27FC236}">
                  <a16:creationId xmlns:a16="http://schemas.microsoft.com/office/drawing/2014/main" id="{AA04DE0D-FD48-40F9-8884-66C67AA958C1}"/>
                </a:ext>
              </a:extLst>
            </p:cNvPr>
            <p:cNvSpPr/>
            <p:nvPr/>
          </p:nvSpPr>
          <p:spPr>
            <a:xfrm rot="8309331">
              <a:off x="2765613" y="3148405"/>
              <a:ext cx="332119" cy="32042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4" name="Flèche : droite 333">
              <a:extLst>
                <a:ext uri="{FF2B5EF4-FFF2-40B4-BE49-F238E27FC236}">
                  <a16:creationId xmlns:a16="http://schemas.microsoft.com/office/drawing/2014/main" id="{60C5CDF5-EBA5-4056-92D9-A7AABCD0E230}"/>
                </a:ext>
              </a:extLst>
            </p:cNvPr>
            <p:cNvSpPr/>
            <p:nvPr/>
          </p:nvSpPr>
          <p:spPr>
            <a:xfrm rot="19228309">
              <a:off x="1627462" y="3920660"/>
              <a:ext cx="332119" cy="32042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54" name="Groupe 453">
            <a:extLst>
              <a:ext uri="{FF2B5EF4-FFF2-40B4-BE49-F238E27FC236}">
                <a16:creationId xmlns:a16="http://schemas.microsoft.com/office/drawing/2014/main" id="{4C08B606-2F64-4FDC-B0EB-2A017CE1D536}"/>
              </a:ext>
            </a:extLst>
          </p:cNvPr>
          <p:cNvGrpSpPr/>
          <p:nvPr/>
        </p:nvGrpSpPr>
        <p:grpSpPr>
          <a:xfrm>
            <a:off x="3830690" y="870027"/>
            <a:ext cx="757441" cy="407224"/>
            <a:chOff x="7563148" y="3743986"/>
            <a:chExt cx="4128117" cy="2219407"/>
          </a:xfrm>
        </p:grpSpPr>
        <p:sp>
          <p:nvSpPr>
            <p:cNvPr id="455" name="Rectangle 454">
              <a:extLst>
                <a:ext uri="{FF2B5EF4-FFF2-40B4-BE49-F238E27FC236}">
                  <a16:creationId xmlns:a16="http://schemas.microsoft.com/office/drawing/2014/main" id="{6A8C85A6-F189-4761-B6CF-8A6889227D01}"/>
                </a:ext>
              </a:extLst>
            </p:cNvPr>
            <p:cNvSpPr/>
            <p:nvPr/>
          </p:nvSpPr>
          <p:spPr>
            <a:xfrm>
              <a:off x="7563148" y="3743986"/>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56" name="Graphique 455" descr="Réussite du groupe avec un remplissage uni">
              <a:extLst>
                <a:ext uri="{FF2B5EF4-FFF2-40B4-BE49-F238E27FC236}">
                  <a16:creationId xmlns:a16="http://schemas.microsoft.com/office/drawing/2014/main" id="{21FE2852-F1F9-4F0E-9CFB-712725222548}"/>
                </a:ext>
              </a:extLst>
            </p:cNvPr>
            <p:cNvPicPr>
              <a:picLocks noChangeAspect="1"/>
            </p:cNvPicPr>
            <p:nvPr/>
          </p:nvPicPr>
          <p:blipFill>
            <a:blip r:embed="rId157">
              <a:extLst>
                <a:ext uri="{28A0092B-C50C-407E-A947-70E740481C1C}">
                  <a14:useLocalDpi xmlns:a14="http://schemas.microsoft.com/office/drawing/2010/main" val="0"/>
                </a:ext>
                <a:ext uri="{96DAC541-7B7A-43D3-8B79-37D633B846F1}">
                  <asvg:svgBlip xmlns:asvg="http://schemas.microsoft.com/office/drawing/2016/SVG/main" r:embed="rId158"/>
                </a:ext>
              </a:extLst>
            </a:blip>
            <a:stretch>
              <a:fillRect/>
            </a:stretch>
          </p:blipFill>
          <p:spPr>
            <a:xfrm>
              <a:off x="8584340" y="4848852"/>
              <a:ext cx="583962" cy="583962"/>
            </a:xfrm>
            <a:prstGeom prst="rect">
              <a:avLst/>
            </a:prstGeom>
          </p:spPr>
        </p:pic>
        <p:pic>
          <p:nvPicPr>
            <p:cNvPr id="475" name="Graphique 474" descr="Feux d’artifice avec un remplissage uni">
              <a:extLst>
                <a:ext uri="{FF2B5EF4-FFF2-40B4-BE49-F238E27FC236}">
                  <a16:creationId xmlns:a16="http://schemas.microsoft.com/office/drawing/2014/main" id="{16FDF154-D70C-4DC5-82F7-FE9D47133868}"/>
                </a:ext>
              </a:extLst>
            </p:cNvPr>
            <p:cNvPicPr>
              <a:picLocks noChangeAspect="1"/>
            </p:cNvPicPr>
            <p:nvPr/>
          </p:nvPicPr>
          <p:blipFill>
            <a:blip r:embed="rId159">
              <a:extLst>
                <a:ext uri="{28A0092B-C50C-407E-A947-70E740481C1C}">
                  <a14:useLocalDpi xmlns:a14="http://schemas.microsoft.com/office/drawing/2010/main" val="0"/>
                </a:ext>
                <a:ext uri="{96DAC541-7B7A-43D3-8B79-37D633B846F1}">
                  <asvg:svgBlip xmlns:asvg="http://schemas.microsoft.com/office/drawing/2016/SVG/main" r:embed="rId160"/>
                </a:ext>
              </a:extLst>
            </a:blip>
            <a:stretch>
              <a:fillRect/>
            </a:stretch>
          </p:blipFill>
          <p:spPr>
            <a:xfrm>
              <a:off x="9123988" y="3894619"/>
              <a:ext cx="914400" cy="914400"/>
            </a:xfrm>
            <a:prstGeom prst="rect">
              <a:avLst/>
            </a:prstGeom>
          </p:spPr>
        </p:pic>
        <p:pic>
          <p:nvPicPr>
            <p:cNvPr id="476" name="Graphique 475" descr="Réussite du groupe avec un remplissage uni">
              <a:extLst>
                <a:ext uri="{FF2B5EF4-FFF2-40B4-BE49-F238E27FC236}">
                  <a16:creationId xmlns:a16="http://schemas.microsoft.com/office/drawing/2014/main" id="{6177A938-9846-4953-9B32-5D4E552D3F7B}"/>
                </a:ext>
              </a:extLst>
            </p:cNvPr>
            <p:cNvPicPr>
              <a:picLocks noChangeAspect="1"/>
            </p:cNvPicPr>
            <p:nvPr/>
          </p:nvPicPr>
          <p:blipFill>
            <a:blip r:embed="rId157">
              <a:extLst>
                <a:ext uri="{28A0092B-C50C-407E-A947-70E740481C1C}">
                  <a14:useLocalDpi xmlns:a14="http://schemas.microsoft.com/office/drawing/2010/main" val="0"/>
                </a:ext>
                <a:ext uri="{96DAC541-7B7A-43D3-8B79-37D633B846F1}">
                  <asvg:svgBlip xmlns:asvg="http://schemas.microsoft.com/office/drawing/2016/SVG/main" r:embed="rId158"/>
                </a:ext>
              </a:extLst>
            </a:blip>
            <a:stretch>
              <a:fillRect/>
            </a:stretch>
          </p:blipFill>
          <p:spPr>
            <a:xfrm>
              <a:off x="9080128" y="4855706"/>
              <a:ext cx="583962" cy="583962"/>
            </a:xfrm>
            <a:prstGeom prst="rect">
              <a:avLst/>
            </a:prstGeom>
          </p:spPr>
        </p:pic>
        <p:pic>
          <p:nvPicPr>
            <p:cNvPr id="477" name="Graphique 476" descr="Réussite du groupe avec un remplissage uni">
              <a:extLst>
                <a:ext uri="{FF2B5EF4-FFF2-40B4-BE49-F238E27FC236}">
                  <a16:creationId xmlns:a16="http://schemas.microsoft.com/office/drawing/2014/main" id="{6E5F440F-FF81-4364-8D4C-6DCEFC684B6C}"/>
                </a:ext>
              </a:extLst>
            </p:cNvPr>
            <p:cNvPicPr>
              <a:picLocks noChangeAspect="1"/>
            </p:cNvPicPr>
            <p:nvPr/>
          </p:nvPicPr>
          <p:blipFill>
            <a:blip r:embed="rId157">
              <a:extLst>
                <a:ext uri="{28A0092B-C50C-407E-A947-70E740481C1C}">
                  <a14:useLocalDpi xmlns:a14="http://schemas.microsoft.com/office/drawing/2010/main" val="0"/>
                </a:ext>
                <a:ext uri="{96DAC541-7B7A-43D3-8B79-37D633B846F1}">
                  <asvg:svgBlip xmlns:asvg="http://schemas.microsoft.com/office/drawing/2016/SVG/main" r:embed="rId158"/>
                </a:ext>
              </a:extLst>
            </a:blip>
            <a:stretch>
              <a:fillRect/>
            </a:stretch>
          </p:blipFill>
          <p:spPr>
            <a:xfrm>
              <a:off x="9575916" y="4848852"/>
              <a:ext cx="583962" cy="583962"/>
            </a:xfrm>
            <a:prstGeom prst="rect">
              <a:avLst/>
            </a:prstGeom>
          </p:spPr>
        </p:pic>
        <p:pic>
          <p:nvPicPr>
            <p:cNvPr id="478" name="Graphique 477" descr="Réussite du groupe avec un remplissage uni">
              <a:extLst>
                <a:ext uri="{FF2B5EF4-FFF2-40B4-BE49-F238E27FC236}">
                  <a16:creationId xmlns:a16="http://schemas.microsoft.com/office/drawing/2014/main" id="{5045F88B-783F-4EB9-A5C5-FA0911D95625}"/>
                </a:ext>
              </a:extLst>
            </p:cNvPr>
            <p:cNvPicPr>
              <a:picLocks noChangeAspect="1"/>
            </p:cNvPicPr>
            <p:nvPr/>
          </p:nvPicPr>
          <p:blipFill>
            <a:blip r:embed="rId157">
              <a:extLst>
                <a:ext uri="{28A0092B-C50C-407E-A947-70E740481C1C}">
                  <a14:useLocalDpi xmlns:a14="http://schemas.microsoft.com/office/drawing/2010/main" val="0"/>
                </a:ext>
                <a:ext uri="{96DAC541-7B7A-43D3-8B79-37D633B846F1}">
                  <asvg:svgBlip xmlns:asvg="http://schemas.microsoft.com/office/drawing/2016/SVG/main" r:embed="rId158"/>
                </a:ext>
              </a:extLst>
            </a:blip>
            <a:stretch>
              <a:fillRect/>
            </a:stretch>
          </p:blipFill>
          <p:spPr>
            <a:xfrm>
              <a:off x="10071704" y="4855706"/>
              <a:ext cx="583962" cy="583962"/>
            </a:xfrm>
            <a:prstGeom prst="rect">
              <a:avLst/>
            </a:prstGeom>
          </p:spPr>
        </p:pic>
        <p:pic>
          <p:nvPicPr>
            <p:cNvPr id="479" name="Graphique 478" descr="Réussite du groupe avec un remplissage uni">
              <a:extLst>
                <a:ext uri="{FF2B5EF4-FFF2-40B4-BE49-F238E27FC236}">
                  <a16:creationId xmlns:a16="http://schemas.microsoft.com/office/drawing/2014/main" id="{DD867716-51D9-42BB-B348-9822FFD9A183}"/>
                </a:ext>
              </a:extLst>
            </p:cNvPr>
            <p:cNvPicPr>
              <a:picLocks noChangeAspect="1"/>
            </p:cNvPicPr>
            <p:nvPr/>
          </p:nvPicPr>
          <p:blipFill>
            <a:blip r:embed="rId157">
              <a:extLst>
                <a:ext uri="{28A0092B-C50C-407E-A947-70E740481C1C}">
                  <a14:useLocalDpi xmlns:a14="http://schemas.microsoft.com/office/drawing/2010/main" val="0"/>
                </a:ext>
                <a:ext uri="{96DAC541-7B7A-43D3-8B79-37D633B846F1}">
                  <asvg:svgBlip xmlns:asvg="http://schemas.microsoft.com/office/drawing/2016/SVG/main" r:embed="rId158"/>
                </a:ext>
              </a:extLst>
            </a:blip>
            <a:stretch>
              <a:fillRect/>
            </a:stretch>
          </p:blipFill>
          <p:spPr>
            <a:xfrm>
              <a:off x="8584340" y="5200300"/>
              <a:ext cx="583962" cy="583962"/>
            </a:xfrm>
            <a:prstGeom prst="rect">
              <a:avLst/>
            </a:prstGeom>
          </p:spPr>
        </p:pic>
        <p:pic>
          <p:nvPicPr>
            <p:cNvPr id="480" name="Graphique 479" descr="Réussite du groupe avec un remplissage uni">
              <a:extLst>
                <a:ext uri="{FF2B5EF4-FFF2-40B4-BE49-F238E27FC236}">
                  <a16:creationId xmlns:a16="http://schemas.microsoft.com/office/drawing/2014/main" id="{A9BCE8E8-19AD-44BA-96AE-571941C77356}"/>
                </a:ext>
              </a:extLst>
            </p:cNvPr>
            <p:cNvPicPr>
              <a:picLocks noChangeAspect="1"/>
            </p:cNvPicPr>
            <p:nvPr/>
          </p:nvPicPr>
          <p:blipFill>
            <a:blip r:embed="rId157">
              <a:extLst>
                <a:ext uri="{28A0092B-C50C-407E-A947-70E740481C1C}">
                  <a14:useLocalDpi xmlns:a14="http://schemas.microsoft.com/office/drawing/2010/main" val="0"/>
                </a:ext>
                <a:ext uri="{96DAC541-7B7A-43D3-8B79-37D633B846F1}">
                  <asvg:svgBlip xmlns:asvg="http://schemas.microsoft.com/office/drawing/2016/SVG/main" r:embed="rId158"/>
                </a:ext>
              </a:extLst>
            </a:blip>
            <a:stretch>
              <a:fillRect/>
            </a:stretch>
          </p:blipFill>
          <p:spPr>
            <a:xfrm>
              <a:off x="9080128" y="5207154"/>
              <a:ext cx="583962" cy="583962"/>
            </a:xfrm>
            <a:prstGeom prst="rect">
              <a:avLst/>
            </a:prstGeom>
          </p:spPr>
        </p:pic>
        <p:pic>
          <p:nvPicPr>
            <p:cNvPr id="481" name="Graphique 480" descr="Réussite du groupe avec un remplissage uni">
              <a:extLst>
                <a:ext uri="{FF2B5EF4-FFF2-40B4-BE49-F238E27FC236}">
                  <a16:creationId xmlns:a16="http://schemas.microsoft.com/office/drawing/2014/main" id="{4A9CB925-77EA-473D-B445-458DA06FB4D2}"/>
                </a:ext>
              </a:extLst>
            </p:cNvPr>
            <p:cNvPicPr>
              <a:picLocks noChangeAspect="1"/>
            </p:cNvPicPr>
            <p:nvPr/>
          </p:nvPicPr>
          <p:blipFill>
            <a:blip r:embed="rId157">
              <a:extLst>
                <a:ext uri="{28A0092B-C50C-407E-A947-70E740481C1C}">
                  <a14:useLocalDpi xmlns:a14="http://schemas.microsoft.com/office/drawing/2010/main" val="0"/>
                </a:ext>
                <a:ext uri="{96DAC541-7B7A-43D3-8B79-37D633B846F1}">
                  <asvg:svgBlip xmlns:asvg="http://schemas.microsoft.com/office/drawing/2016/SVG/main" r:embed="rId158"/>
                </a:ext>
              </a:extLst>
            </a:blip>
            <a:stretch>
              <a:fillRect/>
            </a:stretch>
          </p:blipFill>
          <p:spPr>
            <a:xfrm>
              <a:off x="9575916" y="5200300"/>
              <a:ext cx="583962" cy="583962"/>
            </a:xfrm>
            <a:prstGeom prst="rect">
              <a:avLst/>
            </a:prstGeom>
          </p:spPr>
        </p:pic>
        <p:pic>
          <p:nvPicPr>
            <p:cNvPr id="482" name="Graphique 481" descr="Réussite du groupe avec un remplissage uni">
              <a:extLst>
                <a:ext uri="{FF2B5EF4-FFF2-40B4-BE49-F238E27FC236}">
                  <a16:creationId xmlns:a16="http://schemas.microsoft.com/office/drawing/2014/main" id="{7AE5BFAB-AE8C-49BE-939B-37B051D4AC95}"/>
                </a:ext>
              </a:extLst>
            </p:cNvPr>
            <p:cNvPicPr>
              <a:picLocks noChangeAspect="1"/>
            </p:cNvPicPr>
            <p:nvPr/>
          </p:nvPicPr>
          <p:blipFill>
            <a:blip r:embed="rId157">
              <a:extLst>
                <a:ext uri="{28A0092B-C50C-407E-A947-70E740481C1C}">
                  <a14:useLocalDpi xmlns:a14="http://schemas.microsoft.com/office/drawing/2010/main" val="0"/>
                </a:ext>
                <a:ext uri="{96DAC541-7B7A-43D3-8B79-37D633B846F1}">
                  <asvg:svgBlip xmlns:asvg="http://schemas.microsoft.com/office/drawing/2016/SVG/main" r:embed="rId158"/>
                </a:ext>
              </a:extLst>
            </a:blip>
            <a:stretch>
              <a:fillRect/>
            </a:stretch>
          </p:blipFill>
          <p:spPr>
            <a:xfrm>
              <a:off x="10071704" y="5207154"/>
              <a:ext cx="583962" cy="583962"/>
            </a:xfrm>
            <a:prstGeom prst="rect">
              <a:avLst/>
            </a:prstGeom>
          </p:spPr>
        </p:pic>
      </p:grpSp>
      <p:pic>
        <p:nvPicPr>
          <p:cNvPr id="483" name="Graphique 482" descr="Groupe avec un remplissage uni">
            <a:extLst>
              <a:ext uri="{FF2B5EF4-FFF2-40B4-BE49-F238E27FC236}">
                <a16:creationId xmlns:a16="http://schemas.microsoft.com/office/drawing/2014/main" id="{C1F9FBE3-10C2-4729-AA6E-262B30FFA6CC}"/>
              </a:ext>
            </a:extLst>
          </p:cNvPr>
          <p:cNvPicPr>
            <a:picLocks noChangeAspect="1"/>
          </p:cNvPicPr>
          <p:nvPr/>
        </p:nvPicPr>
        <p:blipFill>
          <a:blip r:embed="rId161">
            <a:extLst>
              <a:ext uri="{28A0092B-C50C-407E-A947-70E740481C1C}">
                <a14:useLocalDpi xmlns:a14="http://schemas.microsoft.com/office/drawing/2010/main" val="0"/>
              </a:ext>
              <a:ext uri="{96DAC541-7B7A-43D3-8B79-37D633B846F1}">
                <asvg:svgBlip xmlns:asvg="http://schemas.microsoft.com/office/drawing/2016/SVG/main" r:embed="rId162"/>
              </a:ext>
            </a:extLst>
          </a:blip>
          <a:stretch>
            <a:fillRect/>
          </a:stretch>
        </p:blipFill>
        <p:spPr>
          <a:xfrm>
            <a:off x="10376887" y="2966609"/>
            <a:ext cx="739870" cy="739870"/>
          </a:xfrm>
          <a:prstGeom prst="rect">
            <a:avLst/>
          </a:prstGeom>
        </p:spPr>
      </p:pic>
      <p:pic>
        <p:nvPicPr>
          <p:cNvPr id="485" name="Graphique 484" descr="Groupe avec un remplissage uni">
            <a:extLst>
              <a:ext uri="{FF2B5EF4-FFF2-40B4-BE49-F238E27FC236}">
                <a16:creationId xmlns:a16="http://schemas.microsoft.com/office/drawing/2014/main" id="{FA913E10-2E09-4AC5-9FC9-8962F8D12105}"/>
              </a:ext>
            </a:extLst>
          </p:cNvPr>
          <p:cNvPicPr>
            <a:picLocks noChangeAspect="1"/>
          </p:cNvPicPr>
          <p:nvPr/>
        </p:nvPicPr>
        <p:blipFill>
          <a:blip r:embed="rId163">
            <a:extLst>
              <a:ext uri="{28A0092B-C50C-407E-A947-70E740481C1C}">
                <a14:useLocalDpi xmlns:a14="http://schemas.microsoft.com/office/drawing/2010/main" val="0"/>
              </a:ext>
              <a:ext uri="{96DAC541-7B7A-43D3-8B79-37D633B846F1}">
                <asvg:svgBlip xmlns:asvg="http://schemas.microsoft.com/office/drawing/2016/SVG/main" r:embed="rId164"/>
              </a:ext>
            </a:extLst>
          </a:blip>
          <a:stretch>
            <a:fillRect/>
          </a:stretch>
        </p:blipFill>
        <p:spPr>
          <a:xfrm>
            <a:off x="11265907" y="2430505"/>
            <a:ext cx="739870" cy="739870"/>
          </a:xfrm>
          <a:prstGeom prst="rect">
            <a:avLst/>
          </a:prstGeom>
        </p:spPr>
      </p:pic>
      <p:grpSp>
        <p:nvGrpSpPr>
          <p:cNvPr id="40" name="Groupe 39">
            <a:extLst>
              <a:ext uri="{FF2B5EF4-FFF2-40B4-BE49-F238E27FC236}">
                <a16:creationId xmlns:a16="http://schemas.microsoft.com/office/drawing/2014/main" id="{FAF3A866-6A00-4637-B20A-150F4931DC3F}"/>
              </a:ext>
            </a:extLst>
          </p:cNvPr>
          <p:cNvGrpSpPr/>
          <p:nvPr/>
        </p:nvGrpSpPr>
        <p:grpSpPr>
          <a:xfrm>
            <a:off x="5706425" y="3210062"/>
            <a:ext cx="1487604" cy="818189"/>
            <a:chOff x="6868966" y="4334591"/>
            <a:chExt cx="4128117" cy="2270484"/>
          </a:xfrm>
        </p:grpSpPr>
        <p:sp>
          <p:nvSpPr>
            <p:cNvPr id="512" name="Rectangle 511">
              <a:extLst>
                <a:ext uri="{FF2B5EF4-FFF2-40B4-BE49-F238E27FC236}">
                  <a16:creationId xmlns:a16="http://schemas.microsoft.com/office/drawing/2014/main" id="{D52904FE-B222-4100-919E-BE80EB2E584C}"/>
                </a:ext>
              </a:extLst>
            </p:cNvPr>
            <p:cNvSpPr/>
            <p:nvPr/>
          </p:nvSpPr>
          <p:spPr>
            <a:xfrm>
              <a:off x="6868966" y="4334591"/>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3" name="Graphique 512" descr="Groupe avec un remplissage uni">
              <a:extLst>
                <a:ext uri="{FF2B5EF4-FFF2-40B4-BE49-F238E27FC236}">
                  <a16:creationId xmlns:a16="http://schemas.microsoft.com/office/drawing/2014/main" id="{0419A948-AC97-4BE4-938D-C56E7204B4E6}"/>
                </a:ext>
              </a:extLst>
            </p:cNvPr>
            <p:cNvPicPr>
              <a:picLocks noChangeAspect="1"/>
            </p:cNvPicPr>
            <p:nvPr/>
          </p:nvPicPr>
          <p:blipFill>
            <a:blip r:embed="rId161">
              <a:extLst>
                <a:ext uri="{28A0092B-C50C-407E-A947-70E740481C1C}">
                  <a14:useLocalDpi xmlns:a14="http://schemas.microsoft.com/office/drawing/2010/main" val="0"/>
                </a:ext>
                <a:ext uri="{96DAC541-7B7A-43D3-8B79-37D633B846F1}">
                  <asvg:svgBlip xmlns:asvg="http://schemas.microsoft.com/office/drawing/2016/SVG/main" r:embed="rId162"/>
                </a:ext>
              </a:extLst>
            </a:blip>
            <a:stretch>
              <a:fillRect/>
            </a:stretch>
          </p:blipFill>
          <p:spPr>
            <a:xfrm>
              <a:off x="7665740" y="5023042"/>
              <a:ext cx="739870" cy="739870"/>
            </a:xfrm>
            <a:prstGeom prst="rect">
              <a:avLst/>
            </a:prstGeom>
          </p:spPr>
        </p:pic>
        <p:pic>
          <p:nvPicPr>
            <p:cNvPr id="514" name="Graphique 513" descr="Groupe avec un remplissage uni">
              <a:extLst>
                <a:ext uri="{FF2B5EF4-FFF2-40B4-BE49-F238E27FC236}">
                  <a16:creationId xmlns:a16="http://schemas.microsoft.com/office/drawing/2014/main" id="{BE168662-8D44-4A16-A7A6-7ECE07F25D67}"/>
                </a:ext>
              </a:extLst>
            </p:cNvPr>
            <p:cNvPicPr>
              <a:picLocks noChangeAspect="1"/>
            </p:cNvPicPr>
            <p:nvPr/>
          </p:nvPicPr>
          <p:blipFill>
            <a:blip r:embed="rId165">
              <a:extLst>
                <a:ext uri="{28A0092B-C50C-407E-A947-70E740481C1C}">
                  <a14:useLocalDpi xmlns:a14="http://schemas.microsoft.com/office/drawing/2010/main" val="0"/>
                </a:ext>
                <a:ext uri="{96DAC541-7B7A-43D3-8B79-37D633B846F1}">
                  <asvg:svgBlip xmlns:asvg="http://schemas.microsoft.com/office/drawing/2016/SVG/main" r:embed="rId166"/>
                </a:ext>
              </a:extLst>
            </a:blip>
            <a:stretch>
              <a:fillRect/>
            </a:stretch>
          </p:blipFill>
          <p:spPr>
            <a:xfrm>
              <a:off x="7716230" y="5566353"/>
              <a:ext cx="739870" cy="739870"/>
            </a:xfrm>
            <a:prstGeom prst="rect">
              <a:avLst/>
            </a:prstGeom>
          </p:spPr>
        </p:pic>
        <p:pic>
          <p:nvPicPr>
            <p:cNvPr id="515" name="Graphique 514" descr="Groupe avec un remplissage uni">
              <a:extLst>
                <a:ext uri="{FF2B5EF4-FFF2-40B4-BE49-F238E27FC236}">
                  <a16:creationId xmlns:a16="http://schemas.microsoft.com/office/drawing/2014/main" id="{F96C7566-57C0-43B2-A050-C3375AF1C508}"/>
                </a:ext>
              </a:extLst>
            </p:cNvPr>
            <p:cNvPicPr>
              <a:picLocks noChangeAspect="1"/>
            </p:cNvPicPr>
            <p:nvPr/>
          </p:nvPicPr>
          <p:blipFill>
            <a:blip r:embed="rId163">
              <a:extLst>
                <a:ext uri="{28A0092B-C50C-407E-A947-70E740481C1C}">
                  <a14:useLocalDpi xmlns:a14="http://schemas.microsoft.com/office/drawing/2010/main" val="0"/>
                </a:ext>
                <a:ext uri="{96DAC541-7B7A-43D3-8B79-37D633B846F1}">
                  <asvg:svgBlip xmlns:asvg="http://schemas.microsoft.com/office/drawing/2016/SVG/main" r:embed="rId164"/>
                </a:ext>
              </a:extLst>
            </a:blip>
            <a:stretch>
              <a:fillRect/>
            </a:stretch>
          </p:blipFill>
          <p:spPr>
            <a:xfrm>
              <a:off x="8636747" y="5865205"/>
              <a:ext cx="739870" cy="739870"/>
            </a:xfrm>
            <a:prstGeom prst="rect">
              <a:avLst/>
            </a:prstGeom>
          </p:spPr>
        </p:pic>
        <p:sp>
          <p:nvSpPr>
            <p:cNvPr id="516" name="Flèche : droite 515">
              <a:extLst>
                <a:ext uri="{FF2B5EF4-FFF2-40B4-BE49-F238E27FC236}">
                  <a16:creationId xmlns:a16="http://schemas.microsoft.com/office/drawing/2014/main" id="{526FEE12-B051-4918-8DF6-EFA355C6EB07}"/>
                </a:ext>
              </a:extLst>
            </p:cNvPr>
            <p:cNvSpPr/>
            <p:nvPr/>
          </p:nvSpPr>
          <p:spPr>
            <a:xfrm rot="18900000">
              <a:off x="8494138" y="5438196"/>
              <a:ext cx="388731" cy="389649"/>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17" name="Flèche : droite 516">
              <a:extLst>
                <a:ext uri="{FF2B5EF4-FFF2-40B4-BE49-F238E27FC236}">
                  <a16:creationId xmlns:a16="http://schemas.microsoft.com/office/drawing/2014/main" id="{302B5512-CE5A-450B-B5CC-933C7C0484DE}"/>
                </a:ext>
              </a:extLst>
            </p:cNvPr>
            <p:cNvSpPr/>
            <p:nvPr/>
          </p:nvSpPr>
          <p:spPr>
            <a:xfrm rot="17100000">
              <a:off x="8902806" y="5578336"/>
              <a:ext cx="411801" cy="389649"/>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18" name="Flèche : droite 517">
              <a:extLst>
                <a:ext uri="{FF2B5EF4-FFF2-40B4-BE49-F238E27FC236}">
                  <a16:creationId xmlns:a16="http://schemas.microsoft.com/office/drawing/2014/main" id="{E2C3A54D-646B-4955-B358-B8A6D6C1E50A}"/>
                </a:ext>
              </a:extLst>
            </p:cNvPr>
            <p:cNvSpPr/>
            <p:nvPr/>
          </p:nvSpPr>
          <p:spPr>
            <a:xfrm rot="20491840">
              <a:off x="8406914" y="5102131"/>
              <a:ext cx="355826" cy="389649"/>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19" name="Graphique 518" descr="Mille avec un remplissage uni">
              <a:extLst>
                <a:ext uri="{FF2B5EF4-FFF2-40B4-BE49-F238E27FC236}">
                  <a16:creationId xmlns:a16="http://schemas.microsoft.com/office/drawing/2014/main" id="{7053D143-FACF-4FFA-9E3A-12C2005420C2}"/>
                </a:ext>
              </a:extLst>
            </p:cNvPr>
            <p:cNvPicPr>
              <a:picLocks noChangeAspect="1"/>
            </p:cNvPicPr>
            <p:nvPr/>
          </p:nvPicPr>
          <p:blipFill>
            <a:blip r:embed="rId167">
              <a:extLst>
                <a:ext uri="{28A0092B-C50C-407E-A947-70E740481C1C}">
                  <a14:useLocalDpi xmlns:a14="http://schemas.microsoft.com/office/drawing/2010/main" val="0"/>
                </a:ext>
                <a:ext uri="{96DAC541-7B7A-43D3-8B79-37D633B846F1}">
                  <asvg:svgBlip xmlns:asvg="http://schemas.microsoft.com/office/drawing/2016/SVG/main" r:embed="rId168"/>
                </a:ext>
              </a:extLst>
            </a:blip>
            <a:stretch>
              <a:fillRect/>
            </a:stretch>
          </p:blipFill>
          <p:spPr>
            <a:xfrm>
              <a:off x="9181404" y="4452611"/>
              <a:ext cx="914400" cy="914400"/>
            </a:xfrm>
            <a:prstGeom prst="rect">
              <a:avLst/>
            </a:prstGeom>
          </p:spPr>
        </p:pic>
        <p:sp>
          <p:nvSpPr>
            <p:cNvPr id="520" name="Flèche : droite 519">
              <a:extLst>
                <a:ext uri="{FF2B5EF4-FFF2-40B4-BE49-F238E27FC236}">
                  <a16:creationId xmlns:a16="http://schemas.microsoft.com/office/drawing/2014/main" id="{A01BF807-7783-4E92-A24A-DB23A9BCF2C4}"/>
                </a:ext>
              </a:extLst>
            </p:cNvPr>
            <p:cNvSpPr/>
            <p:nvPr/>
          </p:nvSpPr>
          <p:spPr>
            <a:xfrm rot="19475250">
              <a:off x="8909296" y="4886181"/>
              <a:ext cx="355826" cy="771752"/>
            </a:xfrm>
            <a:prstGeom prst="rightArrow">
              <a:avLst/>
            </a:prstGeom>
            <a:gradFill>
              <a:gsLst>
                <a:gs pos="0">
                  <a:srgbClr val="3494BA"/>
                </a:gs>
                <a:gs pos="82000">
                  <a:srgbClr val="968C6E"/>
                </a:gs>
                <a:gs pos="44000">
                  <a:srgbClr val="F7832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41" name="Groupe 40">
            <a:extLst>
              <a:ext uri="{FF2B5EF4-FFF2-40B4-BE49-F238E27FC236}">
                <a16:creationId xmlns:a16="http://schemas.microsoft.com/office/drawing/2014/main" id="{3EAD8258-90B9-4FD7-ADDB-88DDF7B53B7C}"/>
              </a:ext>
            </a:extLst>
          </p:cNvPr>
          <p:cNvGrpSpPr/>
          <p:nvPr/>
        </p:nvGrpSpPr>
        <p:grpSpPr>
          <a:xfrm>
            <a:off x="5922813" y="5835448"/>
            <a:ext cx="1162547" cy="625022"/>
            <a:chOff x="12622182" y="4328698"/>
            <a:chExt cx="4128117" cy="2219407"/>
          </a:xfrm>
        </p:grpSpPr>
        <p:sp>
          <p:nvSpPr>
            <p:cNvPr id="539" name="Rectangle 538">
              <a:extLst>
                <a:ext uri="{FF2B5EF4-FFF2-40B4-BE49-F238E27FC236}">
                  <a16:creationId xmlns:a16="http://schemas.microsoft.com/office/drawing/2014/main" id="{70D33E5C-CAA9-45AB-8180-80F16DFED2D8}"/>
                </a:ext>
              </a:extLst>
            </p:cNvPr>
            <p:cNvSpPr/>
            <p:nvPr/>
          </p:nvSpPr>
          <p:spPr>
            <a:xfrm>
              <a:off x="12622182" y="4328698"/>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0" name="Flèche : droite 539">
              <a:extLst>
                <a:ext uri="{FF2B5EF4-FFF2-40B4-BE49-F238E27FC236}">
                  <a16:creationId xmlns:a16="http://schemas.microsoft.com/office/drawing/2014/main" id="{4E5F9DB9-B7F2-47BB-9E3C-C085CF540689}"/>
                </a:ext>
              </a:extLst>
            </p:cNvPr>
            <p:cNvSpPr/>
            <p:nvPr/>
          </p:nvSpPr>
          <p:spPr>
            <a:xfrm rot="18900000">
              <a:off x="14247354" y="5432303"/>
              <a:ext cx="388731" cy="389649"/>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1" name="Flèche : droite 540">
              <a:extLst>
                <a:ext uri="{FF2B5EF4-FFF2-40B4-BE49-F238E27FC236}">
                  <a16:creationId xmlns:a16="http://schemas.microsoft.com/office/drawing/2014/main" id="{852F9A23-3BD5-4CFE-B021-997D811680B5}"/>
                </a:ext>
              </a:extLst>
            </p:cNvPr>
            <p:cNvSpPr/>
            <p:nvPr/>
          </p:nvSpPr>
          <p:spPr>
            <a:xfrm rot="17100000">
              <a:off x="14656022" y="5572443"/>
              <a:ext cx="411801" cy="389649"/>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2" name="Flèche : droite 541">
              <a:extLst>
                <a:ext uri="{FF2B5EF4-FFF2-40B4-BE49-F238E27FC236}">
                  <a16:creationId xmlns:a16="http://schemas.microsoft.com/office/drawing/2014/main" id="{C12BFB25-9756-4EF6-BD8E-1F929430B4C6}"/>
                </a:ext>
              </a:extLst>
            </p:cNvPr>
            <p:cNvSpPr/>
            <p:nvPr/>
          </p:nvSpPr>
          <p:spPr>
            <a:xfrm rot="20491840">
              <a:off x="14160130" y="5096238"/>
              <a:ext cx="355826" cy="389649"/>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43" name="Graphique 542" descr="Mille avec un remplissage uni">
              <a:extLst>
                <a:ext uri="{FF2B5EF4-FFF2-40B4-BE49-F238E27FC236}">
                  <a16:creationId xmlns:a16="http://schemas.microsoft.com/office/drawing/2014/main" id="{B46A323D-9958-4BB4-BAF4-B163B8AE7CBC}"/>
                </a:ext>
              </a:extLst>
            </p:cNvPr>
            <p:cNvPicPr>
              <a:picLocks noChangeAspect="1"/>
            </p:cNvPicPr>
            <p:nvPr/>
          </p:nvPicPr>
          <p:blipFill>
            <a:blip r:embed="rId167">
              <a:extLst>
                <a:ext uri="{28A0092B-C50C-407E-A947-70E740481C1C}">
                  <a14:useLocalDpi xmlns:a14="http://schemas.microsoft.com/office/drawing/2010/main" val="0"/>
                </a:ext>
                <a:ext uri="{96DAC541-7B7A-43D3-8B79-37D633B846F1}">
                  <asvg:svgBlip xmlns:asvg="http://schemas.microsoft.com/office/drawing/2016/SVG/main" r:embed="rId168"/>
                </a:ext>
              </a:extLst>
            </a:blip>
            <a:stretch>
              <a:fillRect/>
            </a:stretch>
          </p:blipFill>
          <p:spPr>
            <a:xfrm>
              <a:off x="14934620" y="4446718"/>
              <a:ext cx="914400" cy="914400"/>
            </a:xfrm>
            <a:prstGeom prst="rect">
              <a:avLst/>
            </a:prstGeom>
          </p:spPr>
        </p:pic>
        <p:sp>
          <p:nvSpPr>
            <p:cNvPr id="544" name="Flèche : droite 543">
              <a:extLst>
                <a:ext uri="{FF2B5EF4-FFF2-40B4-BE49-F238E27FC236}">
                  <a16:creationId xmlns:a16="http://schemas.microsoft.com/office/drawing/2014/main" id="{E0F9FF81-056E-477F-841D-4472E1D0A252}"/>
                </a:ext>
              </a:extLst>
            </p:cNvPr>
            <p:cNvSpPr/>
            <p:nvPr/>
          </p:nvSpPr>
          <p:spPr>
            <a:xfrm rot="19475250">
              <a:off x="14662512" y="4880288"/>
              <a:ext cx="355826" cy="771752"/>
            </a:xfrm>
            <a:prstGeom prst="rightArrow">
              <a:avLst/>
            </a:prstGeom>
            <a:gradFill>
              <a:gsLst>
                <a:gs pos="0">
                  <a:srgbClr val="3494BA"/>
                </a:gs>
                <a:gs pos="82000">
                  <a:srgbClr val="968C6E"/>
                </a:gs>
                <a:gs pos="44000">
                  <a:srgbClr val="F7832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545" name="Groupe 544">
              <a:extLst>
                <a:ext uri="{FF2B5EF4-FFF2-40B4-BE49-F238E27FC236}">
                  <a16:creationId xmlns:a16="http://schemas.microsoft.com/office/drawing/2014/main" id="{768EE446-3662-4091-A1DF-D9258B871FA6}"/>
                </a:ext>
              </a:extLst>
            </p:cNvPr>
            <p:cNvGrpSpPr/>
            <p:nvPr/>
          </p:nvGrpSpPr>
          <p:grpSpPr>
            <a:xfrm>
              <a:off x="13342279" y="4925328"/>
              <a:ext cx="712004" cy="506574"/>
              <a:chOff x="6989470" y="1452253"/>
              <a:chExt cx="2625047" cy="1867662"/>
            </a:xfrm>
            <a:solidFill>
              <a:srgbClr val="3494BA"/>
            </a:solidFill>
          </p:grpSpPr>
          <p:pic>
            <p:nvPicPr>
              <p:cNvPr id="546" name="Graphique 545" descr="Groupe de personnes avec un remplissage uni">
                <a:extLst>
                  <a:ext uri="{FF2B5EF4-FFF2-40B4-BE49-F238E27FC236}">
                    <a16:creationId xmlns:a16="http://schemas.microsoft.com/office/drawing/2014/main" id="{935B2E17-5D29-469C-ACBB-51631A127671}"/>
                  </a:ext>
                </a:extLst>
              </p:cNvPr>
              <p:cNvPicPr>
                <a:picLocks noChangeAspect="1"/>
              </p:cNvPicPr>
              <p:nvPr/>
            </p:nvPicPr>
            <p:blipFill>
              <a:blip r:embed="rId169">
                <a:extLst>
                  <a:ext uri="{28A0092B-C50C-407E-A947-70E740481C1C}">
                    <a14:useLocalDpi xmlns:a14="http://schemas.microsoft.com/office/drawing/2010/main" val="0"/>
                  </a:ext>
                  <a:ext uri="{96DAC541-7B7A-43D3-8B79-37D633B846F1}">
                    <asvg:svgBlip xmlns:asvg="http://schemas.microsoft.com/office/drawing/2016/SVG/main" r:embed="rId170"/>
                  </a:ext>
                </a:extLst>
              </a:blip>
              <a:stretch>
                <a:fillRect/>
              </a:stretch>
            </p:blipFill>
            <p:spPr>
              <a:xfrm>
                <a:off x="6989470" y="1452253"/>
                <a:ext cx="1867662" cy="1867662"/>
              </a:xfrm>
              <a:prstGeom prst="rect">
                <a:avLst/>
              </a:prstGeom>
            </p:spPr>
          </p:pic>
          <p:pic>
            <p:nvPicPr>
              <p:cNvPr id="547" name="Graphique 546" descr="Groupe de personnes avec un remplissage uni">
                <a:extLst>
                  <a:ext uri="{FF2B5EF4-FFF2-40B4-BE49-F238E27FC236}">
                    <a16:creationId xmlns:a16="http://schemas.microsoft.com/office/drawing/2014/main" id="{D88C1367-C786-40D8-A103-1DCF1AF988F8}"/>
                  </a:ext>
                </a:extLst>
              </p:cNvPr>
              <p:cNvPicPr>
                <a:picLocks noChangeAspect="1"/>
              </p:cNvPicPr>
              <p:nvPr/>
            </p:nvPicPr>
            <p:blipFill rotWithShape="1">
              <a:blip r:embed="rId169">
                <a:extLst>
                  <a:ext uri="{28A0092B-C50C-407E-A947-70E740481C1C}">
                    <a14:useLocalDpi xmlns:a14="http://schemas.microsoft.com/office/drawing/2010/main" val="0"/>
                  </a:ext>
                  <a:ext uri="{96DAC541-7B7A-43D3-8B79-37D633B846F1}">
                    <asvg:svgBlip xmlns:asvg="http://schemas.microsoft.com/office/drawing/2016/SVG/main" r:embed="rId170"/>
                  </a:ext>
                </a:extLst>
              </a:blip>
              <a:srcRect t="65384" r="20687"/>
              <a:stretch/>
            </p:blipFill>
            <p:spPr>
              <a:xfrm>
                <a:off x="8090525" y="1513565"/>
                <a:ext cx="1481311" cy="651367"/>
              </a:xfrm>
              <a:prstGeom prst="rect">
                <a:avLst/>
              </a:prstGeom>
            </p:spPr>
          </p:pic>
          <p:pic>
            <p:nvPicPr>
              <p:cNvPr id="548" name="Graphique 547" descr="Groupe de personnes avec un remplissage uni">
                <a:extLst>
                  <a:ext uri="{FF2B5EF4-FFF2-40B4-BE49-F238E27FC236}">
                    <a16:creationId xmlns:a16="http://schemas.microsoft.com/office/drawing/2014/main" id="{B0A5E84E-2EED-4B81-A40A-42A6A083EACA}"/>
                  </a:ext>
                </a:extLst>
              </p:cNvPr>
              <p:cNvPicPr>
                <a:picLocks noChangeAspect="1"/>
              </p:cNvPicPr>
              <p:nvPr/>
            </p:nvPicPr>
            <p:blipFill rotWithShape="1">
              <a:blip r:embed="rId169">
                <a:extLst>
                  <a:ext uri="{28A0092B-C50C-407E-A947-70E740481C1C}">
                    <a14:useLocalDpi xmlns:a14="http://schemas.microsoft.com/office/drawing/2010/main" val="0"/>
                  </a:ext>
                  <a:ext uri="{96DAC541-7B7A-43D3-8B79-37D633B846F1}">
                    <asvg:svgBlip xmlns:asvg="http://schemas.microsoft.com/office/drawing/2016/SVG/main" r:embed="rId170"/>
                  </a:ext>
                </a:extLst>
              </a:blip>
              <a:srcRect t="65384" r="30495"/>
              <a:stretch/>
            </p:blipFill>
            <p:spPr>
              <a:xfrm>
                <a:off x="8316394" y="2091056"/>
                <a:ext cx="1298123" cy="651367"/>
              </a:xfrm>
              <a:prstGeom prst="rect">
                <a:avLst/>
              </a:prstGeom>
            </p:spPr>
          </p:pic>
          <p:pic>
            <p:nvPicPr>
              <p:cNvPr id="549" name="Graphique 548" descr="Groupe de personnes avec un remplissage uni">
                <a:extLst>
                  <a:ext uri="{FF2B5EF4-FFF2-40B4-BE49-F238E27FC236}">
                    <a16:creationId xmlns:a16="http://schemas.microsoft.com/office/drawing/2014/main" id="{9FF3982F-1838-4C9A-9378-054032336400}"/>
                  </a:ext>
                </a:extLst>
              </p:cNvPr>
              <p:cNvPicPr>
                <a:picLocks noChangeAspect="1"/>
              </p:cNvPicPr>
              <p:nvPr/>
            </p:nvPicPr>
            <p:blipFill rotWithShape="1">
              <a:blip r:embed="rId169">
                <a:extLst>
                  <a:ext uri="{28A0092B-C50C-407E-A947-70E740481C1C}">
                    <a14:useLocalDpi xmlns:a14="http://schemas.microsoft.com/office/drawing/2010/main" val="0"/>
                  </a:ext>
                  <a:ext uri="{96DAC541-7B7A-43D3-8B79-37D633B846F1}">
                    <asvg:svgBlip xmlns:asvg="http://schemas.microsoft.com/office/drawing/2016/SVG/main" r:embed="rId170"/>
                  </a:ext>
                </a:extLst>
              </a:blip>
              <a:srcRect t="65384" r="65831"/>
              <a:stretch/>
            </p:blipFill>
            <p:spPr>
              <a:xfrm>
                <a:off x="6989470" y="1513565"/>
                <a:ext cx="638169" cy="651367"/>
              </a:xfrm>
              <a:prstGeom prst="rect">
                <a:avLst/>
              </a:prstGeom>
            </p:spPr>
          </p:pic>
          <p:pic>
            <p:nvPicPr>
              <p:cNvPr id="550" name="Graphique 549" descr="Groupe de personnes avec un remplissage uni">
                <a:extLst>
                  <a:ext uri="{FF2B5EF4-FFF2-40B4-BE49-F238E27FC236}">
                    <a16:creationId xmlns:a16="http://schemas.microsoft.com/office/drawing/2014/main" id="{56907493-3753-4DB3-A9C9-FC2A2C5B3C38}"/>
                  </a:ext>
                </a:extLst>
              </p:cNvPr>
              <p:cNvPicPr>
                <a:picLocks noChangeAspect="1"/>
              </p:cNvPicPr>
              <p:nvPr/>
            </p:nvPicPr>
            <p:blipFill rotWithShape="1">
              <a:blip r:embed="rId169">
                <a:extLst>
                  <a:ext uri="{28A0092B-C50C-407E-A947-70E740481C1C}">
                    <a14:useLocalDpi xmlns:a14="http://schemas.microsoft.com/office/drawing/2010/main" val="0"/>
                  </a:ext>
                  <a:ext uri="{96DAC541-7B7A-43D3-8B79-37D633B846F1}">
                    <asvg:svgBlip xmlns:asvg="http://schemas.microsoft.com/office/drawing/2016/SVG/main" r:embed="rId170"/>
                  </a:ext>
                </a:extLst>
              </a:blip>
              <a:srcRect l="1" t="65384" r="42539"/>
              <a:stretch/>
            </p:blipFill>
            <p:spPr>
              <a:xfrm>
                <a:off x="8498660" y="2653414"/>
                <a:ext cx="1073176" cy="651367"/>
              </a:xfrm>
              <a:prstGeom prst="rect">
                <a:avLst/>
              </a:prstGeom>
            </p:spPr>
          </p:pic>
        </p:grpSp>
        <p:grpSp>
          <p:nvGrpSpPr>
            <p:cNvPr id="551" name="Groupe 550">
              <a:extLst>
                <a:ext uri="{FF2B5EF4-FFF2-40B4-BE49-F238E27FC236}">
                  <a16:creationId xmlns:a16="http://schemas.microsoft.com/office/drawing/2014/main" id="{802721B2-0AE8-4687-934A-9AE7BE06259D}"/>
                </a:ext>
              </a:extLst>
            </p:cNvPr>
            <p:cNvGrpSpPr/>
            <p:nvPr/>
          </p:nvGrpSpPr>
          <p:grpSpPr>
            <a:xfrm>
              <a:off x="13512186" y="5733544"/>
              <a:ext cx="712004" cy="506574"/>
              <a:chOff x="6989470" y="1452253"/>
              <a:chExt cx="2625047" cy="1867662"/>
            </a:xfrm>
            <a:solidFill>
              <a:srgbClr val="ED7D31"/>
            </a:solidFill>
          </p:grpSpPr>
          <p:pic>
            <p:nvPicPr>
              <p:cNvPr id="552" name="Graphique 551" descr="Groupe de personnes avec un remplissage uni">
                <a:extLst>
                  <a:ext uri="{FF2B5EF4-FFF2-40B4-BE49-F238E27FC236}">
                    <a16:creationId xmlns:a16="http://schemas.microsoft.com/office/drawing/2014/main" id="{98A6EB3A-D2BB-4538-B5D1-C8C169165C8C}"/>
                  </a:ext>
                </a:extLst>
              </p:cNvPr>
              <p:cNvPicPr>
                <a:picLocks noChangeAspect="1"/>
              </p:cNvPicPr>
              <p:nvPr/>
            </p:nvPicPr>
            <p:blipFill>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tretch>
                <a:fillRect/>
              </a:stretch>
            </p:blipFill>
            <p:spPr>
              <a:xfrm>
                <a:off x="6989470" y="1452253"/>
                <a:ext cx="1867662" cy="1867662"/>
              </a:xfrm>
              <a:prstGeom prst="rect">
                <a:avLst/>
              </a:prstGeom>
            </p:spPr>
          </p:pic>
          <p:pic>
            <p:nvPicPr>
              <p:cNvPr id="553" name="Graphique 552" descr="Groupe de personnes avec un remplissage uni">
                <a:extLst>
                  <a:ext uri="{FF2B5EF4-FFF2-40B4-BE49-F238E27FC236}">
                    <a16:creationId xmlns:a16="http://schemas.microsoft.com/office/drawing/2014/main" id="{02188197-BF77-4F1F-995C-200A792C73E1}"/>
                  </a:ext>
                </a:extLst>
              </p:cNvPr>
              <p:cNvPicPr>
                <a:picLocks noChangeAspect="1"/>
              </p:cNvPicPr>
              <p:nvPr/>
            </p:nvPicPr>
            <p:blipFill rotWithShape="1">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rcRect t="65384" r="20687"/>
              <a:stretch/>
            </p:blipFill>
            <p:spPr>
              <a:xfrm>
                <a:off x="8090525" y="1513565"/>
                <a:ext cx="1481311" cy="651367"/>
              </a:xfrm>
              <a:prstGeom prst="rect">
                <a:avLst/>
              </a:prstGeom>
            </p:spPr>
          </p:pic>
          <p:pic>
            <p:nvPicPr>
              <p:cNvPr id="554" name="Graphique 553" descr="Groupe de personnes avec un remplissage uni">
                <a:extLst>
                  <a:ext uri="{FF2B5EF4-FFF2-40B4-BE49-F238E27FC236}">
                    <a16:creationId xmlns:a16="http://schemas.microsoft.com/office/drawing/2014/main" id="{C9BB6805-1C0A-4AA8-8E3C-6A6A7FB3B0EB}"/>
                  </a:ext>
                </a:extLst>
              </p:cNvPr>
              <p:cNvPicPr>
                <a:picLocks noChangeAspect="1"/>
              </p:cNvPicPr>
              <p:nvPr/>
            </p:nvPicPr>
            <p:blipFill rotWithShape="1">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rcRect t="65384" r="30495"/>
              <a:stretch/>
            </p:blipFill>
            <p:spPr>
              <a:xfrm>
                <a:off x="8316394" y="2091056"/>
                <a:ext cx="1298123" cy="651367"/>
              </a:xfrm>
              <a:prstGeom prst="rect">
                <a:avLst/>
              </a:prstGeom>
            </p:spPr>
          </p:pic>
          <p:pic>
            <p:nvPicPr>
              <p:cNvPr id="555" name="Graphique 554" descr="Groupe de personnes avec un remplissage uni">
                <a:extLst>
                  <a:ext uri="{FF2B5EF4-FFF2-40B4-BE49-F238E27FC236}">
                    <a16:creationId xmlns:a16="http://schemas.microsoft.com/office/drawing/2014/main" id="{1D14E8B9-21EF-46EB-A6F9-90EB9F3413D4}"/>
                  </a:ext>
                </a:extLst>
              </p:cNvPr>
              <p:cNvPicPr>
                <a:picLocks noChangeAspect="1"/>
              </p:cNvPicPr>
              <p:nvPr/>
            </p:nvPicPr>
            <p:blipFill rotWithShape="1">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rcRect t="65384" r="65831"/>
              <a:stretch/>
            </p:blipFill>
            <p:spPr>
              <a:xfrm>
                <a:off x="6989470" y="1513565"/>
                <a:ext cx="638169" cy="651367"/>
              </a:xfrm>
              <a:prstGeom prst="rect">
                <a:avLst/>
              </a:prstGeom>
            </p:spPr>
          </p:pic>
          <p:pic>
            <p:nvPicPr>
              <p:cNvPr id="556" name="Graphique 555" descr="Groupe de personnes avec un remplissage uni">
                <a:extLst>
                  <a:ext uri="{FF2B5EF4-FFF2-40B4-BE49-F238E27FC236}">
                    <a16:creationId xmlns:a16="http://schemas.microsoft.com/office/drawing/2014/main" id="{0C69C416-0855-4118-A94B-5D4D7E7F92A2}"/>
                  </a:ext>
                </a:extLst>
              </p:cNvPr>
              <p:cNvPicPr>
                <a:picLocks noChangeAspect="1"/>
              </p:cNvPicPr>
              <p:nvPr/>
            </p:nvPicPr>
            <p:blipFill rotWithShape="1">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rcRect l="1" t="65384" r="42539"/>
              <a:stretch/>
            </p:blipFill>
            <p:spPr>
              <a:xfrm>
                <a:off x="8498660" y="2653414"/>
                <a:ext cx="1073176" cy="651367"/>
              </a:xfrm>
              <a:prstGeom prst="rect">
                <a:avLst/>
              </a:prstGeom>
            </p:spPr>
          </p:pic>
        </p:grpSp>
        <p:grpSp>
          <p:nvGrpSpPr>
            <p:cNvPr id="557" name="Groupe 556">
              <a:extLst>
                <a:ext uri="{FF2B5EF4-FFF2-40B4-BE49-F238E27FC236}">
                  <a16:creationId xmlns:a16="http://schemas.microsoft.com/office/drawing/2014/main" id="{35C1B2E2-F583-421F-9956-709F06C58C17}"/>
                </a:ext>
              </a:extLst>
            </p:cNvPr>
            <p:cNvGrpSpPr/>
            <p:nvPr/>
          </p:nvGrpSpPr>
          <p:grpSpPr>
            <a:xfrm>
              <a:off x="14497020" y="6005326"/>
              <a:ext cx="712004" cy="506574"/>
              <a:chOff x="6989470" y="1452253"/>
              <a:chExt cx="2625047" cy="1867662"/>
            </a:xfrm>
            <a:solidFill>
              <a:schemeClr val="bg1">
                <a:lumMod val="50000"/>
              </a:schemeClr>
            </a:solidFill>
          </p:grpSpPr>
          <p:pic>
            <p:nvPicPr>
              <p:cNvPr id="558" name="Graphique 557" descr="Groupe de personnes avec un remplissage uni">
                <a:extLst>
                  <a:ext uri="{FF2B5EF4-FFF2-40B4-BE49-F238E27FC236}">
                    <a16:creationId xmlns:a16="http://schemas.microsoft.com/office/drawing/2014/main" id="{33840FA4-4853-4F2A-BFDD-EFD6CCB30AF4}"/>
                  </a:ext>
                </a:extLst>
              </p:cNvPr>
              <p:cNvPicPr>
                <a:picLocks noChangeAspect="1"/>
              </p:cNvPicPr>
              <p:nvPr/>
            </p:nvPicPr>
            <p:blipFill>
              <a:blip r:embed="rId171">
                <a:extLst>
                  <a:ext uri="{28A0092B-C50C-407E-A947-70E740481C1C}">
                    <a14:useLocalDpi xmlns:a14="http://schemas.microsoft.com/office/drawing/2010/main" val="0"/>
                  </a:ext>
                  <a:ext uri="{96DAC541-7B7A-43D3-8B79-37D633B846F1}">
                    <asvg:svgBlip xmlns:asvg="http://schemas.microsoft.com/office/drawing/2016/SVG/main" r:embed="rId172"/>
                  </a:ext>
                </a:extLst>
              </a:blip>
              <a:stretch>
                <a:fillRect/>
              </a:stretch>
            </p:blipFill>
            <p:spPr>
              <a:xfrm>
                <a:off x="6989470" y="1452253"/>
                <a:ext cx="1867662" cy="1867662"/>
              </a:xfrm>
              <a:prstGeom prst="rect">
                <a:avLst/>
              </a:prstGeom>
            </p:spPr>
          </p:pic>
          <p:pic>
            <p:nvPicPr>
              <p:cNvPr id="559" name="Graphique 558" descr="Groupe de personnes avec un remplissage uni">
                <a:extLst>
                  <a:ext uri="{FF2B5EF4-FFF2-40B4-BE49-F238E27FC236}">
                    <a16:creationId xmlns:a16="http://schemas.microsoft.com/office/drawing/2014/main" id="{F8EA6C6E-CD92-4F74-9C08-2DD37923F3E8}"/>
                  </a:ext>
                </a:extLst>
              </p:cNvPr>
              <p:cNvPicPr>
                <a:picLocks noChangeAspect="1"/>
              </p:cNvPicPr>
              <p:nvPr/>
            </p:nvPicPr>
            <p:blipFill rotWithShape="1">
              <a:blip r:embed="rId171">
                <a:extLst>
                  <a:ext uri="{28A0092B-C50C-407E-A947-70E740481C1C}">
                    <a14:useLocalDpi xmlns:a14="http://schemas.microsoft.com/office/drawing/2010/main" val="0"/>
                  </a:ext>
                  <a:ext uri="{96DAC541-7B7A-43D3-8B79-37D633B846F1}">
                    <asvg:svgBlip xmlns:asvg="http://schemas.microsoft.com/office/drawing/2016/SVG/main" r:embed="rId172"/>
                  </a:ext>
                </a:extLst>
              </a:blip>
              <a:srcRect t="65384" r="20687"/>
              <a:stretch/>
            </p:blipFill>
            <p:spPr>
              <a:xfrm>
                <a:off x="8090525" y="1513565"/>
                <a:ext cx="1481311" cy="651367"/>
              </a:xfrm>
              <a:prstGeom prst="rect">
                <a:avLst/>
              </a:prstGeom>
            </p:spPr>
          </p:pic>
          <p:pic>
            <p:nvPicPr>
              <p:cNvPr id="560" name="Graphique 559" descr="Groupe de personnes avec un remplissage uni">
                <a:extLst>
                  <a:ext uri="{FF2B5EF4-FFF2-40B4-BE49-F238E27FC236}">
                    <a16:creationId xmlns:a16="http://schemas.microsoft.com/office/drawing/2014/main" id="{7DD4B1C4-EF3B-46C1-9E0D-173677E5883E}"/>
                  </a:ext>
                </a:extLst>
              </p:cNvPr>
              <p:cNvPicPr>
                <a:picLocks noChangeAspect="1"/>
              </p:cNvPicPr>
              <p:nvPr/>
            </p:nvPicPr>
            <p:blipFill rotWithShape="1">
              <a:blip r:embed="rId171">
                <a:extLst>
                  <a:ext uri="{28A0092B-C50C-407E-A947-70E740481C1C}">
                    <a14:useLocalDpi xmlns:a14="http://schemas.microsoft.com/office/drawing/2010/main" val="0"/>
                  </a:ext>
                  <a:ext uri="{96DAC541-7B7A-43D3-8B79-37D633B846F1}">
                    <asvg:svgBlip xmlns:asvg="http://schemas.microsoft.com/office/drawing/2016/SVG/main" r:embed="rId172"/>
                  </a:ext>
                </a:extLst>
              </a:blip>
              <a:srcRect t="65384" r="30495"/>
              <a:stretch/>
            </p:blipFill>
            <p:spPr>
              <a:xfrm>
                <a:off x="8316394" y="2091056"/>
                <a:ext cx="1298123" cy="651367"/>
              </a:xfrm>
              <a:prstGeom prst="rect">
                <a:avLst/>
              </a:prstGeom>
            </p:spPr>
          </p:pic>
          <p:pic>
            <p:nvPicPr>
              <p:cNvPr id="561" name="Graphique 560" descr="Groupe de personnes avec un remplissage uni">
                <a:extLst>
                  <a:ext uri="{FF2B5EF4-FFF2-40B4-BE49-F238E27FC236}">
                    <a16:creationId xmlns:a16="http://schemas.microsoft.com/office/drawing/2014/main" id="{498EF30C-3E0E-43CC-91F9-5FC77877318C}"/>
                  </a:ext>
                </a:extLst>
              </p:cNvPr>
              <p:cNvPicPr>
                <a:picLocks noChangeAspect="1"/>
              </p:cNvPicPr>
              <p:nvPr/>
            </p:nvPicPr>
            <p:blipFill rotWithShape="1">
              <a:blip r:embed="rId171">
                <a:extLst>
                  <a:ext uri="{28A0092B-C50C-407E-A947-70E740481C1C}">
                    <a14:useLocalDpi xmlns:a14="http://schemas.microsoft.com/office/drawing/2010/main" val="0"/>
                  </a:ext>
                  <a:ext uri="{96DAC541-7B7A-43D3-8B79-37D633B846F1}">
                    <asvg:svgBlip xmlns:asvg="http://schemas.microsoft.com/office/drawing/2016/SVG/main" r:embed="rId172"/>
                  </a:ext>
                </a:extLst>
              </a:blip>
              <a:srcRect t="65384" r="65831"/>
              <a:stretch/>
            </p:blipFill>
            <p:spPr>
              <a:xfrm>
                <a:off x="6989470" y="1513565"/>
                <a:ext cx="638169" cy="651367"/>
              </a:xfrm>
              <a:prstGeom prst="rect">
                <a:avLst/>
              </a:prstGeom>
            </p:spPr>
          </p:pic>
          <p:pic>
            <p:nvPicPr>
              <p:cNvPr id="562" name="Graphique 561" descr="Groupe de personnes avec un remplissage uni">
                <a:extLst>
                  <a:ext uri="{FF2B5EF4-FFF2-40B4-BE49-F238E27FC236}">
                    <a16:creationId xmlns:a16="http://schemas.microsoft.com/office/drawing/2014/main" id="{FD968B8F-5E5C-44B5-8225-7D44BF7A2642}"/>
                  </a:ext>
                </a:extLst>
              </p:cNvPr>
              <p:cNvPicPr>
                <a:picLocks noChangeAspect="1"/>
              </p:cNvPicPr>
              <p:nvPr/>
            </p:nvPicPr>
            <p:blipFill rotWithShape="1">
              <a:blip r:embed="rId171">
                <a:extLst>
                  <a:ext uri="{28A0092B-C50C-407E-A947-70E740481C1C}">
                    <a14:useLocalDpi xmlns:a14="http://schemas.microsoft.com/office/drawing/2010/main" val="0"/>
                  </a:ext>
                  <a:ext uri="{96DAC541-7B7A-43D3-8B79-37D633B846F1}">
                    <asvg:svgBlip xmlns:asvg="http://schemas.microsoft.com/office/drawing/2016/SVG/main" r:embed="rId172"/>
                  </a:ext>
                </a:extLst>
              </a:blip>
              <a:srcRect l="1" t="65384" r="42539"/>
              <a:stretch/>
            </p:blipFill>
            <p:spPr>
              <a:xfrm>
                <a:off x="8498660" y="2653414"/>
                <a:ext cx="1073176" cy="651367"/>
              </a:xfrm>
              <a:prstGeom prst="rect">
                <a:avLst/>
              </a:prstGeom>
            </p:spPr>
          </p:pic>
        </p:grpSp>
      </p:grpSp>
      <p:grpSp>
        <p:nvGrpSpPr>
          <p:cNvPr id="46" name="Groupe 45">
            <a:extLst>
              <a:ext uri="{FF2B5EF4-FFF2-40B4-BE49-F238E27FC236}">
                <a16:creationId xmlns:a16="http://schemas.microsoft.com/office/drawing/2014/main" id="{DCF831C1-4878-4120-88DC-372F0A75003C}"/>
              </a:ext>
            </a:extLst>
          </p:cNvPr>
          <p:cNvGrpSpPr/>
          <p:nvPr/>
        </p:nvGrpSpPr>
        <p:grpSpPr>
          <a:xfrm>
            <a:off x="3778292" y="4015065"/>
            <a:ext cx="750960" cy="403740"/>
            <a:chOff x="7319114" y="5569099"/>
            <a:chExt cx="4128117" cy="2219407"/>
          </a:xfrm>
        </p:grpSpPr>
        <p:sp>
          <p:nvSpPr>
            <p:cNvPr id="573" name="Rectangle 572">
              <a:extLst>
                <a:ext uri="{FF2B5EF4-FFF2-40B4-BE49-F238E27FC236}">
                  <a16:creationId xmlns:a16="http://schemas.microsoft.com/office/drawing/2014/main" id="{B9D5F034-091B-46AD-9EB4-79608C62A358}"/>
                </a:ext>
              </a:extLst>
            </p:cNvPr>
            <p:cNvSpPr/>
            <p:nvPr/>
          </p:nvSpPr>
          <p:spPr>
            <a:xfrm>
              <a:off x="7319114" y="5569099"/>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74" name="Groupe 573">
              <a:extLst>
                <a:ext uri="{FF2B5EF4-FFF2-40B4-BE49-F238E27FC236}">
                  <a16:creationId xmlns:a16="http://schemas.microsoft.com/office/drawing/2014/main" id="{0DB2128A-5EED-4302-9452-B3D2B2C8586F}"/>
                </a:ext>
              </a:extLst>
            </p:cNvPr>
            <p:cNvGrpSpPr/>
            <p:nvPr/>
          </p:nvGrpSpPr>
          <p:grpSpPr>
            <a:xfrm>
              <a:off x="8756784" y="5911784"/>
              <a:ext cx="1432569" cy="1543237"/>
              <a:chOff x="5046941" y="2636554"/>
              <a:chExt cx="550624" cy="593160"/>
            </a:xfrm>
          </p:grpSpPr>
          <p:pic>
            <p:nvPicPr>
              <p:cNvPr id="575" name="Graphique 574" descr="Monde avec un remplissage uni">
                <a:extLst>
                  <a:ext uri="{FF2B5EF4-FFF2-40B4-BE49-F238E27FC236}">
                    <a16:creationId xmlns:a16="http://schemas.microsoft.com/office/drawing/2014/main" id="{11F507A7-2143-493B-A7EA-06B8709EA703}"/>
                  </a:ext>
                </a:extLst>
              </p:cNvPr>
              <p:cNvPicPr>
                <a:picLocks noChangeAspect="1"/>
              </p:cNvPicPr>
              <p:nvPr/>
            </p:nvPicPr>
            <p:blipFill rotWithShape="1">
              <a:blip r:embed="rId116">
                <a:extLst>
                  <a:ext uri="{28A0092B-C50C-407E-A947-70E740481C1C}">
                    <a14:useLocalDpi xmlns:a14="http://schemas.microsoft.com/office/drawing/2010/main" val="0"/>
                  </a:ext>
                  <a:ext uri="{96DAC541-7B7A-43D3-8B79-37D633B846F1}">
                    <asvg:svgBlip xmlns:asvg="http://schemas.microsoft.com/office/drawing/2016/SVG/main" r:embed="rId117"/>
                  </a:ext>
                </a:extLst>
              </a:blip>
              <a:srcRect l="7173" r="-1"/>
              <a:stretch/>
            </p:blipFill>
            <p:spPr>
              <a:xfrm>
                <a:off x="5046941" y="2636554"/>
                <a:ext cx="550624" cy="593160"/>
              </a:xfrm>
              <a:prstGeom prst="rect">
                <a:avLst/>
              </a:prstGeom>
            </p:spPr>
          </p:pic>
          <p:pic>
            <p:nvPicPr>
              <p:cNvPr id="576" name="Graphique 575" descr="Monde avec un remplissage uni">
                <a:extLst>
                  <a:ext uri="{FF2B5EF4-FFF2-40B4-BE49-F238E27FC236}">
                    <a16:creationId xmlns:a16="http://schemas.microsoft.com/office/drawing/2014/main" id="{25784CA9-4F79-45A9-B9EF-A9BF5DC606E0}"/>
                  </a:ext>
                </a:extLst>
              </p:cNvPr>
              <p:cNvPicPr>
                <a:picLocks noChangeAspect="1"/>
              </p:cNvPicPr>
              <p:nvPr/>
            </p:nvPicPr>
            <p:blipFill rotWithShape="1">
              <a:blip r:embed="rId118">
                <a:extLst>
                  <a:ext uri="{28A0092B-C50C-407E-A947-70E740481C1C}">
                    <a14:useLocalDpi xmlns:a14="http://schemas.microsoft.com/office/drawing/2010/main" val="0"/>
                  </a:ext>
                  <a:ext uri="{96DAC541-7B7A-43D3-8B79-37D633B846F1}">
                    <asvg:svgBlip xmlns:asvg="http://schemas.microsoft.com/office/drawing/2016/SVG/main" r:embed="rId119"/>
                  </a:ext>
                </a:extLst>
              </a:blip>
              <a:srcRect l="29716" t="30008" r="27849" b="30408"/>
              <a:stretch/>
            </p:blipFill>
            <p:spPr>
              <a:xfrm>
                <a:off x="5180657" y="2809632"/>
                <a:ext cx="251709" cy="234792"/>
              </a:xfrm>
              <a:prstGeom prst="rect">
                <a:avLst/>
              </a:prstGeom>
            </p:spPr>
          </p:pic>
        </p:grpSp>
        <p:pic>
          <p:nvPicPr>
            <p:cNvPr id="577" name="Graphique 576" descr="Mégaphone avec un remplissage uni">
              <a:extLst>
                <a:ext uri="{FF2B5EF4-FFF2-40B4-BE49-F238E27FC236}">
                  <a16:creationId xmlns:a16="http://schemas.microsoft.com/office/drawing/2014/main" id="{7C99D40A-FBEE-4877-835B-7627B2FB69FA}"/>
                </a:ext>
              </a:extLst>
            </p:cNvPr>
            <p:cNvPicPr>
              <a:picLocks noChangeAspect="1"/>
            </p:cNvPicPr>
            <p:nvPr/>
          </p:nvPicPr>
          <p:blipFill>
            <a:blip r:embed="rId94">
              <a:extLst>
                <a:ext uri="{28A0092B-C50C-407E-A947-70E740481C1C}">
                  <a14:useLocalDpi xmlns:a14="http://schemas.microsoft.com/office/drawing/2010/main" val="0"/>
                </a:ext>
                <a:ext uri="{96DAC541-7B7A-43D3-8B79-37D633B846F1}">
                  <asvg:svgBlip xmlns:asvg="http://schemas.microsoft.com/office/drawing/2016/SVG/main" r:embed="rId95"/>
                </a:ext>
              </a:extLst>
            </a:blip>
            <a:stretch>
              <a:fillRect/>
            </a:stretch>
          </p:blipFill>
          <p:spPr>
            <a:xfrm>
              <a:off x="10146950" y="5704398"/>
              <a:ext cx="914400" cy="914400"/>
            </a:xfrm>
            <a:prstGeom prst="rect">
              <a:avLst/>
            </a:prstGeom>
          </p:spPr>
        </p:pic>
        <p:pic>
          <p:nvPicPr>
            <p:cNvPr id="578" name="Graphique 577" descr="Mégaphone avec un remplissage uni">
              <a:extLst>
                <a:ext uri="{FF2B5EF4-FFF2-40B4-BE49-F238E27FC236}">
                  <a16:creationId xmlns:a16="http://schemas.microsoft.com/office/drawing/2014/main" id="{FC1DB455-6E4F-4DF5-9492-25094172F818}"/>
                </a:ext>
              </a:extLst>
            </p:cNvPr>
            <p:cNvPicPr>
              <a:picLocks noChangeAspect="1"/>
            </p:cNvPicPr>
            <p:nvPr/>
          </p:nvPicPr>
          <p:blipFill>
            <a:blip r:embed="rId94">
              <a:extLst>
                <a:ext uri="{28A0092B-C50C-407E-A947-70E740481C1C}">
                  <a14:useLocalDpi xmlns:a14="http://schemas.microsoft.com/office/drawing/2010/main" val="0"/>
                </a:ext>
                <a:ext uri="{96DAC541-7B7A-43D3-8B79-37D633B846F1}">
                  <asvg:svgBlip xmlns:asvg="http://schemas.microsoft.com/office/drawing/2016/SVG/main" r:embed="rId95"/>
                </a:ext>
              </a:extLst>
            </a:blip>
            <a:stretch>
              <a:fillRect/>
            </a:stretch>
          </p:blipFill>
          <p:spPr>
            <a:xfrm rot="18000000" flipH="1">
              <a:off x="7670041" y="6638545"/>
              <a:ext cx="978840" cy="914400"/>
            </a:xfrm>
            <a:prstGeom prst="rect">
              <a:avLst/>
            </a:prstGeom>
          </p:spPr>
        </p:pic>
        <p:pic>
          <p:nvPicPr>
            <p:cNvPr id="579" name="Graphique 578" descr="Mégaphone avec un remplissage uni">
              <a:extLst>
                <a:ext uri="{FF2B5EF4-FFF2-40B4-BE49-F238E27FC236}">
                  <a16:creationId xmlns:a16="http://schemas.microsoft.com/office/drawing/2014/main" id="{1E998F29-8E7F-41D6-8BC7-E5EB6665981F}"/>
                </a:ext>
              </a:extLst>
            </p:cNvPr>
            <p:cNvPicPr>
              <a:picLocks noChangeAspect="1"/>
            </p:cNvPicPr>
            <p:nvPr/>
          </p:nvPicPr>
          <p:blipFill>
            <a:blip r:embed="rId94">
              <a:extLst>
                <a:ext uri="{28A0092B-C50C-407E-A947-70E740481C1C}">
                  <a14:useLocalDpi xmlns:a14="http://schemas.microsoft.com/office/drawing/2010/main" val="0"/>
                </a:ext>
                <a:ext uri="{96DAC541-7B7A-43D3-8B79-37D633B846F1}">
                  <asvg:svgBlip xmlns:asvg="http://schemas.microsoft.com/office/drawing/2016/SVG/main" r:embed="rId95"/>
                </a:ext>
              </a:extLst>
            </a:blip>
            <a:stretch>
              <a:fillRect/>
            </a:stretch>
          </p:blipFill>
          <p:spPr>
            <a:xfrm flipH="1">
              <a:off x="7716055" y="5689482"/>
              <a:ext cx="978840" cy="914400"/>
            </a:xfrm>
            <a:prstGeom prst="rect">
              <a:avLst/>
            </a:prstGeom>
          </p:spPr>
        </p:pic>
        <p:pic>
          <p:nvPicPr>
            <p:cNvPr id="580" name="Graphique 579" descr="Mégaphone avec un remplissage uni">
              <a:extLst>
                <a:ext uri="{FF2B5EF4-FFF2-40B4-BE49-F238E27FC236}">
                  <a16:creationId xmlns:a16="http://schemas.microsoft.com/office/drawing/2014/main" id="{B40EAEBC-5A75-41F4-9695-68F6EC844D06}"/>
                </a:ext>
              </a:extLst>
            </p:cNvPr>
            <p:cNvPicPr>
              <a:picLocks noChangeAspect="1"/>
            </p:cNvPicPr>
            <p:nvPr/>
          </p:nvPicPr>
          <p:blipFill>
            <a:blip r:embed="rId94">
              <a:extLst>
                <a:ext uri="{28A0092B-C50C-407E-A947-70E740481C1C}">
                  <a14:useLocalDpi xmlns:a14="http://schemas.microsoft.com/office/drawing/2010/main" val="0"/>
                </a:ext>
                <a:ext uri="{96DAC541-7B7A-43D3-8B79-37D633B846F1}">
                  <asvg:svgBlip xmlns:asvg="http://schemas.microsoft.com/office/drawing/2016/SVG/main" r:embed="rId95"/>
                </a:ext>
              </a:extLst>
            </a:blip>
            <a:stretch>
              <a:fillRect/>
            </a:stretch>
          </p:blipFill>
          <p:spPr>
            <a:xfrm rot="2887146">
              <a:off x="10148545" y="6762469"/>
              <a:ext cx="914400" cy="914400"/>
            </a:xfrm>
            <a:prstGeom prst="rect">
              <a:avLst/>
            </a:prstGeom>
          </p:spPr>
        </p:pic>
        <p:pic>
          <p:nvPicPr>
            <p:cNvPr id="581" name="Graphique 580" descr="Volume contour">
              <a:extLst>
                <a:ext uri="{FF2B5EF4-FFF2-40B4-BE49-F238E27FC236}">
                  <a16:creationId xmlns:a16="http://schemas.microsoft.com/office/drawing/2014/main" id="{4A3DF191-5249-4C1C-AC47-7DDFF87DBBF2}"/>
                </a:ext>
              </a:extLst>
            </p:cNvPr>
            <p:cNvPicPr>
              <a:picLocks noChangeAspect="1"/>
            </p:cNvPicPr>
            <p:nvPr/>
          </p:nvPicPr>
          <p:blipFill rotWithShape="1">
            <a:blip r:embed="rId173">
              <a:extLst>
                <a:ext uri="{28A0092B-C50C-407E-A947-70E740481C1C}">
                  <a14:useLocalDpi xmlns:a14="http://schemas.microsoft.com/office/drawing/2010/main" val="0"/>
                </a:ext>
                <a:ext uri="{96DAC541-7B7A-43D3-8B79-37D633B846F1}">
                  <asvg:svgBlip xmlns:asvg="http://schemas.microsoft.com/office/drawing/2016/SVG/main" r:embed="rId174"/>
                </a:ext>
              </a:extLst>
            </a:blip>
            <a:srcRect l="55070" t="21174" r="12042" b="22226"/>
            <a:stretch/>
          </p:blipFill>
          <p:spPr>
            <a:xfrm rot="900000">
              <a:off x="10874606" y="7040073"/>
              <a:ext cx="300730" cy="707067"/>
            </a:xfrm>
            <a:prstGeom prst="rect">
              <a:avLst/>
            </a:prstGeom>
          </p:spPr>
        </p:pic>
        <p:pic>
          <p:nvPicPr>
            <p:cNvPr id="582" name="Graphique 581" descr="Volume contour">
              <a:extLst>
                <a:ext uri="{FF2B5EF4-FFF2-40B4-BE49-F238E27FC236}">
                  <a16:creationId xmlns:a16="http://schemas.microsoft.com/office/drawing/2014/main" id="{444BA128-362E-4036-95D7-A9BEB99080B0}"/>
                </a:ext>
              </a:extLst>
            </p:cNvPr>
            <p:cNvPicPr>
              <a:picLocks noChangeAspect="1"/>
            </p:cNvPicPr>
            <p:nvPr/>
          </p:nvPicPr>
          <p:blipFill rotWithShape="1">
            <a:blip r:embed="rId173">
              <a:extLst>
                <a:ext uri="{28A0092B-C50C-407E-A947-70E740481C1C}">
                  <a14:useLocalDpi xmlns:a14="http://schemas.microsoft.com/office/drawing/2010/main" val="0"/>
                </a:ext>
                <a:ext uri="{96DAC541-7B7A-43D3-8B79-37D633B846F1}">
                  <asvg:svgBlip xmlns:asvg="http://schemas.microsoft.com/office/drawing/2016/SVG/main" r:embed="rId174"/>
                </a:ext>
              </a:extLst>
            </a:blip>
            <a:srcRect l="55070" t="21174" r="12042" b="22226"/>
            <a:stretch/>
          </p:blipFill>
          <p:spPr>
            <a:xfrm rot="20015670">
              <a:off x="10874604" y="5618528"/>
              <a:ext cx="300730" cy="707067"/>
            </a:xfrm>
            <a:prstGeom prst="rect">
              <a:avLst/>
            </a:prstGeom>
          </p:spPr>
        </p:pic>
        <p:pic>
          <p:nvPicPr>
            <p:cNvPr id="583" name="Graphique 582" descr="Volume contour">
              <a:extLst>
                <a:ext uri="{FF2B5EF4-FFF2-40B4-BE49-F238E27FC236}">
                  <a16:creationId xmlns:a16="http://schemas.microsoft.com/office/drawing/2014/main" id="{7ABCEEC3-C6ED-4786-8D3D-0A521DABD766}"/>
                </a:ext>
              </a:extLst>
            </p:cNvPr>
            <p:cNvPicPr>
              <a:picLocks noChangeAspect="1"/>
            </p:cNvPicPr>
            <p:nvPr/>
          </p:nvPicPr>
          <p:blipFill rotWithShape="1">
            <a:blip r:embed="rId173">
              <a:extLst>
                <a:ext uri="{28A0092B-C50C-407E-A947-70E740481C1C}">
                  <a14:useLocalDpi xmlns:a14="http://schemas.microsoft.com/office/drawing/2010/main" val="0"/>
                </a:ext>
                <a:ext uri="{96DAC541-7B7A-43D3-8B79-37D633B846F1}">
                  <asvg:svgBlip xmlns:asvg="http://schemas.microsoft.com/office/drawing/2016/SVG/main" r:embed="rId174"/>
                </a:ext>
              </a:extLst>
            </a:blip>
            <a:srcRect l="55070" t="21174" r="12042" b="22226"/>
            <a:stretch/>
          </p:blipFill>
          <p:spPr>
            <a:xfrm rot="20015670" flipH="1">
              <a:off x="7528816" y="7014247"/>
              <a:ext cx="364537" cy="707067"/>
            </a:xfrm>
            <a:prstGeom prst="rect">
              <a:avLst/>
            </a:prstGeom>
          </p:spPr>
        </p:pic>
        <p:pic>
          <p:nvPicPr>
            <p:cNvPr id="584" name="Graphique 583" descr="Volume contour">
              <a:extLst>
                <a:ext uri="{FF2B5EF4-FFF2-40B4-BE49-F238E27FC236}">
                  <a16:creationId xmlns:a16="http://schemas.microsoft.com/office/drawing/2014/main" id="{790A3455-9A76-45AB-92FD-D1AAB92DD35D}"/>
                </a:ext>
              </a:extLst>
            </p:cNvPr>
            <p:cNvPicPr>
              <a:picLocks noChangeAspect="1"/>
            </p:cNvPicPr>
            <p:nvPr/>
          </p:nvPicPr>
          <p:blipFill rotWithShape="1">
            <a:blip r:embed="rId173">
              <a:extLst>
                <a:ext uri="{28A0092B-C50C-407E-A947-70E740481C1C}">
                  <a14:useLocalDpi xmlns:a14="http://schemas.microsoft.com/office/drawing/2010/main" val="0"/>
                </a:ext>
                <a:ext uri="{96DAC541-7B7A-43D3-8B79-37D633B846F1}">
                  <asvg:svgBlip xmlns:asvg="http://schemas.microsoft.com/office/drawing/2016/SVG/main" r:embed="rId174"/>
                </a:ext>
              </a:extLst>
            </a:blip>
            <a:srcRect l="55070" t="21174" r="12042" b="22226"/>
            <a:stretch/>
          </p:blipFill>
          <p:spPr>
            <a:xfrm rot="1579225" flipH="1">
              <a:off x="7573027" y="5600660"/>
              <a:ext cx="364537" cy="707067"/>
            </a:xfrm>
            <a:prstGeom prst="rect">
              <a:avLst/>
            </a:prstGeom>
          </p:spPr>
        </p:pic>
      </p:grpSp>
      <p:grpSp>
        <p:nvGrpSpPr>
          <p:cNvPr id="47" name="Groupe 46">
            <a:extLst>
              <a:ext uri="{FF2B5EF4-FFF2-40B4-BE49-F238E27FC236}">
                <a16:creationId xmlns:a16="http://schemas.microsoft.com/office/drawing/2014/main" id="{53C198EB-AB63-49C6-9D57-42F2567D0B71}"/>
              </a:ext>
            </a:extLst>
          </p:cNvPr>
          <p:cNvGrpSpPr/>
          <p:nvPr/>
        </p:nvGrpSpPr>
        <p:grpSpPr>
          <a:xfrm>
            <a:off x="2578513" y="2605467"/>
            <a:ext cx="1074745" cy="593473"/>
            <a:chOff x="12243452" y="2693102"/>
            <a:chExt cx="1074745" cy="593473"/>
          </a:xfrm>
        </p:grpSpPr>
        <p:sp>
          <p:nvSpPr>
            <p:cNvPr id="193" name="Rectangle 192">
              <a:extLst>
                <a:ext uri="{FF2B5EF4-FFF2-40B4-BE49-F238E27FC236}">
                  <a16:creationId xmlns:a16="http://schemas.microsoft.com/office/drawing/2014/main" id="{3504C0DD-2AAA-4A76-9883-F6ED5AE8E620}"/>
                </a:ext>
              </a:extLst>
            </p:cNvPr>
            <p:cNvSpPr/>
            <p:nvPr/>
          </p:nvSpPr>
          <p:spPr>
            <a:xfrm>
              <a:off x="12243452" y="2693102"/>
              <a:ext cx="1074745" cy="5934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ED7D31"/>
                </a:solidFill>
              </a:endParaRPr>
            </a:p>
          </p:txBody>
        </p:sp>
        <p:pic>
          <p:nvPicPr>
            <p:cNvPr id="194" name="Graphique 193" descr="Signet avec un remplissage uni">
              <a:extLst>
                <a:ext uri="{FF2B5EF4-FFF2-40B4-BE49-F238E27FC236}">
                  <a16:creationId xmlns:a16="http://schemas.microsoft.com/office/drawing/2014/main" id="{668FF593-320A-4340-AEC4-1C5D551D7502}"/>
                </a:ext>
              </a:extLst>
            </p:cNvPr>
            <p:cNvPicPr>
              <a:picLocks noChangeAspect="1"/>
            </p:cNvPicPr>
            <p:nvPr/>
          </p:nvPicPr>
          <p:blipFill>
            <a:blip r:embed="rId175">
              <a:extLst>
                <a:ext uri="{28A0092B-C50C-407E-A947-70E740481C1C}">
                  <a14:useLocalDpi xmlns:a14="http://schemas.microsoft.com/office/drawing/2010/main" val="0"/>
                </a:ext>
                <a:ext uri="{96DAC541-7B7A-43D3-8B79-37D633B846F1}">
                  <asvg:svgBlip xmlns:asvg="http://schemas.microsoft.com/office/drawing/2016/SVG/main" r:embed="rId176"/>
                </a:ext>
              </a:extLst>
            </a:blip>
            <a:stretch>
              <a:fillRect/>
            </a:stretch>
          </p:blipFill>
          <p:spPr>
            <a:xfrm>
              <a:off x="12787076" y="2750028"/>
              <a:ext cx="96064" cy="96063"/>
            </a:xfrm>
            <a:prstGeom prst="rect">
              <a:avLst/>
            </a:prstGeom>
          </p:spPr>
        </p:pic>
        <p:pic>
          <p:nvPicPr>
            <p:cNvPr id="196" name="Graphique 195" descr="Personne confuse avec un remplissage uni">
              <a:extLst>
                <a:ext uri="{FF2B5EF4-FFF2-40B4-BE49-F238E27FC236}">
                  <a16:creationId xmlns:a16="http://schemas.microsoft.com/office/drawing/2014/main" id="{0890E125-2C93-4444-A54A-7EBC83BC9CA6}"/>
                </a:ext>
              </a:extLst>
            </p:cNvPr>
            <p:cNvPicPr>
              <a:picLocks noChangeAspect="1"/>
            </p:cNvPicPr>
            <p:nvPr/>
          </p:nvPicPr>
          <p:blipFill rotWithShape="1">
            <a:blip r:embed="rId76">
              <a:extLst>
                <a:ext uri="{28A0092B-C50C-407E-A947-70E740481C1C}">
                  <a14:useLocalDpi xmlns:a14="http://schemas.microsoft.com/office/drawing/2010/main" val="0"/>
                </a:ext>
                <a:ext uri="{96DAC541-7B7A-43D3-8B79-37D633B846F1}">
                  <asvg:svgBlip xmlns:asvg="http://schemas.microsoft.com/office/drawing/2016/SVG/main" r:embed="rId77"/>
                </a:ext>
              </a:extLst>
            </a:blip>
            <a:srcRect b="50576"/>
            <a:stretch/>
          </p:blipFill>
          <p:spPr>
            <a:xfrm>
              <a:off x="12517851" y="2941582"/>
              <a:ext cx="538913" cy="266350"/>
            </a:xfrm>
            <a:prstGeom prst="rect">
              <a:avLst/>
            </a:prstGeom>
          </p:spPr>
        </p:pic>
        <p:sp>
          <p:nvSpPr>
            <p:cNvPr id="197" name="Bulle narrative : rectangle 196">
              <a:extLst>
                <a:ext uri="{FF2B5EF4-FFF2-40B4-BE49-F238E27FC236}">
                  <a16:creationId xmlns:a16="http://schemas.microsoft.com/office/drawing/2014/main" id="{C8096C3E-031F-4588-B9C0-57575DA262EB}"/>
                </a:ext>
              </a:extLst>
            </p:cNvPr>
            <p:cNvSpPr/>
            <p:nvPr/>
          </p:nvSpPr>
          <p:spPr>
            <a:xfrm>
              <a:off x="12622779" y="2724625"/>
              <a:ext cx="275949" cy="179596"/>
            </a:xfrm>
            <a:prstGeom prst="wedgeRectCallout">
              <a:avLst>
                <a:gd name="adj1" fmla="val 15051"/>
                <a:gd name="adj2" fmla="val 76154"/>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v</a:t>
              </a:r>
            </a:p>
          </p:txBody>
        </p:sp>
        <p:pic>
          <p:nvPicPr>
            <p:cNvPr id="198" name="Graphique 197" descr="Base de données avec un remplissage uni">
              <a:extLst>
                <a:ext uri="{FF2B5EF4-FFF2-40B4-BE49-F238E27FC236}">
                  <a16:creationId xmlns:a16="http://schemas.microsoft.com/office/drawing/2014/main" id="{142D3D9B-3F0C-463C-8994-4C9AA9058D81}"/>
                </a:ext>
              </a:extLst>
            </p:cNvPr>
            <p:cNvPicPr>
              <a:picLocks noChangeAspect="1"/>
            </p:cNvPicPr>
            <p:nvPr/>
          </p:nvPicPr>
          <p:blipFill>
            <a:blip r:embed="rId124">
              <a:extLst>
                <a:ext uri="{28A0092B-C50C-407E-A947-70E740481C1C}">
                  <a14:useLocalDpi xmlns:a14="http://schemas.microsoft.com/office/drawing/2010/main" val="0"/>
                </a:ext>
                <a:ext uri="{96DAC541-7B7A-43D3-8B79-37D633B846F1}">
                  <asvg:svgBlip xmlns:asvg="http://schemas.microsoft.com/office/drawing/2016/SVG/main" r:embed="rId125"/>
                </a:ext>
              </a:extLst>
            </a:blip>
            <a:stretch>
              <a:fillRect/>
            </a:stretch>
          </p:blipFill>
          <p:spPr>
            <a:xfrm>
              <a:off x="12955309" y="2839844"/>
              <a:ext cx="255630" cy="255630"/>
            </a:xfrm>
            <a:prstGeom prst="rect">
              <a:avLst/>
            </a:prstGeom>
          </p:spPr>
        </p:pic>
        <p:sp>
          <p:nvSpPr>
            <p:cNvPr id="199" name="Bulle narrative : rectangle 198">
              <a:extLst>
                <a:ext uri="{FF2B5EF4-FFF2-40B4-BE49-F238E27FC236}">
                  <a16:creationId xmlns:a16="http://schemas.microsoft.com/office/drawing/2014/main" id="{46AD652C-8F8A-4DF7-88CA-F94203E3C038}"/>
                </a:ext>
              </a:extLst>
            </p:cNvPr>
            <p:cNvSpPr/>
            <p:nvPr/>
          </p:nvSpPr>
          <p:spPr>
            <a:xfrm>
              <a:off x="12379261" y="2711925"/>
              <a:ext cx="205110" cy="148428"/>
            </a:xfrm>
            <a:prstGeom prst="wedgeRectCallout">
              <a:avLst>
                <a:gd name="adj1" fmla="val 7552"/>
                <a:gd name="adj2" fmla="val 72274"/>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fr-FR" sz="600" dirty="0">
                  <a:solidFill>
                    <a:srgbClr val="ED7D31"/>
                  </a:solidFill>
                </a:rPr>
                <a:t>?  </a:t>
              </a:r>
            </a:p>
          </p:txBody>
        </p:sp>
        <p:pic>
          <p:nvPicPr>
            <p:cNvPr id="200" name="Graphique 199" descr="Cœur avec un remplissage uni">
              <a:extLst>
                <a:ext uri="{FF2B5EF4-FFF2-40B4-BE49-F238E27FC236}">
                  <a16:creationId xmlns:a16="http://schemas.microsoft.com/office/drawing/2014/main" id="{89CDD7E0-C5BB-4C16-9247-31148DF0C6FA}"/>
                </a:ext>
              </a:extLst>
            </p:cNvPr>
            <p:cNvPicPr>
              <a:picLocks noChangeAspect="1"/>
            </p:cNvPicPr>
            <p:nvPr/>
          </p:nvPicPr>
          <p:blipFill rotWithShape="1">
            <a:blip r:embed="rId177">
              <a:extLst>
                <a:ext uri="{28A0092B-C50C-407E-A947-70E740481C1C}">
                  <a14:useLocalDpi xmlns:a14="http://schemas.microsoft.com/office/drawing/2010/main" val="0"/>
                </a:ext>
                <a:ext uri="{96DAC541-7B7A-43D3-8B79-37D633B846F1}">
                  <asvg:svgBlip xmlns:asvg="http://schemas.microsoft.com/office/drawing/2016/SVG/main" r:embed="rId178"/>
                </a:ext>
              </a:extLst>
            </a:blip>
            <a:srcRect l="12421" t="13223" r="14288" b="13671"/>
            <a:stretch/>
          </p:blipFill>
          <p:spPr>
            <a:xfrm>
              <a:off x="12390840" y="2746659"/>
              <a:ext cx="77708" cy="77513"/>
            </a:xfrm>
            <a:prstGeom prst="rect">
              <a:avLst/>
            </a:prstGeom>
          </p:spPr>
        </p:pic>
        <p:sp>
          <p:nvSpPr>
            <p:cNvPr id="202" name="Phylactère : pensées 201">
              <a:extLst>
                <a:ext uri="{FF2B5EF4-FFF2-40B4-BE49-F238E27FC236}">
                  <a16:creationId xmlns:a16="http://schemas.microsoft.com/office/drawing/2014/main" id="{1E3AA1BF-D506-4CAB-B762-67C95480DCA1}"/>
                </a:ext>
              </a:extLst>
            </p:cNvPr>
            <p:cNvSpPr/>
            <p:nvPr/>
          </p:nvSpPr>
          <p:spPr>
            <a:xfrm>
              <a:off x="12912475" y="2808498"/>
              <a:ext cx="381335" cy="323371"/>
            </a:xfrm>
            <a:prstGeom prst="cloudCallout">
              <a:avLst>
                <a:gd name="adj1" fmla="val -64077"/>
                <a:gd name="adj2" fmla="val 64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03" name="Graphique 202" descr="Volume avec un remplissage uni">
              <a:extLst>
                <a:ext uri="{FF2B5EF4-FFF2-40B4-BE49-F238E27FC236}">
                  <a16:creationId xmlns:a16="http://schemas.microsoft.com/office/drawing/2014/main" id="{183AA0EC-53C1-4F9D-B770-DA014A41F208}"/>
                </a:ext>
              </a:extLst>
            </p:cNvPr>
            <p:cNvPicPr>
              <a:picLocks noChangeAspect="1"/>
            </p:cNvPicPr>
            <p:nvPr/>
          </p:nvPicPr>
          <p:blipFill>
            <a:blip r:embed="rId179">
              <a:extLst>
                <a:ext uri="{28A0092B-C50C-407E-A947-70E740481C1C}">
                  <a14:useLocalDpi xmlns:a14="http://schemas.microsoft.com/office/drawing/2010/main" val="0"/>
                </a:ext>
                <a:ext uri="{96DAC541-7B7A-43D3-8B79-37D633B846F1}">
                  <asvg:svgBlip xmlns:asvg="http://schemas.microsoft.com/office/drawing/2016/SVG/main" r:embed="rId180"/>
                </a:ext>
              </a:extLst>
            </a:blip>
            <a:stretch>
              <a:fillRect/>
            </a:stretch>
          </p:blipFill>
          <p:spPr>
            <a:xfrm>
              <a:off x="12742813" y="2801768"/>
              <a:ext cx="63713" cy="63713"/>
            </a:xfrm>
            <a:prstGeom prst="rect">
              <a:avLst/>
            </a:prstGeom>
          </p:spPr>
        </p:pic>
        <p:pic>
          <p:nvPicPr>
            <p:cNvPr id="204" name="Graphique 203" descr="Clap avec un remplissage uni">
              <a:extLst>
                <a:ext uri="{FF2B5EF4-FFF2-40B4-BE49-F238E27FC236}">
                  <a16:creationId xmlns:a16="http://schemas.microsoft.com/office/drawing/2014/main" id="{4B7007FF-B351-4B51-A9B0-261FD74F12D2}"/>
                </a:ext>
              </a:extLst>
            </p:cNvPr>
            <p:cNvPicPr>
              <a:picLocks noChangeAspect="1"/>
            </p:cNvPicPr>
            <p:nvPr/>
          </p:nvPicPr>
          <p:blipFill>
            <a:blip r:embed="rId181">
              <a:extLst>
                <a:ext uri="{28A0092B-C50C-407E-A947-70E740481C1C}">
                  <a14:useLocalDpi xmlns:a14="http://schemas.microsoft.com/office/drawing/2010/main" val="0"/>
                </a:ext>
                <a:ext uri="{96DAC541-7B7A-43D3-8B79-37D633B846F1}">
                  <asvg:svgBlip xmlns:asvg="http://schemas.microsoft.com/office/drawing/2016/SVG/main" r:embed="rId182"/>
                </a:ext>
              </a:extLst>
            </a:blip>
            <a:stretch>
              <a:fillRect/>
            </a:stretch>
          </p:blipFill>
          <p:spPr>
            <a:xfrm>
              <a:off x="12642003" y="2832920"/>
              <a:ext cx="67185" cy="67185"/>
            </a:xfrm>
            <a:prstGeom prst="rect">
              <a:avLst/>
            </a:prstGeom>
          </p:spPr>
        </p:pic>
        <p:pic>
          <p:nvPicPr>
            <p:cNvPr id="260" name="Graphique 259" descr="Journal avec un remplissage uni">
              <a:extLst>
                <a:ext uri="{FF2B5EF4-FFF2-40B4-BE49-F238E27FC236}">
                  <a16:creationId xmlns:a16="http://schemas.microsoft.com/office/drawing/2014/main" id="{745F8C51-DF8A-4A6F-A256-483ACFD597CB}"/>
                </a:ext>
              </a:extLst>
            </p:cNvPr>
            <p:cNvPicPr>
              <a:picLocks noChangeAspect="1"/>
            </p:cNvPicPr>
            <p:nvPr/>
          </p:nvPicPr>
          <p:blipFill rotWithShape="1">
            <a:blip r:embed="rId183">
              <a:extLst>
                <a:ext uri="{28A0092B-C50C-407E-A947-70E740481C1C}">
                  <a14:useLocalDpi xmlns:a14="http://schemas.microsoft.com/office/drawing/2010/main" val="0"/>
                </a:ext>
                <a:ext uri="{96DAC541-7B7A-43D3-8B79-37D633B846F1}">
                  <asvg:svgBlip xmlns:asvg="http://schemas.microsoft.com/office/drawing/2016/SVG/main" r:embed="rId184"/>
                </a:ext>
              </a:extLst>
            </a:blip>
            <a:srcRect l="11031" t="11031" r="13604" b="11351"/>
            <a:stretch/>
          </p:blipFill>
          <p:spPr>
            <a:xfrm>
              <a:off x="12662040" y="2753919"/>
              <a:ext cx="61864" cy="63713"/>
            </a:xfrm>
            <a:prstGeom prst="rect">
              <a:avLst/>
            </a:prstGeom>
          </p:spPr>
        </p:pic>
        <p:pic>
          <p:nvPicPr>
            <p:cNvPr id="585" name="Graphique 584" descr="Écolier avec un remplissage uni">
              <a:extLst>
                <a:ext uri="{FF2B5EF4-FFF2-40B4-BE49-F238E27FC236}">
                  <a16:creationId xmlns:a16="http://schemas.microsoft.com/office/drawing/2014/main" id="{8CA7FF05-915B-4CEC-85FF-3D5AA7704FC2}"/>
                </a:ext>
              </a:extLst>
            </p:cNvPr>
            <p:cNvPicPr>
              <a:picLocks noChangeAspect="1"/>
            </p:cNvPicPr>
            <p:nvPr/>
          </p:nvPicPr>
          <p:blipFill rotWithShape="1">
            <a:blip r:embed="rId74">
              <a:extLst>
                <a:ext uri="{28A0092B-C50C-407E-A947-70E740481C1C}">
                  <a14:useLocalDpi xmlns:a14="http://schemas.microsoft.com/office/drawing/2010/main" val="0"/>
                </a:ext>
                <a:ext uri="{96DAC541-7B7A-43D3-8B79-37D633B846F1}">
                  <asvg:svgBlip xmlns:asvg="http://schemas.microsoft.com/office/drawing/2016/SVG/main" r:embed="rId75"/>
                </a:ext>
              </a:extLst>
            </a:blip>
            <a:srcRect l="23541" t="12103" r="23440" b="13876"/>
            <a:stretch/>
          </p:blipFill>
          <p:spPr>
            <a:xfrm>
              <a:off x="12356663" y="2918043"/>
              <a:ext cx="189320" cy="264306"/>
            </a:xfrm>
            <a:prstGeom prst="rect">
              <a:avLst/>
            </a:prstGeom>
          </p:spPr>
        </p:pic>
      </p:grpSp>
      <p:grpSp>
        <p:nvGrpSpPr>
          <p:cNvPr id="11" name="Groupe 10">
            <a:extLst>
              <a:ext uri="{FF2B5EF4-FFF2-40B4-BE49-F238E27FC236}">
                <a16:creationId xmlns:a16="http://schemas.microsoft.com/office/drawing/2014/main" id="{1A614CE0-F780-45B7-8F58-1C965D7EC8D8}"/>
              </a:ext>
            </a:extLst>
          </p:cNvPr>
          <p:cNvGrpSpPr/>
          <p:nvPr/>
        </p:nvGrpSpPr>
        <p:grpSpPr>
          <a:xfrm>
            <a:off x="5732923" y="4213529"/>
            <a:ext cx="1455647" cy="782602"/>
            <a:chOff x="7981460" y="4911224"/>
            <a:chExt cx="4128117" cy="2219407"/>
          </a:xfrm>
        </p:grpSpPr>
        <p:sp>
          <p:nvSpPr>
            <p:cNvPr id="438" name="Rectangle 437">
              <a:extLst>
                <a:ext uri="{FF2B5EF4-FFF2-40B4-BE49-F238E27FC236}">
                  <a16:creationId xmlns:a16="http://schemas.microsoft.com/office/drawing/2014/main" id="{4101F2DB-E30E-4255-A51C-20B6A35948D5}"/>
                </a:ext>
              </a:extLst>
            </p:cNvPr>
            <p:cNvSpPr/>
            <p:nvPr/>
          </p:nvSpPr>
          <p:spPr>
            <a:xfrm>
              <a:off x="7981460" y="4911224"/>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39" name="Graphique 438" descr="Écolier avec un remplissage uni">
              <a:extLst>
                <a:ext uri="{FF2B5EF4-FFF2-40B4-BE49-F238E27FC236}">
                  <a16:creationId xmlns:a16="http://schemas.microsoft.com/office/drawing/2014/main" id="{1ECD6227-0367-47AA-9643-F7EDB5CF4BD9}"/>
                </a:ext>
              </a:extLst>
            </p:cNvPr>
            <p:cNvPicPr>
              <a:picLocks noChangeAspect="1"/>
            </p:cNvPicPr>
            <p:nvPr/>
          </p:nvPicPr>
          <p:blipFill rotWithShape="1">
            <a:blip r:embed="rId74">
              <a:extLst>
                <a:ext uri="{28A0092B-C50C-407E-A947-70E740481C1C}">
                  <a14:useLocalDpi xmlns:a14="http://schemas.microsoft.com/office/drawing/2010/main" val="0"/>
                </a:ext>
                <a:ext uri="{96DAC541-7B7A-43D3-8B79-37D633B846F1}">
                  <asvg:svgBlip xmlns:asvg="http://schemas.microsoft.com/office/drawing/2016/SVG/main" r:embed="rId75"/>
                </a:ext>
              </a:extLst>
            </a:blip>
            <a:srcRect l="23541" t="12103" r="23440" b="13876"/>
            <a:stretch/>
          </p:blipFill>
          <p:spPr>
            <a:xfrm>
              <a:off x="9332062" y="5186009"/>
              <a:ext cx="980629" cy="1369036"/>
            </a:xfrm>
            <a:prstGeom prst="rect">
              <a:avLst/>
            </a:prstGeom>
          </p:spPr>
        </p:pic>
        <p:pic>
          <p:nvPicPr>
            <p:cNvPr id="444" name="Graphique 443" descr="Index pointant vers la droite vu du côté du dos de la main avec un remplissage uni">
              <a:extLst>
                <a:ext uri="{FF2B5EF4-FFF2-40B4-BE49-F238E27FC236}">
                  <a16:creationId xmlns:a16="http://schemas.microsoft.com/office/drawing/2014/main" id="{F51C70E5-CAC3-4731-9237-B363B537C425}"/>
                </a:ext>
              </a:extLst>
            </p:cNvPr>
            <p:cNvPicPr>
              <a:picLocks noChangeAspect="1"/>
            </p:cNvPicPr>
            <p:nvPr/>
          </p:nvPicPr>
          <p:blipFill rotWithShape="1">
            <a:blip r:embed="rId185">
              <a:extLst>
                <a:ext uri="{28A0092B-C50C-407E-A947-70E740481C1C}">
                  <a14:useLocalDpi xmlns:a14="http://schemas.microsoft.com/office/drawing/2010/main" val="0"/>
                </a:ext>
                <a:ext uri="{96DAC541-7B7A-43D3-8B79-37D633B846F1}">
                  <asvg:svgBlip xmlns:asvg="http://schemas.microsoft.com/office/drawing/2016/SVG/main" r:embed="rId186"/>
                </a:ext>
              </a:extLst>
            </a:blip>
            <a:srcRect b="16196"/>
            <a:stretch/>
          </p:blipFill>
          <p:spPr>
            <a:xfrm rot="20438830">
              <a:off x="8100367" y="6194152"/>
              <a:ext cx="914400" cy="766310"/>
            </a:xfrm>
            <a:prstGeom prst="rect">
              <a:avLst/>
            </a:prstGeom>
          </p:spPr>
        </p:pic>
        <p:pic>
          <p:nvPicPr>
            <p:cNvPr id="445" name="Graphique 444" descr="Index pointant vers la droite vu du côté du dos de la main avec un remplissage uni">
              <a:extLst>
                <a:ext uri="{FF2B5EF4-FFF2-40B4-BE49-F238E27FC236}">
                  <a16:creationId xmlns:a16="http://schemas.microsoft.com/office/drawing/2014/main" id="{81987611-FFD8-4C8D-BBD1-E91B6EEA51D9}"/>
                </a:ext>
              </a:extLst>
            </p:cNvPr>
            <p:cNvPicPr>
              <a:picLocks noChangeAspect="1"/>
            </p:cNvPicPr>
            <p:nvPr/>
          </p:nvPicPr>
          <p:blipFill rotWithShape="1">
            <a:blip r:embed="rId185">
              <a:extLst>
                <a:ext uri="{28A0092B-C50C-407E-A947-70E740481C1C}">
                  <a14:useLocalDpi xmlns:a14="http://schemas.microsoft.com/office/drawing/2010/main" val="0"/>
                </a:ext>
                <a:ext uri="{96DAC541-7B7A-43D3-8B79-37D633B846F1}">
                  <asvg:svgBlip xmlns:asvg="http://schemas.microsoft.com/office/drawing/2016/SVG/main" r:embed="rId186"/>
                </a:ext>
              </a:extLst>
            </a:blip>
            <a:srcRect b="14570"/>
            <a:stretch/>
          </p:blipFill>
          <p:spPr>
            <a:xfrm rot="948840" flipH="1">
              <a:off x="11065091" y="6152068"/>
              <a:ext cx="851281" cy="781168"/>
            </a:xfrm>
            <a:prstGeom prst="rect">
              <a:avLst/>
            </a:prstGeom>
          </p:spPr>
        </p:pic>
        <p:pic>
          <p:nvPicPr>
            <p:cNvPr id="446" name="Graphique 445" descr="Index pointant vers la droite vu du côté du dos de la main avec un remplissage uni">
              <a:extLst>
                <a:ext uri="{FF2B5EF4-FFF2-40B4-BE49-F238E27FC236}">
                  <a16:creationId xmlns:a16="http://schemas.microsoft.com/office/drawing/2014/main" id="{DFAD1DA5-2F6D-42AB-85AF-59780E83E7A6}"/>
                </a:ext>
              </a:extLst>
            </p:cNvPr>
            <p:cNvPicPr>
              <a:picLocks noChangeAspect="1"/>
            </p:cNvPicPr>
            <p:nvPr/>
          </p:nvPicPr>
          <p:blipFill>
            <a:blip r:embed="rId185">
              <a:extLst>
                <a:ext uri="{28A0092B-C50C-407E-A947-70E740481C1C}">
                  <a14:useLocalDpi xmlns:a14="http://schemas.microsoft.com/office/drawing/2010/main" val="0"/>
                </a:ext>
                <a:ext uri="{96DAC541-7B7A-43D3-8B79-37D633B846F1}">
                  <asvg:svgBlip xmlns:asvg="http://schemas.microsoft.com/office/drawing/2016/SVG/main" r:embed="rId186"/>
                </a:ext>
              </a:extLst>
            </a:blip>
            <a:stretch>
              <a:fillRect/>
            </a:stretch>
          </p:blipFill>
          <p:spPr>
            <a:xfrm rot="21029526" flipH="1">
              <a:off x="10927151" y="5129902"/>
              <a:ext cx="851281" cy="914400"/>
            </a:xfrm>
            <a:prstGeom prst="rect">
              <a:avLst/>
            </a:prstGeom>
          </p:spPr>
        </p:pic>
        <p:pic>
          <p:nvPicPr>
            <p:cNvPr id="447" name="Graphique 446" descr="Index pointant vers la droite vu du côté du dos de la main avec un remplissage uni">
              <a:extLst>
                <a:ext uri="{FF2B5EF4-FFF2-40B4-BE49-F238E27FC236}">
                  <a16:creationId xmlns:a16="http://schemas.microsoft.com/office/drawing/2014/main" id="{490D0523-775A-4338-864F-32F1BEE12AAA}"/>
                </a:ext>
              </a:extLst>
            </p:cNvPr>
            <p:cNvPicPr>
              <a:picLocks noChangeAspect="1"/>
            </p:cNvPicPr>
            <p:nvPr/>
          </p:nvPicPr>
          <p:blipFill rotWithShape="1">
            <a:blip r:embed="rId185">
              <a:extLst>
                <a:ext uri="{28A0092B-C50C-407E-A947-70E740481C1C}">
                  <a14:useLocalDpi xmlns:a14="http://schemas.microsoft.com/office/drawing/2010/main" val="0"/>
                </a:ext>
                <a:ext uri="{96DAC541-7B7A-43D3-8B79-37D633B846F1}">
                  <asvg:svgBlip xmlns:asvg="http://schemas.microsoft.com/office/drawing/2016/SVG/main" r:embed="rId186"/>
                </a:ext>
              </a:extLst>
            </a:blip>
            <a:srcRect b="12773"/>
            <a:stretch/>
          </p:blipFill>
          <p:spPr>
            <a:xfrm rot="1491851">
              <a:off x="8192849" y="5065654"/>
              <a:ext cx="914400" cy="797601"/>
            </a:xfrm>
            <a:prstGeom prst="rect">
              <a:avLst/>
            </a:prstGeom>
          </p:spPr>
        </p:pic>
        <p:sp>
          <p:nvSpPr>
            <p:cNvPr id="448" name="Explosion : 14 points 447">
              <a:extLst>
                <a:ext uri="{FF2B5EF4-FFF2-40B4-BE49-F238E27FC236}">
                  <a16:creationId xmlns:a16="http://schemas.microsoft.com/office/drawing/2014/main" id="{B3E94F3F-2A92-4C38-BC32-B2CE2D02FC4A}"/>
                </a:ext>
              </a:extLst>
            </p:cNvPr>
            <p:cNvSpPr/>
            <p:nvPr/>
          </p:nvSpPr>
          <p:spPr>
            <a:xfrm rot="20706904">
              <a:off x="9664946" y="6181033"/>
              <a:ext cx="1371601" cy="668987"/>
            </a:xfrm>
            <a:prstGeom prst="irregularSeal2">
              <a:avLst/>
            </a:prstGeom>
            <a:solidFill>
              <a:srgbClr val="3494B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grpSp>
      <p:grpSp>
        <p:nvGrpSpPr>
          <p:cNvPr id="449" name="Groupe 448">
            <a:extLst>
              <a:ext uri="{FF2B5EF4-FFF2-40B4-BE49-F238E27FC236}">
                <a16:creationId xmlns:a16="http://schemas.microsoft.com/office/drawing/2014/main" id="{9F5AC917-103B-4322-A9BC-BF6B619A79A3}"/>
              </a:ext>
            </a:extLst>
          </p:cNvPr>
          <p:cNvGrpSpPr/>
          <p:nvPr/>
        </p:nvGrpSpPr>
        <p:grpSpPr>
          <a:xfrm>
            <a:off x="7803222" y="4754600"/>
            <a:ext cx="796159" cy="857663"/>
            <a:chOff x="5046941" y="2636554"/>
            <a:chExt cx="550624" cy="593160"/>
          </a:xfrm>
        </p:grpSpPr>
        <p:pic>
          <p:nvPicPr>
            <p:cNvPr id="450" name="Graphique 449" descr="Monde avec un remplissage uni">
              <a:extLst>
                <a:ext uri="{FF2B5EF4-FFF2-40B4-BE49-F238E27FC236}">
                  <a16:creationId xmlns:a16="http://schemas.microsoft.com/office/drawing/2014/main" id="{EC1FA2D3-75E4-4024-829B-CBF47AD70CCC}"/>
                </a:ext>
              </a:extLst>
            </p:cNvPr>
            <p:cNvPicPr>
              <a:picLocks noChangeAspect="1"/>
            </p:cNvPicPr>
            <p:nvPr/>
          </p:nvPicPr>
          <p:blipFill rotWithShape="1">
            <a:blip r:embed="rId116">
              <a:extLst>
                <a:ext uri="{28A0092B-C50C-407E-A947-70E740481C1C}">
                  <a14:useLocalDpi xmlns:a14="http://schemas.microsoft.com/office/drawing/2010/main" val="0"/>
                </a:ext>
                <a:ext uri="{96DAC541-7B7A-43D3-8B79-37D633B846F1}">
                  <asvg:svgBlip xmlns:asvg="http://schemas.microsoft.com/office/drawing/2016/SVG/main" r:embed="rId117"/>
                </a:ext>
              </a:extLst>
            </a:blip>
            <a:srcRect l="7173" r="-1"/>
            <a:stretch/>
          </p:blipFill>
          <p:spPr>
            <a:xfrm>
              <a:off x="5046941" y="2636554"/>
              <a:ext cx="550624" cy="593160"/>
            </a:xfrm>
            <a:prstGeom prst="rect">
              <a:avLst/>
            </a:prstGeom>
          </p:spPr>
        </p:pic>
        <p:pic>
          <p:nvPicPr>
            <p:cNvPr id="451" name="Graphique 450" descr="Monde avec un remplissage uni">
              <a:extLst>
                <a:ext uri="{FF2B5EF4-FFF2-40B4-BE49-F238E27FC236}">
                  <a16:creationId xmlns:a16="http://schemas.microsoft.com/office/drawing/2014/main" id="{36CF72E5-1E22-46F8-AD3C-9A37DEB9DAC5}"/>
                </a:ext>
              </a:extLst>
            </p:cNvPr>
            <p:cNvPicPr>
              <a:picLocks noChangeAspect="1"/>
            </p:cNvPicPr>
            <p:nvPr/>
          </p:nvPicPr>
          <p:blipFill rotWithShape="1">
            <a:blip r:embed="rId118">
              <a:extLst>
                <a:ext uri="{28A0092B-C50C-407E-A947-70E740481C1C}">
                  <a14:useLocalDpi xmlns:a14="http://schemas.microsoft.com/office/drawing/2010/main" val="0"/>
                </a:ext>
                <a:ext uri="{96DAC541-7B7A-43D3-8B79-37D633B846F1}">
                  <asvg:svgBlip xmlns:asvg="http://schemas.microsoft.com/office/drawing/2016/SVG/main" r:embed="rId119"/>
                </a:ext>
              </a:extLst>
            </a:blip>
            <a:srcRect l="29716" t="30008" r="27849" b="30408"/>
            <a:stretch/>
          </p:blipFill>
          <p:spPr>
            <a:xfrm>
              <a:off x="5180657" y="2809632"/>
              <a:ext cx="251709" cy="234792"/>
            </a:xfrm>
            <a:prstGeom prst="rect">
              <a:avLst/>
            </a:prstGeom>
          </p:spPr>
        </p:pic>
      </p:grpSp>
      <p:pic>
        <p:nvPicPr>
          <p:cNvPr id="522" name="Graphique 521" descr="Calendrier mensuel avec un remplissage uni">
            <a:extLst>
              <a:ext uri="{FF2B5EF4-FFF2-40B4-BE49-F238E27FC236}">
                <a16:creationId xmlns:a16="http://schemas.microsoft.com/office/drawing/2014/main" id="{B5B43CAE-4A55-400F-91A5-78974E19E8DC}"/>
              </a:ext>
            </a:extLst>
          </p:cNvPr>
          <p:cNvPicPr>
            <a:picLocks noChangeAspect="1"/>
          </p:cNvPicPr>
          <p:nvPr/>
        </p:nvPicPr>
        <p:blipFill>
          <a:blip r:embed="rId78">
            <a:extLst>
              <a:ext uri="{28A0092B-C50C-407E-A947-70E740481C1C}">
                <a14:useLocalDpi xmlns:a14="http://schemas.microsoft.com/office/drawing/2010/main" val="0"/>
              </a:ext>
              <a:ext uri="{96DAC541-7B7A-43D3-8B79-37D633B846F1}">
                <asvg:svgBlip xmlns:asvg="http://schemas.microsoft.com/office/drawing/2016/SVG/main" r:embed="rId79"/>
              </a:ext>
            </a:extLst>
          </a:blip>
          <a:stretch>
            <a:fillRect/>
          </a:stretch>
        </p:blipFill>
        <p:spPr>
          <a:xfrm>
            <a:off x="6600555" y="203816"/>
            <a:ext cx="813865" cy="762403"/>
          </a:xfrm>
          <a:prstGeom prst="rect">
            <a:avLst/>
          </a:prstGeom>
        </p:spPr>
      </p:pic>
      <p:grpSp>
        <p:nvGrpSpPr>
          <p:cNvPr id="13" name="Groupe 12">
            <a:extLst>
              <a:ext uri="{FF2B5EF4-FFF2-40B4-BE49-F238E27FC236}">
                <a16:creationId xmlns:a16="http://schemas.microsoft.com/office/drawing/2014/main" id="{29FB64DB-AAE4-42CA-A0EF-26C482B79266}"/>
              </a:ext>
            </a:extLst>
          </p:cNvPr>
          <p:cNvGrpSpPr/>
          <p:nvPr/>
        </p:nvGrpSpPr>
        <p:grpSpPr>
          <a:xfrm>
            <a:off x="2661102" y="3268606"/>
            <a:ext cx="1035712" cy="556832"/>
            <a:chOff x="5135439" y="4570757"/>
            <a:chExt cx="4128117" cy="2219407"/>
          </a:xfrm>
        </p:grpSpPr>
        <p:sp>
          <p:nvSpPr>
            <p:cNvPr id="523" name="Rectangle 522">
              <a:extLst>
                <a:ext uri="{FF2B5EF4-FFF2-40B4-BE49-F238E27FC236}">
                  <a16:creationId xmlns:a16="http://schemas.microsoft.com/office/drawing/2014/main" id="{5E190817-7BBE-48A8-BF18-39A0EF53DCD2}"/>
                </a:ext>
              </a:extLst>
            </p:cNvPr>
            <p:cNvSpPr/>
            <p:nvPr/>
          </p:nvSpPr>
          <p:spPr>
            <a:xfrm>
              <a:off x="5135439" y="4570757"/>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24" name="Groupe 523">
              <a:extLst>
                <a:ext uri="{FF2B5EF4-FFF2-40B4-BE49-F238E27FC236}">
                  <a16:creationId xmlns:a16="http://schemas.microsoft.com/office/drawing/2014/main" id="{4B1D35DA-79D0-41F2-92A8-193218789FFE}"/>
                </a:ext>
              </a:extLst>
            </p:cNvPr>
            <p:cNvGrpSpPr/>
            <p:nvPr/>
          </p:nvGrpSpPr>
          <p:grpSpPr>
            <a:xfrm>
              <a:off x="5905535" y="4787775"/>
              <a:ext cx="2172027" cy="1366453"/>
              <a:chOff x="6989470" y="1452253"/>
              <a:chExt cx="2968717" cy="1867662"/>
            </a:xfrm>
            <a:solidFill>
              <a:srgbClr val="ED7D31"/>
            </a:solidFill>
          </p:grpSpPr>
          <p:pic>
            <p:nvPicPr>
              <p:cNvPr id="525" name="Graphique 524" descr="Groupe de personnes avec un remplissage uni">
                <a:extLst>
                  <a:ext uri="{FF2B5EF4-FFF2-40B4-BE49-F238E27FC236}">
                    <a16:creationId xmlns:a16="http://schemas.microsoft.com/office/drawing/2014/main" id="{FFAA5D28-B947-46D7-B1FD-E82FC409B953}"/>
                  </a:ext>
                </a:extLst>
              </p:cNvPr>
              <p:cNvPicPr>
                <a:picLocks noChangeAspect="1"/>
              </p:cNvPicPr>
              <p:nvPr/>
            </p:nvPicPr>
            <p:blipFill>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tretch>
                <a:fillRect/>
              </a:stretch>
            </p:blipFill>
            <p:spPr>
              <a:xfrm>
                <a:off x="6989470" y="1452253"/>
                <a:ext cx="1867662" cy="1867662"/>
              </a:xfrm>
              <a:prstGeom prst="rect">
                <a:avLst/>
              </a:prstGeom>
            </p:spPr>
          </p:pic>
          <p:pic>
            <p:nvPicPr>
              <p:cNvPr id="526" name="Graphique 525" descr="Groupe de personnes avec un remplissage uni">
                <a:extLst>
                  <a:ext uri="{FF2B5EF4-FFF2-40B4-BE49-F238E27FC236}">
                    <a16:creationId xmlns:a16="http://schemas.microsoft.com/office/drawing/2014/main" id="{28976228-6DD9-4B6E-A0E4-D5B70A5178E5}"/>
                  </a:ext>
                </a:extLst>
              </p:cNvPr>
              <p:cNvPicPr>
                <a:picLocks noChangeAspect="1"/>
              </p:cNvPicPr>
              <p:nvPr/>
            </p:nvPicPr>
            <p:blipFill rotWithShape="1">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rcRect t="65384"/>
              <a:stretch/>
            </p:blipFill>
            <p:spPr>
              <a:xfrm>
                <a:off x="8090525" y="1513565"/>
                <a:ext cx="1867662" cy="651367"/>
              </a:xfrm>
              <a:prstGeom prst="rect">
                <a:avLst/>
              </a:prstGeom>
            </p:spPr>
          </p:pic>
          <p:pic>
            <p:nvPicPr>
              <p:cNvPr id="527" name="Graphique 526" descr="Groupe de personnes avec un remplissage uni">
                <a:extLst>
                  <a:ext uri="{FF2B5EF4-FFF2-40B4-BE49-F238E27FC236}">
                    <a16:creationId xmlns:a16="http://schemas.microsoft.com/office/drawing/2014/main" id="{4329D41E-E733-4213-951A-0D1A7C2558D3}"/>
                  </a:ext>
                </a:extLst>
              </p:cNvPr>
              <p:cNvPicPr>
                <a:picLocks noChangeAspect="1"/>
              </p:cNvPicPr>
              <p:nvPr/>
            </p:nvPicPr>
            <p:blipFill rotWithShape="1">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rcRect t="65384" r="30495"/>
              <a:stretch/>
            </p:blipFill>
            <p:spPr>
              <a:xfrm>
                <a:off x="8316394" y="2091056"/>
                <a:ext cx="1298123" cy="651367"/>
              </a:xfrm>
              <a:prstGeom prst="rect">
                <a:avLst/>
              </a:prstGeom>
            </p:spPr>
          </p:pic>
          <p:pic>
            <p:nvPicPr>
              <p:cNvPr id="528" name="Graphique 527" descr="Groupe de personnes avec un remplissage uni">
                <a:extLst>
                  <a:ext uri="{FF2B5EF4-FFF2-40B4-BE49-F238E27FC236}">
                    <a16:creationId xmlns:a16="http://schemas.microsoft.com/office/drawing/2014/main" id="{5EC2940F-5E19-4F8E-AB41-93A646BF7143}"/>
                  </a:ext>
                </a:extLst>
              </p:cNvPr>
              <p:cNvPicPr>
                <a:picLocks noChangeAspect="1"/>
              </p:cNvPicPr>
              <p:nvPr/>
            </p:nvPicPr>
            <p:blipFill rotWithShape="1">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rcRect t="65384" r="65831"/>
              <a:stretch/>
            </p:blipFill>
            <p:spPr>
              <a:xfrm>
                <a:off x="6989470" y="1513565"/>
                <a:ext cx="638169" cy="651367"/>
              </a:xfrm>
              <a:prstGeom prst="rect">
                <a:avLst/>
              </a:prstGeom>
            </p:spPr>
          </p:pic>
          <p:pic>
            <p:nvPicPr>
              <p:cNvPr id="529" name="Graphique 528" descr="Groupe de personnes avec un remplissage uni">
                <a:extLst>
                  <a:ext uri="{FF2B5EF4-FFF2-40B4-BE49-F238E27FC236}">
                    <a16:creationId xmlns:a16="http://schemas.microsoft.com/office/drawing/2014/main" id="{2E960368-2C9E-484C-BC73-217F834737A7}"/>
                  </a:ext>
                </a:extLst>
              </p:cNvPr>
              <p:cNvPicPr>
                <a:picLocks noChangeAspect="1"/>
              </p:cNvPicPr>
              <p:nvPr/>
            </p:nvPicPr>
            <p:blipFill rotWithShape="1">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rcRect t="65384" r="30495"/>
              <a:stretch/>
            </p:blipFill>
            <p:spPr>
              <a:xfrm>
                <a:off x="8498660" y="2653414"/>
                <a:ext cx="1298123" cy="651367"/>
              </a:xfrm>
              <a:prstGeom prst="rect">
                <a:avLst/>
              </a:prstGeom>
            </p:spPr>
          </p:pic>
        </p:grpSp>
        <p:pic>
          <p:nvPicPr>
            <p:cNvPr id="530" name="Graphique 529" descr="Calendrier mensuel avec un remplissage uni">
              <a:extLst>
                <a:ext uri="{FF2B5EF4-FFF2-40B4-BE49-F238E27FC236}">
                  <a16:creationId xmlns:a16="http://schemas.microsoft.com/office/drawing/2014/main" id="{415E2C41-C342-4CCA-A09D-55B2B8A83914}"/>
                </a:ext>
              </a:extLst>
            </p:cNvPr>
            <p:cNvPicPr>
              <a:picLocks noChangeAspect="1"/>
            </p:cNvPicPr>
            <p:nvPr/>
          </p:nvPicPr>
          <p:blipFill>
            <a:blip r:embed="rId78">
              <a:extLst>
                <a:ext uri="{28A0092B-C50C-407E-A947-70E740481C1C}">
                  <a14:useLocalDpi xmlns:a14="http://schemas.microsoft.com/office/drawing/2010/main" val="0"/>
                </a:ext>
                <a:ext uri="{96DAC541-7B7A-43D3-8B79-37D633B846F1}">
                  <asvg:svgBlip xmlns:asvg="http://schemas.microsoft.com/office/drawing/2016/SVG/main" r:embed="rId79"/>
                </a:ext>
              </a:extLst>
            </a:blip>
            <a:stretch>
              <a:fillRect/>
            </a:stretch>
          </p:blipFill>
          <p:spPr>
            <a:xfrm>
              <a:off x="7657501" y="5767456"/>
              <a:ext cx="813865" cy="762403"/>
            </a:xfrm>
            <a:prstGeom prst="rect">
              <a:avLst/>
            </a:prstGeom>
          </p:spPr>
        </p:pic>
      </p:grpSp>
      <p:grpSp>
        <p:nvGrpSpPr>
          <p:cNvPr id="17" name="Groupe 16">
            <a:extLst>
              <a:ext uri="{FF2B5EF4-FFF2-40B4-BE49-F238E27FC236}">
                <a16:creationId xmlns:a16="http://schemas.microsoft.com/office/drawing/2014/main" id="{D6966725-3BE5-40D7-9ADE-EE951C800BC1}"/>
              </a:ext>
            </a:extLst>
          </p:cNvPr>
          <p:cNvGrpSpPr/>
          <p:nvPr/>
        </p:nvGrpSpPr>
        <p:grpSpPr>
          <a:xfrm>
            <a:off x="2706440" y="799624"/>
            <a:ext cx="1007135" cy="541468"/>
            <a:chOff x="6772499" y="4476784"/>
            <a:chExt cx="4128117" cy="2219407"/>
          </a:xfrm>
        </p:grpSpPr>
        <p:sp>
          <p:nvSpPr>
            <p:cNvPr id="593" name="Rectangle 592">
              <a:extLst>
                <a:ext uri="{FF2B5EF4-FFF2-40B4-BE49-F238E27FC236}">
                  <a16:creationId xmlns:a16="http://schemas.microsoft.com/office/drawing/2014/main" id="{3E86260F-7890-4ECA-A09D-13573B8F173C}"/>
                </a:ext>
              </a:extLst>
            </p:cNvPr>
            <p:cNvSpPr/>
            <p:nvPr/>
          </p:nvSpPr>
          <p:spPr>
            <a:xfrm>
              <a:off x="6772499" y="4476784"/>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94" name="Groupe 593">
              <a:extLst>
                <a:ext uri="{FF2B5EF4-FFF2-40B4-BE49-F238E27FC236}">
                  <a16:creationId xmlns:a16="http://schemas.microsoft.com/office/drawing/2014/main" id="{3F49A69A-EB30-4912-98BF-FCA313B3D593}"/>
                </a:ext>
              </a:extLst>
            </p:cNvPr>
            <p:cNvGrpSpPr/>
            <p:nvPr/>
          </p:nvGrpSpPr>
          <p:grpSpPr>
            <a:xfrm>
              <a:off x="7136456" y="4545203"/>
              <a:ext cx="3457757" cy="2074924"/>
              <a:chOff x="4756107" y="5644440"/>
              <a:chExt cx="1097316" cy="658475"/>
            </a:xfrm>
          </p:grpSpPr>
          <p:pic>
            <p:nvPicPr>
              <p:cNvPr id="595" name="Graphique 594" descr="Homme avec un remplissage uni">
                <a:extLst>
                  <a:ext uri="{FF2B5EF4-FFF2-40B4-BE49-F238E27FC236}">
                    <a16:creationId xmlns:a16="http://schemas.microsoft.com/office/drawing/2014/main" id="{07050008-6262-44C8-967A-C513ECC954D0}"/>
                  </a:ext>
                </a:extLst>
              </p:cNvPr>
              <p:cNvPicPr>
                <a:picLocks noChangeAspect="1"/>
              </p:cNvPicPr>
              <p:nvPr/>
            </p:nvPicPr>
            <p:blipFill rotWithShape="1">
              <a:blip r:embed="rId187">
                <a:extLst>
                  <a:ext uri="{28A0092B-C50C-407E-A947-70E740481C1C}">
                    <a14:useLocalDpi xmlns:a14="http://schemas.microsoft.com/office/drawing/2010/main" val="0"/>
                  </a:ext>
                  <a:ext uri="{96DAC541-7B7A-43D3-8B79-37D633B846F1}">
                    <asvg:svgBlip xmlns:asvg="http://schemas.microsoft.com/office/drawing/2016/SVG/main" r:embed="rId188"/>
                  </a:ext>
                </a:extLst>
              </a:blip>
              <a:srcRect l="19736"/>
              <a:stretch/>
            </p:blipFill>
            <p:spPr>
              <a:xfrm>
                <a:off x="4756107" y="5648406"/>
                <a:ext cx="525334" cy="654509"/>
              </a:xfrm>
              <a:prstGeom prst="rect">
                <a:avLst/>
              </a:prstGeom>
            </p:spPr>
          </p:pic>
          <p:pic>
            <p:nvPicPr>
              <p:cNvPr id="596" name="Graphique 595" descr="Homme avec un remplissage uni">
                <a:extLst>
                  <a:ext uri="{FF2B5EF4-FFF2-40B4-BE49-F238E27FC236}">
                    <a16:creationId xmlns:a16="http://schemas.microsoft.com/office/drawing/2014/main" id="{EEE70EBE-6A87-4723-89FC-300C4BDC3CCA}"/>
                  </a:ext>
                </a:extLst>
              </p:cNvPr>
              <p:cNvPicPr>
                <a:picLocks noChangeAspect="1"/>
              </p:cNvPicPr>
              <p:nvPr/>
            </p:nvPicPr>
            <p:blipFill rotWithShape="1">
              <a:blip r:embed="rId189">
                <a:extLst>
                  <a:ext uri="{28A0092B-C50C-407E-A947-70E740481C1C}">
                    <a14:useLocalDpi xmlns:a14="http://schemas.microsoft.com/office/drawing/2010/main" val="0"/>
                  </a:ext>
                  <a:ext uri="{96DAC541-7B7A-43D3-8B79-37D633B846F1}">
                    <asvg:svgBlip xmlns:asvg="http://schemas.microsoft.com/office/drawing/2016/SVG/main" r:embed="rId190"/>
                  </a:ext>
                </a:extLst>
              </a:blip>
              <a:srcRect r="17166"/>
              <a:stretch/>
            </p:blipFill>
            <p:spPr>
              <a:xfrm>
                <a:off x="5311270" y="5644440"/>
                <a:ext cx="542153" cy="654509"/>
              </a:xfrm>
              <a:prstGeom prst="rect">
                <a:avLst/>
              </a:prstGeom>
            </p:spPr>
          </p:pic>
          <p:sp>
            <p:nvSpPr>
              <p:cNvPr id="597" name="Rectangle : coins arrondis 596">
                <a:extLst>
                  <a:ext uri="{FF2B5EF4-FFF2-40B4-BE49-F238E27FC236}">
                    <a16:creationId xmlns:a16="http://schemas.microsoft.com/office/drawing/2014/main" id="{2419CE65-FE68-499E-96CE-A264C771A87B}"/>
                  </a:ext>
                </a:extLst>
              </p:cNvPr>
              <p:cNvSpPr/>
              <p:nvPr/>
            </p:nvSpPr>
            <p:spPr>
              <a:xfrm>
                <a:off x="5110959" y="5886400"/>
                <a:ext cx="370794" cy="59154"/>
              </a:xfrm>
              <a:prstGeom prst="roundRect">
                <a:avLst>
                  <a:gd name="adj" fmla="val 50000"/>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598" name="Rectangle : coins arrondis 597">
                <a:extLst>
                  <a:ext uri="{FF2B5EF4-FFF2-40B4-BE49-F238E27FC236}">
                    <a16:creationId xmlns:a16="http://schemas.microsoft.com/office/drawing/2014/main" id="{EC447135-C747-4901-9761-D3FB0AA537E5}"/>
                  </a:ext>
                </a:extLst>
              </p:cNvPr>
              <p:cNvSpPr/>
              <p:nvPr/>
            </p:nvSpPr>
            <p:spPr>
              <a:xfrm rot="5400000">
                <a:off x="5110959" y="6066728"/>
                <a:ext cx="370794" cy="59154"/>
              </a:xfrm>
              <a:prstGeom prst="roundRect">
                <a:avLst>
                  <a:gd name="adj" fmla="val 50000"/>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599" name="Rectangle : coins arrondis 598">
                <a:extLst>
                  <a:ext uri="{FF2B5EF4-FFF2-40B4-BE49-F238E27FC236}">
                    <a16:creationId xmlns:a16="http://schemas.microsoft.com/office/drawing/2014/main" id="{F1446AB2-30DB-4D47-8590-905394DD3922}"/>
                  </a:ext>
                </a:extLst>
              </p:cNvPr>
              <p:cNvSpPr/>
              <p:nvPr/>
            </p:nvSpPr>
            <p:spPr>
              <a:xfrm>
                <a:off x="5216256" y="6232046"/>
                <a:ext cx="163345" cy="59153"/>
              </a:xfrm>
              <a:prstGeom prst="roundRect">
                <a:avLst>
                  <a:gd name="adj" fmla="val 50000"/>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pic>
            <p:nvPicPr>
              <p:cNvPr id="600" name="Image 599">
                <a:extLst>
                  <a:ext uri="{FF2B5EF4-FFF2-40B4-BE49-F238E27FC236}">
                    <a16:creationId xmlns:a16="http://schemas.microsoft.com/office/drawing/2014/main" id="{3101A024-6BBE-46FA-8359-56BE0F1D0751}"/>
                  </a:ext>
                </a:extLst>
              </p:cNvPr>
              <p:cNvPicPr>
                <a:picLocks noChangeAspect="1"/>
              </p:cNvPicPr>
              <p:nvPr/>
            </p:nvPicPr>
            <p:blipFill rotWithShape="1">
              <a:blip r:embed="rId191">
                <a:extLst>
                  <a:ext uri="{28A0092B-C50C-407E-A947-70E740481C1C}">
                    <a14:useLocalDpi xmlns:a14="http://schemas.microsoft.com/office/drawing/2010/main" val="0"/>
                  </a:ext>
                  <a:ext uri="{837473B0-CC2E-450A-ABE3-18F120FF3D39}">
                    <a1611:picAttrSrcUrl xmlns:a1611="http://schemas.microsoft.com/office/drawing/2016/11/main" r:id="rId192"/>
                  </a:ext>
                </a:extLst>
              </a:blip>
              <a:srcRect l="20605" t="14466" r="20964" b="14211"/>
              <a:stretch/>
            </p:blipFill>
            <p:spPr>
              <a:xfrm>
                <a:off x="5356447" y="5796894"/>
                <a:ext cx="71478" cy="87755"/>
              </a:xfrm>
              <a:prstGeom prst="rect">
                <a:avLst/>
              </a:prstGeom>
            </p:spPr>
          </p:pic>
          <p:pic>
            <p:nvPicPr>
              <p:cNvPr id="601" name="Image 600">
                <a:extLst>
                  <a:ext uri="{FF2B5EF4-FFF2-40B4-BE49-F238E27FC236}">
                    <a16:creationId xmlns:a16="http://schemas.microsoft.com/office/drawing/2014/main" id="{9A503456-F83C-4546-9CEE-3A5D574B39A7}"/>
                  </a:ext>
                </a:extLst>
              </p:cNvPr>
              <p:cNvPicPr>
                <a:picLocks noChangeAspect="1"/>
              </p:cNvPicPr>
              <p:nvPr/>
            </p:nvPicPr>
            <p:blipFill rotWithShape="1">
              <a:blip r:embed="rId191">
                <a:extLst>
                  <a:ext uri="{28A0092B-C50C-407E-A947-70E740481C1C}">
                    <a14:useLocalDpi xmlns:a14="http://schemas.microsoft.com/office/drawing/2010/main" val="0"/>
                  </a:ext>
                  <a:ext uri="{837473B0-CC2E-450A-ABE3-18F120FF3D39}">
                    <a1611:picAttrSrcUrl xmlns:a1611="http://schemas.microsoft.com/office/drawing/2016/11/main" r:id="rId192"/>
                  </a:ext>
                </a:extLst>
              </a:blip>
              <a:srcRect l="20605" t="14466" r="20964" b="14211"/>
              <a:stretch/>
            </p:blipFill>
            <p:spPr>
              <a:xfrm flipH="1">
                <a:off x="5144424" y="5796230"/>
                <a:ext cx="61422" cy="87755"/>
              </a:xfrm>
              <a:prstGeom prst="rect">
                <a:avLst/>
              </a:prstGeom>
            </p:spPr>
          </p:pic>
        </p:grpSp>
        <p:sp>
          <p:nvSpPr>
            <p:cNvPr id="602" name="Bulle narrative : ronde 601">
              <a:extLst>
                <a:ext uri="{FF2B5EF4-FFF2-40B4-BE49-F238E27FC236}">
                  <a16:creationId xmlns:a16="http://schemas.microsoft.com/office/drawing/2014/main" id="{4B9872C8-0ABC-4B64-99C8-CC1BAE2A7DC6}"/>
                </a:ext>
              </a:extLst>
            </p:cNvPr>
            <p:cNvSpPr/>
            <p:nvPr/>
          </p:nvSpPr>
          <p:spPr>
            <a:xfrm>
              <a:off x="7955711" y="4540841"/>
              <a:ext cx="925763" cy="328447"/>
            </a:xfrm>
            <a:prstGeom prst="wedgeEllipseCallout">
              <a:avLst>
                <a:gd name="adj1" fmla="val -45526"/>
                <a:gd name="adj2" fmla="val 59600"/>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03" name="Bulle narrative : ronde 602">
              <a:extLst>
                <a:ext uri="{FF2B5EF4-FFF2-40B4-BE49-F238E27FC236}">
                  <a16:creationId xmlns:a16="http://schemas.microsoft.com/office/drawing/2014/main" id="{C7858FBA-249A-4691-9D4F-EC4A879B39F0}"/>
                </a:ext>
              </a:extLst>
            </p:cNvPr>
            <p:cNvSpPr/>
            <p:nvPr/>
          </p:nvSpPr>
          <p:spPr>
            <a:xfrm>
              <a:off x="8708497" y="4569412"/>
              <a:ext cx="925763" cy="328447"/>
            </a:xfrm>
            <a:prstGeom prst="wedgeEllipseCallout">
              <a:avLst>
                <a:gd name="adj1" fmla="val 58391"/>
                <a:gd name="adj2" fmla="val 30600"/>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43" name="Groupe 42">
            <a:extLst>
              <a:ext uri="{FF2B5EF4-FFF2-40B4-BE49-F238E27FC236}">
                <a16:creationId xmlns:a16="http://schemas.microsoft.com/office/drawing/2014/main" id="{1DEED3B1-8EB3-488B-B92B-2CBA6A8FE8FA}"/>
              </a:ext>
            </a:extLst>
          </p:cNvPr>
          <p:cNvGrpSpPr/>
          <p:nvPr/>
        </p:nvGrpSpPr>
        <p:grpSpPr>
          <a:xfrm>
            <a:off x="4789933" y="240247"/>
            <a:ext cx="738749" cy="397175"/>
            <a:chOff x="6890305" y="3006684"/>
            <a:chExt cx="4128117" cy="2219407"/>
          </a:xfrm>
        </p:grpSpPr>
        <p:sp>
          <p:nvSpPr>
            <p:cNvPr id="649" name="Rectangle 648">
              <a:extLst>
                <a:ext uri="{FF2B5EF4-FFF2-40B4-BE49-F238E27FC236}">
                  <a16:creationId xmlns:a16="http://schemas.microsoft.com/office/drawing/2014/main" id="{E52E6F2E-A83B-453C-BE9E-1F82CA105F1A}"/>
                </a:ext>
              </a:extLst>
            </p:cNvPr>
            <p:cNvSpPr/>
            <p:nvPr/>
          </p:nvSpPr>
          <p:spPr>
            <a:xfrm>
              <a:off x="6890305" y="3006684"/>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50" name="Groupe 649">
              <a:extLst>
                <a:ext uri="{FF2B5EF4-FFF2-40B4-BE49-F238E27FC236}">
                  <a16:creationId xmlns:a16="http://schemas.microsoft.com/office/drawing/2014/main" id="{421020F6-29E5-4134-84EB-C30E4510FE66}"/>
                </a:ext>
              </a:extLst>
            </p:cNvPr>
            <p:cNvGrpSpPr/>
            <p:nvPr/>
          </p:nvGrpSpPr>
          <p:grpSpPr>
            <a:xfrm>
              <a:off x="7309166" y="4242752"/>
              <a:ext cx="695358" cy="811076"/>
              <a:chOff x="10156116" y="5180485"/>
              <a:chExt cx="854743" cy="996985"/>
            </a:xfrm>
            <a:solidFill>
              <a:schemeClr val="tx1"/>
            </a:solidFill>
          </p:grpSpPr>
          <p:sp>
            <p:nvSpPr>
              <p:cNvPr id="651" name="Rectangle : coins arrondis 650">
                <a:extLst>
                  <a:ext uri="{FF2B5EF4-FFF2-40B4-BE49-F238E27FC236}">
                    <a16:creationId xmlns:a16="http://schemas.microsoft.com/office/drawing/2014/main" id="{4759D078-9790-457F-845B-88B6252AE6C8}"/>
                  </a:ext>
                </a:extLst>
              </p:cNvPr>
              <p:cNvSpPr/>
              <p:nvPr/>
            </p:nvSpPr>
            <p:spPr>
              <a:xfrm rot="5400000">
                <a:off x="10254463" y="5989351"/>
                <a:ext cx="239517" cy="68361"/>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52" name="Rectangle : coins arrondis 651">
                <a:extLst>
                  <a:ext uri="{FF2B5EF4-FFF2-40B4-BE49-F238E27FC236}">
                    <a16:creationId xmlns:a16="http://schemas.microsoft.com/office/drawing/2014/main" id="{C5D2E467-0652-4F08-AB0C-AAEFE6C59D4F}"/>
                  </a:ext>
                </a:extLst>
              </p:cNvPr>
              <p:cNvSpPr/>
              <p:nvPr/>
            </p:nvSpPr>
            <p:spPr>
              <a:xfrm>
                <a:off x="10254462" y="6109109"/>
                <a:ext cx="239517" cy="68361"/>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53" name="Rectangle : coins arrondis 652">
                <a:extLst>
                  <a:ext uri="{FF2B5EF4-FFF2-40B4-BE49-F238E27FC236}">
                    <a16:creationId xmlns:a16="http://schemas.microsoft.com/office/drawing/2014/main" id="{8476286A-C905-4447-A650-F61D8110EC4A}"/>
                  </a:ext>
                </a:extLst>
              </p:cNvPr>
              <p:cNvSpPr/>
              <p:nvPr/>
            </p:nvSpPr>
            <p:spPr>
              <a:xfrm>
                <a:off x="10221157" y="5857423"/>
                <a:ext cx="316294" cy="85723"/>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54" name="Rectangle : coins arrondis 653">
                <a:extLst>
                  <a:ext uri="{FF2B5EF4-FFF2-40B4-BE49-F238E27FC236}">
                    <a16:creationId xmlns:a16="http://schemas.microsoft.com/office/drawing/2014/main" id="{EBCE7756-EACE-4353-A10E-17D71B35A810}"/>
                  </a:ext>
                </a:extLst>
              </p:cNvPr>
              <p:cNvSpPr/>
              <p:nvPr/>
            </p:nvSpPr>
            <p:spPr>
              <a:xfrm rot="4383052">
                <a:off x="9967404" y="5665204"/>
                <a:ext cx="463147" cy="85723"/>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55" name="Rectangle : coins arrondis 654">
                <a:extLst>
                  <a:ext uri="{FF2B5EF4-FFF2-40B4-BE49-F238E27FC236}">
                    <a16:creationId xmlns:a16="http://schemas.microsoft.com/office/drawing/2014/main" id="{6BCF124D-1683-4A46-83D0-2AD8BB4D0E12}"/>
                  </a:ext>
                </a:extLst>
              </p:cNvPr>
              <p:cNvSpPr/>
              <p:nvPr/>
            </p:nvSpPr>
            <p:spPr>
              <a:xfrm rot="4794981">
                <a:off x="10136125" y="5545289"/>
                <a:ext cx="416741" cy="151257"/>
              </a:xfrm>
              <a:prstGeom prst="roundRect">
                <a:avLst>
                  <a:gd name="adj" fmla="val 50000"/>
                </a:avLst>
              </a:prstGeom>
              <a:solidFill>
                <a:srgbClr val="3494BA"/>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56" name="Rectangle : coins arrondis 655">
                <a:extLst>
                  <a:ext uri="{FF2B5EF4-FFF2-40B4-BE49-F238E27FC236}">
                    <a16:creationId xmlns:a16="http://schemas.microsoft.com/office/drawing/2014/main" id="{98A091F2-6438-4142-A57B-85655548862C}"/>
                  </a:ext>
                </a:extLst>
              </p:cNvPr>
              <p:cNvSpPr/>
              <p:nvPr/>
            </p:nvSpPr>
            <p:spPr>
              <a:xfrm>
                <a:off x="10307091" y="5697154"/>
                <a:ext cx="380310" cy="141622"/>
              </a:xfrm>
              <a:prstGeom prst="roundRect">
                <a:avLst>
                  <a:gd name="adj" fmla="val 50000"/>
                </a:avLst>
              </a:prstGeom>
              <a:solidFill>
                <a:srgbClr val="3494BA"/>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57" name="Rectangle : coins arrondis 656">
                <a:extLst>
                  <a:ext uri="{FF2B5EF4-FFF2-40B4-BE49-F238E27FC236}">
                    <a16:creationId xmlns:a16="http://schemas.microsoft.com/office/drawing/2014/main" id="{6D61A8D4-A513-4170-9291-03F1DF605823}"/>
                  </a:ext>
                </a:extLst>
              </p:cNvPr>
              <p:cNvSpPr/>
              <p:nvPr/>
            </p:nvSpPr>
            <p:spPr>
              <a:xfrm rot="5400000">
                <a:off x="10439654" y="5868742"/>
                <a:ext cx="387256" cy="107446"/>
              </a:xfrm>
              <a:prstGeom prst="roundRect">
                <a:avLst>
                  <a:gd name="adj" fmla="val 50000"/>
                </a:avLst>
              </a:prstGeom>
              <a:solidFill>
                <a:srgbClr val="3494BA"/>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58" name="Ellipse 657">
                <a:extLst>
                  <a:ext uri="{FF2B5EF4-FFF2-40B4-BE49-F238E27FC236}">
                    <a16:creationId xmlns:a16="http://schemas.microsoft.com/office/drawing/2014/main" id="{D87F9375-69F7-4F11-98F3-075F8D415B4F}"/>
                  </a:ext>
                </a:extLst>
              </p:cNvPr>
              <p:cNvSpPr/>
              <p:nvPr/>
            </p:nvSpPr>
            <p:spPr>
              <a:xfrm>
                <a:off x="10221156" y="5214077"/>
                <a:ext cx="187245" cy="187245"/>
              </a:xfrm>
              <a:prstGeom prst="ellipse">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59" name="Rectangle : coins arrondis 658">
                <a:extLst>
                  <a:ext uri="{FF2B5EF4-FFF2-40B4-BE49-F238E27FC236}">
                    <a16:creationId xmlns:a16="http://schemas.microsoft.com/office/drawing/2014/main" id="{8ADDB2DC-8095-4617-8575-CB0886EB8834}"/>
                  </a:ext>
                </a:extLst>
              </p:cNvPr>
              <p:cNvSpPr/>
              <p:nvPr/>
            </p:nvSpPr>
            <p:spPr>
              <a:xfrm rot="5400000">
                <a:off x="10601784" y="5823735"/>
                <a:ext cx="534659" cy="107446"/>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60" name="Rectangle : coins arrondis 659">
                <a:extLst>
                  <a:ext uri="{FF2B5EF4-FFF2-40B4-BE49-F238E27FC236}">
                    <a16:creationId xmlns:a16="http://schemas.microsoft.com/office/drawing/2014/main" id="{C2E1D8F3-CB23-4581-90AD-C6454D89E7AB}"/>
                  </a:ext>
                </a:extLst>
              </p:cNvPr>
              <p:cNvSpPr/>
              <p:nvPr/>
            </p:nvSpPr>
            <p:spPr>
              <a:xfrm>
                <a:off x="10560803" y="5567266"/>
                <a:ext cx="450055" cy="85723"/>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61" name="Rectangle : coins arrondis 660">
                <a:extLst>
                  <a:ext uri="{FF2B5EF4-FFF2-40B4-BE49-F238E27FC236}">
                    <a16:creationId xmlns:a16="http://schemas.microsoft.com/office/drawing/2014/main" id="{65A14958-7220-489E-970E-81E5F99A12C8}"/>
                  </a:ext>
                </a:extLst>
              </p:cNvPr>
              <p:cNvSpPr/>
              <p:nvPr/>
            </p:nvSpPr>
            <p:spPr>
              <a:xfrm>
                <a:off x="10716505" y="6109108"/>
                <a:ext cx="294354" cy="68361"/>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62" name="Rectangle : coins arrondis 661">
                <a:extLst>
                  <a:ext uri="{FF2B5EF4-FFF2-40B4-BE49-F238E27FC236}">
                    <a16:creationId xmlns:a16="http://schemas.microsoft.com/office/drawing/2014/main" id="{9BA56FB7-A284-40CC-A211-223F3C9C2C78}"/>
                  </a:ext>
                </a:extLst>
              </p:cNvPr>
              <p:cNvSpPr/>
              <p:nvPr/>
            </p:nvSpPr>
            <p:spPr>
              <a:xfrm rot="16200000">
                <a:off x="10631678" y="5294972"/>
                <a:ext cx="294354" cy="65379"/>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63" name="Rectangle : coins arrondis 662">
                <a:extLst>
                  <a:ext uri="{FF2B5EF4-FFF2-40B4-BE49-F238E27FC236}">
                    <a16:creationId xmlns:a16="http://schemas.microsoft.com/office/drawing/2014/main" id="{62EDFA97-A5B5-431C-AD97-9AFDCC22C914}"/>
                  </a:ext>
                </a:extLst>
              </p:cNvPr>
              <p:cNvSpPr/>
              <p:nvPr/>
            </p:nvSpPr>
            <p:spPr>
              <a:xfrm>
                <a:off x="10762527" y="5508823"/>
                <a:ext cx="160310" cy="45719"/>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64" name="Rectangle : coins arrondis 663">
                <a:extLst>
                  <a:ext uri="{FF2B5EF4-FFF2-40B4-BE49-F238E27FC236}">
                    <a16:creationId xmlns:a16="http://schemas.microsoft.com/office/drawing/2014/main" id="{A33A3A5D-5FCD-4EB9-A9D1-094E7E69C550}"/>
                  </a:ext>
                </a:extLst>
              </p:cNvPr>
              <p:cNvSpPr/>
              <p:nvPr/>
            </p:nvSpPr>
            <p:spPr>
              <a:xfrm rot="5400000">
                <a:off x="10737978" y="5399185"/>
                <a:ext cx="210680" cy="45719"/>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65" name="Rectangle : coins arrondis 664">
                <a:extLst>
                  <a:ext uri="{FF2B5EF4-FFF2-40B4-BE49-F238E27FC236}">
                    <a16:creationId xmlns:a16="http://schemas.microsoft.com/office/drawing/2014/main" id="{46BA6589-7EB7-4FDA-A4A1-D046EDE5EBFF}"/>
                  </a:ext>
                </a:extLst>
              </p:cNvPr>
              <p:cNvSpPr/>
              <p:nvPr/>
            </p:nvSpPr>
            <p:spPr>
              <a:xfrm>
                <a:off x="10573753" y="5510990"/>
                <a:ext cx="119783" cy="45719"/>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66" name="Rectangle : coins arrondis 665">
                <a:extLst>
                  <a:ext uri="{FF2B5EF4-FFF2-40B4-BE49-F238E27FC236}">
                    <a16:creationId xmlns:a16="http://schemas.microsoft.com/office/drawing/2014/main" id="{F21B7EEF-7BEA-453E-8138-30D825160695}"/>
                  </a:ext>
                </a:extLst>
              </p:cNvPr>
              <p:cNvSpPr/>
              <p:nvPr/>
            </p:nvSpPr>
            <p:spPr>
              <a:xfrm rot="1301683">
                <a:off x="10267797" y="5452733"/>
                <a:ext cx="277912" cy="84497"/>
              </a:xfrm>
              <a:prstGeom prst="roundRect">
                <a:avLst>
                  <a:gd name="adj" fmla="val 50000"/>
                </a:avLst>
              </a:prstGeom>
              <a:solidFill>
                <a:srgbClr val="3494BA"/>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nvGrpSpPr>
            <p:cNvPr id="667" name="Groupe 666">
              <a:extLst>
                <a:ext uri="{FF2B5EF4-FFF2-40B4-BE49-F238E27FC236}">
                  <a16:creationId xmlns:a16="http://schemas.microsoft.com/office/drawing/2014/main" id="{E8FC44F6-239F-4CFA-B4B6-3CA6159B7C43}"/>
                </a:ext>
              </a:extLst>
            </p:cNvPr>
            <p:cNvGrpSpPr/>
            <p:nvPr/>
          </p:nvGrpSpPr>
          <p:grpSpPr>
            <a:xfrm flipH="1">
              <a:off x="9762993" y="3364595"/>
              <a:ext cx="761019" cy="811076"/>
              <a:chOff x="10156116" y="5180485"/>
              <a:chExt cx="854743" cy="996985"/>
            </a:xfrm>
            <a:solidFill>
              <a:schemeClr val="tx1"/>
            </a:solidFill>
          </p:grpSpPr>
          <p:sp>
            <p:nvSpPr>
              <p:cNvPr id="668" name="Rectangle : coins arrondis 667">
                <a:extLst>
                  <a:ext uri="{FF2B5EF4-FFF2-40B4-BE49-F238E27FC236}">
                    <a16:creationId xmlns:a16="http://schemas.microsoft.com/office/drawing/2014/main" id="{582838AC-B1D7-44F6-BA80-83FF57B71C44}"/>
                  </a:ext>
                </a:extLst>
              </p:cNvPr>
              <p:cNvSpPr/>
              <p:nvPr/>
            </p:nvSpPr>
            <p:spPr>
              <a:xfrm rot="5400000">
                <a:off x="10254463" y="5989351"/>
                <a:ext cx="239517" cy="68361"/>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69" name="Rectangle : coins arrondis 668">
                <a:extLst>
                  <a:ext uri="{FF2B5EF4-FFF2-40B4-BE49-F238E27FC236}">
                    <a16:creationId xmlns:a16="http://schemas.microsoft.com/office/drawing/2014/main" id="{6782A207-FED7-408D-B0D0-666A38D2FAF3}"/>
                  </a:ext>
                </a:extLst>
              </p:cNvPr>
              <p:cNvSpPr/>
              <p:nvPr/>
            </p:nvSpPr>
            <p:spPr>
              <a:xfrm>
                <a:off x="10254462" y="6109109"/>
                <a:ext cx="239517" cy="68361"/>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70" name="Rectangle : coins arrondis 669">
                <a:extLst>
                  <a:ext uri="{FF2B5EF4-FFF2-40B4-BE49-F238E27FC236}">
                    <a16:creationId xmlns:a16="http://schemas.microsoft.com/office/drawing/2014/main" id="{4D61B179-6E32-46B2-8543-506764BB0FE0}"/>
                  </a:ext>
                </a:extLst>
              </p:cNvPr>
              <p:cNvSpPr/>
              <p:nvPr/>
            </p:nvSpPr>
            <p:spPr>
              <a:xfrm>
                <a:off x="10221157" y="5857423"/>
                <a:ext cx="316294" cy="85723"/>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71" name="Rectangle : coins arrondis 670">
                <a:extLst>
                  <a:ext uri="{FF2B5EF4-FFF2-40B4-BE49-F238E27FC236}">
                    <a16:creationId xmlns:a16="http://schemas.microsoft.com/office/drawing/2014/main" id="{651B6850-A295-48AE-8CE7-84FC2DB16601}"/>
                  </a:ext>
                </a:extLst>
              </p:cNvPr>
              <p:cNvSpPr/>
              <p:nvPr/>
            </p:nvSpPr>
            <p:spPr>
              <a:xfrm rot="4383052">
                <a:off x="9967404" y="5665204"/>
                <a:ext cx="463147" cy="85723"/>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72" name="Rectangle : coins arrondis 671">
                <a:extLst>
                  <a:ext uri="{FF2B5EF4-FFF2-40B4-BE49-F238E27FC236}">
                    <a16:creationId xmlns:a16="http://schemas.microsoft.com/office/drawing/2014/main" id="{691F5A72-87C2-4A88-BB2D-0A750E992541}"/>
                  </a:ext>
                </a:extLst>
              </p:cNvPr>
              <p:cNvSpPr/>
              <p:nvPr/>
            </p:nvSpPr>
            <p:spPr>
              <a:xfrm rot="4794981">
                <a:off x="10136125" y="5545289"/>
                <a:ext cx="416741" cy="151257"/>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73" name="Rectangle : coins arrondis 672">
                <a:extLst>
                  <a:ext uri="{FF2B5EF4-FFF2-40B4-BE49-F238E27FC236}">
                    <a16:creationId xmlns:a16="http://schemas.microsoft.com/office/drawing/2014/main" id="{39C66AD1-9FD5-4838-B914-1ED753B721AC}"/>
                  </a:ext>
                </a:extLst>
              </p:cNvPr>
              <p:cNvSpPr/>
              <p:nvPr/>
            </p:nvSpPr>
            <p:spPr>
              <a:xfrm>
                <a:off x="10307091" y="5697154"/>
                <a:ext cx="380310" cy="141622"/>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74" name="Rectangle : coins arrondis 673">
                <a:extLst>
                  <a:ext uri="{FF2B5EF4-FFF2-40B4-BE49-F238E27FC236}">
                    <a16:creationId xmlns:a16="http://schemas.microsoft.com/office/drawing/2014/main" id="{C832E503-8DF5-485A-96AD-2B60BD510427}"/>
                  </a:ext>
                </a:extLst>
              </p:cNvPr>
              <p:cNvSpPr/>
              <p:nvPr/>
            </p:nvSpPr>
            <p:spPr>
              <a:xfrm rot="5400000">
                <a:off x="10439654" y="5868742"/>
                <a:ext cx="387256" cy="107446"/>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75" name="Ellipse 674">
                <a:extLst>
                  <a:ext uri="{FF2B5EF4-FFF2-40B4-BE49-F238E27FC236}">
                    <a16:creationId xmlns:a16="http://schemas.microsoft.com/office/drawing/2014/main" id="{6DC360B2-9EB5-456A-945F-74FB3A4C1ADF}"/>
                  </a:ext>
                </a:extLst>
              </p:cNvPr>
              <p:cNvSpPr/>
              <p:nvPr/>
            </p:nvSpPr>
            <p:spPr>
              <a:xfrm>
                <a:off x="10221156" y="5214077"/>
                <a:ext cx="187245" cy="187245"/>
              </a:xfrm>
              <a:prstGeom prst="ellips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76" name="Rectangle : coins arrondis 675">
                <a:extLst>
                  <a:ext uri="{FF2B5EF4-FFF2-40B4-BE49-F238E27FC236}">
                    <a16:creationId xmlns:a16="http://schemas.microsoft.com/office/drawing/2014/main" id="{0637CA35-E1BB-4435-8FB7-F88EBFCDB6D1}"/>
                  </a:ext>
                </a:extLst>
              </p:cNvPr>
              <p:cNvSpPr/>
              <p:nvPr/>
            </p:nvSpPr>
            <p:spPr>
              <a:xfrm rot="5400000">
                <a:off x="10601784" y="5823735"/>
                <a:ext cx="534659" cy="107446"/>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77" name="Rectangle : coins arrondis 676">
                <a:extLst>
                  <a:ext uri="{FF2B5EF4-FFF2-40B4-BE49-F238E27FC236}">
                    <a16:creationId xmlns:a16="http://schemas.microsoft.com/office/drawing/2014/main" id="{6A28AA36-9B4A-43D1-9CFB-8575431DFABE}"/>
                  </a:ext>
                </a:extLst>
              </p:cNvPr>
              <p:cNvSpPr/>
              <p:nvPr/>
            </p:nvSpPr>
            <p:spPr>
              <a:xfrm>
                <a:off x="10560803" y="5567266"/>
                <a:ext cx="450055" cy="85723"/>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78" name="Rectangle : coins arrondis 677">
                <a:extLst>
                  <a:ext uri="{FF2B5EF4-FFF2-40B4-BE49-F238E27FC236}">
                    <a16:creationId xmlns:a16="http://schemas.microsoft.com/office/drawing/2014/main" id="{389DCAEF-C894-4621-A3B9-1518E5463059}"/>
                  </a:ext>
                </a:extLst>
              </p:cNvPr>
              <p:cNvSpPr/>
              <p:nvPr/>
            </p:nvSpPr>
            <p:spPr>
              <a:xfrm>
                <a:off x="10716505" y="6109108"/>
                <a:ext cx="294354" cy="68361"/>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79" name="Rectangle : coins arrondis 678">
                <a:extLst>
                  <a:ext uri="{FF2B5EF4-FFF2-40B4-BE49-F238E27FC236}">
                    <a16:creationId xmlns:a16="http://schemas.microsoft.com/office/drawing/2014/main" id="{564AC371-B1B6-4245-89FC-844C2C0F017E}"/>
                  </a:ext>
                </a:extLst>
              </p:cNvPr>
              <p:cNvSpPr/>
              <p:nvPr/>
            </p:nvSpPr>
            <p:spPr>
              <a:xfrm rot="16200000">
                <a:off x="10631678" y="5294972"/>
                <a:ext cx="294354" cy="65379"/>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80" name="Rectangle : coins arrondis 679">
                <a:extLst>
                  <a:ext uri="{FF2B5EF4-FFF2-40B4-BE49-F238E27FC236}">
                    <a16:creationId xmlns:a16="http://schemas.microsoft.com/office/drawing/2014/main" id="{1028B347-B2E7-4346-B8BC-60D9FDE35F8F}"/>
                  </a:ext>
                </a:extLst>
              </p:cNvPr>
              <p:cNvSpPr/>
              <p:nvPr/>
            </p:nvSpPr>
            <p:spPr>
              <a:xfrm>
                <a:off x="10762527" y="5508823"/>
                <a:ext cx="160310" cy="45719"/>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81" name="Rectangle : coins arrondis 680">
                <a:extLst>
                  <a:ext uri="{FF2B5EF4-FFF2-40B4-BE49-F238E27FC236}">
                    <a16:creationId xmlns:a16="http://schemas.microsoft.com/office/drawing/2014/main" id="{A3451C25-B2F6-4502-A46F-67ACBEF3CDAB}"/>
                  </a:ext>
                </a:extLst>
              </p:cNvPr>
              <p:cNvSpPr/>
              <p:nvPr/>
            </p:nvSpPr>
            <p:spPr>
              <a:xfrm rot="5400000">
                <a:off x="10737978" y="5399185"/>
                <a:ext cx="210680" cy="45719"/>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82" name="Rectangle : coins arrondis 681">
                <a:extLst>
                  <a:ext uri="{FF2B5EF4-FFF2-40B4-BE49-F238E27FC236}">
                    <a16:creationId xmlns:a16="http://schemas.microsoft.com/office/drawing/2014/main" id="{E7F2DF31-E101-4C58-9021-0B5C3190BC2A}"/>
                  </a:ext>
                </a:extLst>
              </p:cNvPr>
              <p:cNvSpPr/>
              <p:nvPr/>
            </p:nvSpPr>
            <p:spPr>
              <a:xfrm>
                <a:off x="10573753" y="5510990"/>
                <a:ext cx="119783" cy="45719"/>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83" name="Rectangle : coins arrondis 682">
                <a:extLst>
                  <a:ext uri="{FF2B5EF4-FFF2-40B4-BE49-F238E27FC236}">
                    <a16:creationId xmlns:a16="http://schemas.microsoft.com/office/drawing/2014/main" id="{B3258892-F349-438F-A850-E25B522D737F}"/>
                  </a:ext>
                </a:extLst>
              </p:cNvPr>
              <p:cNvSpPr/>
              <p:nvPr/>
            </p:nvSpPr>
            <p:spPr>
              <a:xfrm rot="1301683">
                <a:off x="10267797" y="5452733"/>
                <a:ext cx="277912" cy="84497"/>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cxnSp>
          <p:nvCxnSpPr>
            <p:cNvPr id="684" name="Connecteur : en angle 683">
              <a:extLst>
                <a:ext uri="{FF2B5EF4-FFF2-40B4-BE49-F238E27FC236}">
                  <a16:creationId xmlns:a16="http://schemas.microsoft.com/office/drawing/2014/main" id="{C21E8DF5-1814-4753-9BB5-59447521B663}"/>
                </a:ext>
              </a:extLst>
            </p:cNvPr>
            <p:cNvCxnSpPr>
              <a:cxnSpLocks/>
            </p:cNvCxnSpPr>
            <p:nvPr/>
          </p:nvCxnSpPr>
          <p:spPr>
            <a:xfrm flipV="1">
              <a:off x="8059576" y="3561111"/>
              <a:ext cx="1707046" cy="1066036"/>
            </a:xfrm>
            <a:prstGeom prst="bentConnector3">
              <a:avLst/>
            </a:prstGeom>
            <a:ln w="38100">
              <a:solidFill>
                <a:schemeClr val="bg1">
                  <a:lumMod val="65000"/>
                </a:schemeClr>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685" name="Graphique 684" descr="Adresse de courrier avec un remplissage uni">
              <a:extLst>
                <a:ext uri="{FF2B5EF4-FFF2-40B4-BE49-F238E27FC236}">
                  <a16:creationId xmlns:a16="http://schemas.microsoft.com/office/drawing/2014/main" id="{2C6AE092-51B1-4530-ADD3-807356372EA2}"/>
                </a:ext>
              </a:extLst>
            </p:cNvPr>
            <p:cNvPicPr>
              <a:picLocks noChangeAspect="1"/>
            </p:cNvPicPr>
            <p:nvPr/>
          </p:nvPicPr>
          <p:blipFill>
            <a:blip r:embed="rId193">
              <a:extLst>
                <a:ext uri="{28A0092B-C50C-407E-A947-70E740481C1C}">
                  <a14:useLocalDpi xmlns:a14="http://schemas.microsoft.com/office/drawing/2010/main" val="0"/>
                </a:ext>
                <a:ext uri="{96DAC541-7B7A-43D3-8B79-37D633B846F1}">
                  <asvg:svgBlip xmlns:asvg="http://schemas.microsoft.com/office/drawing/2016/SVG/main" r:embed="rId194"/>
                </a:ext>
              </a:extLst>
            </a:blip>
            <a:stretch>
              <a:fillRect/>
            </a:stretch>
          </p:blipFill>
          <p:spPr>
            <a:xfrm>
              <a:off x="8663490" y="3888914"/>
              <a:ext cx="300068" cy="300068"/>
            </a:xfrm>
            <a:prstGeom prst="rect">
              <a:avLst/>
            </a:prstGeom>
          </p:spPr>
        </p:pic>
        <p:sp>
          <p:nvSpPr>
            <p:cNvPr id="686" name="Bulle narrative : ronde 685">
              <a:extLst>
                <a:ext uri="{FF2B5EF4-FFF2-40B4-BE49-F238E27FC236}">
                  <a16:creationId xmlns:a16="http://schemas.microsoft.com/office/drawing/2014/main" id="{F3FA50D7-BF2A-4C70-92FF-95E791DF78B9}"/>
                </a:ext>
              </a:extLst>
            </p:cNvPr>
            <p:cNvSpPr/>
            <p:nvPr/>
          </p:nvSpPr>
          <p:spPr>
            <a:xfrm>
              <a:off x="7461260" y="3608848"/>
              <a:ext cx="739590" cy="511839"/>
            </a:xfrm>
            <a:prstGeom prst="wedgeEllipseCallout">
              <a:avLst>
                <a:gd name="adj1" fmla="val -45526"/>
                <a:gd name="adj2" fmla="val 59600"/>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87" name="Bulle narrative : ronde 686">
              <a:extLst>
                <a:ext uri="{FF2B5EF4-FFF2-40B4-BE49-F238E27FC236}">
                  <a16:creationId xmlns:a16="http://schemas.microsoft.com/office/drawing/2014/main" id="{B1C48121-0310-4F8E-932D-480FF9F16EE1}"/>
                </a:ext>
              </a:extLst>
            </p:cNvPr>
            <p:cNvSpPr/>
            <p:nvPr/>
          </p:nvSpPr>
          <p:spPr>
            <a:xfrm>
              <a:off x="9922852" y="3060798"/>
              <a:ext cx="739590" cy="226016"/>
            </a:xfrm>
            <a:prstGeom prst="wedgeEllipseCallout">
              <a:avLst>
                <a:gd name="adj1" fmla="val 11140"/>
                <a:gd name="adj2" fmla="val 83200"/>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688" name="Graphique 687" descr="Blogue avec un remplissage uni">
              <a:extLst>
                <a:ext uri="{FF2B5EF4-FFF2-40B4-BE49-F238E27FC236}">
                  <a16:creationId xmlns:a16="http://schemas.microsoft.com/office/drawing/2014/main" id="{50A8A775-0E3F-4DC5-8293-7443425C169C}"/>
                </a:ext>
              </a:extLst>
            </p:cNvPr>
            <p:cNvPicPr>
              <a:picLocks noChangeAspect="1"/>
            </p:cNvPicPr>
            <p:nvPr/>
          </p:nvPicPr>
          <p:blipFill rotWithShape="1">
            <a:blip r:embed="rId195">
              <a:extLst>
                <a:ext uri="{28A0092B-C50C-407E-A947-70E740481C1C}">
                  <a14:useLocalDpi xmlns:a14="http://schemas.microsoft.com/office/drawing/2010/main" val="0"/>
                </a:ext>
                <a:ext uri="{96DAC541-7B7A-43D3-8B79-37D633B846F1}">
                  <asvg:svgBlip xmlns:asvg="http://schemas.microsoft.com/office/drawing/2016/SVG/main" r:embed="rId196"/>
                </a:ext>
              </a:extLst>
            </a:blip>
            <a:srcRect t="12848" b="15553"/>
            <a:stretch/>
          </p:blipFill>
          <p:spPr>
            <a:xfrm>
              <a:off x="7621483" y="3702770"/>
              <a:ext cx="422842" cy="283606"/>
            </a:xfrm>
            <a:prstGeom prst="rect">
              <a:avLst/>
            </a:prstGeom>
          </p:spPr>
        </p:pic>
        <p:pic>
          <p:nvPicPr>
            <p:cNvPr id="689" name="Graphique 688" descr="Signe pouce en haut avec un remplissage uni">
              <a:extLst>
                <a:ext uri="{FF2B5EF4-FFF2-40B4-BE49-F238E27FC236}">
                  <a16:creationId xmlns:a16="http://schemas.microsoft.com/office/drawing/2014/main" id="{314BCC11-AB6B-4EBD-ADC4-2436ED0DBE03}"/>
                </a:ext>
              </a:extLst>
            </p:cNvPr>
            <p:cNvPicPr>
              <a:picLocks noChangeAspect="1"/>
            </p:cNvPicPr>
            <p:nvPr/>
          </p:nvPicPr>
          <p:blipFill>
            <a:blip r:embed="rId197">
              <a:extLst>
                <a:ext uri="{28A0092B-C50C-407E-A947-70E740481C1C}">
                  <a14:useLocalDpi xmlns:a14="http://schemas.microsoft.com/office/drawing/2010/main" val="0"/>
                </a:ext>
                <a:ext uri="{96DAC541-7B7A-43D3-8B79-37D633B846F1}">
                  <asvg:svgBlip xmlns:asvg="http://schemas.microsoft.com/office/drawing/2016/SVG/main" r:embed="rId198"/>
                </a:ext>
              </a:extLst>
            </a:blip>
            <a:stretch>
              <a:fillRect/>
            </a:stretch>
          </p:blipFill>
          <p:spPr>
            <a:xfrm>
              <a:off x="7618345" y="3860664"/>
              <a:ext cx="214559" cy="214559"/>
            </a:xfrm>
            <a:prstGeom prst="rect">
              <a:avLst/>
            </a:prstGeom>
          </p:spPr>
        </p:pic>
        <p:pic>
          <p:nvPicPr>
            <p:cNvPr id="690" name="Graphique 689" descr="Blogue avec un remplissage uni">
              <a:extLst>
                <a:ext uri="{FF2B5EF4-FFF2-40B4-BE49-F238E27FC236}">
                  <a16:creationId xmlns:a16="http://schemas.microsoft.com/office/drawing/2014/main" id="{359FDD67-2BCB-4129-B4B3-8A79595F1A84}"/>
                </a:ext>
              </a:extLst>
            </p:cNvPr>
            <p:cNvPicPr>
              <a:picLocks noChangeAspect="1"/>
            </p:cNvPicPr>
            <p:nvPr/>
          </p:nvPicPr>
          <p:blipFill rotWithShape="1">
            <a:blip r:embed="rId195">
              <a:extLst>
                <a:ext uri="{28A0092B-C50C-407E-A947-70E740481C1C}">
                  <a14:useLocalDpi xmlns:a14="http://schemas.microsoft.com/office/drawing/2010/main" val="0"/>
                </a:ext>
                <a:ext uri="{96DAC541-7B7A-43D3-8B79-37D633B846F1}">
                  <asvg:svgBlip xmlns:asvg="http://schemas.microsoft.com/office/drawing/2016/SVG/main" r:embed="rId196"/>
                </a:ext>
              </a:extLst>
            </a:blip>
            <a:srcRect t="12848" b="15553"/>
            <a:stretch/>
          </p:blipFill>
          <p:spPr>
            <a:xfrm>
              <a:off x="10104110" y="3081361"/>
              <a:ext cx="262828" cy="176282"/>
            </a:xfrm>
            <a:prstGeom prst="rect">
              <a:avLst/>
            </a:prstGeom>
          </p:spPr>
        </p:pic>
        <p:pic>
          <p:nvPicPr>
            <p:cNvPr id="691" name="Graphique 690" descr="Signe pouce en haut avec un remplissage uni">
              <a:extLst>
                <a:ext uri="{FF2B5EF4-FFF2-40B4-BE49-F238E27FC236}">
                  <a16:creationId xmlns:a16="http://schemas.microsoft.com/office/drawing/2014/main" id="{72FB8092-0012-487F-A886-565D8E8809E4}"/>
                </a:ext>
              </a:extLst>
            </p:cNvPr>
            <p:cNvPicPr>
              <a:picLocks noChangeAspect="1"/>
            </p:cNvPicPr>
            <p:nvPr/>
          </p:nvPicPr>
          <p:blipFill>
            <a:blip r:embed="rId199">
              <a:extLst>
                <a:ext uri="{28A0092B-C50C-407E-A947-70E740481C1C}">
                  <a14:useLocalDpi xmlns:a14="http://schemas.microsoft.com/office/drawing/2010/main" val="0"/>
                </a:ext>
                <a:ext uri="{96DAC541-7B7A-43D3-8B79-37D633B846F1}">
                  <asvg:svgBlip xmlns:asvg="http://schemas.microsoft.com/office/drawing/2016/SVG/main" r:embed="rId200"/>
                </a:ext>
              </a:extLst>
            </a:blip>
            <a:stretch>
              <a:fillRect/>
            </a:stretch>
          </p:blipFill>
          <p:spPr>
            <a:xfrm flipH="1">
              <a:off x="10294873" y="3137434"/>
              <a:ext cx="171230" cy="155341"/>
            </a:xfrm>
            <a:prstGeom prst="rect">
              <a:avLst/>
            </a:prstGeom>
          </p:spPr>
        </p:pic>
      </p:grpSp>
      <p:grpSp>
        <p:nvGrpSpPr>
          <p:cNvPr id="54" name="Groupe 53">
            <a:extLst>
              <a:ext uri="{FF2B5EF4-FFF2-40B4-BE49-F238E27FC236}">
                <a16:creationId xmlns:a16="http://schemas.microsoft.com/office/drawing/2014/main" id="{B1A7FDF1-4236-4186-983F-9F0A40C8A0AD}"/>
              </a:ext>
            </a:extLst>
          </p:cNvPr>
          <p:cNvGrpSpPr/>
          <p:nvPr/>
        </p:nvGrpSpPr>
        <p:grpSpPr>
          <a:xfrm>
            <a:off x="4616349" y="4315326"/>
            <a:ext cx="1013981" cy="548040"/>
            <a:chOff x="5314655" y="3457046"/>
            <a:chExt cx="4128117" cy="2231179"/>
          </a:xfrm>
        </p:grpSpPr>
        <p:sp>
          <p:nvSpPr>
            <p:cNvPr id="698" name="Rectangle 697">
              <a:extLst>
                <a:ext uri="{FF2B5EF4-FFF2-40B4-BE49-F238E27FC236}">
                  <a16:creationId xmlns:a16="http://schemas.microsoft.com/office/drawing/2014/main" id="{521AB724-3065-4D72-AFDA-ADB1D6360D4B}"/>
                </a:ext>
              </a:extLst>
            </p:cNvPr>
            <p:cNvSpPr/>
            <p:nvPr/>
          </p:nvSpPr>
          <p:spPr>
            <a:xfrm>
              <a:off x="5314655" y="3457046"/>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99" name="Graphique 698" descr="Flèche : courbe légère avec un remplissage uni">
              <a:extLst>
                <a:ext uri="{FF2B5EF4-FFF2-40B4-BE49-F238E27FC236}">
                  <a16:creationId xmlns:a16="http://schemas.microsoft.com/office/drawing/2014/main" id="{72B88107-C766-419C-ADE3-7791F7B54789}"/>
                </a:ext>
              </a:extLst>
            </p:cNvPr>
            <p:cNvPicPr>
              <a:picLocks noChangeAspect="1"/>
            </p:cNvPicPr>
            <p:nvPr/>
          </p:nvPicPr>
          <p:blipFill>
            <a:blip r:embed="rId143">
              <a:extLst>
                <a:ext uri="{28A0092B-C50C-407E-A947-70E740481C1C}">
                  <a14:useLocalDpi xmlns:a14="http://schemas.microsoft.com/office/drawing/2010/main" val="0"/>
                </a:ext>
                <a:ext uri="{96DAC541-7B7A-43D3-8B79-37D633B846F1}">
                  <asvg:svgBlip xmlns:asvg="http://schemas.microsoft.com/office/drawing/2016/SVG/main" r:embed="rId144"/>
                </a:ext>
              </a:extLst>
            </a:blip>
            <a:stretch>
              <a:fillRect/>
            </a:stretch>
          </p:blipFill>
          <p:spPr>
            <a:xfrm rot="2577989" flipV="1">
              <a:off x="6289641" y="3742202"/>
              <a:ext cx="685139" cy="641816"/>
            </a:xfrm>
            <a:prstGeom prst="rect">
              <a:avLst/>
            </a:prstGeom>
          </p:spPr>
        </p:pic>
        <p:pic>
          <p:nvPicPr>
            <p:cNvPr id="700" name="Graphique 699" descr="Groupe avec un remplissage uni">
              <a:extLst>
                <a:ext uri="{FF2B5EF4-FFF2-40B4-BE49-F238E27FC236}">
                  <a16:creationId xmlns:a16="http://schemas.microsoft.com/office/drawing/2014/main" id="{E540C3FD-F15E-4EA1-A7F0-7E689CEB8202}"/>
                </a:ext>
              </a:extLst>
            </p:cNvPr>
            <p:cNvPicPr>
              <a:picLocks noChangeAspect="1"/>
            </p:cNvPicPr>
            <p:nvPr/>
          </p:nvPicPr>
          <p:blipFill>
            <a:blip r:embed="rId165">
              <a:extLst>
                <a:ext uri="{28A0092B-C50C-407E-A947-70E740481C1C}">
                  <a14:useLocalDpi xmlns:a14="http://schemas.microsoft.com/office/drawing/2010/main" val="0"/>
                </a:ext>
                <a:ext uri="{96DAC541-7B7A-43D3-8B79-37D633B846F1}">
                  <asvg:svgBlip xmlns:asvg="http://schemas.microsoft.com/office/drawing/2016/SVG/main" r:embed="rId166"/>
                </a:ext>
              </a:extLst>
            </a:blip>
            <a:stretch>
              <a:fillRect/>
            </a:stretch>
          </p:blipFill>
          <p:spPr>
            <a:xfrm>
              <a:off x="6786341" y="4042862"/>
              <a:ext cx="1119038" cy="1119038"/>
            </a:xfrm>
            <a:prstGeom prst="rect">
              <a:avLst/>
            </a:prstGeom>
          </p:spPr>
        </p:pic>
        <p:pic>
          <p:nvPicPr>
            <p:cNvPr id="701" name="Graphique 700" descr="Femme avec un remplissage uni">
              <a:extLst>
                <a:ext uri="{FF2B5EF4-FFF2-40B4-BE49-F238E27FC236}">
                  <a16:creationId xmlns:a16="http://schemas.microsoft.com/office/drawing/2014/main" id="{57B03C03-81A2-4C94-9E5F-178C1B001FAF}"/>
                </a:ext>
              </a:extLst>
            </p:cNvPr>
            <p:cNvPicPr>
              <a:picLocks noChangeAspect="1"/>
            </p:cNvPicPr>
            <p:nvPr/>
          </p:nvPicPr>
          <p:blipFill>
            <a:blip r:embed="rId201">
              <a:extLst>
                <a:ext uri="{28A0092B-C50C-407E-A947-70E740481C1C}">
                  <a14:useLocalDpi xmlns:a14="http://schemas.microsoft.com/office/drawing/2010/main" val="0"/>
                </a:ext>
                <a:ext uri="{96DAC541-7B7A-43D3-8B79-37D633B846F1}">
                  <asvg:svgBlip xmlns:asvg="http://schemas.microsoft.com/office/drawing/2016/SVG/main" r:embed="rId202"/>
                </a:ext>
              </a:extLst>
            </a:blip>
            <a:stretch>
              <a:fillRect/>
            </a:stretch>
          </p:blipFill>
          <p:spPr>
            <a:xfrm>
              <a:off x="5839598" y="3480127"/>
              <a:ext cx="628943" cy="628943"/>
            </a:xfrm>
            <a:prstGeom prst="rect">
              <a:avLst/>
            </a:prstGeom>
          </p:spPr>
        </p:pic>
        <p:pic>
          <p:nvPicPr>
            <p:cNvPr id="702" name="Graphique 701" descr="Homme avec un remplissage uni">
              <a:extLst>
                <a:ext uri="{FF2B5EF4-FFF2-40B4-BE49-F238E27FC236}">
                  <a16:creationId xmlns:a16="http://schemas.microsoft.com/office/drawing/2014/main" id="{38AEB0C7-474B-4D60-8A90-6D0C6CC6DBAD}"/>
                </a:ext>
              </a:extLst>
            </p:cNvPr>
            <p:cNvPicPr>
              <a:picLocks noChangeAspect="1"/>
            </p:cNvPicPr>
            <p:nvPr/>
          </p:nvPicPr>
          <p:blipFill>
            <a:blip r:embed="rId187">
              <a:extLst>
                <a:ext uri="{28A0092B-C50C-407E-A947-70E740481C1C}">
                  <a14:useLocalDpi xmlns:a14="http://schemas.microsoft.com/office/drawing/2010/main" val="0"/>
                </a:ext>
                <a:ext uri="{96DAC541-7B7A-43D3-8B79-37D633B846F1}">
                  <asvg:svgBlip xmlns:asvg="http://schemas.microsoft.com/office/drawing/2016/SVG/main" r:embed="rId188"/>
                </a:ext>
              </a:extLst>
            </a:blip>
            <a:stretch>
              <a:fillRect/>
            </a:stretch>
          </p:blipFill>
          <p:spPr>
            <a:xfrm>
              <a:off x="5804483" y="4967514"/>
              <a:ext cx="628943" cy="628943"/>
            </a:xfrm>
            <a:prstGeom prst="rect">
              <a:avLst/>
            </a:prstGeom>
          </p:spPr>
        </p:pic>
        <p:pic>
          <p:nvPicPr>
            <p:cNvPr id="703" name="Graphique 702" descr="Femme avec un remplissage uni">
              <a:extLst>
                <a:ext uri="{FF2B5EF4-FFF2-40B4-BE49-F238E27FC236}">
                  <a16:creationId xmlns:a16="http://schemas.microsoft.com/office/drawing/2014/main" id="{B4D9ED9F-458B-4DCE-B93E-938DA03B61A7}"/>
                </a:ext>
              </a:extLst>
            </p:cNvPr>
            <p:cNvPicPr>
              <a:picLocks noChangeAspect="1"/>
            </p:cNvPicPr>
            <p:nvPr/>
          </p:nvPicPr>
          <p:blipFill>
            <a:blip r:embed="rId201">
              <a:extLst>
                <a:ext uri="{28A0092B-C50C-407E-A947-70E740481C1C}">
                  <a14:useLocalDpi xmlns:a14="http://schemas.microsoft.com/office/drawing/2010/main" val="0"/>
                </a:ext>
                <a:ext uri="{96DAC541-7B7A-43D3-8B79-37D633B846F1}">
                  <asvg:svgBlip xmlns:asvg="http://schemas.microsoft.com/office/drawing/2016/SVG/main" r:embed="rId202"/>
                </a:ext>
              </a:extLst>
            </a:blip>
            <a:stretch>
              <a:fillRect/>
            </a:stretch>
          </p:blipFill>
          <p:spPr>
            <a:xfrm>
              <a:off x="8208319" y="4983515"/>
              <a:ext cx="628943" cy="628943"/>
            </a:xfrm>
            <a:prstGeom prst="rect">
              <a:avLst/>
            </a:prstGeom>
          </p:spPr>
        </p:pic>
        <p:pic>
          <p:nvPicPr>
            <p:cNvPr id="704" name="Graphique 703" descr="Homme avec un remplissage uni">
              <a:extLst>
                <a:ext uri="{FF2B5EF4-FFF2-40B4-BE49-F238E27FC236}">
                  <a16:creationId xmlns:a16="http://schemas.microsoft.com/office/drawing/2014/main" id="{9986FA72-FE2B-4981-8FA1-81F5ABED6F94}"/>
                </a:ext>
              </a:extLst>
            </p:cNvPr>
            <p:cNvPicPr>
              <a:picLocks noChangeAspect="1"/>
            </p:cNvPicPr>
            <p:nvPr/>
          </p:nvPicPr>
          <p:blipFill>
            <a:blip r:embed="rId187">
              <a:extLst>
                <a:ext uri="{28A0092B-C50C-407E-A947-70E740481C1C}">
                  <a14:useLocalDpi xmlns:a14="http://schemas.microsoft.com/office/drawing/2010/main" val="0"/>
                </a:ext>
                <a:ext uri="{96DAC541-7B7A-43D3-8B79-37D633B846F1}">
                  <asvg:svgBlip xmlns:asvg="http://schemas.microsoft.com/office/drawing/2016/SVG/main" r:embed="rId188"/>
                </a:ext>
              </a:extLst>
            </a:blip>
            <a:stretch>
              <a:fillRect/>
            </a:stretch>
          </p:blipFill>
          <p:spPr>
            <a:xfrm>
              <a:off x="8267184" y="3502616"/>
              <a:ext cx="628943" cy="628943"/>
            </a:xfrm>
            <a:prstGeom prst="rect">
              <a:avLst/>
            </a:prstGeom>
          </p:spPr>
        </p:pic>
        <p:pic>
          <p:nvPicPr>
            <p:cNvPr id="705" name="Graphique 704" descr="Flèche : courbe légère avec un remplissage uni">
              <a:extLst>
                <a:ext uri="{FF2B5EF4-FFF2-40B4-BE49-F238E27FC236}">
                  <a16:creationId xmlns:a16="http://schemas.microsoft.com/office/drawing/2014/main" id="{B93842F5-0537-49E7-8B7B-F621B55D6FB0}"/>
                </a:ext>
              </a:extLst>
            </p:cNvPr>
            <p:cNvPicPr>
              <a:picLocks noChangeAspect="1"/>
            </p:cNvPicPr>
            <p:nvPr/>
          </p:nvPicPr>
          <p:blipFill>
            <a:blip r:embed="rId143">
              <a:extLst>
                <a:ext uri="{28A0092B-C50C-407E-A947-70E740481C1C}">
                  <a14:useLocalDpi xmlns:a14="http://schemas.microsoft.com/office/drawing/2010/main" val="0"/>
                </a:ext>
                <a:ext uri="{96DAC541-7B7A-43D3-8B79-37D633B846F1}">
                  <asvg:svgBlip xmlns:asvg="http://schemas.microsoft.com/office/drawing/2016/SVG/main" r:embed="rId144"/>
                </a:ext>
              </a:extLst>
            </a:blip>
            <a:stretch>
              <a:fillRect/>
            </a:stretch>
          </p:blipFill>
          <p:spPr>
            <a:xfrm rot="19867411">
              <a:off x="6292750" y="4950413"/>
              <a:ext cx="685139" cy="737812"/>
            </a:xfrm>
            <a:prstGeom prst="rect">
              <a:avLst/>
            </a:prstGeom>
          </p:spPr>
        </p:pic>
        <p:pic>
          <p:nvPicPr>
            <p:cNvPr id="706" name="Graphique 705" descr="Flèche : courbe légère avec un remplissage uni">
              <a:extLst>
                <a:ext uri="{FF2B5EF4-FFF2-40B4-BE49-F238E27FC236}">
                  <a16:creationId xmlns:a16="http://schemas.microsoft.com/office/drawing/2014/main" id="{2642FBC6-EE69-44ED-855E-40AE49187ED3}"/>
                </a:ext>
              </a:extLst>
            </p:cNvPr>
            <p:cNvPicPr>
              <a:picLocks noChangeAspect="1"/>
            </p:cNvPicPr>
            <p:nvPr/>
          </p:nvPicPr>
          <p:blipFill>
            <a:blip r:embed="rId143">
              <a:extLst>
                <a:ext uri="{28A0092B-C50C-407E-A947-70E740481C1C}">
                  <a14:useLocalDpi xmlns:a14="http://schemas.microsoft.com/office/drawing/2010/main" val="0"/>
                </a:ext>
                <a:ext uri="{96DAC541-7B7A-43D3-8B79-37D633B846F1}">
                  <asvg:svgBlip xmlns:asvg="http://schemas.microsoft.com/office/drawing/2016/SVG/main" r:embed="rId144"/>
                </a:ext>
              </a:extLst>
            </a:blip>
            <a:stretch>
              <a:fillRect/>
            </a:stretch>
          </p:blipFill>
          <p:spPr>
            <a:xfrm rot="11715266" flipV="1">
              <a:off x="7675171" y="4883557"/>
              <a:ext cx="685139" cy="641816"/>
            </a:xfrm>
            <a:prstGeom prst="rect">
              <a:avLst/>
            </a:prstGeom>
          </p:spPr>
        </p:pic>
        <p:pic>
          <p:nvPicPr>
            <p:cNvPr id="707" name="Graphique 706" descr="Flèche : courbe légère avec un remplissage uni">
              <a:extLst>
                <a:ext uri="{FF2B5EF4-FFF2-40B4-BE49-F238E27FC236}">
                  <a16:creationId xmlns:a16="http://schemas.microsoft.com/office/drawing/2014/main" id="{086DAE6D-68F0-48A8-A98C-5D2E4978A520}"/>
                </a:ext>
              </a:extLst>
            </p:cNvPr>
            <p:cNvPicPr>
              <a:picLocks noChangeAspect="1"/>
            </p:cNvPicPr>
            <p:nvPr/>
          </p:nvPicPr>
          <p:blipFill>
            <a:blip r:embed="rId143">
              <a:extLst>
                <a:ext uri="{28A0092B-C50C-407E-A947-70E740481C1C}">
                  <a14:useLocalDpi xmlns:a14="http://schemas.microsoft.com/office/drawing/2010/main" val="0"/>
                </a:ext>
                <a:ext uri="{96DAC541-7B7A-43D3-8B79-37D633B846F1}">
                  <asvg:svgBlip xmlns:asvg="http://schemas.microsoft.com/office/drawing/2016/SVG/main" r:embed="rId144"/>
                </a:ext>
              </a:extLst>
            </a:blip>
            <a:stretch>
              <a:fillRect/>
            </a:stretch>
          </p:blipFill>
          <p:spPr>
            <a:xfrm rot="8654848">
              <a:off x="7710968" y="3669054"/>
              <a:ext cx="685139" cy="737812"/>
            </a:xfrm>
            <a:prstGeom prst="rect">
              <a:avLst/>
            </a:prstGeom>
          </p:spPr>
        </p:pic>
      </p:grpSp>
      <p:grpSp>
        <p:nvGrpSpPr>
          <p:cNvPr id="55" name="Groupe 54">
            <a:extLst>
              <a:ext uri="{FF2B5EF4-FFF2-40B4-BE49-F238E27FC236}">
                <a16:creationId xmlns:a16="http://schemas.microsoft.com/office/drawing/2014/main" id="{81618B02-9D7D-46EC-A1BE-55FE78C7F8BB}"/>
              </a:ext>
            </a:extLst>
          </p:cNvPr>
          <p:cNvGrpSpPr/>
          <p:nvPr/>
        </p:nvGrpSpPr>
        <p:grpSpPr>
          <a:xfrm>
            <a:off x="4876731" y="882830"/>
            <a:ext cx="953530" cy="512648"/>
            <a:chOff x="5697379" y="3765789"/>
            <a:chExt cx="4128117" cy="2219407"/>
          </a:xfrm>
        </p:grpSpPr>
        <p:sp>
          <p:nvSpPr>
            <p:cNvPr id="721" name="Rectangle 720">
              <a:extLst>
                <a:ext uri="{FF2B5EF4-FFF2-40B4-BE49-F238E27FC236}">
                  <a16:creationId xmlns:a16="http://schemas.microsoft.com/office/drawing/2014/main" id="{79CD648D-7641-4BAA-9807-1B6A51669864}"/>
                </a:ext>
              </a:extLst>
            </p:cNvPr>
            <p:cNvSpPr/>
            <p:nvPr/>
          </p:nvSpPr>
          <p:spPr>
            <a:xfrm>
              <a:off x="5697379" y="3765789"/>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22" name="Graphique 721" descr="Flèche : courbe légère avec un remplissage uni">
              <a:extLst>
                <a:ext uri="{FF2B5EF4-FFF2-40B4-BE49-F238E27FC236}">
                  <a16:creationId xmlns:a16="http://schemas.microsoft.com/office/drawing/2014/main" id="{B99E1C35-EBD8-4BBA-9069-53B63173C6D6}"/>
                </a:ext>
              </a:extLst>
            </p:cNvPr>
            <p:cNvPicPr>
              <a:picLocks noChangeAspect="1"/>
            </p:cNvPicPr>
            <p:nvPr/>
          </p:nvPicPr>
          <p:blipFill>
            <a:blip r:embed="rId143">
              <a:extLst>
                <a:ext uri="{28A0092B-C50C-407E-A947-70E740481C1C}">
                  <a14:useLocalDpi xmlns:a14="http://schemas.microsoft.com/office/drawing/2010/main" val="0"/>
                </a:ext>
                <a:ext uri="{96DAC541-7B7A-43D3-8B79-37D633B846F1}">
                  <asvg:svgBlip xmlns:asvg="http://schemas.microsoft.com/office/drawing/2016/SVG/main" r:embed="rId144"/>
                </a:ext>
              </a:extLst>
            </a:blip>
            <a:stretch>
              <a:fillRect/>
            </a:stretch>
          </p:blipFill>
          <p:spPr>
            <a:xfrm rot="2577989" flipV="1">
              <a:off x="6672365" y="4050945"/>
              <a:ext cx="685139" cy="641816"/>
            </a:xfrm>
            <a:prstGeom prst="rect">
              <a:avLst/>
            </a:prstGeom>
          </p:spPr>
        </p:pic>
        <p:pic>
          <p:nvPicPr>
            <p:cNvPr id="723" name="Graphique 722" descr="Flèche : courbe légère avec un remplissage uni">
              <a:extLst>
                <a:ext uri="{FF2B5EF4-FFF2-40B4-BE49-F238E27FC236}">
                  <a16:creationId xmlns:a16="http://schemas.microsoft.com/office/drawing/2014/main" id="{E1B31FAD-992A-4CB9-8B38-0B53F2E6A321}"/>
                </a:ext>
              </a:extLst>
            </p:cNvPr>
            <p:cNvPicPr>
              <a:picLocks noChangeAspect="1"/>
            </p:cNvPicPr>
            <p:nvPr/>
          </p:nvPicPr>
          <p:blipFill rotWithShape="1">
            <a:blip r:embed="rId143">
              <a:extLst>
                <a:ext uri="{28A0092B-C50C-407E-A947-70E740481C1C}">
                  <a14:useLocalDpi xmlns:a14="http://schemas.microsoft.com/office/drawing/2010/main" val="0"/>
                </a:ext>
                <a:ext uri="{96DAC541-7B7A-43D3-8B79-37D633B846F1}">
                  <asvg:svgBlip xmlns:asvg="http://schemas.microsoft.com/office/drawing/2016/SVG/main" r:embed="rId144"/>
                </a:ext>
              </a:extLst>
            </a:blip>
            <a:srcRect b="28407"/>
            <a:stretch/>
          </p:blipFill>
          <p:spPr>
            <a:xfrm rot="19867411">
              <a:off x="6625348" y="5212546"/>
              <a:ext cx="685139" cy="528224"/>
            </a:xfrm>
            <a:prstGeom prst="rect">
              <a:avLst/>
            </a:prstGeom>
          </p:spPr>
        </p:pic>
        <p:pic>
          <p:nvPicPr>
            <p:cNvPr id="724" name="Graphique 723" descr="Flèche : courbe légère avec un remplissage uni">
              <a:extLst>
                <a:ext uri="{FF2B5EF4-FFF2-40B4-BE49-F238E27FC236}">
                  <a16:creationId xmlns:a16="http://schemas.microsoft.com/office/drawing/2014/main" id="{B3077BFE-419A-4C62-8F1E-5A93281B0846}"/>
                </a:ext>
              </a:extLst>
            </p:cNvPr>
            <p:cNvPicPr>
              <a:picLocks noChangeAspect="1"/>
            </p:cNvPicPr>
            <p:nvPr/>
          </p:nvPicPr>
          <p:blipFill>
            <a:blip r:embed="rId143">
              <a:extLst>
                <a:ext uri="{28A0092B-C50C-407E-A947-70E740481C1C}">
                  <a14:useLocalDpi xmlns:a14="http://schemas.microsoft.com/office/drawing/2010/main" val="0"/>
                </a:ext>
                <a:ext uri="{96DAC541-7B7A-43D3-8B79-37D633B846F1}">
                  <asvg:svgBlip xmlns:asvg="http://schemas.microsoft.com/office/drawing/2016/SVG/main" r:embed="rId144"/>
                </a:ext>
              </a:extLst>
            </a:blip>
            <a:stretch>
              <a:fillRect/>
            </a:stretch>
          </p:blipFill>
          <p:spPr>
            <a:xfrm rot="11715266" flipV="1">
              <a:off x="8057895" y="5192300"/>
              <a:ext cx="685139" cy="641816"/>
            </a:xfrm>
            <a:prstGeom prst="rect">
              <a:avLst/>
            </a:prstGeom>
          </p:spPr>
        </p:pic>
        <p:pic>
          <p:nvPicPr>
            <p:cNvPr id="725" name="Graphique 724" descr="Flèche : courbe légère avec un remplissage uni">
              <a:extLst>
                <a:ext uri="{FF2B5EF4-FFF2-40B4-BE49-F238E27FC236}">
                  <a16:creationId xmlns:a16="http://schemas.microsoft.com/office/drawing/2014/main" id="{F9062948-5461-485B-A70B-21BB7150318D}"/>
                </a:ext>
              </a:extLst>
            </p:cNvPr>
            <p:cNvPicPr>
              <a:picLocks noChangeAspect="1"/>
            </p:cNvPicPr>
            <p:nvPr/>
          </p:nvPicPr>
          <p:blipFill>
            <a:blip r:embed="rId143">
              <a:extLst>
                <a:ext uri="{28A0092B-C50C-407E-A947-70E740481C1C}">
                  <a14:useLocalDpi xmlns:a14="http://schemas.microsoft.com/office/drawing/2010/main" val="0"/>
                </a:ext>
                <a:ext uri="{96DAC541-7B7A-43D3-8B79-37D633B846F1}">
                  <asvg:svgBlip xmlns:asvg="http://schemas.microsoft.com/office/drawing/2016/SVG/main" r:embed="rId144"/>
                </a:ext>
              </a:extLst>
            </a:blip>
            <a:stretch>
              <a:fillRect/>
            </a:stretch>
          </p:blipFill>
          <p:spPr>
            <a:xfrm rot="8654848">
              <a:off x="8093692" y="3977797"/>
              <a:ext cx="685139" cy="737812"/>
            </a:xfrm>
            <a:prstGeom prst="rect">
              <a:avLst/>
            </a:prstGeom>
          </p:spPr>
        </p:pic>
        <p:pic>
          <p:nvPicPr>
            <p:cNvPr id="726" name="Graphique 725" descr="Groupe avec un remplissage uni">
              <a:extLst>
                <a:ext uri="{FF2B5EF4-FFF2-40B4-BE49-F238E27FC236}">
                  <a16:creationId xmlns:a16="http://schemas.microsoft.com/office/drawing/2014/main" id="{F3A62A8C-5592-4FAE-ACCA-86165CDAA42D}"/>
                </a:ext>
              </a:extLst>
            </p:cNvPr>
            <p:cNvPicPr>
              <a:picLocks noChangeAspect="1"/>
            </p:cNvPicPr>
            <p:nvPr/>
          </p:nvPicPr>
          <p:blipFill>
            <a:blip r:embed="rId165">
              <a:extLst>
                <a:ext uri="{28A0092B-C50C-407E-A947-70E740481C1C}">
                  <a14:useLocalDpi xmlns:a14="http://schemas.microsoft.com/office/drawing/2010/main" val="0"/>
                </a:ext>
                <a:ext uri="{96DAC541-7B7A-43D3-8B79-37D633B846F1}">
                  <asvg:svgBlip xmlns:asvg="http://schemas.microsoft.com/office/drawing/2016/SVG/main" r:embed="rId166"/>
                </a:ext>
              </a:extLst>
            </a:blip>
            <a:stretch>
              <a:fillRect/>
            </a:stretch>
          </p:blipFill>
          <p:spPr>
            <a:xfrm>
              <a:off x="8746474" y="3771055"/>
              <a:ext cx="808764" cy="808764"/>
            </a:xfrm>
            <a:prstGeom prst="rect">
              <a:avLst/>
            </a:prstGeom>
          </p:spPr>
        </p:pic>
        <p:pic>
          <p:nvPicPr>
            <p:cNvPr id="727" name="Graphique 726" descr="Groupe avec un remplissage uni">
              <a:extLst>
                <a:ext uri="{FF2B5EF4-FFF2-40B4-BE49-F238E27FC236}">
                  <a16:creationId xmlns:a16="http://schemas.microsoft.com/office/drawing/2014/main" id="{702E590C-4E0F-4FA7-8C75-C7B1BBA36FF0}"/>
                </a:ext>
              </a:extLst>
            </p:cNvPr>
            <p:cNvPicPr>
              <a:picLocks noChangeAspect="1"/>
            </p:cNvPicPr>
            <p:nvPr/>
          </p:nvPicPr>
          <p:blipFill>
            <a:blip r:embed="rId165">
              <a:extLst>
                <a:ext uri="{28A0092B-C50C-407E-A947-70E740481C1C}">
                  <a14:useLocalDpi xmlns:a14="http://schemas.microsoft.com/office/drawing/2010/main" val="0"/>
                </a:ext>
                <a:ext uri="{96DAC541-7B7A-43D3-8B79-37D633B846F1}">
                  <asvg:svgBlip xmlns:asvg="http://schemas.microsoft.com/office/drawing/2016/SVG/main" r:embed="rId166"/>
                </a:ext>
              </a:extLst>
            </a:blip>
            <a:stretch>
              <a:fillRect/>
            </a:stretch>
          </p:blipFill>
          <p:spPr>
            <a:xfrm>
              <a:off x="8765951" y="5145379"/>
              <a:ext cx="808764" cy="808764"/>
            </a:xfrm>
            <a:prstGeom prst="rect">
              <a:avLst/>
            </a:prstGeom>
          </p:spPr>
        </p:pic>
        <p:pic>
          <p:nvPicPr>
            <p:cNvPr id="728" name="Graphique 727" descr="Groupe avec un remplissage uni">
              <a:extLst>
                <a:ext uri="{FF2B5EF4-FFF2-40B4-BE49-F238E27FC236}">
                  <a16:creationId xmlns:a16="http://schemas.microsoft.com/office/drawing/2014/main" id="{5EC5D5E8-1553-4780-9134-5A3B48C41CA7}"/>
                </a:ext>
              </a:extLst>
            </p:cNvPr>
            <p:cNvPicPr>
              <a:picLocks noChangeAspect="1"/>
            </p:cNvPicPr>
            <p:nvPr/>
          </p:nvPicPr>
          <p:blipFill>
            <a:blip r:embed="rId165">
              <a:extLst>
                <a:ext uri="{28A0092B-C50C-407E-A947-70E740481C1C}">
                  <a14:useLocalDpi xmlns:a14="http://schemas.microsoft.com/office/drawing/2010/main" val="0"/>
                </a:ext>
                <a:ext uri="{96DAC541-7B7A-43D3-8B79-37D633B846F1}">
                  <asvg:svgBlip xmlns:asvg="http://schemas.microsoft.com/office/drawing/2016/SVG/main" r:embed="rId166"/>
                </a:ext>
              </a:extLst>
            </a:blip>
            <a:stretch>
              <a:fillRect/>
            </a:stretch>
          </p:blipFill>
          <p:spPr>
            <a:xfrm>
              <a:off x="5895077" y="5108826"/>
              <a:ext cx="808764" cy="808764"/>
            </a:xfrm>
            <a:prstGeom prst="rect">
              <a:avLst/>
            </a:prstGeom>
          </p:spPr>
        </p:pic>
        <p:pic>
          <p:nvPicPr>
            <p:cNvPr id="729" name="Graphique 728" descr="Groupe avec un remplissage uni">
              <a:extLst>
                <a:ext uri="{FF2B5EF4-FFF2-40B4-BE49-F238E27FC236}">
                  <a16:creationId xmlns:a16="http://schemas.microsoft.com/office/drawing/2014/main" id="{45AD231A-CCAD-48DE-8C41-6B8E1AADFE0B}"/>
                </a:ext>
              </a:extLst>
            </p:cNvPr>
            <p:cNvPicPr>
              <a:picLocks noChangeAspect="1"/>
            </p:cNvPicPr>
            <p:nvPr/>
          </p:nvPicPr>
          <p:blipFill>
            <a:blip r:embed="rId165">
              <a:extLst>
                <a:ext uri="{28A0092B-C50C-407E-A947-70E740481C1C}">
                  <a14:useLocalDpi xmlns:a14="http://schemas.microsoft.com/office/drawing/2010/main" val="0"/>
                </a:ext>
                <a:ext uri="{96DAC541-7B7A-43D3-8B79-37D633B846F1}">
                  <asvg:svgBlip xmlns:asvg="http://schemas.microsoft.com/office/drawing/2016/SVG/main" r:embed="rId166"/>
                </a:ext>
              </a:extLst>
            </a:blip>
            <a:stretch>
              <a:fillRect/>
            </a:stretch>
          </p:blipFill>
          <p:spPr>
            <a:xfrm>
              <a:off x="5883510" y="3796067"/>
              <a:ext cx="808764" cy="808764"/>
            </a:xfrm>
            <a:prstGeom prst="rect">
              <a:avLst/>
            </a:prstGeom>
          </p:spPr>
        </p:pic>
        <p:grpSp>
          <p:nvGrpSpPr>
            <p:cNvPr id="730" name="Groupe 729">
              <a:extLst>
                <a:ext uri="{FF2B5EF4-FFF2-40B4-BE49-F238E27FC236}">
                  <a16:creationId xmlns:a16="http://schemas.microsoft.com/office/drawing/2014/main" id="{ABE20012-23AF-47A9-BEEA-D691362A253C}"/>
                </a:ext>
              </a:extLst>
            </p:cNvPr>
            <p:cNvGrpSpPr/>
            <p:nvPr/>
          </p:nvGrpSpPr>
          <p:grpSpPr>
            <a:xfrm>
              <a:off x="7232742" y="4682663"/>
              <a:ext cx="1006503" cy="633205"/>
              <a:chOff x="6989470" y="1452253"/>
              <a:chExt cx="2968717" cy="1867662"/>
            </a:xfrm>
            <a:solidFill>
              <a:srgbClr val="ED7D31"/>
            </a:solidFill>
          </p:grpSpPr>
          <p:pic>
            <p:nvPicPr>
              <p:cNvPr id="731" name="Graphique 730" descr="Groupe de personnes avec un remplissage uni">
                <a:extLst>
                  <a:ext uri="{FF2B5EF4-FFF2-40B4-BE49-F238E27FC236}">
                    <a16:creationId xmlns:a16="http://schemas.microsoft.com/office/drawing/2014/main" id="{E0CD5B5D-857C-4AC9-AE22-CCCC55CC728F}"/>
                  </a:ext>
                </a:extLst>
              </p:cNvPr>
              <p:cNvPicPr>
                <a:picLocks noChangeAspect="1"/>
              </p:cNvPicPr>
              <p:nvPr/>
            </p:nvPicPr>
            <p:blipFill>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tretch>
                <a:fillRect/>
              </a:stretch>
            </p:blipFill>
            <p:spPr>
              <a:xfrm>
                <a:off x="6989470" y="1452253"/>
                <a:ext cx="1867662" cy="1867662"/>
              </a:xfrm>
              <a:prstGeom prst="rect">
                <a:avLst/>
              </a:prstGeom>
            </p:spPr>
          </p:pic>
          <p:pic>
            <p:nvPicPr>
              <p:cNvPr id="732" name="Graphique 731" descr="Groupe de personnes avec un remplissage uni">
                <a:extLst>
                  <a:ext uri="{FF2B5EF4-FFF2-40B4-BE49-F238E27FC236}">
                    <a16:creationId xmlns:a16="http://schemas.microsoft.com/office/drawing/2014/main" id="{D52CCEB7-63F3-4CA3-946C-AC4CF1DB7861}"/>
                  </a:ext>
                </a:extLst>
              </p:cNvPr>
              <p:cNvPicPr>
                <a:picLocks noChangeAspect="1"/>
              </p:cNvPicPr>
              <p:nvPr/>
            </p:nvPicPr>
            <p:blipFill rotWithShape="1">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rcRect t="65384"/>
              <a:stretch/>
            </p:blipFill>
            <p:spPr>
              <a:xfrm>
                <a:off x="8090525" y="1513565"/>
                <a:ext cx="1867662" cy="651367"/>
              </a:xfrm>
              <a:prstGeom prst="rect">
                <a:avLst/>
              </a:prstGeom>
            </p:spPr>
          </p:pic>
          <p:pic>
            <p:nvPicPr>
              <p:cNvPr id="733" name="Graphique 732" descr="Groupe de personnes avec un remplissage uni">
                <a:extLst>
                  <a:ext uri="{FF2B5EF4-FFF2-40B4-BE49-F238E27FC236}">
                    <a16:creationId xmlns:a16="http://schemas.microsoft.com/office/drawing/2014/main" id="{6341F350-9A85-4C69-B118-6325FF5BF1E0}"/>
                  </a:ext>
                </a:extLst>
              </p:cNvPr>
              <p:cNvPicPr>
                <a:picLocks noChangeAspect="1"/>
              </p:cNvPicPr>
              <p:nvPr/>
            </p:nvPicPr>
            <p:blipFill rotWithShape="1">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rcRect t="65384" r="30495"/>
              <a:stretch/>
            </p:blipFill>
            <p:spPr>
              <a:xfrm>
                <a:off x="8316394" y="2091056"/>
                <a:ext cx="1298123" cy="651367"/>
              </a:xfrm>
              <a:prstGeom prst="rect">
                <a:avLst/>
              </a:prstGeom>
            </p:spPr>
          </p:pic>
          <p:pic>
            <p:nvPicPr>
              <p:cNvPr id="734" name="Graphique 733" descr="Groupe de personnes avec un remplissage uni">
                <a:extLst>
                  <a:ext uri="{FF2B5EF4-FFF2-40B4-BE49-F238E27FC236}">
                    <a16:creationId xmlns:a16="http://schemas.microsoft.com/office/drawing/2014/main" id="{FD8CF7FC-CD99-40A3-9636-E53256AC4325}"/>
                  </a:ext>
                </a:extLst>
              </p:cNvPr>
              <p:cNvPicPr>
                <a:picLocks noChangeAspect="1"/>
              </p:cNvPicPr>
              <p:nvPr/>
            </p:nvPicPr>
            <p:blipFill rotWithShape="1">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rcRect t="65384" r="65831"/>
              <a:stretch/>
            </p:blipFill>
            <p:spPr>
              <a:xfrm>
                <a:off x="6989470" y="1513565"/>
                <a:ext cx="638169" cy="651367"/>
              </a:xfrm>
              <a:prstGeom prst="rect">
                <a:avLst/>
              </a:prstGeom>
            </p:spPr>
          </p:pic>
          <p:pic>
            <p:nvPicPr>
              <p:cNvPr id="735" name="Graphique 734" descr="Groupe de personnes avec un remplissage uni">
                <a:extLst>
                  <a:ext uri="{FF2B5EF4-FFF2-40B4-BE49-F238E27FC236}">
                    <a16:creationId xmlns:a16="http://schemas.microsoft.com/office/drawing/2014/main" id="{1B27E356-9B03-4126-8143-B6F7CE47B9D0}"/>
                  </a:ext>
                </a:extLst>
              </p:cNvPr>
              <p:cNvPicPr>
                <a:picLocks noChangeAspect="1"/>
              </p:cNvPicPr>
              <p:nvPr/>
            </p:nvPicPr>
            <p:blipFill rotWithShape="1">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rcRect t="65384" r="30495"/>
              <a:stretch/>
            </p:blipFill>
            <p:spPr>
              <a:xfrm>
                <a:off x="8498660" y="2653414"/>
                <a:ext cx="1298123" cy="651367"/>
              </a:xfrm>
              <a:prstGeom prst="rect">
                <a:avLst/>
              </a:prstGeom>
            </p:spPr>
          </p:pic>
        </p:grpSp>
        <p:pic>
          <p:nvPicPr>
            <p:cNvPr id="736" name="Graphique 735" descr="Groupe avec un remplissage uni">
              <a:extLst>
                <a:ext uri="{FF2B5EF4-FFF2-40B4-BE49-F238E27FC236}">
                  <a16:creationId xmlns:a16="http://schemas.microsoft.com/office/drawing/2014/main" id="{A278477A-5DC4-4A86-A26A-95E890366DEE}"/>
                </a:ext>
              </a:extLst>
            </p:cNvPr>
            <p:cNvPicPr>
              <a:picLocks noChangeAspect="1"/>
            </p:cNvPicPr>
            <p:nvPr/>
          </p:nvPicPr>
          <p:blipFill>
            <a:blip r:embed="rId165">
              <a:extLst>
                <a:ext uri="{28A0092B-C50C-407E-A947-70E740481C1C}">
                  <a14:useLocalDpi xmlns:a14="http://schemas.microsoft.com/office/drawing/2010/main" val="0"/>
                </a:ext>
                <a:ext uri="{96DAC541-7B7A-43D3-8B79-37D633B846F1}">
                  <asvg:svgBlip xmlns:asvg="http://schemas.microsoft.com/office/drawing/2016/SVG/main" r:embed="rId166"/>
                </a:ext>
              </a:extLst>
            </a:blip>
            <a:stretch>
              <a:fillRect/>
            </a:stretch>
          </p:blipFill>
          <p:spPr>
            <a:xfrm>
              <a:off x="9013729" y="4172563"/>
              <a:ext cx="808764" cy="808764"/>
            </a:xfrm>
            <a:prstGeom prst="rect">
              <a:avLst/>
            </a:prstGeom>
          </p:spPr>
        </p:pic>
        <p:pic>
          <p:nvPicPr>
            <p:cNvPr id="737" name="Graphique 736" descr="Groupe avec un remplissage uni">
              <a:extLst>
                <a:ext uri="{FF2B5EF4-FFF2-40B4-BE49-F238E27FC236}">
                  <a16:creationId xmlns:a16="http://schemas.microsoft.com/office/drawing/2014/main" id="{A162B78D-3819-4CE9-AB2F-BFF941431B18}"/>
                </a:ext>
              </a:extLst>
            </p:cNvPr>
            <p:cNvPicPr>
              <a:picLocks noChangeAspect="1"/>
            </p:cNvPicPr>
            <p:nvPr/>
          </p:nvPicPr>
          <p:blipFill>
            <a:blip r:embed="rId165">
              <a:extLst>
                <a:ext uri="{28A0092B-C50C-407E-A947-70E740481C1C}">
                  <a14:useLocalDpi xmlns:a14="http://schemas.microsoft.com/office/drawing/2010/main" val="0"/>
                </a:ext>
                <a:ext uri="{96DAC541-7B7A-43D3-8B79-37D633B846F1}">
                  <asvg:svgBlip xmlns:asvg="http://schemas.microsoft.com/office/drawing/2016/SVG/main" r:embed="rId166"/>
                </a:ext>
              </a:extLst>
            </a:blip>
            <a:stretch>
              <a:fillRect/>
            </a:stretch>
          </p:blipFill>
          <p:spPr>
            <a:xfrm>
              <a:off x="5815093" y="4182004"/>
              <a:ext cx="808764" cy="808764"/>
            </a:xfrm>
            <a:prstGeom prst="rect">
              <a:avLst/>
            </a:prstGeom>
          </p:spPr>
        </p:pic>
        <p:pic>
          <p:nvPicPr>
            <p:cNvPr id="738" name="Graphique 737" descr="Groupe avec un remplissage uni">
              <a:extLst>
                <a:ext uri="{FF2B5EF4-FFF2-40B4-BE49-F238E27FC236}">
                  <a16:creationId xmlns:a16="http://schemas.microsoft.com/office/drawing/2014/main" id="{68356196-C170-4950-A930-510958BE522D}"/>
                </a:ext>
              </a:extLst>
            </p:cNvPr>
            <p:cNvPicPr>
              <a:picLocks noChangeAspect="1"/>
            </p:cNvPicPr>
            <p:nvPr/>
          </p:nvPicPr>
          <p:blipFill>
            <a:blip r:embed="rId165">
              <a:extLst>
                <a:ext uri="{28A0092B-C50C-407E-A947-70E740481C1C}">
                  <a14:useLocalDpi xmlns:a14="http://schemas.microsoft.com/office/drawing/2010/main" val="0"/>
                </a:ext>
                <a:ext uri="{96DAC541-7B7A-43D3-8B79-37D633B846F1}">
                  <asvg:svgBlip xmlns:asvg="http://schemas.microsoft.com/office/drawing/2016/SVG/main" r:embed="rId166"/>
                </a:ext>
              </a:extLst>
            </a:blip>
            <a:stretch>
              <a:fillRect/>
            </a:stretch>
          </p:blipFill>
          <p:spPr>
            <a:xfrm>
              <a:off x="8903129" y="4954450"/>
              <a:ext cx="808764" cy="808764"/>
            </a:xfrm>
            <a:prstGeom prst="rect">
              <a:avLst/>
            </a:prstGeom>
          </p:spPr>
        </p:pic>
      </p:grpSp>
      <p:grpSp>
        <p:nvGrpSpPr>
          <p:cNvPr id="57" name="Groupe 56">
            <a:extLst>
              <a:ext uri="{FF2B5EF4-FFF2-40B4-BE49-F238E27FC236}">
                <a16:creationId xmlns:a16="http://schemas.microsoft.com/office/drawing/2014/main" id="{2E280BEC-7E27-4A84-A2A0-6EB5F7B25AD6}"/>
              </a:ext>
            </a:extLst>
          </p:cNvPr>
          <p:cNvGrpSpPr/>
          <p:nvPr/>
        </p:nvGrpSpPr>
        <p:grpSpPr>
          <a:xfrm>
            <a:off x="264188" y="1528124"/>
            <a:ext cx="1945195" cy="1045799"/>
            <a:chOff x="4652621" y="3942191"/>
            <a:chExt cx="4128117" cy="2219407"/>
          </a:xfrm>
        </p:grpSpPr>
        <p:sp>
          <p:nvSpPr>
            <p:cNvPr id="766" name="Rectangle 765">
              <a:extLst>
                <a:ext uri="{FF2B5EF4-FFF2-40B4-BE49-F238E27FC236}">
                  <a16:creationId xmlns:a16="http://schemas.microsoft.com/office/drawing/2014/main" id="{962A0D58-3552-48F0-8D57-884AAF4EB3FA}"/>
                </a:ext>
              </a:extLst>
            </p:cNvPr>
            <p:cNvSpPr/>
            <p:nvPr/>
          </p:nvSpPr>
          <p:spPr>
            <a:xfrm>
              <a:off x="4652621" y="3942191"/>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67" name="Image 766">
              <a:extLst>
                <a:ext uri="{FF2B5EF4-FFF2-40B4-BE49-F238E27FC236}">
                  <a16:creationId xmlns:a16="http://schemas.microsoft.com/office/drawing/2014/main" id="{013F3185-4144-46BE-A7C0-C9E52B28E107}"/>
                </a:ext>
              </a:extLst>
            </p:cNvPr>
            <p:cNvPicPr>
              <a:picLocks noChangeAspect="1"/>
            </p:cNvPicPr>
            <p:nvPr/>
          </p:nvPicPr>
          <p:blipFill rotWithShape="1">
            <a:blip r:embed="rId203">
              <a:extLst>
                <a:ext uri="{28A0092B-C50C-407E-A947-70E740481C1C}">
                  <a14:useLocalDpi xmlns:a14="http://schemas.microsoft.com/office/drawing/2010/main" val="0"/>
                </a:ext>
              </a:extLst>
            </a:blip>
            <a:srcRect r="15451" b="28491"/>
            <a:stretch/>
          </p:blipFill>
          <p:spPr>
            <a:xfrm>
              <a:off x="6101133" y="4675127"/>
              <a:ext cx="1348298" cy="781355"/>
            </a:xfrm>
            <a:prstGeom prst="rect">
              <a:avLst/>
            </a:prstGeom>
          </p:spPr>
        </p:pic>
        <p:pic>
          <p:nvPicPr>
            <p:cNvPr id="768" name="Graphique 767" descr="Flèche : courbe légère avec un remplissage uni">
              <a:extLst>
                <a:ext uri="{FF2B5EF4-FFF2-40B4-BE49-F238E27FC236}">
                  <a16:creationId xmlns:a16="http://schemas.microsoft.com/office/drawing/2014/main" id="{EEA005EA-314C-46F8-AE8E-99DB398AD1CB}"/>
                </a:ext>
              </a:extLst>
            </p:cNvPr>
            <p:cNvPicPr>
              <a:picLocks noChangeAspect="1"/>
            </p:cNvPicPr>
            <p:nvPr/>
          </p:nvPicPr>
          <p:blipFill>
            <a:blip r:embed="rId143">
              <a:extLst>
                <a:ext uri="{28A0092B-C50C-407E-A947-70E740481C1C}">
                  <a14:useLocalDpi xmlns:a14="http://schemas.microsoft.com/office/drawing/2010/main" val="0"/>
                </a:ext>
                <a:ext uri="{96DAC541-7B7A-43D3-8B79-37D633B846F1}">
                  <asvg:svgBlip xmlns:asvg="http://schemas.microsoft.com/office/drawing/2016/SVG/main" r:embed="rId144"/>
                </a:ext>
              </a:extLst>
            </a:blip>
            <a:stretch>
              <a:fillRect/>
            </a:stretch>
          </p:blipFill>
          <p:spPr>
            <a:xfrm rot="2577989" flipV="1">
              <a:off x="5605015" y="4239891"/>
              <a:ext cx="587537" cy="550386"/>
            </a:xfrm>
            <a:prstGeom prst="rect">
              <a:avLst/>
            </a:prstGeom>
          </p:spPr>
        </p:pic>
        <p:pic>
          <p:nvPicPr>
            <p:cNvPr id="769" name="Graphique 768" descr="Femme avec un remplissage uni">
              <a:extLst>
                <a:ext uri="{FF2B5EF4-FFF2-40B4-BE49-F238E27FC236}">
                  <a16:creationId xmlns:a16="http://schemas.microsoft.com/office/drawing/2014/main" id="{F41DFABF-F60F-49E6-8062-AD3221CC51D4}"/>
                </a:ext>
              </a:extLst>
            </p:cNvPr>
            <p:cNvPicPr>
              <a:picLocks noChangeAspect="1"/>
            </p:cNvPicPr>
            <p:nvPr/>
          </p:nvPicPr>
          <p:blipFill>
            <a:blip r:embed="rId204">
              <a:extLst>
                <a:ext uri="{28A0092B-C50C-407E-A947-70E740481C1C}">
                  <a14:useLocalDpi xmlns:a14="http://schemas.microsoft.com/office/drawing/2010/main" val="0"/>
                </a:ext>
                <a:ext uri="{96DAC541-7B7A-43D3-8B79-37D633B846F1}">
                  <asvg:svgBlip xmlns:asvg="http://schemas.microsoft.com/office/drawing/2016/SVG/main" r:embed="rId205"/>
                </a:ext>
              </a:extLst>
            </a:blip>
            <a:stretch>
              <a:fillRect/>
            </a:stretch>
          </p:blipFill>
          <p:spPr>
            <a:xfrm>
              <a:off x="5219083" y="4015150"/>
              <a:ext cx="539347" cy="539347"/>
            </a:xfrm>
            <a:prstGeom prst="rect">
              <a:avLst/>
            </a:prstGeom>
          </p:spPr>
        </p:pic>
        <p:pic>
          <p:nvPicPr>
            <p:cNvPr id="770" name="Graphique 769" descr="Homme avec un remplissage uni">
              <a:extLst>
                <a:ext uri="{FF2B5EF4-FFF2-40B4-BE49-F238E27FC236}">
                  <a16:creationId xmlns:a16="http://schemas.microsoft.com/office/drawing/2014/main" id="{C5503386-F1F4-4787-95DD-21EEE2AF48BE}"/>
                </a:ext>
              </a:extLst>
            </p:cNvPr>
            <p:cNvPicPr>
              <a:picLocks noChangeAspect="1"/>
            </p:cNvPicPr>
            <p:nvPr/>
          </p:nvPicPr>
          <p:blipFill>
            <a:blip r:embed="rId206">
              <a:extLst>
                <a:ext uri="{28A0092B-C50C-407E-A947-70E740481C1C}">
                  <a14:useLocalDpi xmlns:a14="http://schemas.microsoft.com/office/drawing/2010/main" val="0"/>
                </a:ext>
                <a:ext uri="{96DAC541-7B7A-43D3-8B79-37D633B846F1}">
                  <asvg:svgBlip xmlns:asvg="http://schemas.microsoft.com/office/drawing/2016/SVG/main" r:embed="rId207"/>
                </a:ext>
              </a:extLst>
            </a:blip>
            <a:stretch>
              <a:fillRect/>
            </a:stretch>
          </p:blipFill>
          <p:spPr>
            <a:xfrm>
              <a:off x="5342358" y="5373770"/>
              <a:ext cx="539347" cy="539347"/>
            </a:xfrm>
            <a:prstGeom prst="rect">
              <a:avLst/>
            </a:prstGeom>
          </p:spPr>
        </p:pic>
        <p:pic>
          <p:nvPicPr>
            <p:cNvPr id="771" name="Graphique 770" descr="Femme avec un remplissage uni">
              <a:extLst>
                <a:ext uri="{FF2B5EF4-FFF2-40B4-BE49-F238E27FC236}">
                  <a16:creationId xmlns:a16="http://schemas.microsoft.com/office/drawing/2014/main" id="{F01A8D0E-6803-41DB-A68B-B3CFD0F84BF5}"/>
                </a:ext>
              </a:extLst>
            </p:cNvPr>
            <p:cNvPicPr>
              <a:picLocks noChangeAspect="1"/>
            </p:cNvPicPr>
            <p:nvPr/>
          </p:nvPicPr>
          <p:blipFill>
            <a:blip r:embed="rId201">
              <a:extLst>
                <a:ext uri="{28A0092B-C50C-407E-A947-70E740481C1C}">
                  <a14:useLocalDpi xmlns:a14="http://schemas.microsoft.com/office/drawing/2010/main" val="0"/>
                </a:ext>
                <a:ext uri="{96DAC541-7B7A-43D3-8B79-37D633B846F1}">
                  <asvg:svgBlip xmlns:asvg="http://schemas.microsoft.com/office/drawing/2016/SVG/main" r:embed="rId202"/>
                </a:ext>
              </a:extLst>
            </a:blip>
            <a:stretch>
              <a:fillRect/>
            </a:stretch>
          </p:blipFill>
          <p:spPr>
            <a:xfrm>
              <a:off x="7316290" y="5527930"/>
              <a:ext cx="539347" cy="539347"/>
            </a:xfrm>
            <a:prstGeom prst="rect">
              <a:avLst/>
            </a:prstGeom>
          </p:spPr>
        </p:pic>
        <p:pic>
          <p:nvPicPr>
            <p:cNvPr id="772" name="Graphique 771" descr="Homme avec un remplissage uni">
              <a:extLst>
                <a:ext uri="{FF2B5EF4-FFF2-40B4-BE49-F238E27FC236}">
                  <a16:creationId xmlns:a16="http://schemas.microsoft.com/office/drawing/2014/main" id="{4A3887CB-C9B3-45EB-923F-0C66A49894B3}"/>
                </a:ext>
              </a:extLst>
            </p:cNvPr>
            <p:cNvPicPr>
              <a:picLocks noChangeAspect="1"/>
            </p:cNvPicPr>
            <p:nvPr/>
          </p:nvPicPr>
          <p:blipFill>
            <a:blip r:embed="rId187">
              <a:extLst>
                <a:ext uri="{28A0092B-C50C-407E-A947-70E740481C1C}">
                  <a14:useLocalDpi xmlns:a14="http://schemas.microsoft.com/office/drawing/2010/main" val="0"/>
                </a:ext>
                <a:ext uri="{96DAC541-7B7A-43D3-8B79-37D633B846F1}">
                  <asvg:svgBlip xmlns:asvg="http://schemas.microsoft.com/office/drawing/2016/SVG/main" r:embed="rId188"/>
                </a:ext>
              </a:extLst>
            </a:blip>
            <a:stretch>
              <a:fillRect/>
            </a:stretch>
          </p:blipFill>
          <p:spPr>
            <a:xfrm>
              <a:off x="6027259" y="4033012"/>
              <a:ext cx="539347" cy="539347"/>
            </a:xfrm>
            <a:prstGeom prst="rect">
              <a:avLst/>
            </a:prstGeom>
          </p:spPr>
        </p:pic>
        <p:pic>
          <p:nvPicPr>
            <p:cNvPr id="773" name="Graphique 772" descr="Flèche : courbe légère avec un remplissage uni">
              <a:extLst>
                <a:ext uri="{FF2B5EF4-FFF2-40B4-BE49-F238E27FC236}">
                  <a16:creationId xmlns:a16="http://schemas.microsoft.com/office/drawing/2014/main" id="{0DFEB8D1-7BBD-46E5-AC3D-91196F78F7B3}"/>
                </a:ext>
              </a:extLst>
            </p:cNvPr>
            <p:cNvPicPr>
              <a:picLocks noChangeAspect="1"/>
            </p:cNvPicPr>
            <p:nvPr/>
          </p:nvPicPr>
          <p:blipFill>
            <a:blip r:embed="rId143">
              <a:extLst>
                <a:ext uri="{28A0092B-C50C-407E-A947-70E740481C1C}">
                  <a14:useLocalDpi xmlns:a14="http://schemas.microsoft.com/office/drawing/2010/main" val="0"/>
                </a:ext>
                <a:ext uri="{96DAC541-7B7A-43D3-8B79-37D633B846F1}">
                  <asvg:svgBlip xmlns:asvg="http://schemas.microsoft.com/office/drawing/2016/SVG/main" r:embed="rId144"/>
                </a:ext>
              </a:extLst>
            </a:blip>
            <a:stretch>
              <a:fillRect/>
            </a:stretch>
          </p:blipFill>
          <p:spPr>
            <a:xfrm rot="19867411">
              <a:off x="5761069" y="5359107"/>
              <a:ext cx="587537" cy="632706"/>
            </a:xfrm>
            <a:prstGeom prst="rect">
              <a:avLst/>
            </a:prstGeom>
          </p:spPr>
        </p:pic>
        <p:pic>
          <p:nvPicPr>
            <p:cNvPr id="774" name="Graphique 773" descr="Flèche : courbe légère avec un remplissage uni">
              <a:extLst>
                <a:ext uri="{FF2B5EF4-FFF2-40B4-BE49-F238E27FC236}">
                  <a16:creationId xmlns:a16="http://schemas.microsoft.com/office/drawing/2014/main" id="{43755490-8EE4-456A-8956-F46AF96F27A6}"/>
                </a:ext>
              </a:extLst>
            </p:cNvPr>
            <p:cNvPicPr>
              <a:picLocks noChangeAspect="1"/>
            </p:cNvPicPr>
            <p:nvPr/>
          </p:nvPicPr>
          <p:blipFill>
            <a:blip r:embed="rId143">
              <a:extLst>
                <a:ext uri="{28A0092B-C50C-407E-A947-70E740481C1C}">
                  <a14:useLocalDpi xmlns:a14="http://schemas.microsoft.com/office/drawing/2010/main" val="0"/>
                </a:ext>
                <a:ext uri="{96DAC541-7B7A-43D3-8B79-37D633B846F1}">
                  <asvg:svgBlip xmlns:asvg="http://schemas.microsoft.com/office/drawing/2016/SVG/main" r:embed="rId144"/>
                </a:ext>
              </a:extLst>
            </a:blip>
            <a:stretch>
              <a:fillRect/>
            </a:stretch>
          </p:blipFill>
          <p:spPr>
            <a:xfrm rot="11715266" flipV="1">
              <a:off x="6946561" y="5301774"/>
              <a:ext cx="587537" cy="550386"/>
            </a:xfrm>
            <a:prstGeom prst="rect">
              <a:avLst/>
            </a:prstGeom>
          </p:spPr>
        </p:pic>
        <p:pic>
          <p:nvPicPr>
            <p:cNvPr id="775" name="Graphique 774" descr="Flèche : courbe légère avec un remplissage uni">
              <a:extLst>
                <a:ext uri="{FF2B5EF4-FFF2-40B4-BE49-F238E27FC236}">
                  <a16:creationId xmlns:a16="http://schemas.microsoft.com/office/drawing/2014/main" id="{22AF3748-4944-4AEA-A601-F2EAC9C52230}"/>
                </a:ext>
              </a:extLst>
            </p:cNvPr>
            <p:cNvPicPr>
              <a:picLocks noChangeAspect="1"/>
            </p:cNvPicPr>
            <p:nvPr/>
          </p:nvPicPr>
          <p:blipFill>
            <a:blip r:embed="rId143">
              <a:extLst>
                <a:ext uri="{28A0092B-C50C-407E-A947-70E740481C1C}">
                  <a14:useLocalDpi xmlns:a14="http://schemas.microsoft.com/office/drawing/2010/main" val="0"/>
                </a:ext>
                <a:ext uri="{96DAC541-7B7A-43D3-8B79-37D633B846F1}">
                  <asvg:svgBlip xmlns:asvg="http://schemas.microsoft.com/office/drawing/2016/SVG/main" r:embed="rId144"/>
                </a:ext>
              </a:extLst>
            </a:blip>
            <a:stretch>
              <a:fillRect/>
            </a:stretch>
          </p:blipFill>
          <p:spPr>
            <a:xfrm rot="8654848">
              <a:off x="7328316" y="4251024"/>
              <a:ext cx="587537" cy="632706"/>
            </a:xfrm>
            <a:prstGeom prst="rect">
              <a:avLst/>
            </a:prstGeom>
          </p:spPr>
        </p:pic>
        <p:pic>
          <p:nvPicPr>
            <p:cNvPr id="776" name="Graphique 775" descr="Homme avec un remplissage uni">
              <a:extLst>
                <a:ext uri="{FF2B5EF4-FFF2-40B4-BE49-F238E27FC236}">
                  <a16:creationId xmlns:a16="http://schemas.microsoft.com/office/drawing/2014/main" id="{997F6B74-3B0C-442D-B16E-BE1D414A7736}"/>
                </a:ext>
              </a:extLst>
            </p:cNvPr>
            <p:cNvPicPr>
              <a:picLocks noChangeAspect="1"/>
            </p:cNvPicPr>
            <p:nvPr/>
          </p:nvPicPr>
          <p:blipFill>
            <a:blip r:embed="rId206">
              <a:extLst>
                <a:ext uri="{28A0092B-C50C-407E-A947-70E740481C1C}">
                  <a14:useLocalDpi xmlns:a14="http://schemas.microsoft.com/office/drawing/2010/main" val="0"/>
                </a:ext>
                <a:ext uri="{96DAC541-7B7A-43D3-8B79-37D633B846F1}">
                  <asvg:svgBlip xmlns:asvg="http://schemas.microsoft.com/office/drawing/2016/SVG/main" r:embed="rId207"/>
                </a:ext>
              </a:extLst>
            </a:blip>
            <a:stretch>
              <a:fillRect/>
            </a:stretch>
          </p:blipFill>
          <p:spPr>
            <a:xfrm>
              <a:off x="7830496" y="4476369"/>
              <a:ext cx="539347" cy="539347"/>
            </a:xfrm>
            <a:prstGeom prst="rect">
              <a:avLst/>
            </a:prstGeom>
          </p:spPr>
        </p:pic>
        <p:pic>
          <p:nvPicPr>
            <p:cNvPr id="777" name="Graphique 776" descr="Flèche : courbe légère avec un remplissage uni">
              <a:extLst>
                <a:ext uri="{FF2B5EF4-FFF2-40B4-BE49-F238E27FC236}">
                  <a16:creationId xmlns:a16="http://schemas.microsoft.com/office/drawing/2014/main" id="{23D952B0-54FE-4E71-B3B0-6F04E1A4B148}"/>
                </a:ext>
              </a:extLst>
            </p:cNvPr>
            <p:cNvPicPr>
              <a:picLocks noChangeAspect="1"/>
            </p:cNvPicPr>
            <p:nvPr/>
          </p:nvPicPr>
          <p:blipFill>
            <a:blip r:embed="rId143">
              <a:extLst>
                <a:ext uri="{28A0092B-C50C-407E-A947-70E740481C1C}">
                  <a14:useLocalDpi xmlns:a14="http://schemas.microsoft.com/office/drawing/2010/main" val="0"/>
                </a:ext>
                <a:ext uri="{96DAC541-7B7A-43D3-8B79-37D633B846F1}">
                  <asvg:svgBlip xmlns:asvg="http://schemas.microsoft.com/office/drawing/2016/SVG/main" r:embed="rId144"/>
                </a:ext>
              </a:extLst>
            </a:blip>
            <a:stretch>
              <a:fillRect/>
            </a:stretch>
          </p:blipFill>
          <p:spPr>
            <a:xfrm rot="8654848">
              <a:off x="7353512" y="4619097"/>
              <a:ext cx="587537" cy="632706"/>
            </a:xfrm>
            <a:prstGeom prst="rect">
              <a:avLst/>
            </a:prstGeom>
          </p:spPr>
        </p:pic>
        <p:pic>
          <p:nvPicPr>
            <p:cNvPr id="778" name="Graphique 777" descr="Homme avec un remplissage uni">
              <a:extLst>
                <a:ext uri="{FF2B5EF4-FFF2-40B4-BE49-F238E27FC236}">
                  <a16:creationId xmlns:a16="http://schemas.microsoft.com/office/drawing/2014/main" id="{FC458041-841D-4366-A3BC-D694CB4BA328}"/>
                </a:ext>
              </a:extLst>
            </p:cNvPr>
            <p:cNvPicPr>
              <a:picLocks noChangeAspect="1"/>
            </p:cNvPicPr>
            <p:nvPr/>
          </p:nvPicPr>
          <p:blipFill>
            <a:blip r:embed="rId206">
              <a:extLst>
                <a:ext uri="{28A0092B-C50C-407E-A947-70E740481C1C}">
                  <a14:useLocalDpi xmlns:a14="http://schemas.microsoft.com/office/drawing/2010/main" val="0"/>
                </a:ext>
                <a:ext uri="{96DAC541-7B7A-43D3-8B79-37D633B846F1}">
                  <asvg:svgBlip xmlns:asvg="http://schemas.microsoft.com/office/drawing/2016/SVG/main" r:embed="rId207"/>
                </a:ext>
              </a:extLst>
            </a:blip>
            <a:stretch>
              <a:fillRect/>
            </a:stretch>
          </p:blipFill>
          <p:spPr>
            <a:xfrm>
              <a:off x="6981276" y="3982772"/>
              <a:ext cx="539347" cy="539347"/>
            </a:xfrm>
            <a:prstGeom prst="rect">
              <a:avLst/>
            </a:prstGeom>
          </p:spPr>
        </p:pic>
        <p:pic>
          <p:nvPicPr>
            <p:cNvPr id="779" name="Graphique 778" descr="Flèche : courbe légère avec un remplissage uni">
              <a:extLst>
                <a:ext uri="{FF2B5EF4-FFF2-40B4-BE49-F238E27FC236}">
                  <a16:creationId xmlns:a16="http://schemas.microsoft.com/office/drawing/2014/main" id="{6ACA4179-0FAA-41FA-9830-E632DF5B5BD5}"/>
                </a:ext>
              </a:extLst>
            </p:cNvPr>
            <p:cNvPicPr>
              <a:picLocks noChangeAspect="1"/>
            </p:cNvPicPr>
            <p:nvPr/>
          </p:nvPicPr>
          <p:blipFill>
            <a:blip r:embed="rId143">
              <a:extLst>
                <a:ext uri="{28A0092B-C50C-407E-A947-70E740481C1C}">
                  <a14:useLocalDpi xmlns:a14="http://schemas.microsoft.com/office/drawing/2010/main" val="0"/>
                </a:ext>
                <a:ext uri="{96DAC541-7B7A-43D3-8B79-37D633B846F1}">
                  <asvg:svgBlip xmlns:asvg="http://schemas.microsoft.com/office/drawing/2016/SVG/main" r:embed="rId144"/>
                </a:ext>
              </a:extLst>
            </a:blip>
            <a:stretch>
              <a:fillRect/>
            </a:stretch>
          </p:blipFill>
          <p:spPr>
            <a:xfrm rot="6567000">
              <a:off x="6829140" y="4330243"/>
              <a:ext cx="438953" cy="472699"/>
            </a:xfrm>
            <a:prstGeom prst="rect">
              <a:avLst/>
            </a:prstGeom>
          </p:spPr>
        </p:pic>
        <p:pic>
          <p:nvPicPr>
            <p:cNvPr id="780" name="Graphique 779" descr="Flèche : courbe légère avec un remplissage uni">
              <a:extLst>
                <a:ext uri="{FF2B5EF4-FFF2-40B4-BE49-F238E27FC236}">
                  <a16:creationId xmlns:a16="http://schemas.microsoft.com/office/drawing/2014/main" id="{DA290625-959A-4692-94F3-70F20B2F0703}"/>
                </a:ext>
              </a:extLst>
            </p:cNvPr>
            <p:cNvPicPr>
              <a:picLocks noChangeAspect="1"/>
            </p:cNvPicPr>
            <p:nvPr/>
          </p:nvPicPr>
          <p:blipFill>
            <a:blip r:embed="rId143">
              <a:extLst>
                <a:ext uri="{28A0092B-C50C-407E-A947-70E740481C1C}">
                  <a14:useLocalDpi xmlns:a14="http://schemas.microsoft.com/office/drawing/2010/main" val="0"/>
                </a:ext>
                <a:ext uri="{96DAC541-7B7A-43D3-8B79-37D633B846F1}">
                  <asvg:svgBlip xmlns:asvg="http://schemas.microsoft.com/office/drawing/2016/SVG/main" r:embed="rId144"/>
                </a:ext>
              </a:extLst>
            </a:blip>
            <a:stretch>
              <a:fillRect/>
            </a:stretch>
          </p:blipFill>
          <p:spPr>
            <a:xfrm rot="2577989" flipV="1">
              <a:off x="6272286" y="4239892"/>
              <a:ext cx="587537" cy="550386"/>
            </a:xfrm>
            <a:prstGeom prst="rect">
              <a:avLst/>
            </a:prstGeom>
          </p:spPr>
        </p:pic>
        <p:pic>
          <p:nvPicPr>
            <p:cNvPr id="781" name="Graphique 780" descr="Femme avec un remplissage uni">
              <a:extLst>
                <a:ext uri="{FF2B5EF4-FFF2-40B4-BE49-F238E27FC236}">
                  <a16:creationId xmlns:a16="http://schemas.microsoft.com/office/drawing/2014/main" id="{94FF098C-645A-4198-B73F-92AB907591C2}"/>
                </a:ext>
              </a:extLst>
            </p:cNvPr>
            <p:cNvPicPr>
              <a:picLocks noChangeAspect="1"/>
            </p:cNvPicPr>
            <p:nvPr/>
          </p:nvPicPr>
          <p:blipFill>
            <a:blip r:embed="rId201">
              <a:extLst>
                <a:ext uri="{28A0092B-C50C-407E-A947-70E740481C1C}">
                  <a14:useLocalDpi xmlns:a14="http://schemas.microsoft.com/office/drawing/2010/main" val="0"/>
                </a:ext>
                <a:ext uri="{96DAC541-7B7A-43D3-8B79-37D633B846F1}">
                  <asvg:svgBlip xmlns:asvg="http://schemas.microsoft.com/office/drawing/2016/SVG/main" r:embed="rId202"/>
                </a:ext>
              </a:extLst>
            </a:blip>
            <a:stretch>
              <a:fillRect/>
            </a:stretch>
          </p:blipFill>
          <p:spPr>
            <a:xfrm>
              <a:off x="7660026" y="3993142"/>
              <a:ext cx="539347" cy="539347"/>
            </a:xfrm>
            <a:prstGeom prst="rect">
              <a:avLst/>
            </a:prstGeom>
          </p:spPr>
        </p:pic>
        <p:pic>
          <p:nvPicPr>
            <p:cNvPr id="782" name="Graphique 781" descr="Flèche : courbe légère avec un remplissage uni">
              <a:extLst>
                <a:ext uri="{FF2B5EF4-FFF2-40B4-BE49-F238E27FC236}">
                  <a16:creationId xmlns:a16="http://schemas.microsoft.com/office/drawing/2014/main" id="{1CBC765F-C250-4306-87E4-423054AF3154}"/>
                </a:ext>
              </a:extLst>
            </p:cNvPr>
            <p:cNvPicPr>
              <a:picLocks noChangeAspect="1"/>
            </p:cNvPicPr>
            <p:nvPr/>
          </p:nvPicPr>
          <p:blipFill>
            <a:blip r:embed="rId143">
              <a:extLst>
                <a:ext uri="{28A0092B-C50C-407E-A947-70E740481C1C}">
                  <a14:useLocalDpi xmlns:a14="http://schemas.microsoft.com/office/drawing/2010/main" val="0"/>
                </a:ext>
                <a:ext uri="{96DAC541-7B7A-43D3-8B79-37D633B846F1}">
                  <asvg:svgBlip xmlns:asvg="http://schemas.microsoft.com/office/drawing/2016/SVG/main" r:embed="rId144"/>
                </a:ext>
              </a:extLst>
            </a:blip>
            <a:stretch>
              <a:fillRect/>
            </a:stretch>
          </p:blipFill>
          <p:spPr>
            <a:xfrm rot="21421336">
              <a:off x="5494899" y="4832716"/>
              <a:ext cx="587537" cy="632706"/>
            </a:xfrm>
            <a:prstGeom prst="rect">
              <a:avLst/>
            </a:prstGeom>
          </p:spPr>
        </p:pic>
        <p:pic>
          <p:nvPicPr>
            <p:cNvPr id="783" name="Graphique 782" descr="Femme avec un remplissage uni">
              <a:extLst>
                <a:ext uri="{FF2B5EF4-FFF2-40B4-BE49-F238E27FC236}">
                  <a16:creationId xmlns:a16="http://schemas.microsoft.com/office/drawing/2014/main" id="{DF9B0CF6-BDB4-41D2-BCFB-1B01F2154B03}"/>
                </a:ext>
              </a:extLst>
            </p:cNvPr>
            <p:cNvPicPr>
              <a:picLocks noChangeAspect="1"/>
            </p:cNvPicPr>
            <p:nvPr/>
          </p:nvPicPr>
          <p:blipFill>
            <a:blip r:embed="rId201">
              <a:extLst>
                <a:ext uri="{28A0092B-C50C-407E-A947-70E740481C1C}">
                  <a14:useLocalDpi xmlns:a14="http://schemas.microsoft.com/office/drawing/2010/main" val="0"/>
                </a:ext>
                <a:ext uri="{96DAC541-7B7A-43D3-8B79-37D633B846F1}">
                  <asvg:svgBlip xmlns:asvg="http://schemas.microsoft.com/office/drawing/2016/SVG/main" r:embed="rId202"/>
                </a:ext>
              </a:extLst>
            </a:blip>
            <a:stretch>
              <a:fillRect/>
            </a:stretch>
          </p:blipFill>
          <p:spPr>
            <a:xfrm>
              <a:off x="4996464" y="4846537"/>
              <a:ext cx="539347" cy="539347"/>
            </a:xfrm>
            <a:prstGeom prst="rect">
              <a:avLst/>
            </a:prstGeom>
          </p:spPr>
        </p:pic>
        <p:pic>
          <p:nvPicPr>
            <p:cNvPr id="784" name="Graphique 783" descr="Homme avec un remplissage uni">
              <a:extLst>
                <a:ext uri="{FF2B5EF4-FFF2-40B4-BE49-F238E27FC236}">
                  <a16:creationId xmlns:a16="http://schemas.microsoft.com/office/drawing/2014/main" id="{9A1E220A-E7A5-4D2E-8A6E-59FD0D0B21AE}"/>
                </a:ext>
              </a:extLst>
            </p:cNvPr>
            <p:cNvPicPr>
              <a:picLocks noChangeAspect="1"/>
            </p:cNvPicPr>
            <p:nvPr/>
          </p:nvPicPr>
          <p:blipFill>
            <a:blip r:embed="rId206">
              <a:extLst>
                <a:ext uri="{28A0092B-C50C-407E-A947-70E740481C1C}">
                  <a14:useLocalDpi xmlns:a14="http://schemas.microsoft.com/office/drawing/2010/main" val="0"/>
                </a:ext>
                <a:ext uri="{96DAC541-7B7A-43D3-8B79-37D633B846F1}">
                  <asvg:svgBlip xmlns:asvg="http://schemas.microsoft.com/office/drawing/2016/SVG/main" r:embed="rId207"/>
                </a:ext>
              </a:extLst>
            </a:blip>
            <a:stretch>
              <a:fillRect/>
            </a:stretch>
          </p:blipFill>
          <p:spPr>
            <a:xfrm>
              <a:off x="6359208" y="5609490"/>
              <a:ext cx="539347" cy="539347"/>
            </a:xfrm>
            <a:prstGeom prst="rect">
              <a:avLst/>
            </a:prstGeom>
          </p:spPr>
        </p:pic>
        <p:pic>
          <p:nvPicPr>
            <p:cNvPr id="785" name="Graphique 784" descr="Femme avec un remplissage uni">
              <a:extLst>
                <a:ext uri="{FF2B5EF4-FFF2-40B4-BE49-F238E27FC236}">
                  <a16:creationId xmlns:a16="http://schemas.microsoft.com/office/drawing/2014/main" id="{255431FE-2817-4923-8B9E-0EFE1627265C}"/>
                </a:ext>
              </a:extLst>
            </p:cNvPr>
            <p:cNvPicPr>
              <a:picLocks noChangeAspect="1"/>
            </p:cNvPicPr>
            <p:nvPr/>
          </p:nvPicPr>
          <p:blipFill>
            <a:blip r:embed="rId204">
              <a:extLst>
                <a:ext uri="{28A0092B-C50C-407E-A947-70E740481C1C}">
                  <a14:useLocalDpi xmlns:a14="http://schemas.microsoft.com/office/drawing/2010/main" val="0"/>
                </a:ext>
                <a:ext uri="{96DAC541-7B7A-43D3-8B79-37D633B846F1}">
                  <asvg:svgBlip xmlns:asvg="http://schemas.microsoft.com/office/drawing/2016/SVG/main" r:embed="rId205"/>
                </a:ext>
              </a:extLst>
            </a:blip>
            <a:stretch>
              <a:fillRect/>
            </a:stretch>
          </p:blipFill>
          <p:spPr>
            <a:xfrm>
              <a:off x="8052404" y="5179492"/>
              <a:ext cx="539347" cy="539347"/>
            </a:xfrm>
            <a:prstGeom prst="rect">
              <a:avLst/>
            </a:prstGeom>
          </p:spPr>
        </p:pic>
        <p:pic>
          <p:nvPicPr>
            <p:cNvPr id="786" name="Graphique 785" descr="Flèche : courbe légère avec un remplissage uni">
              <a:extLst>
                <a:ext uri="{FF2B5EF4-FFF2-40B4-BE49-F238E27FC236}">
                  <a16:creationId xmlns:a16="http://schemas.microsoft.com/office/drawing/2014/main" id="{E8F8B376-D3BE-4DB2-B6F9-DAF814BD226F}"/>
                </a:ext>
              </a:extLst>
            </p:cNvPr>
            <p:cNvPicPr>
              <a:picLocks noChangeAspect="1"/>
            </p:cNvPicPr>
            <p:nvPr/>
          </p:nvPicPr>
          <p:blipFill>
            <a:blip r:embed="rId143">
              <a:extLst>
                <a:ext uri="{28A0092B-C50C-407E-A947-70E740481C1C}">
                  <a14:useLocalDpi xmlns:a14="http://schemas.microsoft.com/office/drawing/2010/main" val="0"/>
                </a:ext>
                <a:ext uri="{96DAC541-7B7A-43D3-8B79-37D633B846F1}">
                  <asvg:svgBlip xmlns:asvg="http://schemas.microsoft.com/office/drawing/2016/SVG/main" r:embed="rId144"/>
                </a:ext>
              </a:extLst>
            </a:blip>
            <a:stretch>
              <a:fillRect/>
            </a:stretch>
          </p:blipFill>
          <p:spPr>
            <a:xfrm rot="11050174">
              <a:off x="7587622" y="5068976"/>
              <a:ext cx="587537" cy="632706"/>
            </a:xfrm>
            <a:prstGeom prst="rect">
              <a:avLst/>
            </a:prstGeom>
          </p:spPr>
        </p:pic>
        <p:pic>
          <p:nvPicPr>
            <p:cNvPr id="787" name="Graphique 786" descr="Flèche : courbe légère avec un remplissage uni">
              <a:extLst>
                <a:ext uri="{FF2B5EF4-FFF2-40B4-BE49-F238E27FC236}">
                  <a16:creationId xmlns:a16="http://schemas.microsoft.com/office/drawing/2014/main" id="{3EADBCC1-427B-4E20-8992-F1814FE9A882}"/>
                </a:ext>
              </a:extLst>
            </p:cNvPr>
            <p:cNvPicPr>
              <a:picLocks noChangeAspect="1"/>
            </p:cNvPicPr>
            <p:nvPr/>
          </p:nvPicPr>
          <p:blipFill>
            <a:blip r:embed="rId143">
              <a:extLst>
                <a:ext uri="{28A0092B-C50C-407E-A947-70E740481C1C}">
                  <a14:useLocalDpi xmlns:a14="http://schemas.microsoft.com/office/drawing/2010/main" val="0"/>
                </a:ext>
                <a:ext uri="{96DAC541-7B7A-43D3-8B79-37D633B846F1}">
                  <asvg:svgBlip xmlns:asvg="http://schemas.microsoft.com/office/drawing/2016/SVG/main" r:embed="rId144"/>
                </a:ext>
              </a:extLst>
            </a:blip>
            <a:stretch>
              <a:fillRect/>
            </a:stretch>
          </p:blipFill>
          <p:spPr>
            <a:xfrm rot="15214665" flipV="1">
              <a:off x="6346549" y="5411424"/>
              <a:ext cx="319671" cy="299458"/>
            </a:xfrm>
            <a:prstGeom prst="rect">
              <a:avLst/>
            </a:prstGeom>
          </p:spPr>
        </p:pic>
      </p:grpSp>
      <p:pic>
        <p:nvPicPr>
          <p:cNvPr id="68" name="Graphique 67" descr="Sablier plein avec un remplissage uni">
            <a:extLst>
              <a:ext uri="{FF2B5EF4-FFF2-40B4-BE49-F238E27FC236}">
                <a16:creationId xmlns:a16="http://schemas.microsoft.com/office/drawing/2014/main" id="{6AB7F5A7-7875-4D11-AEED-E4F58AAF5F2B}"/>
              </a:ext>
            </a:extLst>
          </p:cNvPr>
          <p:cNvPicPr>
            <a:picLocks noChangeAspect="1"/>
          </p:cNvPicPr>
          <p:nvPr/>
        </p:nvPicPr>
        <p:blipFill>
          <a:blip r:embed="rId208">
            <a:extLst>
              <a:ext uri="{28A0092B-C50C-407E-A947-70E740481C1C}">
                <a14:useLocalDpi xmlns:a14="http://schemas.microsoft.com/office/drawing/2010/main" val="0"/>
              </a:ext>
              <a:ext uri="{96DAC541-7B7A-43D3-8B79-37D633B846F1}">
                <asvg:svgBlip xmlns:asvg="http://schemas.microsoft.com/office/drawing/2016/SVG/main" r:embed="rId209"/>
              </a:ext>
            </a:extLst>
          </a:blip>
          <a:stretch>
            <a:fillRect/>
          </a:stretch>
        </p:blipFill>
        <p:spPr>
          <a:xfrm>
            <a:off x="100095" y="4343439"/>
            <a:ext cx="1123235" cy="1123235"/>
          </a:xfrm>
          <a:prstGeom prst="rect">
            <a:avLst/>
          </a:prstGeom>
        </p:spPr>
      </p:pic>
      <p:grpSp>
        <p:nvGrpSpPr>
          <p:cNvPr id="14" name="Groupe 13">
            <a:extLst>
              <a:ext uri="{FF2B5EF4-FFF2-40B4-BE49-F238E27FC236}">
                <a16:creationId xmlns:a16="http://schemas.microsoft.com/office/drawing/2014/main" id="{84BCB4EC-2141-48DA-88A9-50018D48B0C9}"/>
              </a:ext>
            </a:extLst>
          </p:cNvPr>
          <p:cNvGrpSpPr/>
          <p:nvPr/>
        </p:nvGrpSpPr>
        <p:grpSpPr>
          <a:xfrm>
            <a:off x="7994753" y="2608185"/>
            <a:ext cx="1556126" cy="836623"/>
            <a:chOff x="6532909" y="3934102"/>
            <a:chExt cx="4128117" cy="2219407"/>
          </a:xfrm>
        </p:grpSpPr>
        <p:sp>
          <p:nvSpPr>
            <p:cNvPr id="531" name="Rectangle 530">
              <a:extLst>
                <a:ext uri="{FF2B5EF4-FFF2-40B4-BE49-F238E27FC236}">
                  <a16:creationId xmlns:a16="http://schemas.microsoft.com/office/drawing/2014/main" id="{2A82BDFA-38E1-433C-AA7C-C4152524B412}"/>
                </a:ext>
              </a:extLst>
            </p:cNvPr>
            <p:cNvSpPr/>
            <p:nvPr/>
          </p:nvSpPr>
          <p:spPr>
            <a:xfrm>
              <a:off x="6532909" y="3934102"/>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32" name="Graphique 531" descr="Volume avec un remplissage uni">
              <a:extLst>
                <a:ext uri="{FF2B5EF4-FFF2-40B4-BE49-F238E27FC236}">
                  <a16:creationId xmlns:a16="http://schemas.microsoft.com/office/drawing/2014/main" id="{D604FF5F-3228-4947-A528-9AB6B862C6AE}"/>
                </a:ext>
              </a:extLst>
            </p:cNvPr>
            <p:cNvPicPr>
              <a:picLocks noChangeAspect="1"/>
            </p:cNvPicPr>
            <p:nvPr/>
          </p:nvPicPr>
          <p:blipFill>
            <a:blip r:embed="rId210">
              <a:extLst>
                <a:ext uri="{28A0092B-C50C-407E-A947-70E740481C1C}">
                  <a14:useLocalDpi xmlns:a14="http://schemas.microsoft.com/office/drawing/2010/main" val="0"/>
                </a:ext>
                <a:ext uri="{96DAC541-7B7A-43D3-8B79-37D633B846F1}">
                  <asvg:svgBlip xmlns:asvg="http://schemas.microsoft.com/office/drawing/2016/SVG/main" r:embed="rId211"/>
                </a:ext>
              </a:extLst>
            </a:blip>
            <a:stretch>
              <a:fillRect/>
            </a:stretch>
          </p:blipFill>
          <p:spPr>
            <a:xfrm>
              <a:off x="7900381" y="5105419"/>
              <a:ext cx="396915" cy="396915"/>
            </a:xfrm>
            <a:prstGeom prst="rect">
              <a:avLst/>
            </a:prstGeom>
          </p:spPr>
        </p:pic>
        <p:pic>
          <p:nvPicPr>
            <p:cNvPr id="533" name="Graphique 532" descr="Clap avec un remplissage uni">
              <a:extLst>
                <a:ext uri="{FF2B5EF4-FFF2-40B4-BE49-F238E27FC236}">
                  <a16:creationId xmlns:a16="http://schemas.microsoft.com/office/drawing/2014/main" id="{B8BD442F-4F70-46A1-8E1A-84CAAB0F6728}"/>
                </a:ext>
              </a:extLst>
            </p:cNvPr>
            <p:cNvPicPr>
              <a:picLocks noChangeAspect="1"/>
            </p:cNvPicPr>
            <p:nvPr/>
          </p:nvPicPr>
          <p:blipFill>
            <a:blip r:embed="rId212">
              <a:extLst>
                <a:ext uri="{28A0092B-C50C-407E-A947-70E740481C1C}">
                  <a14:useLocalDpi xmlns:a14="http://schemas.microsoft.com/office/drawing/2010/main" val="0"/>
                </a:ext>
                <a:ext uri="{96DAC541-7B7A-43D3-8B79-37D633B846F1}">
                  <asvg:svgBlip xmlns:asvg="http://schemas.microsoft.com/office/drawing/2016/SVG/main" r:embed="rId213"/>
                </a:ext>
              </a:extLst>
            </a:blip>
            <a:stretch>
              <a:fillRect/>
            </a:stretch>
          </p:blipFill>
          <p:spPr>
            <a:xfrm>
              <a:off x="7023273" y="5104646"/>
              <a:ext cx="418544" cy="418545"/>
            </a:xfrm>
            <a:prstGeom prst="rect">
              <a:avLst/>
            </a:prstGeom>
          </p:spPr>
        </p:pic>
        <p:pic>
          <p:nvPicPr>
            <p:cNvPr id="534" name="Graphique 533" descr="Journal avec un remplissage uni">
              <a:extLst>
                <a:ext uri="{FF2B5EF4-FFF2-40B4-BE49-F238E27FC236}">
                  <a16:creationId xmlns:a16="http://schemas.microsoft.com/office/drawing/2014/main" id="{62072ADF-1D39-4D1D-8475-AFA239AF6E99}"/>
                </a:ext>
              </a:extLst>
            </p:cNvPr>
            <p:cNvPicPr>
              <a:picLocks noChangeAspect="1"/>
            </p:cNvPicPr>
            <p:nvPr/>
          </p:nvPicPr>
          <p:blipFill rotWithShape="1">
            <a:blip r:embed="rId214">
              <a:extLst>
                <a:ext uri="{28A0092B-C50C-407E-A947-70E740481C1C}">
                  <a14:useLocalDpi xmlns:a14="http://schemas.microsoft.com/office/drawing/2010/main" val="0"/>
                </a:ext>
                <a:ext uri="{96DAC541-7B7A-43D3-8B79-37D633B846F1}">
                  <asvg:svgBlip xmlns:asvg="http://schemas.microsoft.com/office/drawing/2016/SVG/main" r:embed="rId215"/>
                </a:ext>
              </a:extLst>
            </a:blip>
            <a:srcRect l="11031" t="11031" r="13604" b="11351"/>
            <a:stretch/>
          </p:blipFill>
          <p:spPr>
            <a:xfrm>
              <a:off x="7898743" y="4391676"/>
              <a:ext cx="385396" cy="396915"/>
            </a:xfrm>
            <a:prstGeom prst="rect">
              <a:avLst/>
            </a:prstGeom>
          </p:spPr>
        </p:pic>
        <p:pic>
          <p:nvPicPr>
            <p:cNvPr id="535" name="Graphique 534" descr="Images avec un remplissage uni">
              <a:extLst>
                <a:ext uri="{FF2B5EF4-FFF2-40B4-BE49-F238E27FC236}">
                  <a16:creationId xmlns:a16="http://schemas.microsoft.com/office/drawing/2014/main" id="{1FD40E09-CA40-4E74-B471-F02BE6373C96}"/>
                </a:ext>
              </a:extLst>
            </p:cNvPr>
            <p:cNvPicPr>
              <a:picLocks noChangeAspect="1"/>
            </p:cNvPicPr>
            <p:nvPr/>
          </p:nvPicPr>
          <p:blipFill>
            <a:blip r:embed="rId216">
              <a:extLst>
                <a:ext uri="{28A0092B-C50C-407E-A947-70E740481C1C}">
                  <a14:useLocalDpi xmlns:a14="http://schemas.microsoft.com/office/drawing/2010/main" val="0"/>
                </a:ext>
                <a:ext uri="{96DAC541-7B7A-43D3-8B79-37D633B846F1}">
                  <asvg:svgBlip xmlns:asvg="http://schemas.microsoft.com/office/drawing/2016/SVG/main" r:embed="rId217"/>
                </a:ext>
              </a:extLst>
            </a:blip>
            <a:stretch>
              <a:fillRect/>
            </a:stretch>
          </p:blipFill>
          <p:spPr>
            <a:xfrm>
              <a:off x="8655328" y="4318107"/>
              <a:ext cx="502223" cy="502223"/>
            </a:xfrm>
            <a:prstGeom prst="rect">
              <a:avLst/>
            </a:prstGeom>
          </p:spPr>
        </p:pic>
        <p:pic>
          <p:nvPicPr>
            <p:cNvPr id="537" name="Graphique 536" descr="Joker contour">
              <a:extLst>
                <a:ext uri="{FF2B5EF4-FFF2-40B4-BE49-F238E27FC236}">
                  <a16:creationId xmlns:a16="http://schemas.microsoft.com/office/drawing/2014/main" id="{553C22BD-A11E-49E9-ABFB-3C3E926A5C2A}"/>
                </a:ext>
              </a:extLst>
            </p:cNvPr>
            <p:cNvPicPr>
              <a:picLocks noChangeAspect="1"/>
            </p:cNvPicPr>
            <p:nvPr/>
          </p:nvPicPr>
          <p:blipFill>
            <a:blip r:embed="rId218">
              <a:extLst>
                <a:ext uri="{28A0092B-C50C-407E-A947-70E740481C1C}">
                  <a14:useLocalDpi xmlns:a14="http://schemas.microsoft.com/office/drawing/2010/main" val="0"/>
                </a:ext>
                <a:ext uri="{96DAC541-7B7A-43D3-8B79-37D633B846F1}">
                  <asvg:svgBlip xmlns:asvg="http://schemas.microsoft.com/office/drawing/2016/SVG/main" r:embed="rId219"/>
                </a:ext>
              </a:extLst>
            </a:blip>
            <a:stretch>
              <a:fillRect/>
            </a:stretch>
          </p:blipFill>
          <p:spPr>
            <a:xfrm>
              <a:off x="6849062" y="4220772"/>
              <a:ext cx="753785" cy="753785"/>
            </a:xfrm>
            <a:prstGeom prst="rect">
              <a:avLst/>
            </a:prstGeom>
          </p:spPr>
        </p:pic>
        <p:pic>
          <p:nvPicPr>
            <p:cNvPr id="538" name="Graphique 537" descr="Bulle de discussion avec un remplissage uni">
              <a:extLst>
                <a:ext uri="{FF2B5EF4-FFF2-40B4-BE49-F238E27FC236}">
                  <a16:creationId xmlns:a16="http://schemas.microsoft.com/office/drawing/2014/main" id="{0617345A-2719-4E12-9675-021B8A21FBA5}"/>
                </a:ext>
              </a:extLst>
            </p:cNvPr>
            <p:cNvPicPr>
              <a:picLocks noChangeAspect="1"/>
            </p:cNvPicPr>
            <p:nvPr/>
          </p:nvPicPr>
          <p:blipFill>
            <a:blip r:embed="rId220">
              <a:extLst>
                <a:ext uri="{28A0092B-C50C-407E-A947-70E740481C1C}">
                  <a14:useLocalDpi xmlns:a14="http://schemas.microsoft.com/office/drawing/2010/main" val="0"/>
                </a:ext>
                <a:ext uri="{96DAC541-7B7A-43D3-8B79-37D633B846F1}">
                  <asvg:svgBlip xmlns:asvg="http://schemas.microsoft.com/office/drawing/2016/SVG/main" r:embed="rId221"/>
                </a:ext>
              </a:extLst>
            </a:blip>
            <a:stretch>
              <a:fillRect/>
            </a:stretch>
          </p:blipFill>
          <p:spPr>
            <a:xfrm>
              <a:off x="8504361" y="4963522"/>
              <a:ext cx="704972" cy="704972"/>
            </a:xfrm>
            <a:prstGeom prst="rect">
              <a:avLst/>
            </a:prstGeom>
          </p:spPr>
        </p:pic>
      </p:grpSp>
      <p:pic>
        <p:nvPicPr>
          <p:cNvPr id="563" name="Graphique 562" descr="Sablier 90% avec un remplissage uni">
            <a:extLst>
              <a:ext uri="{FF2B5EF4-FFF2-40B4-BE49-F238E27FC236}">
                <a16:creationId xmlns:a16="http://schemas.microsoft.com/office/drawing/2014/main" id="{697C8C24-7E47-4433-9819-B74206FB5C88}"/>
              </a:ext>
            </a:extLst>
          </p:cNvPr>
          <p:cNvPicPr>
            <a:picLocks noChangeAspect="1"/>
          </p:cNvPicPr>
          <p:nvPr/>
        </p:nvPicPr>
        <p:blipFill>
          <a:blip r:embed="rId222">
            <a:extLst>
              <a:ext uri="{28A0092B-C50C-407E-A947-70E740481C1C}">
                <a14:useLocalDpi xmlns:a14="http://schemas.microsoft.com/office/drawing/2010/main" val="0"/>
              </a:ext>
              <a:ext uri="{96DAC541-7B7A-43D3-8B79-37D633B846F1}">
                <asvg:svgBlip xmlns:asvg="http://schemas.microsoft.com/office/drawing/2016/SVG/main" r:embed="rId223"/>
              </a:ext>
            </a:extLst>
          </a:blip>
          <a:stretch>
            <a:fillRect/>
          </a:stretch>
        </p:blipFill>
        <p:spPr>
          <a:xfrm>
            <a:off x="947281" y="3865461"/>
            <a:ext cx="1106688" cy="1106688"/>
          </a:xfrm>
          <a:prstGeom prst="rect">
            <a:avLst/>
          </a:prstGeom>
        </p:spPr>
      </p:pic>
      <p:pic>
        <p:nvPicPr>
          <p:cNvPr id="25" name="Graphique 24" descr="Sablier 60% avec un remplissage uni">
            <a:extLst>
              <a:ext uri="{FF2B5EF4-FFF2-40B4-BE49-F238E27FC236}">
                <a16:creationId xmlns:a16="http://schemas.microsoft.com/office/drawing/2014/main" id="{9659B27A-6179-4177-9538-BF3A62BBA0F2}"/>
              </a:ext>
            </a:extLst>
          </p:cNvPr>
          <p:cNvPicPr>
            <a:picLocks noChangeAspect="1"/>
          </p:cNvPicPr>
          <p:nvPr/>
        </p:nvPicPr>
        <p:blipFill>
          <a:blip r:embed="rId224">
            <a:extLst>
              <a:ext uri="{28A0092B-C50C-407E-A947-70E740481C1C}">
                <a14:useLocalDpi xmlns:a14="http://schemas.microsoft.com/office/drawing/2010/main" val="0"/>
              </a:ext>
              <a:ext uri="{96DAC541-7B7A-43D3-8B79-37D633B846F1}">
                <asvg:svgBlip xmlns:asvg="http://schemas.microsoft.com/office/drawing/2016/SVG/main" r:embed="rId225"/>
              </a:ext>
            </a:extLst>
          </a:blip>
          <a:stretch>
            <a:fillRect/>
          </a:stretch>
        </p:blipFill>
        <p:spPr>
          <a:xfrm>
            <a:off x="614288" y="2870396"/>
            <a:ext cx="914400" cy="914400"/>
          </a:xfrm>
          <a:prstGeom prst="rect">
            <a:avLst/>
          </a:prstGeom>
        </p:spPr>
      </p:pic>
      <p:grpSp>
        <p:nvGrpSpPr>
          <p:cNvPr id="2" name="Groupe 1">
            <a:extLst>
              <a:ext uri="{FF2B5EF4-FFF2-40B4-BE49-F238E27FC236}">
                <a16:creationId xmlns:a16="http://schemas.microsoft.com/office/drawing/2014/main" id="{BBCBE738-4420-4378-A17C-09BC19E91D83}"/>
              </a:ext>
            </a:extLst>
          </p:cNvPr>
          <p:cNvGrpSpPr/>
          <p:nvPr/>
        </p:nvGrpSpPr>
        <p:grpSpPr>
          <a:xfrm>
            <a:off x="2738058" y="88964"/>
            <a:ext cx="1086486" cy="655417"/>
            <a:chOff x="7707697" y="3907791"/>
            <a:chExt cx="4128117" cy="2490263"/>
          </a:xfrm>
        </p:grpSpPr>
        <p:sp>
          <p:nvSpPr>
            <p:cNvPr id="536" name="Rectangle 535">
              <a:extLst>
                <a:ext uri="{FF2B5EF4-FFF2-40B4-BE49-F238E27FC236}">
                  <a16:creationId xmlns:a16="http://schemas.microsoft.com/office/drawing/2014/main" id="{AEDA594C-6A42-45F3-8996-46DCF1E9C256}"/>
                </a:ext>
              </a:extLst>
            </p:cNvPr>
            <p:cNvSpPr/>
            <p:nvPr/>
          </p:nvSpPr>
          <p:spPr>
            <a:xfrm>
              <a:off x="7707697" y="3907791"/>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64" name="Graphique 563" descr="Volume avec un remplissage uni">
              <a:extLst>
                <a:ext uri="{FF2B5EF4-FFF2-40B4-BE49-F238E27FC236}">
                  <a16:creationId xmlns:a16="http://schemas.microsoft.com/office/drawing/2014/main" id="{54C537CA-1619-4ADB-864A-4F5C53B5DD70}"/>
                </a:ext>
              </a:extLst>
            </p:cNvPr>
            <p:cNvPicPr>
              <a:picLocks noChangeAspect="1"/>
            </p:cNvPicPr>
            <p:nvPr/>
          </p:nvPicPr>
          <p:blipFill>
            <a:blip r:embed="rId226">
              <a:extLst>
                <a:ext uri="{28A0092B-C50C-407E-A947-70E740481C1C}">
                  <a14:useLocalDpi xmlns:a14="http://schemas.microsoft.com/office/drawing/2010/main" val="0"/>
                </a:ext>
                <a:ext uri="{96DAC541-7B7A-43D3-8B79-37D633B846F1}">
                  <asvg:svgBlip xmlns:asvg="http://schemas.microsoft.com/office/drawing/2016/SVG/main" r:embed="rId227"/>
                </a:ext>
              </a:extLst>
            </a:blip>
            <a:stretch>
              <a:fillRect/>
            </a:stretch>
          </p:blipFill>
          <p:spPr>
            <a:xfrm>
              <a:off x="9075169" y="5079108"/>
              <a:ext cx="396915" cy="396915"/>
            </a:xfrm>
            <a:prstGeom prst="rect">
              <a:avLst/>
            </a:prstGeom>
          </p:spPr>
        </p:pic>
        <p:pic>
          <p:nvPicPr>
            <p:cNvPr id="565" name="Graphique 564" descr="Clap avec un remplissage uni">
              <a:extLst>
                <a:ext uri="{FF2B5EF4-FFF2-40B4-BE49-F238E27FC236}">
                  <a16:creationId xmlns:a16="http://schemas.microsoft.com/office/drawing/2014/main" id="{9DB80E9F-E0E0-4F7A-ACE9-759A9E62E330}"/>
                </a:ext>
              </a:extLst>
            </p:cNvPr>
            <p:cNvPicPr>
              <a:picLocks noChangeAspect="1"/>
            </p:cNvPicPr>
            <p:nvPr/>
          </p:nvPicPr>
          <p:blipFill>
            <a:blip r:embed="rId228">
              <a:extLst>
                <a:ext uri="{28A0092B-C50C-407E-A947-70E740481C1C}">
                  <a14:useLocalDpi xmlns:a14="http://schemas.microsoft.com/office/drawing/2010/main" val="0"/>
                </a:ext>
                <a:ext uri="{96DAC541-7B7A-43D3-8B79-37D633B846F1}">
                  <asvg:svgBlip xmlns:asvg="http://schemas.microsoft.com/office/drawing/2016/SVG/main" r:embed="rId229"/>
                </a:ext>
              </a:extLst>
            </a:blip>
            <a:stretch>
              <a:fillRect/>
            </a:stretch>
          </p:blipFill>
          <p:spPr>
            <a:xfrm>
              <a:off x="8198061" y="5078335"/>
              <a:ext cx="418544" cy="418545"/>
            </a:xfrm>
            <a:prstGeom prst="rect">
              <a:avLst/>
            </a:prstGeom>
          </p:spPr>
        </p:pic>
        <p:pic>
          <p:nvPicPr>
            <p:cNvPr id="566" name="Graphique 565" descr="Journal avec un remplissage uni">
              <a:extLst>
                <a:ext uri="{FF2B5EF4-FFF2-40B4-BE49-F238E27FC236}">
                  <a16:creationId xmlns:a16="http://schemas.microsoft.com/office/drawing/2014/main" id="{A96837A3-4471-454B-B3B2-0340FC645AB4}"/>
                </a:ext>
              </a:extLst>
            </p:cNvPr>
            <p:cNvPicPr>
              <a:picLocks noChangeAspect="1"/>
            </p:cNvPicPr>
            <p:nvPr/>
          </p:nvPicPr>
          <p:blipFill rotWithShape="1">
            <a:blip r:embed="rId230">
              <a:extLst>
                <a:ext uri="{28A0092B-C50C-407E-A947-70E740481C1C}">
                  <a14:useLocalDpi xmlns:a14="http://schemas.microsoft.com/office/drawing/2010/main" val="0"/>
                </a:ext>
                <a:ext uri="{96DAC541-7B7A-43D3-8B79-37D633B846F1}">
                  <asvg:svgBlip xmlns:asvg="http://schemas.microsoft.com/office/drawing/2016/SVG/main" r:embed="rId231"/>
                </a:ext>
              </a:extLst>
            </a:blip>
            <a:srcRect l="11031" t="11031" r="13604" b="11351"/>
            <a:stretch/>
          </p:blipFill>
          <p:spPr>
            <a:xfrm>
              <a:off x="9073531" y="4365365"/>
              <a:ext cx="385396" cy="396915"/>
            </a:xfrm>
            <a:prstGeom prst="rect">
              <a:avLst/>
            </a:prstGeom>
          </p:spPr>
        </p:pic>
        <p:pic>
          <p:nvPicPr>
            <p:cNvPr id="567" name="Graphique 566" descr="Images avec un remplissage uni">
              <a:extLst>
                <a:ext uri="{FF2B5EF4-FFF2-40B4-BE49-F238E27FC236}">
                  <a16:creationId xmlns:a16="http://schemas.microsoft.com/office/drawing/2014/main" id="{6FE10C44-60FA-4690-835A-96A4BF599EA0}"/>
                </a:ext>
              </a:extLst>
            </p:cNvPr>
            <p:cNvPicPr>
              <a:picLocks noChangeAspect="1"/>
            </p:cNvPicPr>
            <p:nvPr/>
          </p:nvPicPr>
          <p:blipFill>
            <a:blip r:embed="rId232">
              <a:extLst>
                <a:ext uri="{28A0092B-C50C-407E-A947-70E740481C1C}">
                  <a14:useLocalDpi xmlns:a14="http://schemas.microsoft.com/office/drawing/2010/main" val="0"/>
                </a:ext>
                <a:ext uri="{96DAC541-7B7A-43D3-8B79-37D633B846F1}">
                  <asvg:svgBlip xmlns:asvg="http://schemas.microsoft.com/office/drawing/2016/SVG/main" r:embed="rId233"/>
                </a:ext>
              </a:extLst>
            </a:blip>
            <a:stretch>
              <a:fillRect/>
            </a:stretch>
          </p:blipFill>
          <p:spPr>
            <a:xfrm>
              <a:off x="9830116" y="4291796"/>
              <a:ext cx="502223" cy="502223"/>
            </a:xfrm>
            <a:prstGeom prst="rect">
              <a:avLst/>
            </a:prstGeom>
          </p:spPr>
        </p:pic>
        <p:pic>
          <p:nvPicPr>
            <p:cNvPr id="568" name="Graphique 567" descr="Joker contour">
              <a:extLst>
                <a:ext uri="{FF2B5EF4-FFF2-40B4-BE49-F238E27FC236}">
                  <a16:creationId xmlns:a16="http://schemas.microsoft.com/office/drawing/2014/main" id="{5EA4D877-64D9-4030-8F85-5583A9441BEF}"/>
                </a:ext>
              </a:extLst>
            </p:cNvPr>
            <p:cNvPicPr>
              <a:picLocks noChangeAspect="1"/>
            </p:cNvPicPr>
            <p:nvPr/>
          </p:nvPicPr>
          <p:blipFill>
            <a:blip r:embed="rId234">
              <a:extLst>
                <a:ext uri="{28A0092B-C50C-407E-A947-70E740481C1C}">
                  <a14:useLocalDpi xmlns:a14="http://schemas.microsoft.com/office/drawing/2010/main" val="0"/>
                </a:ext>
                <a:ext uri="{96DAC541-7B7A-43D3-8B79-37D633B846F1}">
                  <asvg:svgBlip xmlns:asvg="http://schemas.microsoft.com/office/drawing/2016/SVG/main" r:embed="rId235"/>
                </a:ext>
              </a:extLst>
            </a:blip>
            <a:stretch>
              <a:fillRect/>
            </a:stretch>
          </p:blipFill>
          <p:spPr>
            <a:xfrm>
              <a:off x="8023850" y="4194461"/>
              <a:ext cx="753785" cy="753785"/>
            </a:xfrm>
            <a:prstGeom prst="rect">
              <a:avLst/>
            </a:prstGeom>
          </p:spPr>
        </p:pic>
        <p:pic>
          <p:nvPicPr>
            <p:cNvPr id="569" name="Graphique 568" descr="Bulle de discussion avec un remplissage uni">
              <a:extLst>
                <a:ext uri="{FF2B5EF4-FFF2-40B4-BE49-F238E27FC236}">
                  <a16:creationId xmlns:a16="http://schemas.microsoft.com/office/drawing/2014/main" id="{9F382B0D-B315-4771-B081-2F48F82B5A5C}"/>
                </a:ext>
              </a:extLst>
            </p:cNvPr>
            <p:cNvPicPr>
              <a:picLocks noChangeAspect="1"/>
            </p:cNvPicPr>
            <p:nvPr/>
          </p:nvPicPr>
          <p:blipFill>
            <a:blip r:embed="rId236">
              <a:extLst>
                <a:ext uri="{28A0092B-C50C-407E-A947-70E740481C1C}">
                  <a14:useLocalDpi xmlns:a14="http://schemas.microsoft.com/office/drawing/2010/main" val="0"/>
                </a:ext>
                <a:ext uri="{96DAC541-7B7A-43D3-8B79-37D633B846F1}">
                  <asvg:svgBlip xmlns:asvg="http://schemas.microsoft.com/office/drawing/2016/SVG/main" r:embed="rId237"/>
                </a:ext>
              </a:extLst>
            </a:blip>
            <a:stretch>
              <a:fillRect/>
            </a:stretch>
          </p:blipFill>
          <p:spPr>
            <a:xfrm>
              <a:off x="9679149" y="4937211"/>
              <a:ext cx="704972" cy="704972"/>
            </a:xfrm>
            <a:prstGeom prst="rect">
              <a:avLst/>
            </a:prstGeom>
          </p:spPr>
        </p:pic>
        <p:sp>
          <p:nvSpPr>
            <p:cNvPr id="570" name="ZoneTexte 569">
              <a:extLst>
                <a:ext uri="{FF2B5EF4-FFF2-40B4-BE49-F238E27FC236}">
                  <a16:creationId xmlns:a16="http://schemas.microsoft.com/office/drawing/2014/main" id="{AF90A2F5-C4F2-4D8A-AFD7-7843F946EB1E}"/>
                </a:ext>
              </a:extLst>
            </p:cNvPr>
            <p:cNvSpPr txBox="1"/>
            <p:nvPr/>
          </p:nvSpPr>
          <p:spPr>
            <a:xfrm>
              <a:off x="10805599" y="5462535"/>
              <a:ext cx="612709" cy="935519"/>
            </a:xfrm>
            <a:prstGeom prst="rect">
              <a:avLst/>
            </a:prstGeom>
            <a:noFill/>
          </p:spPr>
          <p:txBody>
            <a:bodyPr wrap="square" rtlCol="0">
              <a:spAutoFit/>
            </a:bodyPr>
            <a:lstStyle/>
            <a:p>
              <a:pPr algn="ctr"/>
              <a:r>
                <a:rPr lang="fr-FR" sz="500" dirty="0"/>
                <a:t>XL</a:t>
              </a:r>
            </a:p>
          </p:txBody>
        </p:sp>
        <p:pic>
          <p:nvPicPr>
            <p:cNvPr id="571" name="Graphique 570" descr="Sablier terminé avec un remplissage uni">
              <a:extLst>
                <a:ext uri="{FF2B5EF4-FFF2-40B4-BE49-F238E27FC236}">
                  <a16:creationId xmlns:a16="http://schemas.microsoft.com/office/drawing/2014/main" id="{312F8815-D42E-4E30-B846-CB691BF39D38}"/>
                </a:ext>
              </a:extLst>
            </p:cNvPr>
            <p:cNvPicPr>
              <a:picLocks noChangeAspect="1"/>
            </p:cNvPicPr>
            <p:nvPr/>
          </p:nvPicPr>
          <p:blipFill>
            <a:blip r:embed="rId238">
              <a:extLst>
                <a:ext uri="{28A0092B-C50C-407E-A947-70E740481C1C}">
                  <a14:useLocalDpi xmlns:a14="http://schemas.microsoft.com/office/drawing/2010/main" val="0"/>
                </a:ext>
                <a:ext uri="{96DAC541-7B7A-43D3-8B79-37D633B846F1}">
                  <asvg:svgBlip xmlns:asvg="http://schemas.microsoft.com/office/drawing/2016/SVG/main" r:embed="rId239"/>
                </a:ext>
              </a:extLst>
            </a:blip>
            <a:stretch>
              <a:fillRect/>
            </a:stretch>
          </p:blipFill>
          <p:spPr>
            <a:xfrm>
              <a:off x="10521471" y="4342832"/>
              <a:ext cx="1088313" cy="1088313"/>
            </a:xfrm>
            <a:prstGeom prst="rect">
              <a:avLst/>
            </a:prstGeom>
          </p:spPr>
        </p:pic>
      </p:grpSp>
      <p:grpSp>
        <p:nvGrpSpPr>
          <p:cNvPr id="4" name="Groupe 3">
            <a:extLst>
              <a:ext uri="{FF2B5EF4-FFF2-40B4-BE49-F238E27FC236}">
                <a16:creationId xmlns:a16="http://schemas.microsoft.com/office/drawing/2014/main" id="{48CA34E4-C036-48E5-899F-28641C07FAE9}"/>
              </a:ext>
            </a:extLst>
          </p:cNvPr>
          <p:cNvGrpSpPr/>
          <p:nvPr/>
        </p:nvGrpSpPr>
        <p:grpSpPr>
          <a:xfrm>
            <a:off x="284216" y="5847626"/>
            <a:ext cx="1476342" cy="793728"/>
            <a:chOff x="7725112" y="5061361"/>
            <a:chExt cx="4128117" cy="2219407"/>
          </a:xfrm>
        </p:grpSpPr>
        <p:sp>
          <p:nvSpPr>
            <p:cNvPr id="591" name="Rectangle 590">
              <a:extLst>
                <a:ext uri="{FF2B5EF4-FFF2-40B4-BE49-F238E27FC236}">
                  <a16:creationId xmlns:a16="http://schemas.microsoft.com/office/drawing/2014/main" id="{6C9A19AB-E315-46A2-B0C5-72205AF60ED8}"/>
                </a:ext>
              </a:extLst>
            </p:cNvPr>
            <p:cNvSpPr/>
            <p:nvPr/>
          </p:nvSpPr>
          <p:spPr>
            <a:xfrm>
              <a:off x="7725112" y="5061361"/>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92" name="Groupe 591">
              <a:extLst>
                <a:ext uri="{FF2B5EF4-FFF2-40B4-BE49-F238E27FC236}">
                  <a16:creationId xmlns:a16="http://schemas.microsoft.com/office/drawing/2014/main" id="{37F27986-3CFC-4D9D-9FB3-FF8DE27D50E8}"/>
                </a:ext>
              </a:extLst>
            </p:cNvPr>
            <p:cNvGrpSpPr/>
            <p:nvPr/>
          </p:nvGrpSpPr>
          <p:grpSpPr>
            <a:xfrm>
              <a:off x="8227731" y="5258871"/>
              <a:ext cx="3300891" cy="1794306"/>
              <a:chOff x="1208415" y="4067391"/>
              <a:chExt cx="3493099" cy="1898787"/>
            </a:xfrm>
          </p:grpSpPr>
          <p:pic>
            <p:nvPicPr>
              <p:cNvPr id="604" name="Graphique 603" descr="Bulle de discussion avec un remplissage uni">
                <a:extLst>
                  <a:ext uri="{FF2B5EF4-FFF2-40B4-BE49-F238E27FC236}">
                    <a16:creationId xmlns:a16="http://schemas.microsoft.com/office/drawing/2014/main" id="{1FBEC933-3E9A-4102-BE87-264091AACDF8}"/>
                  </a:ext>
                </a:extLst>
              </p:cNvPr>
              <p:cNvPicPr>
                <a:picLocks noChangeAspect="1"/>
              </p:cNvPicPr>
              <p:nvPr/>
            </p:nvPicPr>
            <p:blipFill>
              <a:blip r:embed="rId240">
                <a:extLst>
                  <a:ext uri="{28A0092B-C50C-407E-A947-70E740481C1C}">
                    <a14:useLocalDpi xmlns:a14="http://schemas.microsoft.com/office/drawing/2010/main" val="0"/>
                  </a:ext>
                  <a:ext uri="{96DAC541-7B7A-43D3-8B79-37D633B846F1}">
                    <asvg:svgBlip xmlns:asvg="http://schemas.microsoft.com/office/drawing/2016/SVG/main" r:embed="rId241"/>
                  </a:ext>
                </a:extLst>
              </a:blip>
              <a:stretch>
                <a:fillRect/>
              </a:stretch>
            </p:blipFill>
            <p:spPr>
              <a:xfrm>
                <a:off x="3635844" y="5051919"/>
                <a:ext cx="1065670" cy="914259"/>
              </a:xfrm>
              <a:prstGeom prst="rect">
                <a:avLst/>
              </a:prstGeom>
            </p:spPr>
          </p:pic>
          <p:sp>
            <p:nvSpPr>
              <p:cNvPr id="605" name="Bulle narrative : rectangle 604">
                <a:extLst>
                  <a:ext uri="{FF2B5EF4-FFF2-40B4-BE49-F238E27FC236}">
                    <a16:creationId xmlns:a16="http://schemas.microsoft.com/office/drawing/2014/main" id="{9EF1DCB8-15F8-44A9-A04B-07523392A1CA}"/>
                  </a:ext>
                </a:extLst>
              </p:cNvPr>
              <p:cNvSpPr/>
              <p:nvPr/>
            </p:nvSpPr>
            <p:spPr>
              <a:xfrm>
                <a:off x="1586623" y="4656860"/>
                <a:ext cx="2965142" cy="372863"/>
              </a:xfrm>
              <a:prstGeom prst="wedgeRectCallout">
                <a:avLst>
                  <a:gd name="adj1" fmla="val -55022"/>
                  <a:gd name="adj2" fmla="val 27190"/>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rPr>
                  <a:t>--------  --------  ---  -----  ------</a:t>
                </a:r>
              </a:p>
            </p:txBody>
          </p:sp>
          <p:sp>
            <p:nvSpPr>
              <p:cNvPr id="606" name="Bulle narrative : rectangle 605">
                <a:extLst>
                  <a:ext uri="{FF2B5EF4-FFF2-40B4-BE49-F238E27FC236}">
                    <a16:creationId xmlns:a16="http://schemas.microsoft.com/office/drawing/2014/main" id="{7A42E2C5-AD0A-4923-A26B-18EB72AAAB0E}"/>
                  </a:ext>
                </a:extLst>
              </p:cNvPr>
              <p:cNvSpPr/>
              <p:nvPr/>
            </p:nvSpPr>
            <p:spPr>
              <a:xfrm>
                <a:off x="1586623" y="4067391"/>
                <a:ext cx="2965141" cy="372863"/>
              </a:xfrm>
              <a:prstGeom prst="wedgeRectCallout">
                <a:avLst>
                  <a:gd name="adj1" fmla="val -54123"/>
                  <a:gd name="adj2" fmla="val 34333"/>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rPr>
                  <a:t>------------  -------  ------ --- ----</a:t>
                </a:r>
              </a:p>
            </p:txBody>
          </p:sp>
          <p:pic>
            <p:nvPicPr>
              <p:cNvPr id="607" name="Graphique 606" descr="Utilisateur avec un remplissage uni">
                <a:extLst>
                  <a:ext uri="{FF2B5EF4-FFF2-40B4-BE49-F238E27FC236}">
                    <a16:creationId xmlns:a16="http://schemas.microsoft.com/office/drawing/2014/main" id="{82E29472-588F-4498-8C80-064C7DCE1EE7}"/>
                  </a:ext>
                </a:extLst>
              </p:cNvPr>
              <p:cNvPicPr>
                <a:picLocks noChangeAspect="1"/>
              </p:cNvPicPr>
              <p:nvPr/>
            </p:nvPicPr>
            <p:blipFill rotWithShape="1">
              <a:blip r:embed="rId242">
                <a:extLst>
                  <a:ext uri="{28A0092B-C50C-407E-A947-70E740481C1C}">
                    <a14:useLocalDpi xmlns:a14="http://schemas.microsoft.com/office/drawing/2010/main" val="0"/>
                  </a:ext>
                  <a:ext uri="{96DAC541-7B7A-43D3-8B79-37D633B846F1}">
                    <asvg:svgBlip xmlns:asvg="http://schemas.microsoft.com/office/drawing/2016/SVG/main" r:embed="rId243"/>
                  </a:ext>
                </a:extLst>
              </a:blip>
              <a:srcRect l="14959" t="10077" r="12793" b="12793"/>
              <a:stretch/>
            </p:blipFill>
            <p:spPr>
              <a:xfrm>
                <a:off x="1208415" y="4266781"/>
                <a:ext cx="324984" cy="346945"/>
              </a:xfrm>
              <a:prstGeom prst="rect">
                <a:avLst/>
              </a:prstGeom>
            </p:spPr>
          </p:pic>
          <p:pic>
            <p:nvPicPr>
              <p:cNvPr id="608" name="Graphique 607" descr="Utilisateur avec un remplissage uni">
                <a:extLst>
                  <a:ext uri="{FF2B5EF4-FFF2-40B4-BE49-F238E27FC236}">
                    <a16:creationId xmlns:a16="http://schemas.microsoft.com/office/drawing/2014/main" id="{716DBBCD-F4A3-4AC0-BD63-00A0C6FFC494}"/>
                  </a:ext>
                </a:extLst>
              </p:cNvPr>
              <p:cNvPicPr>
                <a:picLocks noChangeAspect="1"/>
              </p:cNvPicPr>
              <p:nvPr/>
            </p:nvPicPr>
            <p:blipFill rotWithShape="1">
              <a:blip r:embed="rId242">
                <a:extLst>
                  <a:ext uri="{28A0092B-C50C-407E-A947-70E740481C1C}">
                    <a14:useLocalDpi xmlns:a14="http://schemas.microsoft.com/office/drawing/2010/main" val="0"/>
                  </a:ext>
                  <a:ext uri="{96DAC541-7B7A-43D3-8B79-37D633B846F1}">
                    <asvg:svgBlip xmlns:asvg="http://schemas.microsoft.com/office/drawing/2016/SVG/main" r:embed="rId243"/>
                  </a:ext>
                </a:extLst>
              </a:blip>
              <a:srcRect l="14959" t="10077" r="12793" b="12793"/>
              <a:stretch/>
            </p:blipFill>
            <p:spPr>
              <a:xfrm>
                <a:off x="1208415" y="4852819"/>
                <a:ext cx="324984" cy="346945"/>
              </a:xfrm>
              <a:prstGeom prst="rect">
                <a:avLst/>
              </a:prstGeom>
            </p:spPr>
          </p:pic>
        </p:grpSp>
        <p:grpSp>
          <p:nvGrpSpPr>
            <p:cNvPr id="609" name="Groupe 608">
              <a:extLst>
                <a:ext uri="{FF2B5EF4-FFF2-40B4-BE49-F238E27FC236}">
                  <a16:creationId xmlns:a16="http://schemas.microsoft.com/office/drawing/2014/main" id="{3C23884E-0EBE-4E34-A44E-D5C09F0388C7}"/>
                </a:ext>
              </a:extLst>
            </p:cNvPr>
            <p:cNvGrpSpPr/>
            <p:nvPr/>
          </p:nvGrpSpPr>
          <p:grpSpPr>
            <a:xfrm>
              <a:off x="7856914" y="6550329"/>
              <a:ext cx="902239" cy="567611"/>
              <a:chOff x="6989470" y="1452253"/>
              <a:chExt cx="2968717" cy="1867662"/>
            </a:xfrm>
            <a:solidFill>
              <a:srgbClr val="ED7D31"/>
            </a:solidFill>
          </p:grpSpPr>
          <p:pic>
            <p:nvPicPr>
              <p:cNvPr id="610" name="Graphique 609" descr="Groupe de personnes avec un remplissage uni">
                <a:extLst>
                  <a:ext uri="{FF2B5EF4-FFF2-40B4-BE49-F238E27FC236}">
                    <a16:creationId xmlns:a16="http://schemas.microsoft.com/office/drawing/2014/main" id="{20EE306F-7483-4B22-A2E4-66E4D45B1ADD}"/>
                  </a:ext>
                </a:extLst>
              </p:cNvPr>
              <p:cNvPicPr>
                <a:picLocks noChangeAspect="1"/>
              </p:cNvPicPr>
              <p:nvPr/>
            </p:nvPicPr>
            <p:blipFill>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tretch>
                <a:fillRect/>
              </a:stretch>
            </p:blipFill>
            <p:spPr>
              <a:xfrm>
                <a:off x="6989470" y="1452253"/>
                <a:ext cx="1867662" cy="1867662"/>
              </a:xfrm>
              <a:prstGeom prst="rect">
                <a:avLst/>
              </a:prstGeom>
            </p:spPr>
          </p:pic>
          <p:pic>
            <p:nvPicPr>
              <p:cNvPr id="611" name="Graphique 610" descr="Groupe de personnes avec un remplissage uni">
                <a:extLst>
                  <a:ext uri="{FF2B5EF4-FFF2-40B4-BE49-F238E27FC236}">
                    <a16:creationId xmlns:a16="http://schemas.microsoft.com/office/drawing/2014/main" id="{AB264AC3-1362-492C-A6FB-E8EDA5F4E2C9}"/>
                  </a:ext>
                </a:extLst>
              </p:cNvPr>
              <p:cNvPicPr>
                <a:picLocks noChangeAspect="1"/>
              </p:cNvPicPr>
              <p:nvPr/>
            </p:nvPicPr>
            <p:blipFill rotWithShape="1">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rcRect t="65384"/>
              <a:stretch/>
            </p:blipFill>
            <p:spPr>
              <a:xfrm>
                <a:off x="8090525" y="1513565"/>
                <a:ext cx="1867662" cy="651367"/>
              </a:xfrm>
              <a:prstGeom prst="rect">
                <a:avLst/>
              </a:prstGeom>
            </p:spPr>
          </p:pic>
          <p:pic>
            <p:nvPicPr>
              <p:cNvPr id="612" name="Graphique 611" descr="Groupe de personnes avec un remplissage uni">
                <a:extLst>
                  <a:ext uri="{FF2B5EF4-FFF2-40B4-BE49-F238E27FC236}">
                    <a16:creationId xmlns:a16="http://schemas.microsoft.com/office/drawing/2014/main" id="{D2B574CA-F180-4EB3-95CD-694E0FF83C7B}"/>
                  </a:ext>
                </a:extLst>
              </p:cNvPr>
              <p:cNvPicPr>
                <a:picLocks noChangeAspect="1"/>
              </p:cNvPicPr>
              <p:nvPr/>
            </p:nvPicPr>
            <p:blipFill rotWithShape="1">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rcRect t="65384" r="30495"/>
              <a:stretch/>
            </p:blipFill>
            <p:spPr>
              <a:xfrm>
                <a:off x="8316394" y="2091056"/>
                <a:ext cx="1298123" cy="651367"/>
              </a:xfrm>
              <a:prstGeom prst="rect">
                <a:avLst/>
              </a:prstGeom>
            </p:spPr>
          </p:pic>
          <p:pic>
            <p:nvPicPr>
              <p:cNvPr id="613" name="Graphique 612" descr="Groupe de personnes avec un remplissage uni">
                <a:extLst>
                  <a:ext uri="{FF2B5EF4-FFF2-40B4-BE49-F238E27FC236}">
                    <a16:creationId xmlns:a16="http://schemas.microsoft.com/office/drawing/2014/main" id="{1AD46F7A-5BA8-4FDA-AF77-812AF40619FA}"/>
                  </a:ext>
                </a:extLst>
              </p:cNvPr>
              <p:cNvPicPr>
                <a:picLocks noChangeAspect="1"/>
              </p:cNvPicPr>
              <p:nvPr/>
            </p:nvPicPr>
            <p:blipFill rotWithShape="1">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rcRect t="65384" r="65831"/>
              <a:stretch/>
            </p:blipFill>
            <p:spPr>
              <a:xfrm>
                <a:off x="6989470" y="1513565"/>
                <a:ext cx="638169" cy="651367"/>
              </a:xfrm>
              <a:prstGeom prst="rect">
                <a:avLst/>
              </a:prstGeom>
            </p:spPr>
          </p:pic>
          <p:pic>
            <p:nvPicPr>
              <p:cNvPr id="614" name="Graphique 613" descr="Groupe de personnes avec un remplissage uni">
                <a:extLst>
                  <a:ext uri="{FF2B5EF4-FFF2-40B4-BE49-F238E27FC236}">
                    <a16:creationId xmlns:a16="http://schemas.microsoft.com/office/drawing/2014/main" id="{2C42DE6F-C1BC-47B9-B8D3-7A156FAB3076}"/>
                  </a:ext>
                </a:extLst>
              </p:cNvPr>
              <p:cNvPicPr>
                <a:picLocks noChangeAspect="1"/>
              </p:cNvPicPr>
              <p:nvPr/>
            </p:nvPicPr>
            <p:blipFill rotWithShape="1">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rcRect t="65384" r="30495"/>
              <a:stretch/>
            </p:blipFill>
            <p:spPr>
              <a:xfrm>
                <a:off x="8498660" y="2653414"/>
                <a:ext cx="1298123" cy="651367"/>
              </a:xfrm>
              <a:prstGeom prst="rect">
                <a:avLst/>
              </a:prstGeom>
            </p:spPr>
          </p:pic>
        </p:grpSp>
      </p:grpSp>
      <p:pic>
        <p:nvPicPr>
          <p:cNvPr id="616" name="Graphique 615" descr="Calendrier mensuel avec un remplissage uni">
            <a:extLst>
              <a:ext uri="{FF2B5EF4-FFF2-40B4-BE49-F238E27FC236}">
                <a16:creationId xmlns:a16="http://schemas.microsoft.com/office/drawing/2014/main" id="{CF951406-262E-4532-8F47-23113D474F03}"/>
              </a:ext>
            </a:extLst>
          </p:cNvPr>
          <p:cNvPicPr>
            <a:picLocks noChangeAspect="1"/>
          </p:cNvPicPr>
          <p:nvPr/>
        </p:nvPicPr>
        <p:blipFill>
          <a:blip r:embed="rId78">
            <a:extLst>
              <a:ext uri="{28A0092B-C50C-407E-A947-70E740481C1C}">
                <a14:useLocalDpi xmlns:a14="http://schemas.microsoft.com/office/drawing/2010/main" val="0"/>
              </a:ext>
              <a:ext uri="{96DAC541-7B7A-43D3-8B79-37D633B846F1}">
                <asvg:svgBlip xmlns:asvg="http://schemas.microsoft.com/office/drawing/2016/SVG/main" r:embed="rId79"/>
              </a:ext>
            </a:extLst>
          </a:blip>
          <a:stretch>
            <a:fillRect/>
          </a:stretch>
        </p:blipFill>
        <p:spPr>
          <a:xfrm>
            <a:off x="8398074" y="4440297"/>
            <a:ext cx="391168" cy="366434"/>
          </a:xfrm>
          <a:prstGeom prst="rect">
            <a:avLst/>
          </a:prstGeom>
        </p:spPr>
      </p:pic>
      <p:pic>
        <p:nvPicPr>
          <p:cNvPr id="618" name="Graphique 617" descr="Calendrier mensuel avec un remplissage uni">
            <a:extLst>
              <a:ext uri="{FF2B5EF4-FFF2-40B4-BE49-F238E27FC236}">
                <a16:creationId xmlns:a16="http://schemas.microsoft.com/office/drawing/2014/main" id="{F9D714EA-BF3D-4031-967A-71FCA9AF6FE8}"/>
              </a:ext>
            </a:extLst>
          </p:cNvPr>
          <p:cNvPicPr>
            <a:picLocks noChangeAspect="1"/>
          </p:cNvPicPr>
          <p:nvPr/>
        </p:nvPicPr>
        <p:blipFill>
          <a:blip r:embed="rId78">
            <a:extLst>
              <a:ext uri="{28A0092B-C50C-407E-A947-70E740481C1C}">
                <a14:useLocalDpi xmlns:a14="http://schemas.microsoft.com/office/drawing/2010/main" val="0"/>
              </a:ext>
              <a:ext uri="{96DAC541-7B7A-43D3-8B79-37D633B846F1}">
                <asvg:svgBlip xmlns:asvg="http://schemas.microsoft.com/office/drawing/2016/SVG/main" r:embed="rId79"/>
              </a:ext>
            </a:extLst>
          </a:blip>
          <a:stretch>
            <a:fillRect/>
          </a:stretch>
        </p:blipFill>
        <p:spPr>
          <a:xfrm>
            <a:off x="9581001" y="4453444"/>
            <a:ext cx="391168" cy="366434"/>
          </a:xfrm>
          <a:prstGeom prst="rect">
            <a:avLst/>
          </a:prstGeom>
        </p:spPr>
      </p:pic>
      <p:pic>
        <p:nvPicPr>
          <p:cNvPr id="619" name="Graphique 618" descr="Calendrier mensuel avec un remplissage uni">
            <a:extLst>
              <a:ext uri="{FF2B5EF4-FFF2-40B4-BE49-F238E27FC236}">
                <a16:creationId xmlns:a16="http://schemas.microsoft.com/office/drawing/2014/main" id="{C2A6EA1C-5651-451F-8AED-64ABED88A866}"/>
              </a:ext>
            </a:extLst>
          </p:cNvPr>
          <p:cNvPicPr>
            <a:picLocks noChangeAspect="1"/>
          </p:cNvPicPr>
          <p:nvPr/>
        </p:nvPicPr>
        <p:blipFill>
          <a:blip r:embed="rId78">
            <a:extLst>
              <a:ext uri="{28A0092B-C50C-407E-A947-70E740481C1C}">
                <a14:useLocalDpi xmlns:a14="http://schemas.microsoft.com/office/drawing/2010/main" val="0"/>
              </a:ext>
              <a:ext uri="{96DAC541-7B7A-43D3-8B79-37D633B846F1}">
                <asvg:svgBlip xmlns:asvg="http://schemas.microsoft.com/office/drawing/2016/SVG/main" r:embed="rId79"/>
              </a:ext>
            </a:extLst>
          </a:blip>
          <a:stretch>
            <a:fillRect/>
          </a:stretch>
        </p:blipFill>
        <p:spPr>
          <a:xfrm>
            <a:off x="10763928" y="4459699"/>
            <a:ext cx="391168" cy="366434"/>
          </a:xfrm>
          <a:prstGeom prst="rect">
            <a:avLst/>
          </a:prstGeom>
        </p:spPr>
      </p:pic>
      <p:cxnSp>
        <p:nvCxnSpPr>
          <p:cNvPr id="8" name="Connecteur droit avec flèche 7">
            <a:extLst>
              <a:ext uri="{FF2B5EF4-FFF2-40B4-BE49-F238E27FC236}">
                <a16:creationId xmlns:a16="http://schemas.microsoft.com/office/drawing/2014/main" id="{98F77247-4C6C-4FBF-BF1E-F7097BB4E498}"/>
              </a:ext>
            </a:extLst>
          </p:cNvPr>
          <p:cNvCxnSpPr>
            <a:cxnSpLocks/>
          </p:cNvCxnSpPr>
          <p:nvPr/>
        </p:nvCxnSpPr>
        <p:spPr>
          <a:xfrm flipV="1">
            <a:off x="8533512" y="5213630"/>
            <a:ext cx="2998088"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Connecteur droit 19">
            <a:extLst>
              <a:ext uri="{FF2B5EF4-FFF2-40B4-BE49-F238E27FC236}">
                <a16:creationId xmlns:a16="http://schemas.microsoft.com/office/drawing/2014/main" id="{802C7D45-3FBA-4BC4-A585-D48F2A7376B9}"/>
              </a:ext>
            </a:extLst>
          </p:cNvPr>
          <p:cNvCxnSpPr/>
          <p:nvPr/>
        </p:nvCxnSpPr>
        <p:spPr>
          <a:xfrm>
            <a:off x="8582254" y="5048078"/>
            <a:ext cx="0" cy="331104"/>
          </a:xfrm>
          <a:prstGeom prst="line">
            <a:avLst/>
          </a:prstGeom>
        </p:spPr>
        <p:style>
          <a:lnRef idx="1">
            <a:schemeClr val="accent1"/>
          </a:lnRef>
          <a:fillRef idx="0">
            <a:schemeClr val="accent1"/>
          </a:fillRef>
          <a:effectRef idx="0">
            <a:schemeClr val="accent1"/>
          </a:effectRef>
          <a:fontRef idx="minor">
            <a:schemeClr val="tx1"/>
          </a:fontRef>
        </p:style>
      </p:cxnSp>
      <p:cxnSp>
        <p:nvCxnSpPr>
          <p:cNvPr id="620" name="Connecteur droit 619">
            <a:extLst>
              <a:ext uri="{FF2B5EF4-FFF2-40B4-BE49-F238E27FC236}">
                <a16:creationId xmlns:a16="http://schemas.microsoft.com/office/drawing/2014/main" id="{C2D1C79E-E92F-487D-B18C-9A50085BC617}"/>
              </a:ext>
            </a:extLst>
          </p:cNvPr>
          <p:cNvCxnSpPr/>
          <p:nvPr/>
        </p:nvCxnSpPr>
        <p:spPr>
          <a:xfrm>
            <a:off x="9786339" y="5039141"/>
            <a:ext cx="0" cy="331104"/>
          </a:xfrm>
          <a:prstGeom prst="line">
            <a:avLst/>
          </a:prstGeom>
        </p:spPr>
        <p:style>
          <a:lnRef idx="1">
            <a:schemeClr val="accent1"/>
          </a:lnRef>
          <a:fillRef idx="0">
            <a:schemeClr val="accent1"/>
          </a:fillRef>
          <a:effectRef idx="0">
            <a:schemeClr val="accent1"/>
          </a:effectRef>
          <a:fontRef idx="minor">
            <a:schemeClr val="tx1"/>
          </a:fontRef>
        </p:style>
      </p:cxnSp>
      <p:cxnSp>
        <p:nvCxnSpPr>
          <p:cNvPr id="621" name="Connecteur droit 620">
            <a:extLst>
              <a:ext uri="{FF2B5EF4-FFF2-40B4-BE49-F238E27FC236}">
                <a16:creationId xmlns:a16="http://schemas.microsoft.com/office/drawing/2014/main" id="{F847BB6A-C721-414B-A04F-395ACAEA12D8}"/>
              </a:ext>
            </a:extLst>
          </p:cNvPr>
          <p:cNvCxnSpPr/>
          <p:nvPr/>
        </p:nvCxnSpPr>
        <p:spPr>
          <a:xfrm>
            <a:off x="10966851" y="5039141"/>
            <a:ext cx="0" cy="33110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427149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2" name="Groupe 1">
            <a:extLst>
              <a:ext uri="{FF2B5EF4-FFF2-40B4-BE49-F238E27FC236}">
                <a16:creationId xmlns:a16="http://schemas.microsoft.com/office/drawing/2014/main" id="{DB6D2977-6672-474F-AD19-98321B114C26}"/>
              </a:ext>
            </a:extLst>
          </p:cNvPr>
          <p:cNvGrpSpPr/>
          <p:nvPr/>
        </p:nvGrpSpPr>
        <p:grpSpPr>
          <a:xfrm>
            <a:off x="492861" y="146304"/>
            <a:ext cx="5697432" cy="3063121"/>
            <a:chOff x="6772499" y="4476784"/>
            <a:chExt cx="4128117" cy="2219407"/>
          </a:xfrm>
        </p:grpSpPr>
        <p:sp>
          <p:nvSpPr>
            <p:cNvPr id="3" name="Rectangle 2">
              <a:extLst>
                <a:ext uri="{FF2B5EF4-FFF2-40B4-BE49-F238E27FC236}">
                  <a16:creationId xmlns:a16="http://schemas.microsoft.com/office/drawing/2014/main" id="{136D8738-7C2B-49A1-AF2B-3CA4470954CA}"/>
                </a:ext>
              </a:extLst>
            </p:cNvPr>
            <p:cNvSpPr/>
            <p:nvPr/>
          </p:nvSpPr>
          <p:spPr>
            <a:xfrm>
              <a:off x="6772499" y="4476784"/>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e 3">
              <a:extLst>
                <a:ext uri="{FF2B5EF4-FFF2-40B4-BE49-F238E27FC236}">
                  <a16:creationId xmlns:a16="http://schemas.microsoft.com/office/drawing/2014/main" id="{35D237E6-3249-42AB-B107-9700D60CF198}"/>
                </a:ext>
              </a:extLst>
            </p:cNvPr>
            <p:cNvGrpSpPr/>
            <p:nvPr/>
          </p:nvGrpSpPr>
          <p:grpSpPr>
            <a:xfrm>
              <a:off x="7136456" y="4545203"/>
              <a:ext cx="3457757" cy="2074924"/>
              <a:chOff x="4756107" y="5644440"/>
              <a:chExt cx="1097316" cy="658475"/>
            </a:xfrm>
          </p:grpSpPr>
          <p:pic>
            <p:nvPicPr>
              <p:cNvPr id="7" name="Graphique 6" descr="Homme avec un remplissage uni">
                <a:extLst>
                  <a:ext uri="{FF2B5EF4-FFF2-40B4-BE49-F238E27FC236}">
                    <a16:creationId xmlns:a16="http://schemas.microsoft.com/office/drawing/2014/main" id="{837AB0D3-1303-453B-B75E-26B295BB90D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9736"/>
              <a:stretch/>
            </p:blipFill>
            <p:spPr>
              <a:xfrm>
                <a:off x="4756107" y="5648406"/>
                <a:ext cx="525334" cy="654509"/>
              </a:xfrm>
              <a:prstGeom prst="rect">
                <a:avLst/>
              </a:prstGeom>
            </p:spPr>
          </p:pic>
          <p:pic>
            <p:nvPicPr>
              <p:cNvPr id="8" name="Graphique 7" descr="Homme avec un remplissage uni">
                <a:extLst>
                  <a:ext uri="{FF2B5EF4-FFF2-40B4-BE49-F238E27FC236}">
                    <a16:creationId xmlns:a16="http://schemas.microsoft.com/office/drawing/2014/main" id="{AFAE2342-6188-4102-8DC4-E7CDE6085F0F}"/>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r="17166"/>
              <a:stretch/>
            </p:blipFill>
            <p:spPr>
              <a:xfrm>
                <a:off x="5311270" y="5644440"/>
                <a:ext cx="542153" cy="654509"/>
              </a:xfrm>
              <a:prstGeom prst="rect">
                <a:avLst/>
              </a:prstGeom>
            </p:spPr>
          </p:pic>
          <p:sp>
            <p:nvSpPr>
              <p:cNvPr id="9" name="Rectangle : coins arrondis 8">
                <a:extLst>
                  <a:ext uri="{FF2B5EF4-FFF2-40B4-BE49-F238E27FC236}">
                    <a16:creationId xmlns:a16="http://schemas.microsoft.com/office/drawing/2014/main" id="{EE94AB58-2A01-4CD4-9908-C606F95C223C}"/>
                  </a:ext>
                </a:extLst>
              </p:cNvPr>
              <p:cNvSpPr/>
              <p:nvPr/>
            </p:nvSpPr>
            <p:spPr>
              <a:xfrm>
                <a:off x="5110959" y="5886400"/>
                <a:ext cx="370794" cy="59154"/>
              </a:xfrm>
              <a:prstGeom prst="roundRect">
                <a:avLst>
                  <a:gd name="adj" fmla="val 50000"/>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10" name="Rectangle : coins arrondis 9">
                <a:extLst>
                  <a:ext uri="{FF2B5EF4-FFF2-40B4-BE49-F238E27FC236}">
                    <a16:creationId xmlns:a16="http://schemas.microsoft.com/office/drawing/2014/main" id="{1CBB1443-8CA4-4ACA-B54F-435C3446EB80}"/>
                  </a:ext>
                </a:extLst>
              </p:cNvPr>
              <p:cNvSpPr/>
              <p:nvPr/>
            </p:nvSpPr>
            <p:spPr>
              <a:xfrm rot="5400000">
                <a:off x="5110959" y="6066728"/>
                <a:ext cx="370794" cy="59154"/>
              </a:xfrm>
              <a:prstGeom prst="roundRect">
                <a:avLst>
                  <a:gd name="adj" fmla="val 50000"/>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11" name="Rectangle : coins arrondis 10">
                <a:extLst>
                  <a:ext uri="{FF2B5EF4-FFF2-40B4-BE49-F238E27FC236}">
                    <a16:creationId xmlns:a16="http://schemas.microsoft.com/office/drawing/2014/main" id="{1701EF16-6415-4A9C-AF20-FBE22DB0C4F4}"/>
                  </a:ext>
                </a:extLst>
              </p:cNvPr>
              <p:cNvSpPr/>
              <p:nvPr/>
            </p:nvSpPr>
            <p:spPr>
              <a:xfrm>
                <a:off x="5216256" y="6232046"/>
                <a:ext cx="163345" cy="59153"/>
              </a:xfrm>
              <a:prstGeom prst="roundRect">
                <a:avLst>
                  <a:gd name="adj" fmla="val 50000"/>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pic>
            <p:nvPicPr>
              <p:cNvPr id="12" name="Image 11">
                <a:extLst>
                  <a:ext uri="{FF2B5EF4-FFF2-40B4-BE49-F238E27FC236}">
                    <a16:creationId xmlns:a16="http://schemas.microsoft.com/office/drawing/2014/main" id="{F8092351-8FBC-4A98-B02C-4DE3A795ED7F}"/>
                  </a:ext>
                </a:extLst>
              </p:cNvPr>
              <p:cNvPicPr>
                <a:picLocks noChangeAspect="1"/>
              </p:cNvPicPr>
              <p:nvPr/>
            </p:nvPicPr>
            <p:blipFill rotWithShape="1">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rcRect l="20605" t="14466" r="20964" b="14211"/>
              <a:stretch/>
            </p:blipFill>
            <p:spPr>
              <a:xfrm>
                <a:off x="5356447" y="5796894"/>
                <a:ext cx="71478" cy="87755"/>
              </a:xfrm>
              <a:prstGeom prst="rect">
                <a:avLst/>
              </a:prstGeom>
            </p:spPr>
          </p:pic>
          <p:pic>
            <p:nvPicPr>
              <p:cNvPr id="13" name="Image 12">
                <a:extLst>
                  <a:ext uri="{FF2B5EF4-FFF2-40B4-BE49-F238E27FC236}">
                    <a16:creationId xmlns:a16="http://schemas.microsoft.com/office/drawing/2014/main" id="{CB80ED83-A9B8-43F8-8A23-95B7E29D2701}"/>
                  </a:ext>
                </a:extLst>
              </p:cNvPr>
              <p:cNvPicPr>
                <a:picLocks noChangeAspect="1"/>
              </p:cNvPicPr>
              <p:nvPr/>
            </p:nvPicPr>
            <p:blipFill rotWithShape="1">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rcRect l="20605" t="14466" r="20964" b="14211"/>
              <a:stretch/>
            </p:blipFill>
            <p:spPr>
              <a:xfrm flipH="1">
                <a:off x="5144424" y="5796230"/>
                <a:ext cx="61422" cy="87755"/>
              </a:xfrm>
              <a:prstGeom prst="rect">
                <a:avLst/>
              </a:prstGeom>
            </p:spPr>
          </p:pic>
        </p:grpSp>
        <p:sp>
          <p:nvSpPr>
            <p:cNvPr id="5" name="Bulle narrative : ronde 4">
              <a:extLst>
                <a:ext uri="{FF2B5EF4-FFF2-40B4-BE49-F238E27FC236}">
                  <a16:creationId xmlns:a16="http://schemas.microsoft.com/office/drawing/2014/main" id="{819E95FA-62E8-4845-9777-790B7FD14DEF}"/>
                </a:ext>
              </a:extLst>
            </p:cNvPr>
            <p:cNvSpPr/>
            <p:nvPr/>
          </p:nvSpPr>
          <p:spPr>
            <a:xfrm>
              <a:off x="7955711" y="4540841"/>
              <a:ext cx="925763" cy="328447"/>
            </a:xfrm>
            <a:prstGeom prst="wedgeEllipseCallout">
              <a:avLst>
                <a:gd name="adj1" fmla="val -45526"/>
                <a:gd name="adj2" fmla="val 59600"/>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Bulle narrative : ronde 5">
              <a:extLst>
                <a:ext uri="{FF2B5EF4-FFF2-40B4-BE49-F238E27FC236}">
                  <a16:creationId xmlns:a16="http://schemas.microsoft.com/office/drawing/2014/main" id="{12D5ABD8-E732-4EB8-BAA6-D5D6C32E1CD0}"/>
                </a:ext>
              </a:extLst>
            </p:cNvPr>
            <p:cNvSpPr/>
            <p:nvPr/>
          </p:nvSpPr>
          <p:spPr>
            <a:xfrm>
              <a:off x="8708497" y="4569412"/>
              <a:ext cx="925763" cy="328447"/>
            </a:xfrm>
            <a:prstGeom prst="wedgeEllipseCallout">
              <a:avLst>
                <a:gd name="adj1" fmla="val 58391"/>
                <a:gd name="adj2" fmla="val 30600"/>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7315050A-5722-43A8-BBE6-E139AA74B725}"/>
              </a:ext>
            </a:extLst>
          </p:cNvPr>
          <p:cNvSpPr/>
          <p:nvPr/>
        </p:nvSpPr>
        <p:spPr>
          <a:xfrm>
            <a:off x="485361" y="350215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Graphique 26" descr="Soin avec un remplissage uni">
            <a:extLst>
              <a:ext uri="{FF2B5EF4-FFF2-40B4-BE49-F238E27FC236}">
                <a16:creationId xmlns:a16="http://schemas.microsoft.com/office/drawing/2014/main" id="{EB8115A2-E131-4B59-ADCC-9B552F0BF57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29056" y="5245608"/>
            <a:ext cx="1200912" cy="1200912"/>
          </a:xfrm>
          <a:prstGeom prst="rect">
            <a:avLst/>
          </a:prstGeom>
        </p:spPr>
      </p:pic>
      <p:pic>
        <p:nvPicPr>
          <p:cNvPr id="28" name="Graphique 27" descr="Soin avec un remplissage uni">
            <a:extLst>
              <a:ext uri="{FF2B5EF4-FFF2-40B4-BE49-F238E27FC236}">
                <a16:creationId xmlns:a16="http://schemas.microsoft.com/office/drawing/2014/main" id="{BB228F0B-6FA7-48A1-85C4-46A64E09521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84789" y="4044696"/>
            <a:ext cx="1200912" cy="1200912"/>
          </a:xfrm>
          <a:prstGeom prst="rect">
            <a:avLst/>
          </a:prstGeom>
        </p:spPr>
      </p:pic>
      <p:pic>
        <p:nvPicPr>
          <p:cNvPr id="29" name="Graphique 28" descr="Soin avec un remplissage uni">
            <a:extLst>
              <a:ext uri="{FF2B5EF4-FFF2-40B4-BE49-F238E27FC236}">
                <a16:creationId xmlns:a16="http://schemas.microsoft.com/office/drawing/2014/main" id="{2CBB13F6-C7EB-4777-9AF9-D6325A432D5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flipH="1">
            <a:off x="4559219" y="4044696"/>
            <a:ext cx="1200912" cy="1200912"/>
          </a:xfrm>
          <a:prstGeom prst="rect">
            <a:avLst/>
          </a:prstGeom>
        </p:spPr>
      </p:pic>
      <p:pic>
        <p:nvPicPr>
          <p:cNvPr id="30" name="Graphique 29" descr="Soin avec un remplissage uni">
            <a:extLst>
              <a:ext uri="{FF2B5EF4-FFF2-40B4-BE49-F238E27FC236}">
                <a16:creationId xmlns:a16="http://schemas.microsoft.com/office/drawing/2014/main" id="{2C241FC6-281A-4686-8AAA-80135EE4511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flipH="1">
            <a:off x="4559219" y="5245608"/>
            <a:ext cx="1200912" cy="1200912"/>
          </a:xfrm>
          <a:prstGeom prst="rect">
            <a:avLst/>
          </a:prstGeom>
        </p:spPr>
      </p:pic>
      <p:pic>
        <p:nvPicPr>
          <p:cNvPr id="32" name="Graphique 31" descr="Maison1 avec un remplissage uni">
            <a:extLst>
              <a:ext uri="{FF2B5EF4-FFF2-40B4-BE49-F238E27FC236}">
                <a16:creationId xmlns:a16="http://schemas.microsoft.com/office/drawing/2014/main" id="{FDCB884C-4A01-4DBA-A4F4-8D49D01E2CF3}"/>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2226114" y="3715541"/>
            <a:ext cx="2107486" cy="2107486"/>
          </a:xfrm>
          <a:prstGeom prst="rect">
            <a:avLst/>
          </a:prstGeom>
        </p:spPr>
      </p:pic>
      <p:grpSp>
        <p:nvGrpSpPr>
          <p:cNvPr id="42" name="Groupe 41">
            <a:extLst>
              <a:ext uri="{FF2B5EF4-FFF2-40B4-BE49-F238E27FC236}">
                <a16:creationId xmlns:a16="http://schemas.microsoft.com/office/drawing/2014/main" id="{E96BCF19-EB39-4C7B-B368-75E7C8524D17}"/>
              </a:ext>
            </a:extLst>
          </p:cNvPr>
          <p:cNvGrpSpPr/>
          <p:nvPr/>
        </p:nvGrpSpPr>
        <p:grpSpPr>
          <a:xfrm>
            <a:off x="2931319" y="4736860"/>
            <a:ext cx="674740" cy="654290"/>
            <a:chOff x="2931319" y="4736860"/>
            <a:chExt cx="674740" cy="654290"/>
          </a:xfrm>
        </p:grpSpPr>
        <p:pic>
          <p:nvPicPr>
            <p:cNvPr id="35" name="Graphique 34" descr="Cœur avec un remplissage uni">
              <a:extLst>
                <a:ext uri="{FF2B5EF4-FFF2-40B4-BE49-F238E27FC236}">
                  <a16:creationId xmlns:a16="http://schemas.microsoft.com/office/drawing/2014/main" id="{DF972435-E024-490E-9556-2CBD2874BFCC}"/>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50000" t="13077" r="14326" b="15657"/>
            <a:stretch/>
          </p:blipFill>
          <p:spPr>
            <a:xfrm>
              <a:off x="3279857" y="4739492"/>
              <a:ext cx="326202" cy="651658"/>
            </a:xfrm>
            <a:prstGeom prst="rect">
              <a:avLst/>
            </a:prstGeom>
          </p:spPr>
        </p:pic>
        <p:pic>
          <p:nvPicPr>
            <p:cNvPr id="36" name="Graphique 35" descr="Cœur avec un remplissage uni">
              <a:extLst>
                <a:ext uri="{FF2B5EF4-FFF2-40B4-BE49-F238E27FC236}">
                  <a16:creationId xmlns:a16="http://schemas.microsoft.com/office/drawing/2014/main" id="{A68CD0B8-BEE9-49EF-A576-28F847EC40D3}"/>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11272" t="52287" r="50611" b="15942"/>
            <a:stretch/>
          </p:blipFill>
          <p:spPr>
            <a:xfrm>
              <a:off x="2931319" y="5100636"/>
              <a:ext cx="348538" cy="290513"/>
            </a:xfrm>
            <a:prstGeom prst="rect">
              <a:avLst/>
            </a:prstGeom>
          </p:spPr>
        </p:pic>
        <p:pic>
          <p:nvPicPr>
            <p:cNvPr id="37" name="Graphique 36" descr="Cœur avec un remplissage uni">
              <a:extLst>
                <a:ext uri="{FF2B5EF4-FFF2-40B4-BE49-F238E27FC236}">
                  <a16:creationId xmlns:a16="http://schemas.microsoft.com/office/drawing/2014/main" id="{A1F4BDDD-B44A-43AC-B5F7-3B3DFF628FF1}"/>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50000" t="52572" r="14326" b="15657"/>
            <a:stretch/>
          </p:blipFill>
          <p:spPr>
            <a:xfrm>
              <a:off x="3279857" y="5100638"/>
              <a:ext cx="326202" cy="290512"/>
            </a:xfrm>
            <a:prstGeom prst="rect">
              <a:avLst/>
            </a:prstGeom>
          </p:spPr>
        </p:pic>
        <p:pic>
          <p:nvPicPr>
            <p:cNvPr id="38" name="Graphique 37" descr="Cœur avec un remplissage uni">
              <a:extLst>
                <a:ext uri="{FF2B5EF4-FFF2-40B4-BE49-F238E27FC236}">
                  <a16:creationId xmlns:a16="http://schemas.microsoft.com/office/drawing/2014/main" id="{12A16E37-AA6A-4932-AB05-77956351A790}"/>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11272" t="12792" r="50611" b="47425"/>
            <a:stretch/>
          </p:blipFill>
          <p:spPr>
            <a:xfrm>
              <a:off x="2931319" y="4736860"/>
              <a:ext cx="348538" cy="363778"/>
            </a:xfrm>
            <a:prstGeom prst="rect">
              <a:avLst/>
            </a:prstGeom>
          </p:spPr>
        </p:pic>
      </p:grpSp>
      <p:grpSp>
        <p:nvGrpSpPr>
          <p:cNvPr id="43" name="Groupe 42">
            <a:extLst>
              <a:ext uri="{FF2B5EF4-FFF2-40B4-BE49-F238E27FC236}">
                <a16:creationId xmlns:a16="http://schemas.microsoft.com/office/drawing/2014/main" id="{F06E03A2-0636-4505-A6F1-3D1F34735FB5}"/>
              </a:ext>
            </a:extLst>
          </p:cNvPr>
          <p:cNvGrpSpPr/>
          <p:nvPr/>
        </p:nvGrpSpPr>
        <p:grpSpPr>
          <a:xfrm>
            <a:off x="4870743" y="4194301"/>
            <a:ext cx="456907" cy="450851"/>
            <a:chOff x="2931319" y="4736860"/>
            <a:chExt cx="674740" cy="654290"/>
          </a:xfrm>
        </p:grpSpPr>
        <p:pic>
          <p:nvPicPr>
            <p:cNvPr id="44" name="Graphique 43" descr="Cœur avec un remplissage uni">
              <a:extLst>
                <a:ext uri="{FF2B5EF4-FFF2-40B4-BE49-F238E27FC236}">
                  <a16:creationId xmlns:a16="http://schemas.microsoft.com/office/drawing/2014/main" id="{BA9ED7C2-3814-4D33-B97D-D6B87B627FE2}"/>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50000" t="13077" r="14326" b="15657"/>
            <a:stretch/>
          </p:blipFill>
          <p:spPr>
            <a:xfrm>
              <a:off x="3279857" y="4739492"/>
              <a:ext cx="326202" cy="651658"/>
            </a:xfrm>
            <a:prstGeom prst="rect">
              <a:avLst/>
            </a:prstGeom>
          </p:spPr>
        </p:pic>
        <p:pic>
          <p:nvPicPr>
            <p:cNvPr id="45" name="Graphique 44" descr="Cœur avec un remplissage uni">
              <a:extLst>
                <a:ext uri="{FF2B5EF4-FFF2-40B4-BE49-F238E27FC236}">
                  <a16:creationId xmlns:a16="http://schemas.microsoft.com/office/drawing/2014/main" id="{410A58DC-0897-4B86-9544-B129D69980AD}"/>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1272" t="52287" r="50611" b="15942"/>
            <a:stretch/>
          </p:blipFill>
          <p:spPr>
            <a:xfrm>
              <a:off x="2931319" y="5100636"/>
              <a:ext cx="348538" cy="290513"/>
            </a:xfrm>
            <a:prstGeom prst="rect">
              <a:avLst/>
            </a:prstGeom>
          </p:spPr>
        </p:pic>
        <p:pic>
          <p:nvPicPr>
            <p:cNvPr id="46" name="Graphique 45" descr="Cœur avec un remplissage uni">
              <a:extLst>
                <a:ext uri="{FF2B5EF4-FFF2-40B4-BE49-F238E27FC236}">
                  <a16:creationId xmlns:a16="http://schemas.microsoft.com/office/drawing/2014/main" id="{5E3C0880-0B38-483C-A2AA-B0161AAFD630}"/>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50000" t="52572" r="14326" b="15657"/>
            <a:stretch/>
          </p:blipFill>
          <p:spPr>
            <a:xfrm>
              <a:off x="3279857" y="5100638"/>
              <a:ext cx="326202" cy="290512"/>
            </a:xfrm>
            <a:prstGeom prst="rect">
              <a:avLst/>
            </a:prstGeom>
          </p:spPr>
        </p:pic>
        <p:pic>
          <p:nvPicPr>
            <p:cNvPr id="47" name="Graphique 46" descr="Cœur avec un remplissage uni">
              <a:extLst>
                <a:ext uri="{FF2B5EF4-FFF2-40B4-BE49-F238E27FC236}">
                  <a16:creationId xmlns:a16="http://schemas.microsoft.com/office/drawing/2014/main" id="{862C0A4B-D292-455E-A6D9-19E5C1FAF8A7}"/>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1272" t="12792" r="50611" b="47425"/>
            <a:stretch/>
          </p:blipFill>
          <p:spPr>
            <a:xfrm>
              <a:off x="2931319" y="4736860"/>
              <a:ext cx="348538" cy="363778"/>
            </a:xfrm>
            <a:prstGeom prst="rect">
              <a:avLst/>
            </a:prstGeom>
          </p:spPr>
        </p:pic>
      </p:grpSp>
      <p:grpSp>
        <p:nvGrpSpPr>
          <p:cNvPr id="49" name="Groupe 48">
            <a:extLst>
              <a:ext uri="{FF2B5EF4-FFF2-40B4-BE49-F238E27FC236}">
                <a16:creationId xmlns:a16="http://schemas.microsoft.com/office/drawing/2014/main" id="{6EF4D19E-D298-4A70-9E55-6670EBFE1150}"/>
              </a:ext>
            </a:extLst>
          </p:cNvPr>
          <p:cNvGrpSpPr/>
          <p:nvPr/>
        </p:nvGrpSpPr>
        <p:grpSpPr>
          <a:xfrm>
            <a:off x="1294891" y="4187951"/>
            <a:ext cx="456907" cy="450851"/>
            <a:chOff x="2931319" y="4736860"/>
            <a:chExt cx="674740" cy="654290"/>
          </a:xfrm>
        </p:grpSpPr>
        <p:pic>
          <p:nvPicPr>
            <p:cNvPr id="50" name="Graphique 49" descr="Cœur avec un remplissage uni">
              <a:extLst>
                <a:ext uri="{FF2B5EF4-FFF2-40B4-BE49-F238E27FC236}">
                  <a16:creationId xmlns:a16="http://schemas.microsoft.com/office/drawing/2014/main" id="{37E086CA-96D8-42EB-9EFF-F8A1D78C2CC7}"/>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50000" t="13077" r="14326" b="15657"/>
            <a:stretch/>
          </p:blipFill>
          <p:spPr>
            <a:xfrm>
              <a:off x="3279857" y="4739492"/>
              <a:ext cx="326202" cy="651658"/>
            </a:xfrm>
            <a:prstGeom prst="rect">
              <a:avLst/>
            </a:prstGeom>
          </p:spPr>
        </p:pic>
        <p:pic>
          <p:nvPicPr>
            <p:cNvPr id="51" name="Graphique 50" descr="Cœur avec un remplissage uni">
              <a:extLst>
                <a:ext uri="{FF2B5EF4-FFF2-40B4-BE49-F238E27FC236}">
                  <a16:creationId xmlns:a16="http://schemas.microsoft.com/office/drawing/2014/main" id="{15D522A9-2721-4E73-B0D1-61D2A03C152B}"/>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1272" t="52287" r="50611" b="15942"/>
            <a:stretch/>
          </p:blipFill>
          <p:spPr>
            <a:xfrm>
              <a:off x="2931319" y="5100636"/>
              <a:ext cx="348538" cy="290513"/>
            </a:xfrm>
            <a:prstGeom prst="rect">
              <a:avLst/>
            </a:prstGeom>
          </p:spPr>
        </p:pic>
        <p:pic>
          <p:nvPicPr>
            <p:cNvPr id="52" name="Graphique 51" descr="Cœur avec un remplissage uni">
              <a:extLst>
                <a:ext uri="{FF2B5EF4-FFF2-40B4-BE49-F238E27FC236}">
                  <a16:creationId xmlns:a16="http://schemas.microsoft.com/office/drawing/2014/main" id="{41FD329F-F12E-406E-B5AF-3D7C18745A1B}"/>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50000" t="52572" r="14326" b="15657"/>
            <a:stretch/>
          </p:blipFill>
          <p:spPr>
            <a:xfrm>
              <a:off x="3279857" y="5100638"/>
              <a:ext cx="326202" cy="290512"/>
            </a:xfrm>
            <a:prstGeom prst="rect">
              <a:avLst/>
            </a:prstGeom>
          </p:spPr>
        </p:pic>
        <p:pic>
          <p:nvPicPr>
            <p:cNvPr id="53" name="Graphique 52" descr="Cœur avec un remplissage uni">
              <a:extLst>
                <a:ext uri="{FF2B5EF4-FFF2-40B4-BE49-F238E27FC236}">
                  <a16:creationId xmlns:a16="http://schemas.microsoft.com/office/drawing/2014/main" id="{3D8AFEBF-6D7D-4DF0-A101-43E729047EED}"/>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22"/>
                </a:ext>
              </a:extLst>
            </a:blip>
            <a:srcRect l="11272" t="12792" r="50611" b="47425"/>
            <a:stretch/>
          </p:blipFill>
          <p:spPr>
            <a:xfrm>
              <a:off x="2931319" y="4736860"/>
              <a:ext cx="348538" cy="363778"/>
            </a:xfrm>
            <a:prstGeom prst="rect">
              <a:avLst/>
            </a:prstGeom>
          </p:spPr>
        </p:pic>
      </p:grpSp>
      <p:grpSp>
        <p:nvGrpSpPr>
          <p:cNvPr id="54" name="Groupe 53">
            <a:extLst>
              <a:ext uri="{FF2B5EF4-FFF2-40B4-BE49-F238E27FC236}">
                <a16:creationId xmlns:a16="http://schemas.microsoft.com/office/drawing/2014/main" id="{42DFA1B5-74F2-4446-B3FD-08046C248B04}"/>
              </a:ext>
            </a:extLst>
          </p:cNvPr>
          <p:cNvGrpSpPr/>
          <p:nvPr/>
        </p:nvGrpSpPr>
        <p:grpSpPr>
          <a:xfrm>
            <a:off x="1242335" y="5395212"/>
            <a:ext cx="456907" cy="450851"/>
            <a:chOff x="2931319" y="4736860"/>
            <a:chExt cx="674740" cy="654290"/>
          </a:xfrm>
        </p:grpSpPr>
        <p:pic>
          <p:nvPicPr>
            <p:cNvPr id="55" name="Graphique 54" descr="Cœur avec un remplissage uni">
              <a:extLst>
                <a:ext uri="{FF2B5EF4-FFF2-40B4-BE49-F238E27FC236}">
                  <a16:creationId xmlns:a16="http://schemas.microsoft.com/office/drawing/2014/main" id="{9857BF0E-AD13-4D71-AB0B-C87862D6C6F5}"/>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50000" t="13077" r="14326" b="15657"/>
            <a:stretch/>
          </p:blipFill>
          <p:spPr>
            <a:xfrm>
              <a:off x="3279857" y="4739492"/>
              <a:ext cx="326202" cy="651658"/>
            </a:xfrm>
            <a:prstGeom prst="rect">
              <a:avLst/>
            </a:prstGeom>
          </p:spPr>
        </p:pic>
        <p:pic>
          <p:nvPicPr>
            <p:cNvPr id="56" name="Graphique 55" descr="Cœur avec un remplissage uni">
              <a:extLst>
                <a:ext uri="{FF2B5EF4-FFF2-40B4-BE49-F238E27FC236}">
                  <a16:creationId xmlns:a16="http://schemas.microsoft.com/office/drawing/2014/main" id="{BDB20BFE-3A2E-43F9-900A-0791709AA38D}"/>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23"/>
                </a:ext>
              </a:extLst>
            </a:blip>
            <a:srcRect l="11272" t="52287" r="50611" b="15942"/>
            <a:stretch/>
          </p:blipFill>
          <p:spPr>
            <a:xfrm>
              <a:off x="2931319" y="5100636"/>
              <a:ext cx="348538" cy="290513"/>
            </a:xfrm>
            <a:prstGeom prst="rect">
              <a:avLst/>
            </a:prstGeom>
          </p:spPr>
        </p:pic>
        <p:pic>
          <p:nvPicPr>
            <p:cNvPr id="57" name="Graphique 56" descr="Cœur avec un remplissage uni">
              <a:extLst>
                <a:ext uri="{FF2B5EF4-FFF2-40B4-BE49-F238E27FC236}">
                  <a16:creationId xmlns:a16="http://schemas.microsoft.com/office/drawing/2014/main" id="{998E91E3-5A04-4E35-B806-228AE2A48BD1}"/>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50000" t="52572" r="14326" b="15657"/>
            <a:stretch/>
          </p:blipFill>
          <p:spPr>
            <a:xfrm>
              <a:off x="3279857" y="5100638"/>
              <a:ext cx="326202" cy="290512"/>
            </a:xfrm>
            <a:prstGeom prst="rect">
              <a:avLst/>
            </a:prstGeom>
          </p:spPr>
        </p:pic>
        <p:pic>
          <p:nvPicPr>
            <p:cNvPr id="58" name="Graphique 57" descr="Cœur avec un remplissage uni">
              <a:extLst>
                <a:ext uri="{FF2B5EF4-FFF2-40B4-BE49-F238E27FC236}">
                  <a16:creationId xmlns:a16="http://schemas.microsoft.com/office/drawing/2014/main" id="{D34D8EBC-4079-44A1-9D19-F7E90250021D}"/>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1272" t="12792" r="50611" b="47425"/>
            <a:stretch/>
          </p:blipFill>
          <p:spPr>
            <a:xfrm>
              <a:off x="2931319" y="4736860"/>
              <a:ext cx="348538" cy="363778"/>
            </a:xfrm>
            <a:prstGeom prst="rect">
              <a:avLst/>
            </a:prstGeom>
          </p:spPr>
        </p:pic>
      </p:grpSp>
      <p:grpSp>
        <p:nvGrpSpPr>
          <p:cNvPr id="59" name="Groupe 58">
            <a:extLst>
              <a:ext uri="{FF2B5EF4-FFF2-40B4-BE49-F238E27FC236}">
                <a16:creationId xmlns:a16="http://schemas.microsoft.com/office/drawing/2014/main" id="{58612D8F-4F3C-4000-83CB-5A491E86E52B}"/>
              </a:ext>
            </a:extLst>
          </p:cNvPr>
          <p:cNvGrpSpPr/>
          <p:nvPr/>
        </p:nvGrpSpPr>
        <p:grpSpPr>
          <a:xfrm>
            <a:off x="4870743" y="5391976"/>
            <a:ext cx="456907" cy="450851"/>
            <a:chOff x="2931319" y="4736860"/>
            <a:chExt cx="674740" cy="654290"/>
          </a:xfrm>
          <a:solidFill>
            <a:schemeClr val="bg1">
              <a:lumMod val="85000"/>
            </a:schemeClr>
          </a:solidFill>
        </p:grpSpPr>
        <p:pic>
          <p:nvPicPr>
            <p:cNvPr id="60" name="Graphique 59" descr="Cœur avec un remplissage uni">
              <a:extLst>
                <a:ext uri="{FF2B5EF4-FFF2-40B4-BE49-F238E27FC236}">
                  <a16:creationId xmlns:a16="http://schemas.microsoft.com/office/drawing/2014/main" id="{963EBF63-FC80-41D6-AA67-6C162A57EB4F}"/>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50000" t="13077" r="14326" b="15657"/>
            <a:stretch/>
          </p:blipFill>
          <p:spPr>
            <a:xfrm>
              <a:off x="3279857" y="4739492"/>
              <a:ext cx="326202" cy="651658"/>
            </a:xfrm>
            <a:prstGeom prst="rect">
              <a:avLst/>
            </a:prstGeom>
          </p:spPr>
        </p:pic>
        <p:pic>
          <p:nvPicPr>
            <p:cNvPr id="61" name="Graphique 60" descr="Cœur avec un remplissage uni">
              <a:extLst>
                <a:ext uri="{FF2B5EF4-FFF2-40B4-BE49-F238E27FC236}">
                  <a16:creationId xmlns:a16="http://schemas.microsoft.com/office/drawing/2014/main" id="{C89D5D40-B9BB-40F8-99A4-82DEF9ABE908}"/>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1272" t="52287" r="50611" b="15942"/>
            <a:stretch/>
          </p:blipFill>
          <p:spPr>
            <a:xfrm>
              <a:off x="2931319" y="5100636"/>
              <a:ext cx="348538" cy="290513"/>
            </a:xfrm>
            <a:prstGeom prst="rect">
              <a:avLst/>
            </a:prstGeom>
          </p:spPr>
        </p:pic>
        <p:pic>
          <p:nvPicPr>
            <p:cNvPr id="62" name="Graphique 61" descr="Cœur avec un remplissage uni">
              <a:extLst>
                <a:ext uri="{FF2B5EF4-FFF2-40B4-BE49-F238E27FC236}">
                  <a16:creationId xmlns:a16="http://schemas.microsoft.com/office/drawing/2014/main" id="{AA9286A4-4EC0-41D7-B51A-F48807E691A8}"/>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22"/>
                </a:ext>
              </a:extLst>
            </a:blip>
            <a:srcRect l="50000" t="52572" r="14326" b="15657"/>
            <a:stretch/>
          </p:blipFill>
          <p:spPr>
            <a:xfrm>
              <a:off x="3279857" y="5100638"/>
              <a:ext cx="326202" cy="290512"/>
            </a:xfrm>
            <a:prstGeom prst="rect">
              <a:avLst/>
            </a:prstGeom>
          </p:spPr>
        </p:pic>
        <p:pic>
          <p:nvPicPr>
            <p:cNvPr id="63" name="Graphique 62" descr="Cœur avec un remplissage uni">
              <a:extLst>
                <a:ext uri="{FF2B5EF4-FFF2-40B4-BE49-F238E27FC236}">
                  <a16:creationId xmlns:a16="http://schemas.microsoft.com/office/drawing/2014/main" id="{5B359C15-7EEE-41EE-A7D8-4960B462DCE1}"/>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1272" t="12792" r="50611" b="47425"/>
            <a:stretch/>
          </p:blipFill>
          <p:spPr>
            <a:xfrm>
              <a:off x="2931319" y="4736860"/>
              <a:ext cx="348538" cy="363778"/>
            </a:xfrm>
            <a:prstGeom prst="rect">
              <a:avLst/>
            </a:prstGeom>
          </p:spPr>
        </p:pic>
      </p:grpSp>
      <p:grpSp>
        <p:nvGrpSpPr>
          <p:cNvPr id="48" name="Groupe 47">
            <a:extLst>
              <a:ext uri="{FF2B5EF4-FFF2-40B4-BE49-F238E27FC236}">
                <a16:creationId xmlns:a16="http://schemas.microsoft.com/office/drawing/2014/main" id="{25751151-85F4-4A0B-AC1F-13930CCDB926}"/>
              </a:ext>
            </a:extLst>
          </p:cNvPr>
          <p:cNvGrpSpPr/>
          <p:nvPr/>
        </p:nvGrpSpPr>
        <p:grpSpPr>
          <a:xfrm>
            <a:off x="6410018" y="146304"/>
            <a:ext cx="5697434" cy="3063121"/>
            <a:chOff x="7981460" y="4911224"/>
            <a:chExt cx="4128117" cy="2219407"/>
          </a:xfrm>
        </p:grpSpPr>
        <p:sp>
          <p:nvSpPr>
            <p:cNvPr id="64" name="Rectangle 63">
              <a:extLst>
                <a:ext uri="{FF2B5EF4-FFF2-40B4-BE49-F238E27FC236}">
                  <a16:creationId xmlns:a16="http://schemas.microsoft.com/office/drawing/2014/main" id="{53B307A8-C7B0-4251-AF59-AFDB4D0C28B4}"/>
                </a:ext>
              </a:extLst>
            </p:cNvPr>
            <p:cNvSpPr/>
            <p:nvPr/>
          </p:nvSpPr>
          <p:spPr>
            <a:xfrm>
              <a:off x="7981460" y="4911224"/>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6" name="Graphique 65" descr="Index pointant vers la droite vu du côté du dos de la main avec un remplissage uni">
              <a:extLst>
                <a:ext uri="{FF2B5EF4-FFF2-40B4-BE49-F238E27FC236}">
                  <a16:creationId xmlns:a16="http://schemas.microsoft.com/office/drawing/2014/main" id="{3AA1B65D-D8DA-4FD6-A45F-61D4B00D611E}"/>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b="16196"/>
            <a:stretch/>
          </p:blipFill>
          <p:spPr>
            <a:xfrm rot="20438830">
              <a:off x="8100367" y="6194152"/>
              <a:ext cx="914400" cy="766310"/>
            </a:xfrm>
            <a:prstGeom prst="rect">
              <a:avLst/>
            </a:prstGeom>
          </p:spPr>
        </p:pic>
        <p:pic>
          <p:nvPicPr>
            <p:cNvPr id="67" name="Graphique 66" descr="Index pointant vers la droite vu du côté du dos de la main avec un remplissage uni">
              <a:extLst>
                <a:ext uri="{FF2B5EF4-FFF2-40B4-BE49-F238E27FC236}">
                  <a16:creationId xmlns:a16="http://schemas.microsoft.com/office/drawing/2014/main" id="{C37390A2-08D8-4E36-BB6C-3CF8355CE7B7}"/>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b="14570"/>
            <a:stretch/>
          </p:blipFill>
          <p:spPr>
            <a:xfrm rot="948840" flipH="1">
              <a:off x="11065091" y="6152068"/>
              <a:ext cx="851281" cy="781168"/>
            </a:xfrm>
            <a:prstGeom prst="rect">
              <a:avLst/>
            </a:prstGeom>
          </p:spPr>
        </p:pic>
        <p:pic>
          <p:nvPicPr>
            <p:cNvPr id="68" name="Graphique 67" descr="Index pointant vers la droite vu du côté du dos de la main avec un remplissage uni">
              <a:extLst>
                <a:ext uri="{FF2B5EF4-FFF2-40B4-BE49-F238E27FC236}">
                  <a16:creationId xmlns:a16="http://schemas.microsoft.com/office/drawing/2014/main" id="{929497B9-67F9-45D0-B89E-DDD8BC9249A2}"/>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rot="21029526" flipH="1">
              <a:off x="10927151" y="5129902"/>
              <a:ext cx="851281" cy="914400"/>
            </a:xfrm>
            <a:prstGeom prst="rect">
              <a:avLst/>
            </a:prstGeom>
          </p:spPr>
        </p:pic>
        <p:pic>
          <p:nvPicPr>
            <p:cNvPr id="69" name="Graphique 68" descr="Index pointant vers la droite vu du côté du dos de la main avec un remplissage uni">
              <a:extLst>
                <a:ext uri="{FF2B5EF4-FFF2-40B4-BE49-F238E27FC236}">
                  <a16:creationId xmlns:a16="http://schemas.microsoft.com/office/drawing/2014/main" id="{5E454ABA-C1CB-4E87-944E-C443883ACBA3}"/>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b="12773"/>
            <a:stretch/>
          </p:blipFill>
          <p:spPr>
            <a:xfrm rot="1491851">
              <a:off x="8192849" y="5065654"/>
              <a:ext cx="914400" cy="797601"/>
            </a:xfrm>
            <a:prstGeom prst="rect">
              <a:avLst/>
            </a:prstGeom>
          </p:spPr>
        </p:pic>
      </p:grpSp>
      <p:pic>
        <p:nvPicPr>
          <p:cNvPr id="71" name="Graphique 70" descr="Groupe avec un remplissage uni">
            <a:extLst>
              <a:ext uri="{FF2B5EF4-FFF2-40B4-BE49-F238E27FC236}">
                <a16:creationId xmlns:a16="http://schemas.microsoft.com/office/drawing/2014/main" id="{0C7E6DE7-CEE4-4B20-A74B-AC9E1143D675}"/>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7983332" y="592877"/>
            <a:ext cx="2178410" cy="2178410"/>
          </a:xfrm>
          <a:prstGeom prst="rect">
            <a:avLst/>
          </a:prstGeom>
        </p:spPr>
      </p:pic>
      <p:sp>
        <p:nvSpPr>
          <p:cNvPr id="73" name="Explosion : 14 points 72">
            <a:extLst>
              <a:ext uri="{FF2B5EF4-FFF2-40B4-BE49-F238E27FC236}">
                <a16:creationId xmlns:a16="http://schemas.microsoft.com/office/drawing/2014/main" id="{63861425-CD6C-4229-814F-B4FC0294C595}"/>
              </a:ext>
            </a:extLst>
          </p:cNvPr>
          <p:cNvSpPr/>
          <p:nvPr/>
        </p:nvSpPr>
        <p:spPr>
          <a:xfrm rot="20706904">
            <a:off x="8733487" y="1898835"/>
            <a:ext cx="1893020" cy="923304"/>
          </a:xfrm>
          <a:prstGeom prst="irregularSeal2">
            <a:avLst/>
          </a:prstGeom>
          <a:solidFill>
            <a:srgbClr val="3494B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a:t>
            </a:r>
          </a:p>
        </p:txBody>
      </p:sp>
    </p:spTree>
    <p:extLst>
      <p:ext uri="{BB962C8B-B14F-4D97-AF65-F5344CB8AC3E}">
        <p14:creationId xmlns:p14="http://schemas.microsoft.com/office/powerpoint/2010/main" val="434550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que 15" descr="Calendrier mensuel contour">
            <a:extLst>
              <a:ext uri="{FF2B5EF4-FFF2-40B4-BE49-F238E27FC236}">
                <a16:creationId xmlns:a16="http://schemas.microsoft.com/office/drawing/2014/main" id="{F62BB0B4-7662-4332-8497-8F13DE8C249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17904" y="3759648"/>
            <a:ext cx="2822448" cy="2822448"/>
          </a:xfrm>
          <a:prstGeom prst="rect">
            <a:avLst/>
          </a:prstGeom>
        </p:spPr>
      </p:pic>
      <p:pic>
        <p:nvPicPr>
          <p:cNvPr id="18" name="Graphique 17" descr="Coche avec un remplissage uni">
            <a:extLst>
              <a:ext uri="{FF2B5EF4-FFF2-40B4-BE49-F238E27FC236}">
                <a16:creationId xmlns:a16="http://schemas.microsoft.com/office/drawing/2014/main" id="{93E2564C-DE23-4397-AA94-600C498CAEE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492067" y="4611434"/>
            <a:ext cx="356615" cy="356615"/>
          </a:xfrm>
          <a:prstGeom prst="rect">
            <a:avLst/>
          </a:prstGeom>
        </p:spPr>
      </p:pic>
      <p:pic>
        <p:nvPicPr>
          <p:cNvPr id="64" name="Graphique 63" descr="Coche avec un remplissage uni">
            <a:extLst>
              <a:ext uri="{FF2B5EF4-FFF2-40B4-BE49-F238E27FC236}">
                <a16:creationId xmlns:a16="http://schemas.microsoft.com/office/drawing/2014/main" id="{2FC3FFEF-8DC5-41B1-B325-D41B9D4F296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750820" y="4611434"/>
            <a:ext cx="356615" cy="356615"/>
          </a:xfrm>
          <a:prstGeom prst="rect">
            <a:avLst/>
          </a:prstGeom>
        </p:spPr>
      </p:pic>
      <p:pic>
        <p:nvPicPr>
          <p:cNvPr id="65" name="Graphique 64" descr="Coche avec un remplissage uni">
            <a:extLst>
              <a:ext uri="{FF2B5EF4-FFF2-40B4-BE49-F238E27FC236}">
                <a16:creationId xmlns:a16="http://schemas.microsoft.com/office/drawing/2014/main" id="{D6C87164-0420-4650-A029-AAB60F9EF62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050857" y="4611434"/>
            <a:ext cx="356615" cy="356615"/>
          </a:xfrm>
          <a:prstGeom prst="rect">
            <a:avLst/>
          </a:prstGeom>
        </p:spPr>
      </p:pic>
      <p:pic>
        <p:nvPicPr>
          <p:cNvPr id="66" name="Graphique 65" descr="Coche avec un remplissage uni">
            <a:extLst>
              <a:ext uri="{FF2B5EF4-FFF2-40B4-BE49-F238E27FC236}">
                <a16:creationId xmlns:a16="http://schemas.microsoft.com/office/drawing/2014/main" id="{5BEAF99F-997F-4F9E-B48F-6C2EE5AD9A4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343707" y="4611433"/>
            <a:ext cx="356615" cy="356615"/>
          </a:xfrm>
          <a:prstGeom prst="rect">
            <a:avLst/>
          </a:prstGeom>
        </p:spPr>
      </p:pic>
      <p:pic>
        <p:nvPicPr>
          <p:cNvPr id="67" name="Graphique 66" descr="Coche avec un remplissage uni">
            <a:extLst>
              <a:ext uri="{FF2B5EF4-FFF2-40B4-BE49-F238E27FC236}">
                <a16:creationId xmlns:a16="http://schemas.microsoft.com/office/drawing/2014/main" id="{17B7E4D1-6678-4B21-BC4B-DEA4F92432A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199217" y="4968048"/>
            <a:ext cx="356615" cy="356615"/>
          </a:xfrm>
          <a:prstGeom prst="rect">
            <a:avLst/>
          </a:prstGeom>
        </p:spPr>
      </p:pic>
      <p:pic>
        <p:nvPicPr>
          <p:cNvPr id="68" name="Graphique 67" descr="Coche avec un remplissage uni">
            <a:extLst>
              <a:ext uri="{FF2B5EF4-FFF2-40B4-BE49-F238E27FC236}">
                <a16:creationId xmlns:a16="http://schemas.microsoft.com/office/drawing/2014/main" id="{D6429DFC-3F03-42A9-8928-508C3F97564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457970" y="4968048"/>
            <a:ext cx="356615" cy="356615"/>
          </a:xfrm>
          <a:prstGeom prst="rect">
            <a:avLst/>
          </a:prstGeom>
        </p:spPr>
      </p:pic>
      <p:pic>
        <p:nvPicPr>
          <p:cNvPr id="69" name="Graphique 68" descr="Coche avec un remplissage uni">
            <a:extLst>
              <a:ext uri="{FF2B5EF4-FFF2-40B4-BE49-F238E27FC236}">
                <a16:creationId xmlns:a16="http://schemas.microsoft.com/office/drawing/2014/main" id="{D895255A-11DF-4679-941F-DF4AB88A808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758007" y="4968048"/>
            <a:ext cx="356615" cy="356615"/>
          </a:xfrm>
          <a:prstGeom prst="rect">
            <a:avLst/>
          </a:prstGeom>
        </p:spPr>
      </p:pic>
      <p:pic>
        <p:nvPicPr>
          <p:cNvPr id="70" name="Graphique 69" descr="Coche avec un remplissage uni">
            <a:extLst>
              <a:ext uri="{FF2B5EF4-FFF2-40B4-BE49-F238E27FC236}">
                <a16:creationId xmlns:a16="http://schemas.microsoft.com/office/drawing/2014/main" id="{D5215F8F-74C2-4747-B320-B73C657C6C6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050857" y="4968047"/>
            <a:ext cx="356615" cy="356615"/>
          </a:xfrm>
          <a:prstGeom prst="rect">
            <a:avLst/>
          </a:prstGeom>
        </p:spPr>
      </p:pic>
      <p:pic>
        <p:nvPicPr>
          <p:cNvPr id="71" name="Graphique 70" descr="Coche avec un remplissage uni">
            <a:extLst>
              <a:ext uri="{FF2B5EF4-FFF2-40B4-BE49-F238E27FC236}">
                <a16:creationId xmlns:a16="http://schemas.microsoft.com/office/drawing/2014/main" id="{81E46990-93C0-4565-8C5D-18EE7CFB6D2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199217" y="5224907"/>
            <a:ext cx="356615" cy="356615"/>
          </a:xfrm>
          <a:prstGeom prst="rect">
            <a:avLst/>
          </a:prstGeom>
        </p:spPr>
      </p:pic>
      <p:pic>
        <p:nvPicPr>
          <p:cNvPr id="72" name="Graphique 71" descr="Coche avec un remplissage uni">
            <a:extLst>
              <a:ext uri="{FF2B5EF4-FFF2-40B4-BE49-F238E27FC236}">
                <a16:creationId xmlns:a16="http://schemas.microsoft.com/office/drawing/2014/main" id="{15031153-9B8D-4E22-A9C8-F461BB9F55D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457970" y="5224907"/>
            <a:ext cx="356615" cy="356615"/>
          </a:xfrm>
          <a:prstGeom prst="rect">
            <a:avLst/>
          </a:prstGeom>
        </p:spPr>
      </p:pic>
      <p:pic>
        <p:nvPicPr>
          <p:cNvPr id="73" name="Graphique 72" descr="Coche avec un remplissage uni">
            <a:extLst>
              <a:ext uri="{FF2B5EF4-FFF2-40B4-BE49-F238E27FC236}">
                <a16:creationId xmlns:a16="http://schemas.microsoft.com/office/drawing/2014/main" id="{022396E2-1CAB-44B2-8CC8-1F3A4CCFADF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758007" y="5224907"/>
            <a:ext cx="356615" cy="356615"/>
          </a:xfrm>
          <a:prstGeom prst="rect">
            <a:avLst/>
          </a:prstGeom>
        </p:spPr>
      </p:pic>
      <p:pic>
        <p:nvPicPr>
          <p:cNvPr id="74" name="Graphique 73" descr="Coche avec un remplissage uni">
            <a:extLst>
              <a:ext uri="{FF2B5EF4-FFF2-40B4-BE49-F238E27FC236}">
                <a16:creationId xmlns:a16="http://schemas.microsoft.com/office/drawing/2014/main" id="{31BB02A7-0FD1-47DC-A16A-2542D867E6B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393149" y="4925345"/>
            <a:ext cx="356615" cy="356615"/>
          </a:xfrm>
          <a:prstGeom prst="rect">
            <a:avLst/>
          </a:prstGeom>
        </p:spPr>
      </p:pic>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Graphique 19" descr="Profil mâle avec un remplissage uni">
            <a:extLst>
              <a:ext uri="{FF2B5EF4-FFF2-40B4-BE49-F238E27FC236}">
                <a16:creationId xmlns:a16="http://schemas.microsoft.com/office/drawing/2014/main" id="{B54BC645-7DFA-445E-AC2E-61B745DC46BF}"/>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r="14248" b="12127"/>
          <a:stretch/>
        </p:blipFill>
        <p:spPr>
          <a:xfrm>
            <a:off x="3971756" y="1581157"/>
            <a:ext cx="1525175" cy="1562916"/>
          </a:xfrm>
          <a:prstGeom prst="rect">
            <a:avLst/>
          </a:prstGeom>
        </p:spPr>
      </p:pic>
      <p:pic>
        <p:nvPicPr>
          <p:cNvPr id="22" name="Graphique 21" descr="Profil femelle avec un remplissage uni">
            <a:extLst>
              <a:ext uri="{FF2B5EF4-FFF2-40B4-BE49-F238E27FC236}">
                <a16:creationId xmlns:a16="http://schemas.microsoft.com/office/drawing/2014/main" id="{A689B190-F432-4F5A-AB27-1CC97E52F54D}"/>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14248" b="12127"/>
          <a:stretch/>
        </p:blipFill>
        <p:spPr>
          <a:xfrm>
            <a:off x="529556" y="1581156"/>
            <a:ext cx="1525175" cy="1562916"/>
          </a:xfrm>
          <a:prstGeom prst="rect">
            <a:avLst/>
          </a:prstGeom>
        </p:spPr>
      </p:pic>
      <p:sp>
        <p:nvSpPr>
          <p:cNvPr id="23" name="Phylactère : pensées 22">
            <a:extLst>
              <a:ext uri="{FF2B5EF4-FFF2-40B4-BE49-F238E27FC236}">
                <a16:creationId xmlns:a16="http://schemas.microsoft.com/office/drawing/2014/main" id="{548C0B08-C75F-4FB9-808A-29B24E543A53}"/>
              </a:ext>
            </a:extLst>
          </p:cNvPr>
          <p:cNvSpPr/>
          <p:nvPr/>
        </p:nvSpPr>
        <p:spPr>
          <a:xfrm>
            <a:off x="1666027" y="638676"/>
            <a:ext cx="2880360" cy="1664089"/>
          </a:xfrm>
          <a:prstGeom prst="cloudCallout">
            <a:avLst>
              <a:gd name="adj1" fmla="val -53725"/>
              <a:gd name="adj2" fmla="val 79383"/>
            </a:avLst>
          </a:prstGeom>
          <a:solidFill>
            <a:schemeClr val="bg1"/>
          </a:solidFill>
          <a:ln w="57150">
            <a:solidFill>
              <a:srgbClr val="3494B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Ellipse 23">
            <a:extLst>
              <a:ext uri="{FF2B5EF4-FFF2-40B4-BE49-F238E27FC236}">
                <a16:creationId xmlns:a16="http://schemas.microsoft.com/office/drawing/2014/main" id="{2A4ACC4C-917A-4A22-99CF-7D84102F06E5}"/>
              </a:ext>
            </a:extLst>
          </p:cNvPr>
          <p:cNvSpPr/>
          <p:nvPr/>
        </p:nvSpPr>
        <p:spPr>
          <a:xfrm>
            <a:off x="3835937" y="2184709"/>
            <a:ext cx="303007" cy="303007"/>
          </a:xfrm>
          <a:prstGeom prst="ellipse">
            <a:avLst/>
          </a:prstGeom>
          <a:solidFill>
            <a:schemeClr val="bg1"/>
          </a:solidFill>
          <a:ln w="57150">
            <a:solidFill>
              <a:srgbClr val="3494B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6" name="Ellipse 75">
            <a:extLst>
              <a:ext uri="{FF2B5EF4-FFF2-40B4-BE49-F238E27FC236}">
                <a16:creationId xmlns:a16="http://schemas.microsoft.com/office/drawing/2014/main" id="{20439D16-EA8F-47E5-B620-91FFC618FEB7}"/>
              </a:ext>
            </a:extLst>
          </p:cNvPr>
          <p:cNvSpPr/>
          <p:nvPr/>
        </p:nvSpPr>
        <p:spPr>
          <a:xfrm>
            <a:off x="4145040" y="2487202"/>
            <a:ext cx="197131" cy="220085"/>
          </a:xfrm>
          <a:prstGeom prst="ellipse">
            <a:avLst/>
          </a:prstGeom>
          <a:solidFill>
            <a:schemeClr val="bg1"/>
          </a:solidFill>
          <a:ln w="57150">
            <a:solidFill>
              <a:srgbClr val="3494B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7" name="Ellipse 76">
            <a:extLst>
              <a:ext uri="{FF2B5EF4-FFF2-40B4-BE49-F238E27FC236}">
                <a16:creationId xmlns:a16="http://schemas.microsoft.com/office/drawing/2014/main" id="{A6C34AE8-DD28-48B9-B0A3-97E63F6BD803}"/>
              </a:ext>
            </a:extLst>
          </p:cNvPr>
          <p:cNvSpPr/>
          <p:nvPr/>
        </p:nvSpPr>
        <p:spPr>
          <a:xfrm>
            <a:off x="4369603" y="2752182"/>
            <a:ext cx="98044" cy="95667"/>
          </a:xfrm>
          <a:prstGeom prst="ellipse">
            <a:avLst/>
          </a:prstGeom>
          <a:solidFill>
            <a:schemeClr val="bg1"/>
          </a:solidFill>
          <a:ln w="57150">
            <a:solidFill>
              <a:srgbClr val="3494B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8" name="Graphique 77" descr="Cœur avec un remplissage uni">
            <a:extLst>
              <a:ext uri="{FF2B5EF4-FFF2-40B4-BE49-F238E27FC236}">
                <a16:creationId xmlns:a16="http://schemas.microsoft.com/office/drawing/2014/main" id="{D3542D16-65B2-413B-8FEB-2A0B41FA7AA1}"/>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11272" t="12793" r="12379" b="12161"/>
          <a:stretch/>
        </p:blipFill>
        <p:spPr>
          <a:xfrm>
            <a:off x="1165436" y="2707287"/>
            <a:ext cx="317841" cy="317916"/>
          </a:xfrm>
          <a:prstGeom prst="rect">
            <a:avLst/>
          </a:prstGeom>
        </p:spPr>
      </p:pic>
      <p:pic>
        <p:nvPicPr>
          <p:cNvPr id="79" name="Graphique 78" descr="Cœur avec un remplissage uni">
            <a:extLst>
              <a:ext uri="{FF2B5EF4-FFF2-40B4-BE49-F238E27FC236}">
                <a16:creationId xmlns:a16="http://schemas.microsoft.com/office/drawing/2014/main" id="{AE2CEEFF-B85B-44E1-9076-812A4CDC3C59}"/>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11272" t="12793" r="12379" b="12161"/>
          <a:stretch/>
        </p:blipFill>
        <p:spPr>
          <a:xfrm>
            <a:off x="4524915" y="2707287"/>
            <a:ext cx="317841" cy="317916"/>
          </a:xfrm>
          <a:prstGeom prst="rect">
            <a:avLst/>
          </a:prstGeom>
        </p:spPr>
      </p:pic>
      <p:pic>
        <p:nvPicPr>
          <p:cNvPr id="26" name="Graphique 25" descr="Presse-papiers vérifié avec un remplissage uni">
            <a:extLst>
              <a:ext uri="{FF2B5EF4-FFF2-40B4-BE49-F238E27FC236}">
                <a16:creationId xmlns:a16="http://schemas.microsoft.com/office/drawing/2014/main" id="{71ABECFE-1B53-48B3-BEAC-F02D9E70E33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397969" y="829782"/>
            <a:ext cx="1281875" cy="1281875"/>
          </a:xfrm>
          <a:prstGeom prst="rect">
            <a:avLst/>
          </a:prstGeom>
        </p:spPr>
      </p:pic>
      <p:sp>
        <p:nvSpPr>
          <p:cNvPr id="27" name="Rectangle 26">
            <a:extLst>
              <a:ext uri="{FF2B5EF4-FFF2-40B4-BE49-F238E27FC236}">
                <a16:creationId xmlns:a16="http://schemas.microsoft.com/office/drawing/2014/main" id="{9EF4863D-5658-4E86-8AC4-11B834FACC48}"/>
              </a:ext>
            </a:extLst>
          </p:cNvPr>
          <p:cNvSpPr/>
          <p:nvPr/>
        </p:nvSpPr>
        <p:spPr>
          <a:xfrm>
            <a:off x="6166155"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e 1">
            <a:extLst>
              <a:ext uri="{FF2B5EF4-FFF2-40B4-BE49-F238E27FC236}">
                <a16:creationId xmlns:a16="http://schemas.microsoft.com/office/drawing/2014/main" id="{4BC107C5-4148-4458-9BBE-092BC93D8B13}"/>
              </a:ext>
            </a:extLst>
          </p:cNvPr>
          <p:cNvGrpSpPr/>
          <p:nvPr/>
        </p:nvGrpSpPr>
        <p:grpSpPr>
          <a:xfrm>
            <a:off x="8428457" y="3766695"/>
            <a:ext cx="1172828" cy="1814827"/>
            <a:chOff x="7928220" y="3929675"/>
            <a:chExt cx="1681216" cy="2601505"/>
          </a:xfrm>
        </p:grpSpPr>
        <p:grpSp>
          <p:nvGrpSpPr>
            <p:cNvPr id="28" name="Groupe 27">
              <a:extLst>
                <a:ext uri="{FF2B5EF4-FFF2-40B4-BE49-F238E27FC236}">
                  <a16:creationId xmlns:a16="http://schemas.microsoft.com/office/drawing/2014/main" id="{C6EC3896-9198-4A4E-A37B-37B8858DF0C1}"/>
                </a:ext>
              </a:extLst>
            </p:cNvPr>
            <p:cNvGrpSpPr/>
            <p:nvPr/>
          </p:nvGrpSpPr>
          <p:grpSpPr>
            <a:xfrm>
              <a:off x="8118757" y="4925345"/>
              <a:ext cx="1490679" cy="1605835"/>
              <a:chOff x="5046941" y="2636554"/>
              <a:chExt cx="550624" cy="593160"/>
            </a:xfrm>
            <a:solidFill>
              <a:schemeClr val="bg1">
                <a:lumMod val="75000"/>
              </a:schemeClr>
            </a:solidFill>
          </p:grpSpPr>
          <p:pic>
            <p:nvPicPr>
              <p:cNvPr id="29" name="Graphique 28" descr="Monde avec un remplissage uni">
                <a:extLst>
                  <a:ext uri="{FF2B5EF4-FFF2-40B4-BE49-F238E27FC236}">
                    <a16:creationId xmlns:a16="http://schemas.microsoft.com/office/drawing/2014/main" id="{B875E820-372A-4B11-B78A-17F3C251812E}"/>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7173" r="-1"/>
              <a:stretch/>
            </p:blipFill>
            <p:spPr>
              <a:xfrm>
                <a:off x="5046941" y="2636554"/>
                <a:ext cx="550624" cy="593160"/>
              </a:xfrm>
              <a:prstGeom prst="rect">
                <a:avLst/>
              </a:prstGeom>
            </p:spPr>
          </p:pic>
          <p:pic>
            <p:nvPicPr>
              <p:cNvPr id="30" name="Graphique 29" descr="Monde avec un remplissage uni">
                <a:extLst>
                  <a:ext uri="{FF2B5EF4-FFF2-40B4-BE49-F238E27FC236}">
                    <a16:creationId xmlns:a16="http://schemas.microsoft.com/office/drawing/2014/main" id="{E8795A7B-75C9-4253-A914-15ACEF4E9110}"/>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29716" t="30008" r="27849" b="30408"/>
              <a:stretch/>
            </p:blipFill>
            <p:spPr>
              <a:xfrm>
                <a:off x="5180657" y="2809632"/>
                <a:ext cx="251709" cy="234792"/>
              </a:xfrm>
              <a:prstGeom prst="rect">
                <a:avLst/>
              </a:prstGeom>
            </p:spPr>
          </p:pic>
        </p:grpSp>
        <p:pic>
          <p:nvPicPr>
            <p:cNvPr id="3" name="Graphique 2" descr="Repère avec un remplissage uni">
              <a:extLst>
                <a:ext uri="{FF2B5EF4-FFF2-40B4-BE49-F238E27FC236}">
                  <a16:creationId xmlns:a16="http://schemas.microsoft.com/office/drawing/2014/main" id="{65154527-E1BC-4363-849B-DF53DEA43EDC}"/>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24785" t="11737" r="26295" b="13102"/>
            <a:stretch/>
          </p:blipFill>
          <p:spPr>
            <a:xfrm>
              <a:off x="7928220" y="3929675"/>
              <a:ext cx="1105080" cy="1697872"/>
            </a:xfrm>
            <a:prstGeom prst="rect">
              <a:avLst/>
            </a:prstGeom>
          </p:spPr>
        </p:pic>
        <p:pic>
          <p:nvPicPr>
            <p:cNvPr id="33" name="Graphique 32" descr="Cœur avec un remplissage uni">
              <a:extLst>
                <a:ext uri="{FF2B5EF4-FFF2-40B4-BE49-F238E27FC236}">
                  <a16:creationId xmlns:a16="http://schemas.microsoft.com/office/drawing/2014/main" id="{46489B01-045F-4DEE-8CB2-0381B73FDCC2}"/>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11272" t="12793" r="12379" b="12161"/>
            <a:stretch/>
          </p:blipFill>
          <p:spPr>
            <a:xfrm>
              <a:off x="8339942" y="4345907"/>
              <a:ext cx="318212" cy="318287"/>
            </a:xfrm>
            <a:prstGeom prst="rect">
              <a:avLst/>
            </a:prstGeom>
          </p:spPr>
        </p:pic>
      </p:grpSp>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que 4" descr="Sonnette d’hôtel avec un remplissage uni">
            <a:extLst>
              <a:ext uri="{FF2B5EF4-FFF2-40B4-BE49-F238E27FC236}">
                <a16:creationId xmlns:a16="http://schemas.microsoft.com/office/drawing/2014/main" id="{C1E71236-78AC-4525-BC99-8F6692281272}"/>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9626" t="16816" r="5637" b="17437"/>
          <a:stretch/>
        </p:blipFill>
        <p:spPr>
          <a:xfrm>
            <a:off x="7012984" y="1349239"/>
            <a:ext cx="1466661" cy="1137963"/>
          </a:xfrm>
          <a:prstGeom prst="rect">
            <a:avLst/>
          </a:prstGeom>
        </p:spPr>
      </p:pic>
      <p:sp>
        <p:nvSpPr>
          <p:cNvPr id="7" name="Rectangle : coins arrondis 6">
            <a:extLst>
              <a:ext uri="{FF2B5EF4-FFF2-40B4-BE49-F238E27FC236}">
                <a16:creationId xmlns:a16="http://schemas.microsoft.com/office/drawing/2014/main" id="{F177067A-B266-449B-99FA-898E3170482E}"/>
              </a:ext>
            </a:extLst>
          </p:cNvPr>
          <p:cNvSpPr/>
          <p:nvPr/>
        </p:nvSpPr>
        <p:spPr>
          <a:xfrm>
            <a:off x="7693293" y="891398"/>
            <a:ext cx="45770" cy="215038"/>
          </a:xfrm>
          <a:prstGeom prst="roundRect">
            <a:avLst/>
          </a:prstGeom>
          <a:solidFill>
            <a:srgbClr val="ED7D31"/>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Rectangle : coins arrondis 38">
            <a:extLst>
              <a:ext uri="{FF2B5EF4-FFF2-40B4-BE49-F238E27FC236}">
                <a16:creationId xmlns:a16="http://schemas.microsoft.com/office/drawing/2014/main" id="{2D471102-0EFA-4F81-9C5D-D7B063E533B3}"/>
              </a:ext>
            </a:extLst>
          </p:cNvPr>
          <p:cNvSpPr/>
          <p:nvPr/>
        </p:nvSpPr>
        <p:spPr>
          <a:xfrm rot="2970377">
            <a:off x="8021231" y="1023921"/>
            <a:ext cx="45770" cy="215038"/>
          </a:xfrm>
          <a:prstGeom prst="roundRect">
            <a:avLst/>
          </a:prstGeom>
          <a:solidFill>
            <a:srgbClr val="ED7D31"/>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0" name="Rectangle : coins arrondis 39">
            <a:extLst>
              <a:ext uri="{FF2B5EF4-FFF2-40B4-BE49-F238E27FC236}">
                <a16:creationId xmlns:a16="http://schemas.microsoft.com/office/drawing/2014/main" id="{1FD2A394-4CDC-4FBB-A757-117B619BDA18}"/>
              </a:ext>
            </a:extLst>
          </p:cNvPr>
          <p:cNvSpPr/>
          <p:nvPr/>
        </p:nvSpPr>
        <p:spPr>
          <a:xfrm rot="19150443">
            <a:off x="7372566" y="1033019"/>
            <a:ext cx="45770" cy="215038"/>
          </a:xfrm>
          <a:prstGeom prst="roundRect">
            <a:avLst/>
          </a:prstGeom>
          <a:solidFill>
            <a:srgbClr val="ED7D31"/>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 name="Graphique 8" descr="Héros avec un remplissage uni">
            <a:extLst>
              <a:ext uri="{FF2B5EF4-FFF2-40B4-BE49-F238E27FC236}">
                <a16:creationId xmlns:a16="http://schemas.microsoft.com/office/drawing/2014/main" id="{F4C3482F-F64E-4738-985C-5B7CCE8D5B24}"/>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9051963" y="881741"/>
            <a:ext cx="2255944" cy="2255944"/>
          </a:xfrm>
          <a:prstGeom prst="rect">
            <a:avLst/>
          </a:prstGeom>
        </p:spPr>
      </p:pic>
      <p:pic>
        <p:nvPicPr>
          <p:cNvPr id="41" name="Graphique 40" descr="Colonne grecque avec un remplissage uni">
            <a:extLst>
              <a:ext uri="{FF2B5EF4-FFF2-40B4-BE49-F238E27FC236}">
                <a16:creationId xmlns:a16="http://schemas.microsoft.com/office/drawing/2014/main" id="{C4BF2B95-430D-4C7F-BB22-93443EADCC30}"/>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t="-1" b="11403"/>
          <a:stretch/>
        </p:blipFill>
        <p:spPr>
          <a:xfrm>
            <a:off x="8256774" y="5319727"/>
            <a:ext cx="1550766" cy="1373935"/>
          </a:xfrm>
          <a:prstGeom prst="rect">
            <a:avLst/>
          </a:prstGeom>
        </p:spPr>
      </p:pic>
    </p:spTree>
    <p:extLst>
      <p:ext uri="{BB962C8B-B14F-4D97-AF65-F5344CB8AC3E}">
        <p14:creationId xmlns:p14="http://schemas.microsoft.com/office/powerpoint/2010/main" val="39414445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9EF4863D-5658-4E86-8AC4-11B834FACC48}"/>
              </a:ext>
            </a:extLst>
          </p:cNvPr>
          <p:cNvSpPr/>
          <p:nvPr/>
        </p:nvSpPr>
        <p:spPr>
          <a:xfrm>
            <a:off x="6166155"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que 3" descr="Presse-papiers vérifié avec un remplissage uni">
            <a:extLst>
              <a:ext uri="{FF2B5EF4-FFF2-40B4-BE49-F238E27FC236}">
                <a16:creationId xmlns:a16="http://schemas.microsoft.com/office/drawing/2014/main" id="{5A080FE7-8F84-472C-85E0-8FF4C9ADD01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6468" t="6521" r="16684" b="5978"/>
          <a:stretch/>
        </p:blipFill>
        <p:spPr>
          <a:xfrm>
            <a:off x="3124494" y="1216152"/>
            <a:ext cx="1124712" cy="1472184"/>
          </a:xfrm>
          <a:prstGeom prst="rect">
            <a:avLst/>
          </a:prstGeom>
        </p:spPr>
      </p:pic>
      <p:grpSp>
        <p:nvGrpSpPr>
          <p:cNvPr id="14" name="Groupe 13">
            <a:extLst>
              <a:ext uri="{FF2B5EF4-FFF2-40B4-BE49-F238E27FC236}">
                <a16:creationId xmlns:a16="http://schemas.microsoft.com/office/drawing/2014/main" id="{B4448C11-BA24-4966-A118-5BB225F60340}"/>
              </a:ext>
            </a:extLst>
          </p:cNvPr>
          <p:cNvGrpSpPr/>
          <p:nvPr/>
        </p:nvGrpSpPr>
        <p:grpSpPr>
          <a:xfrm>
            <a:off x="1280160" y="696044"/>
            <a:ext cx="1398539" cy="2344336"/>
            <a:chOff x="1617995" y="1333858"/>
            <a:chExt cx="914400" cy="1532786"/>
          </a:xfrm>
        </p:grpSpPr>
        <p:pic>
          <p:nvPicPr>
            <p:cNvPr id="11" name="Graphique 10" descr="Architecture avec un remplissage uni">
              <a:extLst>
                <a:ext uri="{FF2B5EF4-FFF2-40B4-BE49-F238E27FC236}">
                  <a16:creationId xmlns:a16="http://schemas.microsoft.com/office/drawing/2014/main" id="{758A4773-A81C-4033-BBCB-6667421529E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617995" y="1952244"/>
              <a:ext cx="914400" cy="914400"/>
            </a:xfrm>
            <a:prstGeom prst="rect">
              <a:avLst/>
            </a:prstGeom>
          </p:spPr>
        </p:pic>
        <p:pic>
          <p:nvPicPr>
            <p:cNvPr id="13" name="Graphique 12" descr="Engrenages contour">
              <a:extLst>
                <a:ext uri="{FF2B5EF4-FFF2-40B4-BE49-F238E27FC236}">
                  <a16:creationId xmlns:a16="http://schemas.microsoft.com/office/drawing/2014/main" id="{CD8A7946-9088-4209-A387-0E14C6415A9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617995" y="1333858"/>
              <a:ext cx="914400" cy="914400"/>
            </a:xfrm>
            <a:prstGeom prst="rect">
              <a:avLst/>
            </a:prstGeom>
          </p:spPr>
        </p:pic>
      </p:grpSp>
      <p:pic>
        <p:nvPicPr>
          <p:cNvPr id="19" name="Graphique 18" descr="Courir avec un remplissage uni">
            <a:extLst>
              <a:ext uri="{FF2B5EF4-FFF2-40B4-BE49-F238E27FC236}">
                <a16:creationId xmlns:a16="http://schemas.microsoft.com/office/drawing/2014/main" id="{950DFC20-1D82-461A-AABA-9E0C14E9445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19771585">
            <a:off x="9295824" y="1065433"/>
            <a:ext cx="758147" cy="758147"/>
          </a:xfrm>
          <a:prstGeom prst="rect">
            <a:avLst/>
          </a:prstGeom>
        </p:spPr>
      </p:pic>
      <p:pic>
        <p:nvPicPr>
          <p:cNvPr id="25" name="Graphique 24" descr="Feu de camp avec un remplissage uni">
            <a:extLst>
              <a:ext uri="{FF2B5EF4-FFF2-40B4-BE49-F238E27FC236}">
                <a16:creationId xmlns:a16="http://schemas.microsoft.com/office/drawing/2014/main" id="{7959DD90-39F7-4B8F-ABEA-DDFF4BF6647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336784" y="1610576"/>
            <a:ext cx="676228" cy="676228"/>
          </a:xfrm>
          <a:prstGeom prst="rect">
            <a:avLst/>
          </a:prstGeom>
        </p:spPr>
      </p:pic>
      <p:pic>
        <p:nvPicPr>
          <p:cNvPr id="32" name="Graphique 31" descr="Diplôme roulé avec un remplissage uni">
            <a:extLst>
              <a:ext uri="{FF2B5EF4-FFF2-40B4-BE49-F238E27FC236}">
                <a16:creationId xmlns:a16="http://schemas.microsoft.com/office/drawing/2014/main" id="{435A6D51-F642-4282-B165-E9F4D518A72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428530" y="727687"/>
            <a:ext cx="914400" cy="914400"/>
          </a:xfrm>
          <a:prstGeom prst="rect">
            <a:avLst/>
          </a:prstGeom>
        </p:spPr>
      </p:pic>
      <p:pic>
        <p:nvPicPr>
          <p:cNvPr id="36" name="Graphique 35" descr="Culturiste avec un remplissage uni">
            <a:extLst>
              <a:ext uri="{FF2B5EF4-FFF2-40B4-BE49-F238E27FC236}">
                <a16:creationId xmlns:a16="http://schemas.microsoft.com/office/drawing/2014/main" id="{8F3866EF-8D36-493D-9F7D-8BA2789D58C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464065" y="1610297"/>
            <a:ext cx="767603" cy="767603"/>
          </a:xfrm>
          <a:prstGeom prst="rect">
            <a:avLst/>
          </a:prstGeom>
        </p:spPr>
      </p:pic>
      <p:pic>
        <p:nvPicPr>
          <p:cNvPr id="38" name="Graphique 37" descr="Escalade avec un remplissage uni">
            <a:extLst>
              <a:ext uri="{FF2B5EF4-FFF2-40B4-BE49-F238E27FC236}">
                <a16:creationId xmlns:a16="http://schemas.microsoft.com/office/drawing/2014/main" id="{713BE9AC-3409-445F-800A-BDD069BE72B6}"/>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5400000">
            <a:off x="7495713" y="1916128"/>
            <a:ext cx="753738" cy="753738"/>
          </a:xfrm>
          <a:prstGeom prst="rect">
            <a:avLst/>
          </a:prstGeom>
        </p:spPr>
      </p:pic>
      <p:pic>
        <p:nvPicPr>
          <p:cNvPr id="42" name="Graphique 41" descr="Obstacle avec un remplissage uni">
            <a:extLst>
              <a:ext uri="{FF2B5EF4-FFF2-40B4-BE49-F238E27FC236}">
                <a16:creationId xmlns:a16="http://schemas.microsoft.com/office/drawing/2014/main" id="{415906D7-3B38-4AF8-81A9-E55B254EF96C}"/>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6667431" y="2341110"/>
            <a:ext cx="753738" cy="753738"/>
          </a:xfrm>
          <a:prstGeom prst="rect">
            <a:avLst/>
          </a:prstGeom>
        </p:spPr>
      </p:pic>
      <p:pic>
        <p:nvPicPr>
          <p:cNvPr id="46" name="Graphique 45" descr="Homme agriculteur avec un remplissage uni">
            <a:extLst>
              <a:ext uri="{FF2B5EF4-FFF2-40B4-BE49-F238E27FC236}">
                <a16:creationId xmlns:a16="http://schemas.microsoft.com/office/drawing/2014/main" id="{09EF2399-0058-41CE-B412-1F6A07379BBA}"/>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2625697" y="5568392"/>
            <a:ext cx="914400" cy="914400"/>
          </a:xfrm>
          <a:prstGeom prst="rect">
            <a:avLst/>
          </a:prstGeom>
        </p:spPr>
      </p:pic>
      <p:pic>
        <p:nvPicPr>
          <p:cNvPr id="48" name="Graphique 47" descr="Homme soldat avec un remplissage uni">
            <a:extLst>
              <a:ext uri="{FF2B5EF4-FFF2-40B4-BE49-F238E27FC236}">
                <a16:creationId xmlns:a16="http://schemas.microsoft.com/office/drawing/2014/main" id="{7BF9590A-F10E-4709-8CF0-65854FE831CB}"/>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597924" y="5568392"/>
            <a:ext cx="914400" cy="914400"/>
          </a:xfrm>
          <a:prstGeom prst="rect">
            <a:avLst/>
          </a:prstGeom>
        </p:spPr>
      </p:pic>
      <p:pic>
        <p:nvPicPr>
          <p:cNvPr id="50" name="Graphique 49" descr="Homme pilote avec un remplissage uni">
            <a:extLst>
              <a:ext uri="{FF2B5EF4-FFF2-40B4-BE49-F238E27FC236}">
                <a16:creationId xmlns:a16="http://schemas.microsoft.com/office/drawing/2014/main" id="{F4B9442C-F8DB-469B-AFC4-BD670169D82F}"/>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2449663" y="3822073"/>
            <a:ext cx="914400" cy="914400"/>
          </a:xfrm>
          <a:prstGeom prst="rect">
            <a:avLst/>
          </a:prstGeom>
        </p:spPr>
      </p:pic>
      <p:pic>
        <p:nvPicPr>
          <p:cNvPr id="52" name="Graphique 51" descr="Femme juge avec un remplissage uni">
            <a:extLst>
              <a:ext uri="{FF2B5EF4-FFF2-40B4-BE49-F238E27FC236}">
                <a16:creationId xmlns:a16="http://schemas.microsoft.com/office/drawing/2014/main" id="{F7A008A6-8B89-4AAC-8BB8-66F932D5ECEA}"/>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1415088" y="4619021"/>
            <a:ext cx="914400" cy="914400"/>
          </a:xfrm>
          <a:prstGeom prst="rect">
            <a:avLst/>
          </a:prstGeom>
        </p:spPr>
      </p:pic>
      <p:pic>
        <p:nvPicPr>
          <p:cNvPr id="54" name="Graphique 53" descr="Homme capitaine avec un remplissage uni">
            <a:extLst>
              <a:ext uri="{FF2B5EF4-FFF2-40B4-BE49-F238E27FC236}">
                <a16:creationId xmlns:a16="http://schemas.microsoft.com/office/drawing/2014/main" id="{5E1E1F33-DEF0-43FD-9BD8-63E58E442E60}"/>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3442861" y="4581233"/>
            <a:ext cx="914400" cy="914400"/>
          </a:xfrm>
          <a:prstGeom prst="rect">
            <a:avLst/>
          </a:prstGeom>
        </p:spPr>
      </p:pic>
      <p:pic>
        <p:nvPicPr>
          <p:cNvPr id="56" name="Graphique 55" descr="Homme ouvrier du bâtiment avec un remplissage uni">
            <a:extLst>
              <a:ext uri="{FF2B5EF4-FFF2-40B4-BE49-F238E27FC236}">
                <a16:creationId xmlns:a16="http://schemas.microsoft.com/office/drawing/2014/main" id="{A6A2243A-AAFC-4174-8B12-F8BACDEB3983}"/>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4191143" y="5503565"/>
            <a:ext cx="914400" cy="914400"/>
          </a:xfrm>
          <a:prstGeom prst="rect">
            <a:avLst/>
          </a:prstGeom>
        </p:spPr>
      </p:pic>
      <p:cxnSp>
        <p:nvCxnSpPr>
          <p:cNvPr id="58" name="Connecteur : en angle 57">
            <a:extLst>
              <a:ext uri="{FF2B5EF4-FFF2-40B4-BE49-F238E27FC236}">
                <a16:creationId xmlns:a16="http://schemas.microsoft.com/office/drawing/2014/main" id="{02BAA65B-F019-42EF-9861-24B8C104648E}"/>
              </a:ext>
            </a:extLst>
          </p:cNvPr>
          <p:cNvCxnSpPr>
            <a:stCxn id="46" idx="1"/>
            <a:endCxn id="52" idx="2"/>
          </p:cNvCxnSpPr>
          <p:nvPr/>
        </p:nvCxnSpPr>
        <p:spPr>
          <a:xfrm rot="10800000">
            <a:off x="1872289" y="5533422"/>
            <a:ext cx="753409" cy="492171"/>
          </a:xfrm>
          <a:prstGeom prst="bentConnector2">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80" name="Connecteur : en angle 79">
            <a:extLst>
              <a:ext uri="{FF2B5EF4-FFF2-40B4-BE49-F238E27FC236}">
                <a16:creationId xmlns:a16="http://schemas.microsoft.com/office/drawing/2014/main" id="{02B93757-3B6B-4058-B4FD-969C259100BE}"/>
              </a:ext>
            </a:extLst>
          </p:cNvPr>
          <p:cNvCxnSpPr>
            <a:cxnSpLocks/>
            <a:stCxn id="48" idx="3"/>
            <a:endCxn id="52" idx="2"/>
          </p:cNvCxnSpPr>
          <p:nvPr/>
        </p:nvCxnSpPr>
        <p:spPr>
          <a:xfrm flipV="1">
            <a:off x="1512324" y="5533421"/>
            <a:ext cx="359964" cy="492171"/>
          </a:xfrm>
          <a:prstGeom prst="bentConnector2">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98" name="Connecteur : en angle 97">
            <a:extLst>
              <a:ext uri="{FF2B5EF4-FFF2-40B4-BE49-F238E27FC236}">
                <a16:creationId xmlns:a16="http://schemas.microsoft.com/office/drawing/2014/main" id="{1F0FC406-DCD2-4648-BE83-D281B644DF11}"/>
              </a:ext>
            </a:extLst>
          </p:cNvPr>
          <p:cNvCxnSpPr/>
          <p:nvPr/>
        </p:nvCxnSpPr>
        <p:spPr>
          <a:xfrm rot="10800000">
            <a:off x="3855927" y="5530603"/>
            <a:ext cx="388111" cy="492171"/>
          </a:xfrm>
          <a:prstGeom prst="bentConnector2">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99" name="Connecteur : en angle 98">
            <a:extLst>
              <a:ext uri="{FF2B5EF4-FFF2-40B4-BE49-F238E27FC236}">
                <a16:creationId xmlns:a16="http://schemas.microsoft.com/office/drawing/2014/main" id="{B3E3F999-BF7F-471E-B1B6-C8898D674A04}"/>
              </a:ext>
            </a:extLst>
          </p:cNvPr>
          <p:cNvCxnSpPr>
            <a:cxnSpLocks/>
          </p:cNvCxnSpPr>
          <p:nvPr/>
        </p:nvCxnSpPr>
        <p:spPr>
          <a:xfrm flipV="1">
            <a:off x="3484238" y="5530603"/>
            <a:ext cx="359964" cy="492171"/>
          </a:xfrm>
          <a:prstGeom prst="bentConnector2">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01" name="Connecteur : en angle 100">
            <a:extLst>
              <a:ext uri="{FF2B5EF4-FFF2-40B4-BE49-F238E27FC236}">
                <a16:creationId xmlns:a16="http://schemas.microsoft.com/office/drawing/2014/main" id="{CAF8DA13-B62A-4FF5-AAEF-66A63A92D044}"/>
              </a:ext>
            </a:extLst>
          </p:cNvPr>
          <p:cNvCxnSpPr/>
          <p:nvPr/>
        </p:nvCxnSpPr>
        <p:spPr>
          <a:xfrm rot="10800000">
            <a:off x="2880416" y="4708734"/>
            <a:ext cx="388111" cy="492171"/>
          </a:xfrm>
          <a:prstGeom prst="bentConnector2">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02" name="Connecteur : en angle 101">
            <a:extLst>
              <a:ext uri="{FF2B5EF4-FFF2-40B4-BE49-F238E27FC236}">
                <a16:creationId xmlns:a16="http://schemas.microsoft.com/office/drawing/2014/main" id="{B67AFA17-DA13-4CC2-811B-707D6BD1A9F3}"/>
              </a:ext>
            </a:extLst>
          </p:cNvPr>
          <p:cNvCxnSpPr>
            <a:cxnSpLocks/>
          </p:cNvCxnSpPr>
          <p:nvPr/>
        </p:nvCxnSpPr>
        <p:spPr>
          <a:xfrm flipV="1">
            <a:off x="2508727" y="4708734"/>
            <a:ext cx="359964" cy="492171"/>
          </a:xfrm>
          <a:prstGeom prst="bentConnector2">
            <a:avLst/>
          </a:prstGeom>
          <a:ln w="57150">
            <a:tailEnd type="triangle"/>
          </a:ln>
        </p:spPr>
        <p:style>
          <a:lnRef idx="1">
            <a:schemeClr val="accent1"/>
          </a:lnRef>
          <a:fillRef idx="0">
            <a:schemeClr val="accent1"/>
          </a:fillRef>
          <a:effectRef idx="0">
            <a:schemeClr val="accent1"/>
          </a:effectRef>
          <a:fontRef idx="minor">
            <a:schemeClr val="tx1"/>
          </a:fontRef>
        </p:style>
      </p:cxnSp>
      <p:pic>
        <p:nvPicPr>
          <p:cNvPr id="104" name="Graphique 103" descr="Femme électricienne avec un remplissage uni">
            <a:extLst>
              <a:ext uri="{FF2B5EF4-FFF2-40B4-BE49-F238E27FC236}">
                <a16:creationId xmlns:a16="http://schemas.microsoft.com/office/drawing/2014/main" id="{AD114E62-4FC4-4D40-B5E2-639D313FA140}"/>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4797848" y="4581233"/>
            <a:ext cx="914400" cy="914400"/>
          </a:xfrm>
          <a:prstGeom prst="rect">
            <a:avLst/>
          </a:prstGeom>
        </p:spPr>
      </p:pic>
      <p:cxnSp>
        <p:nvCxnSpPr>
          <p:cNvPr id="105" name="Connecteur : en angle 104">
            <a:extLst>
              <a:ext uri="{FF2B5EF4-FFF2-40B4-BE49-F238E27FC236}">
                <a16:creationId xmlns:a16="http://schemas.microsoft.com/office/drawing/2014/main" id="{1CF9CB87-C063-4AA1-B511-F3591E3B5CC7}"/>
              </a:ext>
            </a:extLst>
          </p:cNvPr>
          <p:cNvCxnSpPr>
            <a:cxnSpLocks/>
          </p:cNvCxnSpPr>
          <p:nvPr/>
        </p:nvCxnSpPr>
        <p:spPr>
          <a:xfrm flipV="1">
            <a:off x="4895084" y="5503565"/>
            <a:ext cx="359964" cy="492171"/>
          </a:xfrm>
          <a:prstGeom prst="bentConnector2">
            <a:avLst/>
          </a:prstGeom>
          <a:ln w="57150">
            <a:tailEnd type="triangle"/>
          </a:ln>
        </p:spPr>
        <p:style>
          <a:lnRef idx="1">
            <a:schemeClr val="accent1"/>
          </a:lnRef>
          <a:fillRef idx="0">
            <a:schemeClr val="accent1"/>
          </a:fillRef>
          <a:effectRef idx="0">
            <a:schemeClr val="accent1"/>
          </a:effectRef>
          <a:fontRef idx="minor">
            <a:schemeClr val="tx1"/>
          </a:fontRef>
        </p:style>
      </p:cxnSp>
      <p:pic>
        <p:nvPicPr>
          <p:cNvPr id="107" name="Graphique 106" descr="Employé de bureau avec un remplissage uni">
            <a:extLst>
              <a:ext uri="{FF2B5EF4-FFF2-40B4-BE49-F238E27FC236}">
                <a16:creationId xmlns:a16="http://schemas.microsoft.com/office/drawing/2014/main" id="{23A3FFDA-5CA5-48E7-8546-70C028F6CA02}"/>
              </a:ext>
            </a:extLst>
          </p:cNvPr>
          <p:cNvPicPr>
            <a:picLocks noChangeAspect="1"/>
          </p:cNvPicPr>
          <p:nvPr/>
        </p:nvPicPr>
        <p:blipFill rotWithShape="1">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rcRect t="48071"/>
          <a:stretch/>
        </p:blipFill>
        <p:spPr>
          <a:xfrm>
            <a:off x="6576092" y="5411034"/>
            <a:ext cx="1760857" cy="914400"/>
          </a:xfrm>
          <a:prstGeom prst="rect">
            <a:avLst/>
          </a:prstGeom>
        </p:spPr>
      </p:pic>
      <p:pic>
        <p:nvPicPr>
          <p:cNvPr id="109" name="Graphique 108" descr="Visage de diable avec remplissage solide avec un remplissage uni">
            <a:extLst>
              <a:ext uri="{FF2B5EF4-FFF2-40B4-BE49-F238E27FC236}">
                <a16:creationId xmlns:a16="http://schemas.microsoft.com/office/drawing/2014/main" id="{9AAF96CD-16DA-45D7-9C47-16C62F94328D}"/>
              </a:ext>
            </a:extLst>
          </p:cNvPr>
          <p:cNvPicPr>
            <a:picLocks noChangeAspect="1"/>
          </p:cNvPicPr>
          <p:nvPr/>
        </p:nvPicPr>
        <p:blipFill rotWithShape="1">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rcRect b="39630"/>
          <a:stretch/>
        </p:blipFill>
        <p:spPr>
          <a:xfrm>
            <a:off x="6999321" y="4616203"/>
            <a:ext cx="914400" cy="552028"/>
          </a:xfrm>
          <a:prstGeom prst="rect">
            <a:avLst/>
          </a:prstGeom>
        </p:spPr>
      </p:pic>
      <p:pic>
        <p:nvPicPr>
          <p:cNvPr id="111" name="Graphique 110" descr="Visage triste à remplissage solide avec un remplissage uni">
            <a:extLst>
              <a:ext uri="{FF2B5EF4-FFF2-40B4-BE49-F238E27FC236}">
                <a16:creationId xmlns:a16="http://schemas.microsoft.com/office/drawing/2014/main" id="{EC09DBEA-3D5B-4CEE-81B1-92F216473948}"/>
              </a:ext>
            </a:extLst>
          </p:cNvPr>
          <p:cNvPicPr>
            <a:picLocks noChangeAspect="1"/>
          </p:cNvPicPr>
          <p:nvPr/>
        </p:nvPicPr>
        <p:blipFill>
          <a:blip r:embed="rId38">
            <a:extLst>
              <a:ext uri="{28A0092B-C50C-407E-A947-70E740481C1C}">
                <a14:useLocalDpi xmlns:a14="http://schemas.microsoft.com/office/drawing/2010/main" val="0"/>
              </a:ext>
              <a:ext uri="{96DAC541-7B7A-43D3-8B79-37D633B846F1}">
                <asvg:svgBlip xmlns:asvg="http://schemas.microsoft.com/office/drawing/2016/SVG/main" r:embed="rId39"/>
              </a:ext>
            </a:extLst>
          </a:blip>
          <a:stretch>
            <a:fillRect/>
          </a:stretch>
        </p:blipFill>
        <p:spPr>
          <a:xfrm>
            <a:off x="6995250" y="4629837"/>
            <a:ext cx="914400" cy="914400"/>
          </a:xfrm>
          <a:prstGeom prst="rect">
            <a:avLst/>
          </a:prstGeom>
        </p:spPr>
      </p:pic>
      <p:pic>
        <p:nvPicPr>
          <p:cNvPr id="112" name="Graphique 111" descr="Employé de bureau avec un remplissage uni">
            <a:extLst>
              <a:ext uri="{FF2B5EF4-FFF2-40B4-BE49-F238E27FC236}">
                <a16:creationId xmlns:a16="http://schemas.microsoft.com/office/drawing/2014/main" id="{3206C50A-CC6A-4B30-A351-EF12AE4C836C}"/>
              </a:ext>
            </a:extLst>
          </p:cNvPr>
          <p:cNvPicPr>
            <a:picLocks noChangeAspect="1"/>
          </p:cNvPicPr>
          <p:nvPr/>
        </p:nvPicPr>
        <p:blipFill rotWithShape="1">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rcRect t="2550" b="1"/>
          <a:stretch/>
        </p:blipFill>
        <p:spPr>
          <a:xfrm>
            <a:off x="9548101" y="4581233"/>
            <a:ext cx="1760857" cy="1715940"/>
          </a:xfrm>
          <a:prstGeom prst="rect">
            <a:avLst/>
          </a:prstGeom>
        </p:spPr>
      </p:pic>
      <p:sp>
        <p:nvSpPr>
          <p:cNvPr id="114" name="Flèche : droite 113">
            <a:extLst>
              <a:ext uri="{FF2B5EF4-FFF2-40B4-BE49-F238E27FC236}">
                <a16:creationId xmlns:a16="http://schemas.microsoft.com/office/drawing/2014/main" id="{3A254DA1-9E99-4072-89CA-0E4C54ED0951}"/>
              </a:ext>
            </a:extLst>
          </p:cNvPr>
          <p:cNvSpPr/>
          <p:nvPr/>
        </p:nvSpPr>
        <p:spPr>
          <a:xfrm>
            <a:off x="8336949" y="4800600"/>
            <a:ext cx="1211151" cy="10332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910312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9EF4863D-5658-4E86-8AC4-11B834FACC48}"/>
              </a:ext>
            </a:extLst>
          </p:cNvPr>
          <p:cNvSpPr/>
          <p:nvPr/>
        </p:nvSpPr>
        <p:spPr>
          <a:xfrm>
            <a:off x="6166155"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5" name="Graphique 34" descr="Réussite du groupe avec un remplissage uni">
            <a:extLst>
              <a:ext uri="{FF2B5EF4-FFF2-40B4-BE49-F238E27FC236}">
                <a16:creationId xmlns:a16="http://schemas.microsoft.com/office/drawing/2014/main" id="{450EFC05-60A2-42EC-8DD7-87272CBEAE7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46433" y="2079289"/>
            <a:ext cx="1046501" cy="1046501"/>
          </a:xfrm>
          <a:prstGeom prst="rect">
            <a:avLst/>
          </a:prstGeom>
        </p:spPr>
      </p:pic>
      <p:pic>
        <p:nvPicPr>
          <p:cNvPr id="37" name="Graphique 36" descr="Réussite du groupe avec un remplissage uni">
            <a:extLst>
              <a:ext uri="{FF2B5EF4-FFF2-40B4-BE49-F238E27FC236}">
                <a16:creationId xmlns:a16="http://schemas.microsoft.com/office/drawing/2014/main" id="{8AB9253D-D277-4685-9F35-4ED7E39CAC5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883045" y="400497"/>
            <a:ext cx="2124229" cy="2124229"/>
          </a:xfrm>
          <a:prstGeom prst="rect">
            <a:avLst/>
          </a:prstGeom>
        </p:spPr>
      </p:pic>
      <p:pic>
        <p:nvPicPr>
          <p:cNvPr id="39" name="Graphique 38" descr="Réussite du groupe avec un remplissage uni">
            <a:extLst>
              <a:ext uri="{FF2B5EF4-FFF2-40B4-BE49-F238E27FC236}">
                <a16:creationId xmlns:a16="http://schemas.microsoft.com/office/drawing/2014/main" id="{81D2A2C2-3080-4F27-8C5B-ADB85997D37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54679" y="2253025"/>
            <a:ext cx="1046501" cy="1046501"/>
          </a:xfrm>
          <a:prstGeom prst="rect">
            <a:avLst/>
          </a:prstGeom>
        </p:spPr>
      </p:pic>
      <p:pic>
        <p:nvPicPr>
          <p:cNvPr id="40" name="Graphique 39" descr="Réussite du groupe avec un remplissage uni">
            <a:extLst>
              <a:ext uri="{FF2B5EF4-FFF2-40B4-BE49-F238E27FC236}">
                <a16:creationId xmlns:a16="http://schemas.microsoft.com/office/drawing/2014/main" id="{811B2EEB-A4E5-4929-83F1-B0400493D9F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68040" y="2153506"/>
            <a:ext cx="1046501" cy="1046501"/>
          </a:xfrm>
          <a:prstGeom prst="rect">
            <a:avLst/>
          </a:prstGeom>
        </p:spPr>
      </p:pic>
      <p:pic>
        <p:nvPicPr>
          <p:cNvPr id="41" name="Graphique 40" descr="Réussite du groupe avec un remplissage uni">
            <a:extLst>
              <a:ext uri="{FF2B5EF4-FFF2-40B4-BE49-F238E27FC236}">
                <a16:creationId xmlns:a16="http://schemas.microsoft.com/office/drawing/2014/main" id="{9C9F7FD6-392C-435E-9C7C-C50BD80CEF4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996687" y="2318008"/>
            <a:ext cx="1046501" cy="1046501"/>
          </a:xfrm>
          <a:prstGeom prst="rect">
            <a:avLst/>
          </a:prstGeom>
        </p:spPr>
      </p:pic>
      <p:pic>
        <p:nvPicPr>
          <p:cNvPr id="43" name="Graphique 42" descr="Réussite du groupe avec un remplissage uni">
            <a:extLst>
              <a:ext uri="{FF2B5EF4-FFF2-40B4-BE49-F238E27FC236}">
                <a16:creationId xmlns:a16="http://schemas.microsoft.com/office/drawing/2014/main" id="{1B0AD594-8A88-4CA6-842E-9198D93B01B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74134" y="2171707"/>
            <a:ext cx="1046501" cy="1046501"/>
          </a:xfrm>
          <a:prstGeom prst="rect">
            <a:avLst/>
          </a:prstGeom>
        </p:spPr>
      </p:pic>
      <p:pic>
        <p:nvPicPr>
          <p:cNvPr id="44" name="Graphique 43" descr="Réussite du groupe avec un remplissage uni">
            <a:extLst>
              <a:ext uri="{FF2B5EF4-FFF2-40B4-BE49-F238E27FC236}">
                <a16:creationId xmlns:a16="http://schemas.microsoft.com/office/drawing/2014/main" id="{816C693C-618D-47BB-92AF-454834E3297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51212" y="2318008"/>
            <a:ext cx="1046501" cy="1046501"/>
          </a:xfrm>
          <a:prstGeom prst="rect">
            <a:avLst/>
          </a:prstGeom>
        </p:spPr>
      </p:pic>
      <p:pic>
        <p:nvPicPr>
          <p:cNvPr id="3" name="Graphique 2" descr="Banderole avec un remplissage uni">
            <a:extLst>
              <a:ext uri="{FF2B5EF4-FFF2-40B4-BE49-F238E27FC236}">
                <a16:creationId xmlns:a16="http://schemas.microsoft.com/office/drawing/2014/main" id="{2FF3809E-C974-4919-B575-23008AE19E4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31416" y="459790"/>
            <a:ext cx="914400" cy="914400"/>
          </a:xfrm>
          <a:prstGeom prst="rect">
            <a:avLst/>
          </a:prstGeom>
        </p:spPr>
      </p:pic>
      <p:pic>
        <p:nvPicPr>
          <p:cNvPr id="6" name="Graphique 5" descr="Pinata avec un remplissage uni">
            <a:extLst>
              <a:ext uri="{FF2B5EF4-FFF2-40B4-BE49-F238E27FC236}">
                <a16:creationId xmlns:a16="http://schemas.microsoft.com/office/drawing/2014/main" id="{A4C77274-28AB-4C06-B9DA-CFA0DAABB00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22212" y="340430"/>
            <a:ext cx="914400" cy="914400"/>
          </a:xfrm>
          <a:prstGeom prst="rect">
            <a:avLst/>
          </a:prstGeom>
        </p:spPr>
      </p:pic>
      <p:pic>
        <p:nvPicPr>
          <p:cNvPr id="16" name="Graphique 15" descr="Personne confuse avec un remplissage uni">
            <a:extLst>
              <a:ext uri="{FF2B5EF4-FFF2-40B4-BE49-F238E27FC236}">
                <a16:creationId xmlns:a16="http://schemas.microsoft.com/office/drawing/2014/main" id="{228FEDF3-B1B1-462F-9588-9E15FC40531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995478" y="614899"/>
            <a:ext cx="1495184" cy="1495184"/>
          </a:xfrm>
          <a:prstGeom prst="rect">
            <a:avLst/>
          </a:prstGeom>
        </p:spPr>
      </p:pic>
      <p:pic>
        <p:nvPicPr>
          <p:cNvPr id="23" name="Graphique 22" descr="Applaudissements avec un remplissage uni">
            <a:extLst>
              <a:ext uri="{FF2B5EF4-FFF2-40B4-BE49-F238E27FC236}">
                <a16:creationId xmlns:a16="http://schemas.microsoft.com/office/drawing/2014/main" id="{8FBFD955-94BD-4960-90DB-DE46412D9951}"/>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198284" y="2110083"/>
            <a:ext cx="914400" cy="914400"/>
          </a:xfrm>
          <a:prstGeom prst="rect">
            <a:avLst/>
          </a:prstGeom>
        </p:spPr>
      </p:pic>
      <p:pic>
        <p:nvPicPr>
          <p:cNvPr id="67" name="Graphique 66" descr="Applaudissements avec un remplissage uni">
            <a:extLst>
              <a:ext uri="{FF2B5EF4-FFF2-40B4-BE49-F238E27FC236}">
                <a16:creationId xmlns:a16="http://schemas.microsoft.com/office/drawing/2014/main" id="{458B19E1-38AE-4A7F-97B3-87E74115EE85}"/>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770908" y="2470274"/>
            <a:ext cx="914400" cy="914400"/>
          </a:xfrm>
          <a:prstGeom prst="rect">
            <a:avLst/>
          </a:prstGeom>
        </p:spPr>
      </p:pic>
      <p:pic>
        <p:nvPicPr>
          <p:cNvPr id="68" name="Graphique 67" descr="Applaudissements avec un remplissage uni">
            <a:extLst>
              <a:ext uri="{FF2B5EF4-FFF2-40B4-BE49-F238E27FC236}">
                <a16:creationId xmlns:a16="http://schemas.microsoft.com/office/drawing/2014/main" id="{9C7288E7-CC70-4414-9642-E67945634B39}"/>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7320143" y="2118973"/>
            <a:ext cx="914400" cy="914400"/>
          </a:xfrm>
          <a:prstGeom prst="rect">
            <a:avLst/>
          </a:prstGeom>
        </p:spPr>
      </p:pic>
      <p:pic>
        <p:nvPicPr>
          <p:cNvPr id="69" name="Graphique 68" descr="Applaudissements avec un remplissage uni">
            <a:extLst>
              <a:ext uri="{FF2B5EF4-FFF2-40B4-BE49-F238E27FC236}">
                <a16:creationId xmlns:a16="http://schemas.microsoft.com/office/drawing/2014/main" id="{1CC198D7-DC42-440A-B40D-E54EEE04EFCC}"/>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7696322" y="2495828"/>
            <a:ext cx="914400" cy="914400"/>
          </a:xfrm>
          <a:prstGeom prst="rect">
            <a:avLst/>
          </a:prstGeom>
        </p:spPr>
      </p:pic>
      <p:pic>
        <p:nvPicPr>
          <p:cNvPr id="70" name="Graphique 69" descr="Applaudissements avec un remplissage uni">
            <a:extLst>
              <a:ext uri="{FF2B5EF4-FFF2-40B4-BE49-F238E27FC236}">
                <a16:creationId xmlns:a16="http://schemas.microsoft.com/office/drawing/2014/main" id="{86906168-EAE3-49CA-8E84-99F6507ABCC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155105" y="2100682"/>
            <a:ext cx="914400" cy="914400"/>
          </a:xfrm>
          <a:prstGeom prst="rect">
            <a:avLst/>
          </a:prstGeom>
        </p:spPr>
      </p:pic>
      <p:pic>
        <p:nvPicPr>
          <p:cNvPr id="71" name="Graphique 70" descr="Applaudissements avec un remplissage uni">
            <a:extLst>
              <a:ext uri="{FF2B5EF4-FFF2-40B4-BE49-F238E27FC236}">
                <a16:creationId xmlns:a16="http://schemas.microsoft.com/office/drawing/2014/main" id="{284C562D-2A02-42D9-847D-EA49E7170FCC}"/>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576262" y="2429783"/>
            <a:ext cx="914400" cy="914400"/>
          </a:xfrm>
          <a:prstGeom prst="rect">
            <a:avLst/>
          </a:prstGeom>
        </p:spPr>
      </p:pic>
      <p:pic>
        <p:nvPicPr>
          <p:cNvPr id="72" name="Graphique 71" descr="Applaudissements avec un remplissage uni">
            <a:extLst>
              <a:ext uri="{FF2B5EF4-FFF2-40B4-BE49-F238E27FC236}">
                <a16:creationId xmlns:a16="http://schemas.microsoft.com/office/drawing/2014/main" id="{6551E0F6-A4FA-4FA4-AF59-F97602097D5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flipH="1">
            <a:off x="10382080" y="2100682"/>
            <a:ext cx="914400" cy="914400"/>
          </a:xfrm>
          <a:prstGeom prst="rect">
            <a:avLst/>
          </a:prstGeom>
        </p:spPr>
      </p:pic>
      <p:pic>
        <p:nvPicPr>
          <p:cNvPr id="73" name="Graphique 72" descr="Applaudissements avec un remplissage uni">
            <a:extLst>
              <a:ext uri="{FF2B5EF4-FFF2-40B4-BE49-F238E27FC236}">
                <a16:creationId xmlns:a16="http://schemas.microsoft.com/office/drawing/2014/main" id="{F9E02427-5B25-4119-B7A8-AD52CFA7EE5F}"/>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flipH="1">
            <a:off x="10949692" y="2278415"/>
            <a:ext cx="914400" cy="914400"/>
          </a:xfrm>
          <a:prstGeom prst="rect">
            <a:avLst/>
          </a:prstGeom>
        </p:spPr>
      </p:pic>
      <p:pic>
        <p:nvPicPr>
          <p:cNvPr id="74" name="Graphique 73" descr="Applaudissements avec un remplissage uni">
            <a:extLst>
              <a:ext uri="{FF2B5EF4-FFF2-40B4-BE49-F238E27FC236}">
                <a16:creationId xmlns:a16="http://schemas.microsoft.com/office/drawing/2014/main" id="{1A05AE04-E205-4AAA-A495-016C2970E0DD}"/>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flipH="1">
            <a:off x="10489053" y="1555874"/>
            <a:ext cx="914400" cy="914400"/>
          </a:xfrm>
          <a:prstGeom prst="rect">
            <a:avLst/>
          </a:prstGeom>
        </p:spPr>
      </p:pic>
      <p:pic>
        <p:nvPicPr>
          <p:cNvPr id="76" name="Graphique 75" descr="Applaudissements avec un remplissage uni">
            <a:extLst>
              <a:ext uri="{FF2B5EF4-FFF2-40B4-BE49-F238E27FC236}">
                <a16:creationId xmlns:a16="http://schemas.microsoft.com/office/drawing/2014/main" id="{A35B48C3-596D-4116-BF4F-2AC38C833597}"/>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flipH="1">
            <a:off x="10955460" y="1809804"/>
            <a:ext cx="914400" cy="914400"/>
          </a:xfrm>
          <a:prstGeom prst="rect">
            <a:avLst/>
          </a:prstGeom>
        </p:spPr>
      </p:pic>
      <p:pic>
        <p:nvPicPr>
          <p:cNvPr id="77" name="Graphique 76" descr="Applaudissements avec un remplissage uni">
            <a:extLst>
              <a:ext uri="{FF2B5EF4-FFF2-40B4-BE49-F238E27FC236}">
                <a16:creationId xmlns:a16="http://schemas.microsoft.com/office/drawing/2014/main" id="{A5B92638-5593-435D-A0BD-6AED1E222E32}"/>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flipH="1">
            <a:off x="9693017" y="1991043"/>
            <a:ext cx="914400" cy="914400"/>
          </a:xfrm>
          <a:prstGeom prst="rect">
            <a:avLst/>
          </a:prstGeom>
        </p:spPr>
      </p:pic>
      <p:pic>
        <p:nvPicPr>
          <p:cNvPr id="78" name="Graphique 77" descr="Applaudissements avec un remplissage uni">
            <a:extLst>
              <a:ext uri="{FF2B5EF4-FFF2-40B4-BE49-F238E27FC236}">
                <a16:creationId xmlns:a16="http://schemas.microsoft.com/office/drawing/2014/main" id="{02982E3A-4F47-421F-8431-82B62DDBE1D4}"/>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flipH="1">
            <a:off x="10139781" y="2429783"/>
            <a:ext cx="914400" cy="914400"/>
          </a:xfrm>
          <a:prstGeom prst="rect">
            <a:avLst/>
          </a:prstGeom>
        </p:spPr>
      </p:pic>
      <p:pic>
        <p:nvPicPr>
          <p:cNvPr id="79" name="Graphique 78" descr="Applaudissements avec un remplissage uni">
            <a:extLst>
              <a:ext uri="{FF2B5EF4-FFF2-40B4-BE49-F238E27FC236}">
                <a16:creationId xmlns:a16="http://schemas.microsoft.com/office/drawing/2014/main" id="{980417D1-539B-4D07-B0D5-FC011B97AC7C}"/>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flipH="1">
            <a:off x="9098187" y="2088475"/>
            <a:ext cx="914400" cy="914400"/>
          </a:xfrm>
          <a:prstGeom prst="rect">
            <a:avLst/>
          </a:prstGeom>
        </p:spPr>
      </p:pic>
      <p:pic>
        <p:nvPicPr>
          <p:cNvPr id="81" name="Graphique 80" descr="Applaudissements avec un remplissage uni">
            <a:extLst>
              <a:ext uri="{FF2B5EF4-FFF2-40B4-BE49-F238E27FC236}">
                <a16:creationId xmlns:a16="http://schemas.microsoft.com/office/drawing/2014/main" id="{694927EB-1F4C-4123-89E8-31521B72BD40}"/>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flipH="1">
            <a:off x="9582027" y="2437989"/>
            <a:ext cx="914400" cy="914400"/>
          </a:xfrm>
          <a:prstGeom prst="rect">
            <a:avLst/>
          </a:prstGeom>
        </p:spPr>
      </p:pic>
      <p:sp>
        <p:nvSpPr>
          <p:cNvPr id="82" name="Rectangle 81">
            <a:extLst>
              <a:ext uri="{FF2B5EF4-FFF2-40B4-BE49-F238E27FC236}">
                <a16:creationId xmlns:a16="http://schemas.microsoft.com/office/drawing/2014/main" id="{4CED6E17-6806-4167-9605-AC4E7DEC1481}"/>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3" name="Graphique 82" descr="Marcher avec un remplissage uni">
            <a:extLst>
              <a:ext uri="{FF2B5EF4-FFF2-40B4-BE49-F238E27FC236}">
                <a16:creationId xmlns:a16="http://schemas.microsoft.com/office/drawing/2014/main" id="{9B380E48-8948-4290-8676-8ACA3592D402}"/>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1049949" y="2080359"/>
            <a:ext cx="914400" cy="914400"/>
          </a:xfrm>
          <a:prstGeom prst="rect">
            <a:avLst/>
          </a:prstGeom>
        </p:spPr>
      </p:pic>
      <p:pic>
        <p:nvPicPr>
          <p:cNvPr id="84" name="Graphique 83" descr="Maison rénovée (avec étincelles) avec un remplissage uni">
            <a:extLst>
              <a:ext uri="{FF2B5EF4-FFF2-40B4-BE49-F238E27FC236}">
                <a16:creationId xmlns:a16="http://schemas.microsoft.com/office/drawing/2014/main" id="{766A930E-9FC4-4177-B1D4-2ACEFFAB6909}"/>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3132909" y="578044"/>
            <a:ext cx="2573808" cy="2573808"/>
          </a:xfrm>
          <a:prstGeom prst="rect">
            <a:avLst/>
          </a:prstGeom>
        </p:spPr>
      </p:pic>
      <p:pic>
        <p:nvPicPr>
          <p:cNvPr id="85" name="Graphique 84" descr="Réussite du groupe avec un remplissage uni">
            <a:extLst>
              <a:ext uri="{FF2B5EF4-FFF2-40B4-BE49-F238E27FC236}">
                <a16:creationId xmlns:a16="http://schemas.microsoft.com/office/drawing/2014/main" id="{8B4070B2-8EA1-4C58-B78A-2C0D278B4F3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176500" y="1780900"/>
            <a:ext cx="1492354" cy="1492354"/>
          </a:xfrm>
          <a:prstGeom prst="rect">
            <a:avLst/>
          </a:prstGeom>
        </p:spPr>
      </p:pic>
      <p:pic>
        <p:nvPicPr>
          <p:cNvPr id="86" name="Graphique 85" descr="Réussite du groupe avec un remplissage uni">
            <a:extLst>
              <a:ext uri="{FF2B5EF4-FFF2-40B4-BE49-F238E27FC236}">
                <a16:creationId xmlns:a16="http://schemas.microsoft.com/office/drawing/2014/main" id="{569CD54F-30C2-4E1D-A1E3-65A7F1EA1488}"/>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2468364" y="5279312"/>
            <a:ext cx="1492354" cy="1492354"/>
          </a:xfrm>
          <a:prstGeom prst="rect">
            <a:avLst/>
          </a:prstGeom>
        </p:spPr>
      </p:pic>
      <p:pic>
        <p:nvPicPr>
          <p:cNvPr id="87" name="Graphique 86" descr="Réussite du groupe avec un remplissage uni">
            <a:extLst>
              <a:ext uri="{FF2B5EF4-FFF2-40B4-BE49-F238E27FC236}">
                <a16:creationId xmlns:a16="http://schemas.microsoft.com/office/drawing/2014/main" id="{A992953E-DFF9-4A13-ACE3-2F7CD5F10890}"/>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3651207" y="5104473"/>
            <a:ext cx="1492354" cy="1492354"/>
          </a:xfrm>
          <a:prstGeom prst="rect">
            <a:avLst/>
          </a:prstGeom>
        </p:spPr>
      </p:pic>
      <p:pic>
        <p:nvPicPr>
          <p:cNvPr id="88" name="Graphique 87" descr="Réussite du groupe avec un remplissage uni">
            <a:extLst>
              <a:ext uri="{FF2B5EF4-FFF2-40B4-BE49-F238E27FC236}">
                <a16:creationId xmlns:a16="http://schemas.microsoft.com/office/drawing/2014/main" id="{078842F1-F959-4278-8D22-BE7965F33554}"/>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4480856" y="4456651"/>
            <a:ext cx="1492354" cy="1492354"/>
          </a:xfrm>
          <a:prstGeom prst="rect">
            <a:avLst/>
          </a:prstGeom>
        </p:spPr>
      </p:pic>
      <p:pic>
        <p:nvPicPr>
          <p:cNvPr id="89" name="Graphique 88" descr="Réussite du groupe avec un remplissage uni">
            <a:extLst>
              <a:ext uri="{FF2B5EF4-FFF2-40B4-BE49-F238E27FC236}">
                <a16:creationId xmlns:a16="http://schemas.microsoft.com/office/drawing/2014/main" id="{E2C91D7C-D714-47B8-8559-9FF72BF170EB}"/>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1254679" y="5113468"/>
            <a:ext cx="1492354" cy="1492354"/>
          </a:xfrm>
          <a:prstGeom prst="rect">
            <a:avLst/>
          </a:prstGeom>
        </p:spPr>
      </p:pic>
      <p:pic>
        <p:nvPicPr>
          <p:cNvPr id="90" name="Graphique 89" descr="Réussite du groupe avec un remplissage uni">
            <a:extLst>
              <a:ext uri="{FF2B5EF4-FFF2-40B4-BE49-F238E27FC236}">
                <a16:creationId xmlns:a16="http://schemas.microsoft.com/office/drawing/2014/main" id="{94526A08-66C7-417B-A2E0-1F3760BF6C05}"/>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323972" y="4533135"/>
            <a:ext cx="1492354" cy="1492354"/>
          </a:xfrm>
          <a:prstGeom prst="rect">
            <a:avLst/>
          </a:prstGeom>
        </p:spPr>
      </p:pic>
      <p:pic>
        <p:nvPicPr>
          <p:cNvPr id="91" name="Graphique 90" descr="Cœur avec un remplissage uni">
            <a:extLst>
              <a:ext uri="{FF2B5EF4-FFF2-40B4-BE49-F238E27FC236}">
                <a16:creationId xmlns:a16="http://schemas.microsoft.com/office/drawing/2014/main" id="{C9B0B4A8-B40F-43CB-A5C5-A3701FA1C448}"/>
              </a:ext>
            </a:extLst>
          </p:cNvPr>
          <p:cNvPicPr>
            <a:picLocks noChangeAspect="1"/>
          </p:cNvPicPr>
          <p:nvPr/>
        </p:nvPicPr>
        <p:blipFill rotWithShape="1">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rcRect l="11272" t="12793" r="12379" b="12161"/>
          <a:stretch/>
        </p:blipFill>
        <p:spPr>
          <a:xfrm>
            <a:off x="2363443" y="3780340"/>
            <a:ext cx="1522102" cy="1522461"/>
          </a:xfrm>
          <a:prstGeom prst="rect">
            <a:avLst/>
          </a:prstGeom>
        </p:spPr>
      </p:pic>
      <p:pic>
        <p:nvPicPr>
          <p:cNvPr id="94" name="Graphique 93" descr="Maison rénovée (avec étincelles) avec un remplissage uni">
            <a:extLst>
              <a:ext uri="{FF2B5EF4-FFF2-40B4-BE49-F238E27FC236}">
                <a16:creationId xmlns:a16="http://schemas.microsoft.com/office/drawing/2014/main" id="{51F71DE9-D2F2-4A96-BDC6-13AE61A48E14}"/>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6398404" y="3877437"/>
            <a:ext cx="2573808" cy="2573808"/>
          </a:xfrm>
          <a:prstGeom prst="rect">
            <a:avLst/>
          </a:prstGeom>
        </p:spPr>
      </p:pic>
      <p:pic>
        <p:nvPicPr>
          <p:cNvPr id="95" name="Graphique 94" descr="Marcher avec un remplissage uni">
            <a:extLst>
              <a:ext uri="{FF2B5EF4-FFF2-40B4-BE49-F238E27FC236}">
                <a16:creationId xmlns:a16="http://schemas.microsoft.com/office/drawing/2014/main" id="{411FD206-C266-4A45-9C74-D6EAF2EF1D02}"/>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10614009" y="5536845"/>
            <a:ext cx="914400" cy="914400"/>
          </a:xfrm>
          <a:prstGeom prst="rect">
            <a:avLst/>
          </a:prstGeom>
        </p:spPr>
      </p:pic>
      <p:grpSp>
        <p:nvGrpSpPr>
          <p:cNvPr id="24" name="Groupe 23">
            <a:extLst>
              <a:ext uri="{FF2B5EF4-FFF2-40B4-BE49-F238E27FC236}">
                <a16:creationId xmlns:a16="http://schemas.microsoft.com/office/drawing/2014/main" id="{46750E41-3E48-4501-B467-392619649A0E}"/>
              </a:ext>
            </a:extLst>
          </p:cNvPr>
          <p:cNvGrpSpPr/>
          <p:nvPr/>
        </p:nvGrpSpPr>
        <p:grpSpPr>
          <a:xfrm>
            <a:off x="10814537" y="5104473"/>
            <a:ext cx="713872" cy="721304"/>
            <a:chOff x="10658516" y="4823208"/>
            <a:chExt cx="918471" cy="928034"/>
          </a:xfrm>
        </p:grpSpPr>
        <p:pic>
          <p:nvPicPr>
            <p:cNvPr id="92" name="Graphique 91" descr="Visage de diable avec remplissage solide avec un remplissage uni">
              <a:extLst>
                <a:ext uri="{FF2B5EF4-FFF2-40B4-BE49-F238E27FC236}">
                  <a16:creationId xmlns:a16="http://schemas.microsoft.com/office/drawing/2014/main" id="{8E0EE744-370B-4BAB-8805-BE2E8F3F90D7}"/>
                </a:ext>
              </a:extLst>
            </p:cNvPr>
            <p:cNvPicPr>
              <a:picLocks noChangeAspect="1"/>
            </p:cNvPicPr>
            <p:nvPr/>
          </p:nvPicPr>
          <p:blipFill rotWithShape="1">
            <a:blip r:embed="rId31">
              <a:extLst>
                <a:ext uri="{28A0092B-C50C-407E-A947-70E740481C1C}">
                  <a14:useLocalDpi xmlns:a14="http://schemas.microsoft.com/office/drawing/2010/main" val="0"/>
                </a:ext>
                <a:ext uri="{96DAC541-7B7A-43D3-8B79-37D633B846F1}">
                  <asvg:svgBlip xmlns:asvg="http://schemas.microsoft.com/office/drawing/2016/SVG/main" r:embed="rId32"/>
                </a:ext>
              </a:extLst>
            </a:blip>
            <a:srcRect b="39630"/>
            <a:stretch/>
          </p:blipFill>
          <p:spPr>
            <a:xfrm>
              <a:off x="10662587" y="4823208"/>
              <a:ext cx="914400" cy="552028"/>
            </a:xfrm>
            <a:prstGeom prst="rect">
              <a:avLst/>
            </a:prstGeom>
          </p:spPr>
        </p:pic>
        <p:pic>
          <p:nvPicPr>
            <p:cNvPr id="96" name="Graphique 95" descr="Visage triste à remplissage solide avec un remplissage uni">
              <a:extLst>
                <a:ext uri="{FF2B5EF4-FFF2-40B4-BE49-F238E27FC236}">
                  <a16:creationId xmlns:a16="http://schemas.microsoft.com/office/drawing/2014/main" id="{81544360-0C2E-4854-90C0-3AFB3F9CC2D7}"/>
                </a:ext>
              </a:extLst>
            </p:cNvPr>
            <p:cNvPicPr>
              <a:picLocks noChangeAspect="1"/>
            </p:cNvPicPr>
            <p:nvPr/>
          </p:nvPicPr>
          <p:blipFill>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tretch>
              <a:fillRect/>
            </a:stretch>
          </p:blipFill>
          <p:spPr>
            <a:xfrm>
              <a:off x="10658516" y="4836842"/>
              <a:ext cx="914400" cy="914400"/>
            </a:xfrm>
            <a:prstGeom prst="rect">
              <a:avLst/>
            </a:prstGeom>
          </p:spPr>
        </p:pic>
      </p:grpSp>
      <p:pic>
        <p:nvPicPr>
          <p:cNvPr id="97" name="Graphique 96" descr="Réussite du groupe avec un remplissage uni">
            <a:extLst>
              <a:ext uri="{FF2B5EF4-FFF2-40B4-BE49-F238E27FC236}">
                <a16:creationId xmlns:a16="http://schemas.microsoft.com/office/drawing/2014/main" id="{1C32CF89-E8EE-4927-B68E-7511492C123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79040" y="5440680"/>
            <a:ext cx="1083932" cy="1083932"/>
          </a:xfrm>
          <a:prstGeom prst="rect">
            <a:avLst/>
          </a:prstGeom>
        </p:spPr>
      </p:pic>
      <p:pic>
        <p:nvPicPr>
          <p:cNvPr id="100" name="Graphique 99" descr="Réussite du groupe avec un remplissage uni">
            <a:extLst>
              <a:ext uri="{FF2B5EF4-FFF2-40B4-BE49-F238E27FC236}">
                <a16:creationId xmlns:a16="http://schemas.microsoft.com/office/drawing/2014/main" id="{FCD5B10B-3DEC-4E6F-87C5-7EAB8AC0EBF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611556" y="5432585"/>
            <a:ext cx="1083932" cy="1083932"/>
          </a:xfrm>
          <a:prstGeom prst="rect">
            <a:avLst/>
          </a:prstGeom>
        </p:spPr>
      </p:pic>
      <p:pic>
        <p:nvPicPr>
          <p:cNvPr id="103" name="Graphique 102" descr="Personne confuse avec un remplissage uni">
            <a:extLst>
              <a:ext uri="{FF2B5EF4-FFF2-40B4-BE49-F238E27FC236}">
                <a16:creationId xmlns:a16="http://schemas.microsoft.com/office/drawing/2014/main" id="{9D0B48AA-3159-4AC5-92D4-1749B7D53D14}"/>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r="40052"/>
          <a:stretch/>
        </p:blipFill>
        <p:spPr>
          <a:xfrm>
            <a:off x="8471497" y="4785939"/>
            <a:ext cx="896341" cy="1495184"/>
          </a:xfrm>
          <a:prstGeom prst="rect">
            <a:avLst/>
          </a:prstGeom>
        </p:spPr>
      </p:pic>
      <p:sp>
        <p:nvSpPr>
          <p:cNvPr id="26" name="Rectangle : coins arrondis 25">
            <a:extLst>
              <a:ext uri="{FF2B5EF4-FFF2-40B4-BE49-F238E27FC236}">
                <a16:creationId xmlns:a16="http://schemas.microsoft.com/office/drawing/2014/main" id="{EB00E9DC-D144-40B6-B07B-FD34BF0B448E}"/>
              </a:ext>
            </a:extLst>
          </p:cNvPr>
          <p:cNvSpPr/>
          <p:nvPr/>
        </p:nvSpPr>
        <p:spPr>
          <a:xfrm rot="21034798">
            <a:off x="9177180" y="5117754"/>
            <a:ext cx="432497" cy="106237"/>
          </a:xfrm>
          <a:prstGeom prst="round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9" name="Graphique 28" descr="Index pointant vers la droite vu du côté du dos de la main avec un remplissage uni">
            <a:extLst>
              <a:ext uri="{FF2B5EF4-FFF2-40B4-BE49-F238E27FC236}">
                <a16:creationId xmlns:a16="http://schemas.microsoft.com/office/drawing/2014/main" id="{141425B5-6E5E-41A2-A2CC-4829D3EA6F63}"/>
              </a:ext>
            </a:extLst>
          </p:cNvPr>
          <p:cNvPicPr>
            <a:picLocks noChangeAspect="1"/>
          </p:cNvPicPr>
          <p:nvPr/>
        </p:nvPicPr>
        <p:blipFill>
          <a:blip r:embed="rId35">
            <a:extLst>
              <a:ext uri="{28A0092B-C50C-407E-A947-70E740481C1C}">
                <a14:useLocalDpi xmlns:a14="http://schemas.microsoft.com/office/drawing/2010/main" val="0"/>
              </a:ext>
              <a:ext uri="{96DAC541-7B7A-43D3-8B79-37D633B846F1}">
                <asvg:svgBlip xmlns:asvg="http://schemas.microsoft.com/office/drawing/2016/SVG/main" r:embed="rId36"/>
              </a:ext>
            </a:extLst>
          </a:blip>
          <a:stretch>
            <a:fillRect/>
          </a:stretch>
        </p:blipFill>
        <p:spPr>
          <a:xfrm rot="20817594">
            <a:off x="9586204" y="4875580"/>
            <a:ext cx="389064" cy="389064"/>
          </a:xfrm>
          <a:prstGeom prst="rect">
            <a:avLst/>
          </a:prstGeom>
        </p:spPr>
      </p:pic>
    </p:spTree>
    <p:extLst>
      <p:ext uri="{BB962C8B-B14F-4D97-AF65-F5344CB8AC3E}">
        <p14:creationId xmlns:p14="http://schemas.microsoft.com/office/powerpoint/2010/main" val="31734280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9EF4863D-5658-4E86-8AC4-11B834FACC48}"/>
              </a:ext>
            </a:extLst>
          </p:cNvPr>
          <p:cNvSpPr/>
          <p:nvPr/>
        </p:nvSpPr>
        <p:spPr>
          <a:xfrm>
            <a:off x="6166155"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que 2" descr="Marcher avec un remplissage uni">
            <a:extLst>
              <a:ext uri="{FF2B5EF4-FFF2-40B4-BE49-F238E27FC236}">
                <a16:creationId xmlns:a16="http://schemas.microsoft.com/office/drawing/2014/main" id="{1FF3FEC5-11C0-46AF-93ED-400C00A7732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49949" y="2080359"/>
            <a:ext cx="914400" cy="914400"/>
          </a:xfrm>
          <a:prstGeom prst="rect">
            <a:avLst/>
          </a:prstGeom>
        </p:spPr>
      </p:pic>
      <p:pic>
        <p:nvPicPr>
          <p:cNvPr id="8" name="Graphique 7" descr="Maison rénovée (avec étincelles) avec un remplissage uni">
            <a:extLst>
              <a:ext uri="{FF2B5EF4-FFF2-40B4-BE49-F238E27FC236}">
                <a16:creationId xmlns:a16="http://schemas.microsoft.com/office/drawing/2014/main" id="{CC3E5D73-61C7-4DAD-929D-62DD7717981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132909" y="578044"/>
            <a:ext cx="2573808" cy="2573808"/>
          </a:xfrm>
          <a:prstGeom prst="rect">
            <a:avLst/>
          </a:prstGeom>
        </p:spPr>
      </p:pic>
      <p:pic>
        <p:nvPicPr>
          <p:cNvPr id="37" name="Graphique 36" descr="Réussite du groupe avec un remplissage uni">
            <a:extLst>
              <a:ext uri="{FF2B5EF4-FFF2-40B4-BE49-F238E27FC236}">
                <a16:creationId xmlns:a16="http://schemas.microsoft.com/office/drawing/2014/main" id="{0E796DB0-D166-4106-BC46-61E8E9D1493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176500" y="1780900"/>
            <a:ext cx="1492354" cy="1492354"/>
          </a:xfrm>
          <a:prstGeom prst="rect">
            <a:avLst/>
          </a:prstGeom>
        </p:spPr>
      </p:pic>
      <p:pic>
        <p:nvPicPr>
          <p:cNvPr id="39" name="Graphique 38" descr="Marcher avec un remplissage uni">
            <a:extLst>
              <a:ext uri="{FF2B5EF4-FFF2-40B4-BE49-F238E27FC236}">
                <a16:creationId xmlns:a16="http://schemas.microsoft.com/office/drawing/2014/main" id="{D0880CC9-232B-4718-BBFA-D5A5D44D3E7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416922" y="2316878"/>
            <a:ext cx="724935" cy="724935"/>
          </a:xfrm>
          <a:prstGeom prst="rect">
            <a:avLst/>
          </a:prstGeom>
        </p:spPr>
      </p:pic>
      <p:pic>
        <p:nvPicPr>
          <p:cNvPr id="40" name="Graphique 39" descr="Courir avec un remplissage uni">
            <a:extLst>
              <a:ext uri="{FF2B5EF4-FFF2-40B4-BE49-F238E27FC236}">
                <a16:creationId xmlns:a16="http://schemas.microsoft.com/office/drawing/2014/main" id="{5692CC81-7BC3-4369-9034-D0E2319FFEA3}"/>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19771585">
            <a:off x="7889540" y="1505267"/>
            <a:ext cx="996670" cy="996670"/>
          </a:xfrm>
          <a:prstGeom prst="rect">
            <a:avLst/>
          </a:prstGeom>
        </p:spPr>
      </p:pic>
      <p:pic>
        <p:nvPicPr>
          <p:cNvPr id="41" name="Graphique 40" descr="Feu de camp avec un remplissage uni">
            <a:extLst>
              <a:ext uri="{FF2B5EF4-FFF2-40B4-BE49-F238E27FC236}">
                <a16:creationId xmlns:a16="http://schemas.microsoft.com/office/drawing/2014/main" id="{7024BE72-F8E7-4C95-9CE6-3F38FBBC566A}"/>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049762" y="2309323"/>
            <a:ext cx="676228" cy="676228"/>
          </a:xfrm>
          <a:prstGeom prst="rect">
            <a:avLst/>
          </a:prstGeom>
        </p:spPr>
      </p:pic>
      <p:grpSp>
        <p:nvGrpSpPr>
          <p:cNvPr id="20" name="Groupe 19">
            <a:extLst>
              <a:ext uri="{FF2B5EF4-FFF2-40B4-BE49-F238E27FC236}">
                <a16:creationId xmlns:a16="http://schemas.microsoft.com/office/drawing/2014/main" id="{E8E2EC6A-6581-4420-83AD-00DD5D6AD768}"/>
              </a:ext>
            </a:extLst>
          </p:cNvPr>
          <p:cNvGrpSpPr/>
          <p:nvPr/>
        </p:nvGrpSpPr>
        <p:grpSpPr>
          <a:xfrm>
            <a:off x="9335875" y="863991"/>
            <a:ext cx="2279221" cy="2279221"/>
            <a:chOff x="9708563" y="1103850"/>
            <a:chExt cx="1703823" cy="1703823"/>
          </a:xfrm>
        </p:grpSpPr>
        <p:pic>
          <p:nvPicPr>
            <p:cNvPr id="18" name="Graphique 17" descr="Personne confuse avec un remplissage uni">
              <a:extLst>
                <a:ext uri="{FF2B5EF4-FFF2-40B4-BE49-F238E27FC236}">
                  <a16:creationId xmlns:a16="http://schemas.microsoft.com/office/drawing/2014/main" id="{44BF0044-ECDC-4DEE-89F1-9AEADFEE662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708563" y="1103850"/>
              <a:ext cx="1703823" cy="1703823"/>
            </a:xfrm>
            <a:prstGeom prst="rect">
              <a:avLst/>
            </a:prstGeom>
          </p:spPr>
        </p:pic>
        <p:pic>
          <p:nvPicPr>
            <p:cNvPr id="47" name="Graphique 46" descr="Médaille avec un remplissage uni">
              <a:extLst>
                <a:ext uri="{FF2B5EF4-FFF2-40B4-BE49-F238E27FC236}">
                  <a16:creationId xmlns:a16="http://schemas.microsoft.com/office/drawing/2014/main" id="{AB113BCD-4307-4F8F-B135-FFC864BACF00}"/>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t="18238"/>
            <a:stretch/>
          </p:blipFill>
          <p:spPr>
            <a:xfrm>
              <a:off x="10277011" y="1472184"/>
              <a:ext cx="549485" cy="449268"/>
            </a:xfrm>
            <a:prstGeom prst="rect">
              <a:avLst/>
            </a:prstGeom>
          </p:spPr>
        </p:pic>
        <p:pic>
          <p:nvPicPr>
            <p:cNvPr id="49" name="Graphique 48" descr="Feu de camp avec un remplissage uni">
              <a:extLst>
                <a:ext uri="{FF2B5EF4-FFF2-40B4-BE49-F238E27FC236}">
                  <a16:creationId xmlns:a16="http://schemas.microsoft.com/office/drawing/2014/main" id="{CB2918A8-BB9E-47DE-BB9B-449368AFEEBF}"/>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479410" y="1657308"/>
              <a:ext cx="150490" cy="150490"/>
            </a:xfrm>
            <a:prstGeom prst="rect">
              <a:avLst/>
            </a:prstGeom>
          </p:spPr>
        </p:pic>
      </p:grpSp>
      <p:pic>
        <p:nvPicPr>
          <p:cNvPr id="24" name="Graphique 23" descr="Bébé à quatre pattes avec un remplissage uni">
            <a:extLst>
              <a:ext uri="{FF2B5EF4-FFF2-40B4-BE49-F238E27FC236}">
                <a16:creationId xmlns:a16="http://schemas.microsoft.com/office/drawing/2014/main" id="{D22FEE34-3DAA-4B48-BB56-DEF044678111}"/>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1049949" y="5471977"/>
            <a:ext cx="914400" cy="914400"/>
          </a:xfrm>
          <a:prstGeom prst="rect">
            <a:avLst/>
          </a:prstGeom>
        </p:spPr>
      </p:pic>
      <p:pic>
        <p:nvPicPr>
          <p:cNvPr id="28" name="Graphique 27" descr="Enfant avec ballon avec un remplissage uni">
            <a:extLst>
              <a:ext uri="{FF2B5EF4-FFF2-40B4-BE49-F238E27FC236}">
                <a16:creationId xmlns:a16="http://schemas.microsoft.com/office/drawing/2014/main" id="{025DEB85-269D-42EE-87AB-70E440F1C9B2}"/>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1967472" y="4793918"/>
            <a:ext cx="1528866" cy="1528866"/>
          </a:xfrm>
          <a:prstGeom prst="rect">
            <a:avLst/>
          </a:prstGeom>
        </p:spPr>
      </p:pic>
      <p:grpSp>
        <p:nvGrpSpPr>
          <p:cNvPr id="55" name="Groupe 54">
            <a:extLst>
              <a:ext uri="{FF2B5EF4-FFF2-40B4-BE49-F238E27FC236}">
                <a16:creationId xmlns:a16="http://schemas.microsoft.com/office/drawing/2014/main" id="{22445479-5883-4BCD-A912-4F2A77BAC88D}"/>
              </a:ext>
            </a:extLst>
          </p:cNvPr>
          <p:cNvGrpSpPr/>
          <p:nvPr/>
        </p:nvGrpSpPr>
        <p:grpSpPr>
          <a:xfrm>
            <a:off x="3116128" y="4107156"/>
            <a:ext cx="2279221" cy="2279221"/>
            <a:chOff x="9708563" y="1103850"/>
            <a:chExt cx="1703823" cy="1703823"/>
          </a:xfrm>
        </p:grpSpPr>
        <p:pic>
          <p:nvPicPr>
            <p:cNvPr id="57" name="Graphique 56" descr="Personne confuse avec un remplissage uni">
              <a:extLst>
                <a:ext uri="{FF2B5EF4-FFF2-40B4-BE49-F238E27FC236}">
                  <a16:creationId xmlns:a16="http://schemas.microsoft.com/office/drawing/2014/main" id="{2BAF6838-B33E-41D9-BB71-31CD9859A7A5}"/>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708563" y="1103850"/>
              <a:ext cx="1703823" cy="1703823"/>
            </a:xfrm>
            <a:prstGeom prst="rect">
              <a:avLst/>
            </a:prstGeom>
          </p:spPr>
        </p:pic>
        <p:pic>
          <p:nvPicPr>
            <p:cNvPr id="59" name="Graphique 58" descr="Médaille avec un remplissage uni">
              <a:extLst>
                <a:ext uri="{FF2B5EF4-FFF2-40B4-BE49-F238E27FC236}">
                  <a16:creationId xmlns:a16="http://schemas.microsoft.com/office/drawing/2014/main" id="{D003AD71-BDFD-42DF-A3C5-1CB7DB714150}"/>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t="18238"/>
            <a:stretch/>
          </p:blipFill>
          <p:spPr>
            <a:xfrm>
              <a:off x="10277011" y="1472184"/>
              <a:ext cx="549485" cy="449268"/>
            </a:xfrm>
            <a:prstGeom prst="rect">
              <a:avLst/>
            </a:prstGeom>
          </p:spPr>
        </p:pic>
      </p:grpSp>
      <p:pic>
        <p:nvPicPr>
          <p:cNvPr id="61" name="Graphique 60" descr="Maison rénovée (avec étincelles) avec un remplissage uni">
            <a:extLst>
              <a:ext uri="{FF2B5EF4-FFF2-40B4-BE49-F238E27FC236}">
                <a16:creationId xmlns:a16="http://schemas.microsoft.com/office/drawing/2014/main" id="{BD141DAF-D843-45F9-BC14-7E9D0892833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16922" y="3848438"/>
            <a:ext cx="2573808" cy="2573808"/>
          </a:xfrm>
          <a:prstGeom prst="rect">
            <a:avLst/>
          </a:prstGeom>
        </p:spPr>
      </p:pic>
      <p:pic>
        <p:nvPicPr>
          <p:cNvPr id="62" name="Graphique 61" descr="Réussite du groupe avec un remplissage uni">
            <a:extLst>
              <a:ext uri="{FF2B5EF4-FFF2-40B4-BE49-F238E27FC236}">
                <a16:creationId xmlns:a16="http://schemas.microsoft.com/office/drawing/2014/main" id="{9D057B80-7D07-43DA-8EFF-DCA65275B42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208491" y="5032258"/>
            <a:ext cx="1492354" cy="1492354"/>
          </a:xfrm>
          <a:prstGeom prst="rect">
            <a:avLst/>
          </a:prstGeom>
        </p:spPr>
      </p:pic>
      <p:pic>
        <p:nvPicPr>
          <p:cNvPr id="33" name="Graphique 32" descr="Héroïne avec un remplissage uni">
            <a:extLst>
              <a:ext uri="{FF2B5EF4-FFF2-40B4-BE49-F238E27FC236}">
                <a16:creationId xmlns:a16="http://schemas.microsoft.com/office/drawing/2014/main" id="{25CA374B-8A65-46FF-9619-A30E5E456CEF}"/>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10263850" y="4224752"/>
            <a:ext cx="1351246" cy="1351246"/>
          </a:xfrm>
          <a:prstGeom prst="rect">
            <a:avLst/>
          </a:prstGeom>
        </p:spPr>
      </p:pic>
    </p:spTree>
    <p:extLst>
      <p:ext uri="{BB962C8B-B14F-4D97-AF65-F5344CB8AC3E}">
        <p14:creationId xmlns:p14="http://schemas.microsoft.com/office/powerpoint/2010/main" val="137005072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9EF4863D-5658-4E86-8AC4-11B834FACC48}"/>
              </a:ext>
            </a:extLst>
          </p:cNvPr>
          <p:cNvSpPr/>
          <p:nvPr/>
        </p:nvSpPr>
        <p:spPr>
          <a:xfrm>
            <a:off x="6166155"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que 2" descr="Marcher avec un remplissage uni">
            <a:extLst>
              <a:ext uri="{FF2B5EF4-FFF2-40B4-BE49-F238E27FC236}">
                <a16:creationId xmlns:a16="http://schemas.microsoft.com/office/drawing/2014/main" id="{1FF3FEC5-11C0-46AF-93ED-400C00A7732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75778" y="2075972"/>
            <a:ext cx="914400" cy="914400"/>
          </a:xfrm>
          <a:prstGeom prst="rect">
            <a:avLst/>
          </a:prstGeom>
        </p:spPr>
      </p:pic>
      <p:pic>
        <p:nvPicPr>
          <p:cNvPr id="8" name="Graphique 7" descr="Maison rénovée (avec étincelles) avec un remplissage uni">
            <a:extLst>
              <a:ext uri="{FF2B5EF4-FFF2-40B4-BE49-F238E27FC236}">
                <a16:creationId xmlns:a16="http://schemas.microsoft.com/office/drawing/2014/main" id="{CC3E5D73-61C7-4DAD-929D-62DD7717981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132909" y="578044"/>
            <a:ext cx="2573808" cy="2573808"/>
          </a:xfrm>
          <a:prstGeom prst="rect">
            <a:avLst/>
          </a:prstGeom>
        </p:spPr>
      </p:pic>
      <p:pic>
        <p:nvPicPr>
          <p:cNvPr id="37" name="Graphique 36" descr="Réussite du groupe avec un remplissage uni">
            <a:extLst>
              <a:ext uri="{FF2B5EF4-FFF2-40B4-BE49-F238E27FC236}">
                <a16:creationId xmlns:a16="http://schemas.microsoft.com/office/drawing/2014/main" id="{0E796DB0-D166-4106-BC46-61E8E9D1493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399483" y="1639738"/>
            <a:ext cx="1492354" cy="1492354"/>
          </a:xfrm>
          <a:prstGeom prst="rect">
            <a:avLst/>
          </a:prstGeom>
        </p:spPr>
      </p:pic>
      <p:pic>
        <p:nvPicPr>
          <p:cNvPr id="25" name="Graphique 24" descr="Marcher avec un remplissage uni">
            <a:extLst>
              <a:ext uri="{FF2B5EF4-FFF2-40B4-BE49-F238E27FC236}">
                <a16:creationId xmlns:a16="http://schemas.microsoft.com/office/drawing/2014/main" id="{487A2900-9B0B-48C9-BF36-5DFE29B2FCA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92749" y="2316878"/>
            <a:ext cx="914400" cy="914400"/>
          </a:xfrm>
          <a:prstGeom prst="rect">
            <a:avLst/>
          </a:prstGeom>
        </p:spPr>
      </p:pic>
      <p:pic>
        <p:nvPicPr>
          <p:cNvPr id="26" name="Graphique 25" descr="Marcher avec un remplissage uni">
            <a:extLst>
              <a:ext uri="{FF2B5EF4-FFF2-40B4-BE49-F238E27FC236}">
                <a16:creationId xmlns:a16="http://schemas.microsoft.com/office/drawing/2014/main" id="{702C63D4-60AA-4D4E-8CF0-D3E2D233A6E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92582" y="2074075"/>
            <a:ext cx="914400" cy="914400"/>
          </a:xfrm>
          <a:prstGeom prst="rect">
            <a:avLst/>
          </a:prstGeom>
        </p:spPr>
      </p:pic>
      <p:pic>
        <p:nvPicPr>
          <p:cNvPr id="29" name="Graphique 28" descr="Marcher avec un remplissage uni">
            <a:extLst>
              <a:ext uri="{FF2B5EF4-FFF2-40B4-BE49-F238E27FC236}">
                <a16:creationId xmlns:a16="http://schemas.microsoft.com/office/drawing/2014/main" id="{80ABC2A9-55EB-49F1-9DF3-9356B5D641B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32558" y="2438280"/>
            <a:ext cx="914400" cy="914400"/>
          </a:xfrm>
          <a:prstGeom prst="rect">
            <a:avLst/>
          </a:prstGeom>
        </p:spPr>
      </p:pic>
      <p:pic>
        <p:nvPicPr>
          <p:cNvPr id="30" name="Graphique 29" descr="Réussite du groupe avec un remplissage uni">
            <a:extLst>
              <a:ext uri="{FF2B5EF4-FFF2-40B4-BE49-F238E27FC236}">
                <a16:creationId xmlns:a16="http://schemas.microsoft.com/office/drawing/2014/main" id="{8892FB0E-9114-4928-BB9E-753DAEB3392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863762" y="1978328"/>
            <a:ext cx="1492354" cy="1492354"/>
          </a:xfrm>
          <a:prstGeom prst="rect">
            <a:avLst/>
          </a:prstGeom>
        </p:spPr>
      </p:pic>
      <p:pic>
        <p:nvPicPr>
          <p:cNvPr id="31" name="Graphique 30" descr="Réussite du groupe avec un remplissage uni">
            <a:extLst>
              <a:ext uri="{FF2B5EF4-FFF2-40B4-BE49-F238E27FC236}">
                <a16:creationId xmlns:a16="http://schemas.microsoft.com/office/drawing/2014/main" id="{C1932FD4-2D0A-4734-8019-F577C869BC3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489476" y="1878836"/>
            <a:ext cx="1492354" cy="1492354"/>
          </a:xfrm>
          <a:prstGeom prst="rect">
            <a:avLst/>
          </a:prstGeom>
        </p:spPr>
      </p:pic>
      <p:pic>
        <p:nvPicPr>
          <p:cNvPr id="32" name="Graphique 31" descr="Personne confuse avec un remplissage uni">
            <a:extLst>
              <a:ext uri="{FF2B5EF4-FFF2-40B4-BE49-F238E27FC236}">
                <a16:creationId xmlns:a16="http://schemas.microsoft.com/office/drawing/2014/main" id="{D56301B4-999A-4115-864B-751E536B33A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068664" y="434804"/>
            <a:ext cx="1495184" cy="1495184"/>
          </a:xfrm>
          <a:prstGeom prst="rect">
            <a:avLst/>
          </a:prstGeom>
        </p:spPr>
      </p:pic>
      <p:pic>
        <p:nvPicPr>
          <p:cNvPr id="35" name="Graphique 34" descr="Applaudissements avec un remplissage uni">
            <a:extLst>
              <a:ext uri="{FF2B5EF4-FFF2-40B4-BE49-F238E27FC236}">
                <a16:creationId xmlns:a16="http://schemas.microsoft.com/office/drawing/2014/main" id="{75E8F5EC-AC67-4C10-B87B-468A8BFA4CB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198284" y="2110083"/>
            <a:ext cx="914400" cy="914400"/>
          </a:xfrm>
          <a:prstGeom prst="rect">
            <a:avLst/>
          </a:prstGeom>
        </p:spPr>
      </p:pic>
      <p:pic>
        <p:nvPicPr>
          <p:cNvPr id="36" name="Graphique 35" descr="Applaudissements avec un remplissage uni">
            <a:extLst>
              <a:ext uri="{FF2B5EF4-FFF2-40B4-BE49-F238E27FC236}">
                <a16:creationId xmlns:a16="http://schemas.microsoft.com/office/drawing/2014/main" id="{8523DCDD-FCAC-4947-A385-B0FB2A3BA0B6}"/>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770908" y="2470274"/>
            <a:ext cx="914400" cy="914400"/>
          </a:xfrm>
          <a:prstGeom prst="rect">
            <a:avLst/>
          </a:prstGeom>
        </p:spPr>
      </p:pic>
      <p:pic>
        <p:nvPicPr>
          <p:cNvPr id="38" name="Graphique 37" descr="Applaudissements avec un remplissage uni">
            <a:extLst>
              <a:ext uri="{FF2B5EF4-FFF2-40B4-BE49-F238E27FC236}">
                <a16:creationId xmlns:a16="http://schemas.microsoft.com/office/drawing/2014/main" id="{1A7D2D5D-CD75-40BC-BCC2-0F007986AE4D}"/>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320143" y="2118973"/>
            <a:ext cx="914400" cy="914400"/>
          </a:xfrm>
          <a:prstGeom prst="rect">
            <a:avLst/>
          </a:prstGeom>
        </p:spPr>
      </p:pic>
      <p:pic>
        <p:nvPicPr>
          <p:cNvPr id="42" name="Graphique 41" descr="Applaudissements avec un remplissage uni">
            <a:extLst>
              <a:ext uri="{FF2B5EF4-FFF2-40B4-BE49-F238E27FC236}">
                <a16:creationId xmlns:a16="http://schemas.microsoft.com/office/drawing/2014/main" id="{78F49655-6503-4002-B471-6455629AFE9C}"/>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155105" y="2100682"/>
            <a:ext cx="914400" cy="914400"/>
          </a:xfrm>
          <a:prstGeom prst="rect">
            <a:avLst/>
          </a:prstGeom>
        </p:spPr>
      </p:pic>
      <p:pic>
        <p:nvPicPr>
          <p:cNvPr id="43" name="Graphique 42" descr="Applaudissements avec un remplissage uni">
            <a:extLst>
              <a:ext uri="{FF2B5EF4-FFF2-40B4-BE49-F238E27FC236}">
                <a16:creationId xmlns:a16="http://schemas.microsoft.com/office/drawing/2014/main" id="{768AB927-D860-4957-8D60-1713FF09C54A}"/>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576262" y="2429783"/>
            <a:ext cx="914400" cy="914400"/>
          </a:xfrm>
          <a:prstGeom prst="rect">
            <a:avLst/>
          </a:prstGeom>
        </p:spPr>
      </p:pic>
      <p:pic>
        <p:nvPicPr>
          <p:cNvPr id="44" name="Graphique 43" descr="Applaudissements avec un remplissage uni">
            <a:extLst>
              <a:ext uri="{FF2B5EF4-FFF2-40B4-BE49-F238E27FC236}">
                <a16:creationId xmlns:a16="http://schemas.microsoft.com/office/drawing/2014/main" id="{6866FD59-7224-4DA6-876B-A016E8529C39}"/>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flipH="1">
            <a:off x="10382080" y="2100682"/>
            <a:ext cx="914400" cy="914400"/>
          </a:xfrm>
          <a:prstGeom prst="rect">
            <a:avLst/>
          </a:prstGeom>
        </p:spPr>
      </p:pic>
      <p:pic>
        <p:nvPicPr>
          <p:cNvPr id="45" name="Graphique 44" descr="Applaudissements avec un remplissage uni">
            <a:extLst>
              <a:ext uri="{FF2B5EF4-FFF2-40B4-BE49-F238E27FC236}">
                <a16:creationId xmlns:a16="http://schemas.microsoft.com/office/drawing/2014/main" id="{7B79F500-D2B8-4EEE-9F74-8B40483F324B}"/>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flipH="1">
            <a:off x="10949692" y="2278415"/>
            <a:ext cx="914400" cy="914400"/>
          </a:xfrm>
          <a:prstGeom prst="rect">
            <a:avLst/>
          </a:prstGeom>
        </p:spPr>
      </p:pic>
      <p:pic>
        <p:nvPicPr>
          <p:cNvPr id="46" name="Graphique 45" descr="Applaudissements avec un remplissage uni">
            <a:extLst>
              <a:ext uri="{FF2B5EF4-FFF2-40B4-BE49-F238E27FC236}">
                <a16:creationId xmlns:a16="http://schemas.microsoft.com/office/drawing/2014/main" id="{9D8F1439-3E3D-4F0C-A68A-A3B99100F0DA}"/>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flipH="1">
            <a:off x="10489053" y="1555874"/>
            <a:ext cx="914400" cy="914400"/>
          </a:xfrm>
          <a:prstGeom prst="rect">
            <a:avLst/>
          </a:prstGeom>
        </p:spPr>
      </p:pic>
      <p:pic>
        <p:nvPicPr>
          <p:cNvPr id="48" name="Graphique 47" descr="Applaudissements avec un remplissage uni">
            <a:extLst>
              <a:ext uri="{FF2B5EF4-FFF2-40B4-BE49-F238E27FC236}">
                <a16:creationId xmlns:a16="http://schemas.microsoft.com/office/drawing/2014/main" id="{FD9D53BA-D9DE-49A7-BA04-4C6B721D86C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flipH="1">
            <a:off x="10955460" y="1809804"/>
            <a:ext cx="914400" cy="914400"/>
          </a:xfrm>
          <a:prstGeom prst="rect">
            <a:avLst/>
          </a:prstGeom>
        </p:spPr>
      </p:pic>
      <p:pic>
        <p:nvPicPr>
          <p:cNvPr id="50" name="Graphique 49" descr="Applaudissements avec un remplissage uni">
            <a:extLst>
              <a:ext uri="{FF2B5EF4-FFF2-40B4-BE49-F238E27FC236}">
                <a16:creationId xmlns:a16="http://schemas.microsoft.com/office/drawing/2014/main" id="{2E68E6CA-ADCD-45D4-B395-DDF4B25172C1}"/>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flipH="1">
            <a:off x="9693017" y="1991043"/>
            <a:ext cx="914400" cy="914400"/>
          </a:xfrm>
          <a:prstGeom prst="rect">
            <a:avLst/>
          </a:prstGeom>
        </p:spPr>
      </p:pic>
      <p:pic>
        <p:nvPicPr>
          <p:cNvPr id="51" name="Graphique 50" descr="Applaudissements avec un remplissage uni">
            <a:extLst>
              <a:ext uri="{FF2B5EF4-FFF2-40B4-BE49-F238E27FC236}">
                <a16:creationId xmlns:a16="http://schemas.microsoft.com/office/drawing/2014/main" id="{0C7DA467-4B92-4144-8A33-87F034199C48}"/>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flipH="1">
            <a:off x="10139781" y="2429783"/>
            <a:ext cx="914400" cy="914400"/>
          </a:xfrm>
          <a:prstGeom prst="rect">
            <a:avLst/>
          </a:prstGeom>
        </p:spPr>
      </p:pic>
      <p:pic>
        <p:nvPicPr>
          <p:cNvPr id="52" name="Graphique 51" descr="Applaudissements avec un remplissage uni">
            <a:extLst>
              <a:ext uri="{FF2B5EF4-FFF2-40B4-BE49-F238E27FC236}">
                <a16:creationId xmlns:a16="http://schemas.microsoft.com/office/drawing/2014/main" id="{89BE4781-4541-4353-9FCD-CB598BBFD318}"/>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flipH="1">
            <a:off x="9098187" y="2088475"/>
            <a:ext cx="914400" cy="914400"/>
          </a:xfrm>
          <a:prstGeom prst="rect">
            <a:avLst/>
          </a:prstGeom>
        </p:spPr>
      </p:pic>
      <p:pic>
        <p:nvPicPr>
          <p:cNvPr id="53" name="Graphique 52" descr="Applaudissements avec un remplissage uni">
            <a:extLst>
              <a:ext uri="{FF2B5EF4-FFF2-40B4-BE49-F238E27FC236}">
                <a16:creationId xmlns:a16="http://schemas.microsoft.com/office/drawing/2014/main" id="{7BA4E410-D1E0-49DA-B876-BC90BEA6BF4B}"/>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flipH="1">
            <a:off x="9582027" y="2437989"/>
            <a:ext cx="914400" cy="914400"/>
          </a:xfrm>
          <a:prstGeom prst="rect">
            <a:avLst/>
          </a:prstGeom>
        </p:spPr>
      </p:pic>
      <p:pic>
        <p:nvPicPr>
          <p:cNvPr id="54" name="Graphique 53" descr="Personne confuse avec un remplissage uni">
            <a:extLst>
              <a:ext uri="{FF2B5EF4-FFF2-40B4-BE49-F238E27FC236}">
                <a16:creationId xmlns:a16="http://schemas.microsoft.com/office/drawing/2014/main" id="{BD474F69-C957-4D1B-9309-C1FFF0EE6D7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545899" y="704947"/>
            <a:ext cx="1495184" cy="1495184"/>
          </a:xfrm>
          <a:prstGeom prst="rect">
            <a:avLst/>
          </a:prstGeom>
        </p:spPr>
      </p:pic>
      <p:pic>
        <p:nvPicPr>
          <p:cNvPr id="56" name="Graphique 55" descr="Personne confuse avec un remplissage uni">
            <a:extLst>
              <a:ext uri="{FF2B5EF4-FFF2-40B4-BE49-F238E27FC236}">
                <a16:creationId xmlns:a16="http://schemas.microsoft.com/office/drawing/2014/main" id="{99064CDF-8978-40C1-8449-2C438B64CA8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080767" y="488718"/>
            <a:ext cx="1495184" cy="1495184"/>
          </a:xfrm>
          <a:prstGeom prst="rect">
            <a:avLst/>
          </a:prstGeom>
        </p:spPr>
      </p:pic>
      <p:pic>
        <p:nvPicPr>
          <p:cNvPr id="58" name="Graphique 57" descr="Personne confuse avec un remplissage uni">
            <a:extLst>
              <a:ext uri="{FF2B5EF4-FFF2-40B4-BE49-F238E27FC236}">
                <a16:creationId xmlns:a16="http://schemas.microsoft.com/office/drawing/2014/main" id="{420B09A9-0DE9-4C51-9711-9EF828FA46D7}"/>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726706" y="480512"/>
            <a:ext cx="1495184" cy="1495184"/>
          </a:xfrm>
          <a:prstGeom prst="rect">
            <a:avLst/>
          </a:prstGeom>
        </p:spPr>
      </p:pic>
      <p:pic>
        <p:nvPicPr>
          <p:cNvPr id="60" name="Graphique 59" descr="Maison rénovée (avec étincelles) avec un remplissage uni">
            <a:extLst>
              <a:ext uri="{FF2B5EF4-FFF2-40B4-BE49-F238E27FC236}">
                <a16:creationId xmlns:a16="http://schemas.microsoft.com/office/drawing/2014/main" id="{E856B4C4-0EF8-4359-ACEF-87A7DAD0D3E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16922" y="3848438"/>
            <a:ext cx="2573808" cy="2573808"/>
          </a:xfrm>
          <a:prstGeom prst="rect">
            <a:avLst/>
          </a:prstGeom>
        </p:spPr>
      </p:pic>
      <p:pic>
        <p:nvPicPr>
          <p:cNvPr id="63" name="Graphique 62" descr="Réussite du groupe avec un remplissage uni">
            <a:extLst>
              <a:ext uri="{FF2B5EF4-FFF2-40B4-BE49-F238E27FC236}">
                <a16:creationId xmlns:a16="http://schemas.microsoft.com/office/drawing/2014/main" id="{0590CF02-FC1A-4530-A047-B34A5A333F06}"/>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7995404" y="4949680"/>
            <a:ext cx="1492354" cy="1492354"/>
          </a:xfrm>
          <a:prstGeom prst="rect">
            <a:avLst/>
          </a:prstGeom>
        </p:spPr>
      </p:pic>
      <p:pic>
        <p:nvPicPr>
          <p:cNvPr id="4" name="Graphique 3" descr="Héros avec un remplissage uni">
            <a:extLst>
              <a:ext uri="{FF2B5EF4-FFF2-40B4-BE49-F238E27FC236}">
                <a16:creationId xmlns:a16="http://schemas.microsoft.com/office/drawing/2014/main" id="{1D1A45D7-FE3F-4207-B554-539CF039231C}"/>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10022014" y="3844992"/>
            <a:ext cx="1073733" cy="1073733"/>
          </a:xfrm>
          <a:prstGeom prst="rect">
            <a:avLst/>
          </a:prstGeom>
        </p:spPr>
      </p:pic>
      <p:pic>
        <p:nvPicPr>
          <p:cNvPr id="65" name="Graphique 64" descr="Héros avec un remplissage uni">
            <a:extLst>
              <a:ext uri="{FF2B5EF4-FFF2-40B4-BE49-F238E27FC236}">
                <a16:creationId xmlns:a16="http://schemas.microsoft.com/office/drawing/2014/main" id="{14346CC8-5E36-4F02-A4B2-ABFFDB8812F7}"/>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10636908" y="4686234"/>
            <a:ext cx="1073733" cy="1073733"/>
          </a:xfrm>
          <a:prstGeom prst="rect">
            <a:avLst/>
          </a:prstGeom>
        </p:spPr>
      </p:pic>
      <p:pic>
        <p:nvPicPr>
          <p:cNvPr id="66" name="Graphique 65" descr="Héroïne avec un remplissage uni">
            <a:extLst>
              <a:ext uri="{FF2B5EF4-FFF2-40B4-BE49-F238E27FC236}">
                <a16:creationId xmlns:a16="http://schemas.microsoft.com/office/drawing/2014/main" id="{0AB7820E-25DF-452E-9AEA-347A665476A0}"/>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10106676" y="4085995"/>
            <a:ext cx="1351246" cy="1351246"/>
          </a:xfrm>
          <a:prstGeom prst="rect">
            <a:avLst/>
          </a:prstGeom>
        </p:spPr>
      </p:pic>
      <p:pic>
        <p:nvPicPr>
          <p:cNvPr id="67" name="Graphique 66" descr="Héroïne avec un remplissage uni">
            <a:extLst>
              <a:ext uri="{FF2B5EF4-FFF2-40B4-BE49-F238E27FC236}">
                <a16:creationId xmlns:a16="http://schemas.microsoft.com/office/drawing/2014/main" id="{95FAE6CA-028B-440C-84DD-3E9BE19C0C11}"/>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10067695" y="4681233"/>
            <a:ext cx="1150813" cy="1150813"/>
          </a:xfrm>
          <a:prstGeom prst="rect">
            <a:avLst/>
          </a:prstGeom>
        </p:spPr>
      </p:pic>
      <p:pic>
        <p:nvPicPr>
          <p:cNvPr id="68" name="Graphique 67" descr="Réussite du groupe avec un remplissage uni">
            <a:extLst>
              <a:ext uri="{FF2B5EF4-FFF2-40B4-BE49-F238E27FC236}">
                <a16:creationId xmlns:a16="http://schemas.microsoft.com/office/drawing/2014/main" id="{29B5B57C-6D3C-4761-8DE6-CB9C0228940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720648" y="5170503"/>
            <a:ext cx="1492354" cy="1492354"/>
          </a:xfrm>
          <a:prstGeom prst="rect">
            <a:avLst/>
          </a:prstGeom>
        </p:spPr>
      </p:pic>
      <p:pic>
        <p:nvPicPr>
          <p:cNvPr id="70" name="Graphique 69" descr="Réussite du groupe avec un remplissage uni">
            <a:extLst>
              <a:ext uri="{FF2B5EF4-FFF2-40B4-BE49-F238E27FC236}">
                <a16:creationId xmlns:a16="http://schemas.microsoft.com/office/drawing/2014/main" id="{0BDF5764-8296-4893-8830-6BE9241C0F9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80840" y="4918725"/>
            <a:ext cx="1492354" cy="1492354"/>
          </a:xfrm>
          <a:prstGeom prst="rect">
            <a:avLst/>
          </a:prstGeom>
        </p:spPr>
      </p:pic>
      <p:pic>
        <p:nvPicPr>
          <p:cNvPr id="71" name="Graphique 70" descr="Réussite du groupe avec un remplissage uni">
            <a:extLst>
              <a:ext uri="{FF2B5EF4-FFF2-40B4-BE49-F238E27FC236}">
                <a16:creationId xmlns:a16="http://schemas.microsoft.com/office/drawing/2014/main" id="{7B9FEE06-F5BE-442C-AE9B-CD7DD0163D6E}"/>
              </a:ext>
            </a:extLst>
          </p:cNvPr>
          <p:cNvPicPr>
            <a:picLocks noChangeAspect="1"/>
          </p:cNvPicPr>
          <p:nvPr/>
        </p:nvPicPr>
        <p:blipFill>
          <a:blip r:embed="rId31">
            <a:extLst>
              <a:ext uri="{28A0092B-C50C-407E-A947-70E740481C1C}">
                <a14:useLocalDpi xmlns:a14="http://schemas.microsoft.com/office/drawing/2010/main" val="0"/>
              </a:ext>
              <a:ext uri="{96DAC541-7B7A-43D3-8B79-37D633B846F1}">
                <asvg:svgBlip xmlns:asvg="http://schemas.microsoft.com/office/drawing/2016/SVG/main" r:embed="rId32"/>
              </a:ext>
            </a:extLst>
          </a:blip>
          <a:stretch>
            <a:fillRect/>
          </a:stretch>
        </p:blipFill>
        <p:spPr>
          <a:xfrm>
            <a:off x="6427312" y="5261262"/>
            <a:ext cx="1492354" cy="1492354"/>
          </a:xfrm>
          <a:prstGeom prst="rect">
            <a:avLst/>
          </a:prstGeom>
        </p:spPr>
      </p:pic>
      <p:pic>
        <p:nvPicPr>
          <p:cNvPr id="74" name="Graphique 73" descr="Feu de camp avec un remplissage uni">
            <a:extLst>
              <a:ext uri="{FF2B5EF4-FFF2-40B4-BE49-F238E27FC236}">
                <a16:creationId xmlns:a16="http://schemas.microsoft.com/office/drawing/2014/main" id="{46AF2EEF-F5FE-487E-956C-8DB10372B78A}"/>
              </a:ext>
            </a:extLst>
          </p:cNvPr>
          <p:cNvPicPr>
            <a:picLocks noChangeAspect="1"/>
          </p:cNvPicPr>
          <p:nvPr/>
        </p:nvPicPr>
        <p:blipFill>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tretch>
            <a:fillRect/>
          </a:stretch>
        </p:blipFill>
        <p:spPr>
          <a:xfrm>
            <a:off x="1979723" y="5183626"/>
            <a:ext cx="1274646" cy="1274646"/>
          </a:xfrm>
          <a:prstGeom prst="rect">
            <a:avLst/>
          </a:prstGeom>
        </p:spPr>
      </p:pic>
      <p:grpSp>
        <p:nvGrpSpPr>
          <p:cNvPr id="6" name="Groupe 5">
            <a:extLst>
              <a:ext uri="{FF2B5EF4-FFF2-40B4-BE49-F238E27FC236}">
                <a16:creationId xmlns:a16="http://schemas.microsoft.com/office/drawing/2014/main" id="{B18605F3-0042-4C53-B141-39A25178207E}"/>
              </a:ext>
            </a:extLst>
          </p:cNvPr>
          <p:cNvGrpSpPr/>
          <p:nvPr/>
        </p:nvGrpSpPr>
        <p:grpSpPr>
          <a:xfrm>
            <a:off x="3999936" y="3932132"/>
            <a:ext cx="1898105" cy="1678684"/>
            <a:chOff x="3511529" y="3851174"/>
            <a:chExt cx="2461679" cy="2177109"/>
          </a:xfrm>
        </p:grpSpPr>
        <p:grpSp>
          <p:nvGrpSpPr>
            <p:cNvPr id="76" name="Groupe 75">
              <a:extLst>
                <a:ext uri="{FF2B5EF4-FFF2-40B4-BE49-F238E27FC236}">
                  <a16:creationId xmlns:a16="http://schemas.microsoft.com/office/drawing/2014/main" id="{12C1AC4E-EC37-4FE2-8745-568C2B1B68DC}"/>
                </a:ext>
              </a:extLst>
            </p:cNvPr>
            <p:cNvGrpSpPr/>
            <p:nvPr/>
          </p:nvGrpSpPr>
          <p:grpSpPr>
            <a:xfrm>
              <a:off x="3511529" y="3851174"/>
              <a:ext cx="1421270" cy="1421270"/>
              <a:chOff x="9708563" y="1103850"/>
              <a:chExt cx="1703823" cy="1703823"/>
            </a:xfrm>
          </p:grpSpPr>
          <p:pic>
            <p:nvPicPr>
              <p:cNvPr id="77" name="Graphique 76" descr="Personne confuse avec un remplissage uni">
                <a:extLst>
                  <a:ext uri="{FF2B5EF4-FFF2-40B4-BE49-F238E27FC236}">
                    <a16:creationId xmlns:a16="http://schemas.microsoft.com/office/drawing/2014/main" id="{7879A01A-A0F4-4E75-BD5D-2A845F24E1E8}"/>
                  </a:ext>
                </a:extLst>
              </p:cNvPr>
              <p:cNvPicPr>
                <a:picLocks noChangeAspect="1"/>
              </p:cNvPicPr>
              <p:nvPr/>
            </p:nvPicPr>
            <p:blipFill>
              <a:blip r:embed="rId35">
                <a:extLst>
                  <a:ext uri="{28A0092B-C50C-407E-A947-70E740481C1C}">
                    <a14:useLocalDpi xmlns:a14="http://schemas.microsoft.com/office/drawing/2010/main" val="0"/>
                  </a:ext>
                  <a:ext uri="{96DAC541-7B7A-43D3-8B79-37D633B846F1}">
                    <asvg:svgBlip xmlns:asvg="http://schemas.microsoft.com/office/drawing/2016/SVG/main" r:embed="rId36"/>
                  </a:ext>
                </a:extLst>
              </a:blip>
              <a:stretch>
                <a:fillRect/>
              </a:stretch>
            </p:blipFill>
            <p:spPr>
              <a:xfrm>
                <a:off x="9708563" y="1103850"/>
                <a:ext cx="1703823" cy="1703823"/>
              </a:xfrm>
              <a:prstGeom prst="rect">
                <a:avLst/>
              </a:prstGeom>
            </p:spPr>
          </p:pic>
          <p:pic>
            <p:nvPicPr>
              <p:cNvPr id="78" name="Graphique 77" descr="Médaille avec un remplissage uni">
                <a:extLst>
                  <a:ext uri="{FF2B5EF4-FFF2-40B4-BE49-F238E27FC236}">
                    <a16:creationId xmlns:a16="http://schemas.microsoft.com/office/drawing/2014/main" id="{27174A61-51C8-4AA9-A0B3-E83376DC30B0}"/>
                  </a:ext>
                </a:extLst>
              </p:cNvPr>
              <p:cNvPicPr>
                <a:picLocks noChangeAspect="1"/>
              </p:cNvPicPr>
              <p:nvPr/>
            </p:nvPicPr>
            <p:blipFill rotWithShape="1">
              <a:blip r:embed="rId37">
                <a:extLst>
                  <a:ext uri="{28A0092B-C50C-407E-A947-70E740481C1C}">
                    <a14:useLocalDpi xmlns:a14="http://schemas.microsoft.com/office/drawing/2010/main" val="0"/>
                  </a:ext>
                  <a:ext uri="{96DAC541-7B7A-43D3-8B79-37D633B846F1}">
                    <asvg:svgBlip xmlns:asvg="http://schemas.microsoft.com/office/drawing/2016/SVG/main" r:embed="rId38"/>
                  </a:ext>
                </a:extLst>
              </a:blip>
              <a:srcRect t="18238"/>
              <a:stretch/>
            </p:blipFill>
            <p:spPr>
              <a:xfrm>
                <a:off x="10277011" y="1472184"/>
                <a:ext cx="549485" cy="449268"/>
              </a:xfrm>
              <a:prstGeom prst="rect">
                <a:avLst/>
              </a:prstGeom>
            </p:spPr>
          </p:pic>
          <p:pic>
            <p:nvPicPr>
              <p:cNvPr id="79" name="Graphique 78" descr="Feu de camp avec un remplissage uni">
                <a:extLst>
                  <a:ext uri="{FF2B5EF4-FFF2-40B4-BE49-F238E27FC236}">
                    <a16:creationId xmlns:a16="http://schemas.microsoft.com/office/drawing/2014/main" id="{77AD2C31-FE73-4322-9B0D-01CDA0D7F6D2}"/>
                  </a:ext>
                </a:extLst>
              </p:cNvPr>
              <p:cNvPicPr>
                <a:picLocks noChangeAspect="1"/>
              </p:cNvPicPr>
              <p:nvPr/>
            </p:nvPicPr>
            <p:blipFill>
              <a:blip r:embed="rId39">
                <a:extLst>
                  <a:ext uri="{28A0092B-C50C-407E-A947-70E740481C1C}">
                    <a14:useLocalDpi xmlns:a14="http://schemas.microsoft.com/office/drawing/2010/main" val="0"/>
                  </a:ext>
                  <a:ext uri="{96DAC541-7B7A-43D3-8B79-37D633B846F1}">
                    <asvg:svgBlip xmlns:asvg="http://schemas.microsoft.com/office/drawing/2016/SVG/main" r:embed="rId40"/>
                  </a:ext>
                </a:extLst>
              </a:blip>
              <a:stretch>
                <a:fillRect/>
              </a:stretch>
            </p:blipFill>
            <p:spPr>
              <a:xfrm>
                <a:off x="10479410" y="1657308"/>
                <a:ext cx="150490" cy="150490"/>
              </a:xfrm>
              <a:prstGeom prst="rect">
                <a:avLst/>
              </a:prstGeom>
            </p:spPr>
          </p:pic>
        </p:grpSp>
        <p:grpSp>
          <p:nvGrpSpPr>
            <p:cNvPr id="82" name="Groupe 81">
              <a:extLst>
                <a:ext uri="{FF2B5EF4-FFF2-40B4-BE49-F238E27FC236}">
                  <a16:creationId xmlns:a16="http://schemas.microsoft.com/office/drawing/2014/main" id="{964983BB-6845-4325-98E6-75BB7E6CA8D1}"/>
                </a:ext>
              </a:extLst>
            </p:cNvPr>
            <p:cNvGrpSpPr/>
            <p:nvPr/>
          </p:nvGrpSpPr>
          <p:grpSpPr>
            <a:xfrm>
              <a:off x="4210972" y="4174970"/>
              <a:ext cx="1421270" cy="1421270"/>
              <a:chOff x="9708563" y="1103850"/>
              <a:chExt cx="1703823" cy="1703823"/>
            </a:xfrm>
          </p:grpSpPr>
          <p:pic>
            <p:nvPicPr>
              <p:cNvPr id="83" name="Graphique 82" descr="Personne confuse avec un remplissage uni">
                <a:extLst>
                  <a:ext uri="{FF2B5EF4-FFF2-40B4-BE49-F238E27FC236}">
                    <a16:creationId xmlns:a16="http://schemas.microsoft.com/office/drawing/2014/main" id="{1D426126-C895-4767-A573-5CEC29E61A03}"/>
                  </a:ext>
                </a:extLst>
              </p:cNvPr>
              <p:cNvPicPr>
                <a:picLocks noChangeAspect="1"/>
              </p:cNvPicPr>
              <p:nvPr/>
            </p:nvPicPr>
            <p:blipFill>
              <a:blip r:embed="rId35">
                <a:extLst>
                  <a:ext uri="{28A0092B-C50C-407E-A947-70E740481C1C}">
                    <a14:useLocalDpi xmlns:a14="http://schemas.microsoft.com/office/drawing/2010/main" val="0"/>
                  </a:ext>
                  <a:ext uri="{96DAC541-7B7A-43D3-8B79-37D633B846F1}">
                    <asvg:svgBlip xmlns:asvg="http://schemas.microsoft.com/office/drawing/2016/SVG/main" r:embed="rId36"/>
                  </a:ext>
                </a:extLst>
              </a:blip>
              <a:stretch>
                <a:fillRect/>
              </a:stretch>
            </p:blipFill>
            <p:spPr>
              <a:xfrm>
                <a:off x="9708563" y="1103850"/>
                <a:ext cx="1703823" cy="1703823"/>
              </a:xfrm>
              <a:prstGeom prst="rect">
                <a:avLst/>
              </a:prstGeom>
            </p:spPr>
          </p:pic>
          <p:pic>
            <p:nvPicPr>
              <p:cNvPr id="84" name="Graphique 83" descr="Médaille avec un remplissage uni">
                <a:extLst>
                  <a:ext uri="{FF2B5EF4-FFF2-40B4-BE49-F238E27FC236}">
                    <a16:creationId xmlns:a16="http://schemas.microsoft.com/office/drawing/2014/main" id="{9D16B05C-185B-4DBA-A551-E33979670A22}"/>
                  </a:ext>
                </a:extLst>
              </p:cNvPr>
              <p:cNvPicPr>
                <a:picLocks noChangeAspect="1"/>
              </p:cNvPicPr>
              <p:nvPr/>
            </p:nvPicPr>
            <p:blipFill rotWithShape="1">
              <a:blip r:embed="rId37">
                <a:extLst>
                  <a:ext uri="{28A0092B-C50C-407E-A947-70E740481C1C}">
                    <a14:useLocalDpi xmlns:a14="http://schemas.microsoft.com/office/drawing/2010/main" val="0"/>
                  </a:ext>
                  <a:ext uri="{96DAC541-7B7A-43D3-8B79-37D633B846F1}">
                    <asvg:svgBlip xmlns:asvg="http://schemas.microsoft.com/office/drawing/2016/SVG/main" r:embed="rId38"/>
                  </a:ext>
                </a:extLst>
              </a:blip>
              <a:srcRect t="18238"/>
              <a:stretch/>
            </p:blipFill>
            <p:spPr>
              <a:xfrm>
                <a:off x="10277011" y="1472184"/>
                <a:ext cx="549485" cy="449268"/>
              </a:xfrm>
              <a:prstGeom prst="rect">
                <a:avLst/>
              </a:prstGeom>
            </p:spPr>
          </p:pic>
          <p:pic>
            <p:nvPicPr>
              <p:cNvPr id="85" name="Graphique 84" descr="Feu de camp avec un remplissage uni">
                <a:extLst>
                  <a:ext uri="{FF2B5EF4-FFF2-40B4-BE49-F238E27FC236}">
                    <a16:creationId xmlns:a16="http://schemas.microsoft.com/office/drawing/2014/main" id="{9065A5E5-83E4-4117-A828-C696A22302F3}"/>
                  </a:ext>
                </a:extLst>
              </p:cNvPr>
              <p:cNvPicPr>
                <a:picLocks noChangeAspect="1"/>
              </p:cNvPicPr>
              <p:nvPr/>
            </p:nvPicPr>
            <p:blipFill>
              <a:blip r:embed="rId39">
                <a:extLst>
                  <a:ext uri="{28A0092B-C50C-407E-A947-70E740481C1C}">
                    <a14:useLocalDpi xmlns:a14="http://schemas.microsoft.com/office/drawing/2010/main" val="0"/>
                  </a:ext>
                  <a:ext uri="{96DAC541-7B7A-43D3-8B79-37D633B846F1}">
                    <asvg:svgBlip xmlns:asvg="http://schemas.microsoft.com/office/drawing/2016/SVG/main" r:embed="rId40"/>
                  </a:ext>
                </a:extLst>
              </a:blip>
              <a:stretch>
                <a:fillRect/>
              </a:stretch>
            </p:blipFill>
            <p:spPr>
              <a:xfrm>
                <a:off x="10479410" y="1657308"/>
                <a:ext cx="150490" cy="150490"/>
              </a:xfrm>
              <a:prstGeom prst="rect">
                <a:avLst/>
              </a:prstGeom>
            </p:spPr>
          </p:pic>
        </p:grpSp>
        <p:grpSp>
          <p:nvGrpSpPr>
            <p:cNvPr id="86" name="Groupe 85">
              <a:extLst>
                <a:ext uri="{FF2B5EF4-FFF2-40B4-BE49-F238E27FC236}">
                  <a16:creationId xmlns:a16="http://schemas.microsoft.com/office/drawing/2014/main" id="{DE2E4980-464A-41A7-97B2-5D47C03F0656}"/>
                </a:ext>
              </a:extLst>
            </p:cNvPr>
            <p:cNvGrpSpPr/>
            <p:nvPr/>
          </p:nvGrpSpPr>
          <p:grpSpPr>
            <a:xfrm>
              <a:off x="4740659" y="4596867"/>
              <a:ext cx="1232549" cy="1421270"/>
              <a:chOff x="9708563" y="1103850"/>
              <a:chExt cx="1477584" cy="1703823"/>
            </a:xfrm>
          </p:grpSpPr>
          <p:pic>
            <p:nvPicPr>
              <p:cNvPr id="87" name="Graphique 86" descr="Personne confuse avec un remplissage uni">
                <a:extLst>
                  <a:ext uri="{FF2B5EF4-FFF2-40B4-BE49-F238E27FC236}">
                    <a16:creationId xmlns:a16="http://schemas.microsoft.com/office/drawing/2014/main" id="{3B5EA106-FFB3-4445-BD6E-B9FFE4FCA68B}"/>
                  </a:ext>
                </a:extLst>
              </p:cNvPr>
              <p:cNvPicPr>
                <a:picLocks noChangeAspect="1"/>
              </p:cNvPicPr>
              <p:nvPr/>
            </p:nvPicPr>
            <p:blipFill rotWithShape="1">
              <a:blip r:embed="rId35">
                <a:extLst>
                  <a:ext uri="{28A0092B-C50C-407E-A947-70E740481C1C}">
                    <a14:useLocalDpi xmlns:a14="http://schemas.microsoft.com/office/drawing/2010/main" val="0"/>
                  </a:ext>
                  <a:ext uri="{96DAC541-7B7A-43D3-8B79-37D633B846F1}">
                    <asvg:svgBlip xmlns:asvg="http://schemas.microsoft.com/office/drawing/2016/SVG/main" r:embed="rId36"/>
                  </a:ext>
                </a:extLst>
              </a:blip>
              <a:srcRect r="13278"/>
              <a:stretch/>
            </p:blipFill>
            <p:spPr>
              <a:xfrm>
                <a:off x="9708563" y="1103850"/>
                <a:ext cx="1477584" cy="1703823"/>
              </a:xfrm>
              <a:prstGeom prst="rect">
                <a:avLst/>
              </a:prstGeom>
            </p:spPr>
          </p:pic>
          <p:pic>
            <p:nvPicPr>
              <p:cNvPr id="88" name="Graphique 87" descr="Médaille avec un remplissage uni">
                <a:extLst>
                  <a:ext uri="{FF2B5EF4-FFF2-40B4-BE49-F238E27FC236}">
                    <a16:creationId xmlns:a16="http://schemas.microsoft.com/office/drawing/2014/main" id="{1C3EE94E-5DBC-43C4-BE5F-72500B83D02F}"/>
                  </a:ext>
                </a:extLst>
              </p:cNvPr>
              <p:cNvPicPr>
                <a:picLocks noChangeAspect="1"/>
              </p:cNvPicPr>
              <p:nvPr/>
            </p:nvPicPr>
            <p:blipFill rotWithShape="1">
              <a:blip r:embed="rId37">
                <a:extLst>
                  <a:ext uri="{28A0092B-C50C-407E-A947-70E740481C1C}">
                    <a14:useLocalDpi xmlns:a14="http://schemas.microsoft.com/office/drawing/2010/main" val="0"/>
                  </a:ext>
                  <a:ext uri="{96DAC541-7B7A-43D3-8B79-37D633B846F1}">
                    <asvg:svgBlip xmlns:asvg="http://schemas.microsoft.com/office/drawing/2016/SVG/main" r:embed="rId38"/>
                  </a:ext>
                </a:extLst>
              </a:blip>
              <a:srcRect t="18238"/>
              <a:stretch/>
            </p:blipFill>
            <p:spPr>
              <a:xfrm>
                <a:off x="10277011" y="1472184"/>
                <a:ext cx="549485" cy="449268"/>
              </a:xfrm>
              <a:prstGeom prst="rect">
                <a:avLst/>
              </a:prstGeom>
            </p:spPr>
          </p:pic>
          <p:pic>
            <p:nvPicPr>
              <p:cNvPr id="89" name="Graphique 88" descr="Feu de camp avec un remplissage uni">
                <a:extLst>
                  <a:ext uri="{FF2B5EF4-FFF2-40B4-BE49-F238E27FC236}">
                    <a16:creationId xmlns:a16="http://schemas.microsoft.com/office/drawing/2014/main" id="{D9130B2C-60DF-4E10-A8EF-14FF765097E3}"/>
                  </a:ext>
                </a:extLst>
              </p:cNvPr>
              <p:cNvPicPr>
                <a:picLocks noChangeAspect="1"/>
              </p:cNvPicPr>
              <p:nvPr/>
            </p:nvPicPr>
            <p:blipFill>
              <a:blip r:embed="rId39">
                <a:extLst>
                  <a:ext uri="{28A0092B-C50C-407E-A947-70E740481C1C}">
                    <a14:useLocalDpi xmlns:a14="http://schemas.microsoft.com/office/drawing/2010/main" val="0"/>
                  </a:ext>
                  <a:ext uri="{96DAC541-7B7A-43D3-8B79-37D633B846F1}">
                    <asvg:svgBlip xmlns:asvg="http://schemas.microsoft.com/office/drawing/2016/SVG/main" r:embed="rId40"/>
                  </a:ext>
                </a:extLst>
              </a:blip>
              <a:stretch>
                <a:fillRect/>
              </a:stretch>
            </p:blipFill>
            <p:spPr>
              <a:xfrm>
                <a:off x="10479410" y="1657308"/>
                <a:ext cx="150490" cy="150490"/>
              </a:xfrm>
              <a:prstGeom prst="rect">
                <a:avLst/>
              </a:prstGeom>
            </p:spPr>
          </p:pic>
        </p:grpSp>
        <p:grpSp>
          <p:nvGrpSpPr>
            <p:cNvPr id="90" name="Groupe 89">
              <a:extLst>
                <a:ext uri="{FF2B5EF4-FFF2-40B4-BE49-F238E27FC236}">
                  <a16:creationId xmlns:a16="http://schemas.microsoft.com/office/drawing/2014/main" id="{7C44BFAC-BD7F-4E4B-AA11-20437B5BCBF0}"/>
                </a:ext>
              </a:extLst>
            </p:cNvPr>
            <p:cNvGrpSpPr/>
            <p:nvPr/>
          </p:nvGrpSpPr>
          <p:grpSpPr>
            <a:xfrm>
              <a:off x="3778431" y="4607013"/>
              <a:ext cx="1421270" cy="1421270"/>
              <a:chOff x="9708563" y="1103850"/>
              <a:chExt cx="1703823" cy="1703823"/>
            </a:xfrm>
          </p:grpSpPr>
          <p:pic>
            <p:nvPicPr>
              <p:cNvPr id="91" name="Graphique 90" descr="Personne confuse avec un remplissage uni">
                <a:extLst>
                  <a:ext uri="{FF2B5EF4-FFF2-40B4-BE49-F238E27FC236}">
                    <a16:creationId xmlns:a16="http://schemas.microsoft.com/office/drawing/2014/main" id="{0D56E102-8124-42A2-8B43-E7C84BEA5DF4}"/>
                  </a:ext>
                </a:extLst>
              </p:cNvPr>
              <p:cNvPicPr>
                <a:picLocks noChangeAspect="1"/>
              </p:cNvPicPr>
              <p:nvPr/>
            </p:nvPicPr>
            <p:blipFill>
              <a:blip r:embed="rId35">
                <a:extLst>
                  <a:ext uri="{28A0092B-C50C-407E-A947-70E740481C1C}">
                    <a14:useLocalDpi xmlns:a14="http://schemas.microsoft.com/office/drawing/2010/main" val="0"/>
                  </a:ext>
                  <a:ext uri="{96DAC541-7B7A-43D3-8B79-37D633B846F1}">
                    <asvg:svgBlip xmlns:asvg="http://schemas.microsoft.com/office/drawing/2016/SVG/main" r:embed="rId36"/>
                  </a:ext>
                </a:extLst>
              </a:blip>
              <a:stretch>
                <a:fillRect/>
              </a:stretch>
            </p:blipFill>
            <p:spPr>
              <a:xfrm>
                <a:off x="9708563" y="1103850"/>
                <a:ext cx="1703823" cy="1703823"/>
              </a:xfrm>
              <a:prstGeom prst="rect">
                <a:avLst/>
              </a:prstGeom>
            </p:spPr>
          </p:pic>
          <p:pic>
            <p:nvPicPr>
              <p:cNvPr id="92" name="Graphique 91" descr="Médaille avec un remplissage uni">
                <a:extLst>
                  <a:ext uri="{FF2B5EF4-FFF2-40B4-BE49-F238E27FC236}">
                    <a16:creationId xmlns:a16="http://schemas.microsoft.com/office/drawing/2014/main" id="{17D3DE05-931F-475F-9085-3EDC20429AEC}"/>
                  </a:ext>
                </a:extLst>
              </p:cNvPr>
              <p:cNvPicPr>
                <a:picLocks noChangeAspect="1"/>
              </p:cNvPicPr>
              <p:nvPr/>
            </p:nvPicPr>
            <p:blipFill rotWithShape="1">
              <a:blip r:embed="rId37">
                <a:extLst>
                  <a:ext uri="{28A0092B-C50C-407E-A947-70E740481C1C}">
                    <a14:useLocalDpi xmlns:a14="http://schemas.microsoft.com/office/drawing/2010/main" val="0"/>
                  </a:ext>
                  <a:ext uri="{96DAC541-7B7A-43D3-8B79-37D633B846F1}">
                    <asvg:svgBlip xmlns:asvg="http://schemas.microsoft.com/office/drawing/2016/SVG/main" r:embed="rId38"/>
                  </a:ext>
                </a:extLst>
              </a:blip>
              <a:srcRect t="18238"/>
              <a:stretch/>
            </p:blipFill>
            <p:spPr>
              <a:xfrm>
                <a:off x="10277011" y="1472184"/>
                <a:ext cx="549485" cy="449268"/>
              </a:xfrm>
              <a:prstGeom prst="rect">
                <a:avLst/>
              </a:prstGeom>
            </p:spPr>
          </p:pic>
          <p:pic>
            <p:nvPicPr>
              <p:cNvPr id="93" name="Graphique 92" descr="Feu de camp avec un remplissage uni">
                <a:extLst>
                  <a:ext uri="{FF2B5EF4-FFF2-40B4-BE49-F238E27FC236}">
                    <a16:creationId xmlns:a16="http://schemas.microsoft.com/office/drawing/2014/main" id="{B4E82DFC-8598-4C35-98D4-7F780E797AF5}"/>
                  </a:ext>
                </a:extLst>
              </p:cNvPr>
              <p:cNvPicPr>
                <a:picLocks noChangeAspect="1"/>
              </p:cNvPicPr>
              <p:nvPr/>
            </p:nvPicPr>
            <p:blipFill>
              <a:blip r:embed="rId39">
                <a:extLst>
                  <a:ext uri="{28A0092B-C50C-407E-A947-70E740481C1C}">
                    <a14:useLocalDpi xmlns:a14="http://schemas.microsoft.com/office/drawing/2010/main" val="0"/>
                  </a:ext>
                  <a:ext uri="{96DAC541-7B7A-43D3-8B79-37D633B846F1}">
                    <asvg:svgBlip xmlns:asvg="http://schemas.microsoft.com/office/drawing/2016/SVG/main" r:embed="rId40"/>
                  </a:ext>
                </a:extLst>
              </a:blip>
              <a:stretch>
                <a:fillRect/>
              </a:stretch>
            </p:blipFill>
            <p:spPr>
              <a:xfrm>
                <a:off x="10479410" y="1657308"/>
                <a:ext cx="150490" cy="150490"/>
              </a:xfrm>
              <a:prstGeom prst="rect">
                <a:avLst/>
              </a:prstGeom>
            </p:spPr>
          </p:pic>
        </p:grpSp>
      </p:grpSp>
      <p:pic>
        <p:nvPicPr>
          <p:cNvPr id="94" name="Graphique 93" descr="Courir avec un remplissage uni">
            <a:extLst>
              <a:ext uri="{FF2B5EF4-FFF2-40B4-BE49-F238E27FC236}">
                <a16:creationId xmlns:a16="http://schemas.microsoft.com/office/drawing/2014/main" id="{B04C42FA-73BF-428C-80B9-656C1A53DC8A}"/>
              </a:ext>
            </a:extLst>
          </p:cNvPr>
          <p:cNvPicPr>
            <a:picLocks noChangeAspect="1"/>
          </p:cNvPicPr>
          <p:nvPr/>
        </p:nvPicPr>
        <p:blipFill>
          <a:blip r:embed="rId41">
            <a:extLst>
              <a:ext uri="{28A0092B-C50C-407E-A947-70E740481C1C}">
                <a14:useLocalDpi xmlns:a14="http://schemas.microsoft.com/office/drawing/2010/main" val="0"/>
              </a:ext>
              <a:ext uri="{96DAC541-7B7A-43D3-8B79-37D633B846F1}">
                <asvg:svgBlip xmlns:asvg="http://schemas.microsoft.com/office/drawing/2016/SVG/main" r:embed="rId42"/>
              </a:ext>
            </a:extLst>
          </a:blip>
          <a:stretch>
            <a:fillRect/>
          </a:stretch>
        </p:blipFill>
        <p:spPr>
          <a:xfrm rot="20329753">
            <a:off x="2403142" y="4273805"/>
            <a:ext cx="996670" cy="996670"/>
          </a:xfrm>
          <a:prstGeom prst="rect">
            <a:avLst/>
          </a:prstGeom>
        </p:spPr>
      </p:pic>
      <p:pic>
        <p:nvPicPr>
          <p:cNvPr id="95" name="Graphique 94" descr="Courir avec un remplissage uni">
            <a:extLst>
              <a:ext uri="{FF2B5EF4-FFF2-40B4-BE49-F238E27FC236}">
                <a16:creationId xmlns:a16="http://schemas.microsoft.com/office/drawing/2014/main" id="{50B60252-AF2D-4B7F-A1DC-485C9C3AA63E}"/>
              </a:ext>
            </a:extLst>
          </p:cNvPr>
          <p:cNvPicPr>
            <a:picLocks noChangeAspect="1"/>
          </p:cNvPicPr>
          <p:nvPr/>
        </p:nvPicPr>
        <p:blipFill>
          <a:blip r:embed="rId43">
            <a:extLst>
              <a:ext uri="{28A0092B-C50C-407E-A947-70E740481C1C}">
                <a14:useLocalDpi xmlns:a14="http://schemas.microsoft.com/office/drawing/2010/main" val="0"/>
              </a:ext>
              <a:ext uri="{96DAC541-7B7A-43D3-8B79-37D633B846F1}">
                <asvg:svgBlip xmlns:asvg="http://schemas.microsoft.com/office/drawing/2016/SVG/main" r:embed="rId44"/>
              </a:ext>
            </a:extLst>
          </a:blip>
          <a:stretch>
            <a:fillRect/>
          </a:stretch>
        </p:blipFill>
        <p:spPr>
          <a:xfrm rot="19825324">
            <a:off x="2127358" y="4530641"/>
            <a:ext cx="996670" cy="996670"/>
          </a:xfrm>
          <a:prstGeom prst="rect">
            <a:avLst/>
          </a:prstGeom>
        </p:spPr>
      </p:pic>
      <p:pic>
        <p:nvPicPr>
          <p:cNvPr id="96" name="Graphique 95" descr="Courir avec un remplissage uni">
            <a:extLst>
              <a:ext uri="{FF2B5EF4-FFF2-40B4-BE49-F238E27FC236}">
                <a16:creationId xmlns:a16="http://schemas.microsoft.com/office/drawing/2014/main" id="{E60490A9-530E-4842-BF2D-DFD64B424B8E}"/>
              </a:ext>
            </a:extLst>
          </p:cNvPr>
          <p:cNvPicPr>
            <a:picLocks noChangeAspect="1"/>
          </p:cNvPicPr>
          <p:nvPr/>
        </p:nvPicPr>
        <p:blipFill>
          <a:blip r:embed="rId43">
            <a:extLst>
              <a:ext uri="{28A0092B-C50C-407E-A947-70E740481C1C}">
                <a14:useLocalDpi xmlns:a14="http://schemas.microsoft.com/office/drawing/2010/main" val="0"/>
              </a:ext>
              <a:ext uri="{96DAC541-7B7A-43D3-8B79-37D633B846F1}">
                <asvg:svgBlip xmlns:asvg="http://schemas.microsoft.com/office/drawing/2016/SVG/main" r:embed="rId44"/>
              </a:ext>
            </a:extLst>
          </a:blip>
          <a:stretch>
            <a:fillRect/>
          </a:stretch>
        </p:blipFill>
        <p:spPr>
          <a:xfrm rot="19771585">
            <a:off x="1567404" y="4446924"/>
            <a:ext cx="1056352" cy="1056352"/>
          </a:xfrm>
          <a:prstGeom prst="rect">
            <a:avLst/>
          </a:prstGeom>
        </p:spPr>
      </p:pic>
      <p:pic>
        <p:nvPicPr>
          <p:cNvPr id="97" name="Graphique 96" descr="Courir avec un remplissage uni">
            <a:extLst>
              <a:ext uri="{FF2B5EF4-FFF2-40B4-BE49-F238E27FC236}">
                <a16:creationId xmlns:a16="http://schemas.microsoft.com/office/drawing/2014/main" id="{0708065B-E62D-495A-BEFD-613E49E56458}"/>
              </a:ext>
            </a:extLst>
          </p:cNvPr>
          <p:cNvPicPr>
            <a:picLocks noChangeAspect="1"/>
          </p:cNvPicPr>
          <p:nvPr/>
        </p:nvPicPr>
        <p:blipFill>
          <a:blip r:embed="rId43">
            <a:extLst>
              <a:ext uri="{28A0092B-C50C-407E-A947-70E740481C1C}">
                <a14:useLocalDpi xmlns:a14="http://schemas.microsoft.com/office/drawing/2010/main" val="0"/>
              </a:ext>
              <a:ext uri="{96DAC541-7B7A-43D3-8B79-37D633B846F1}">
                <asvg:svgBlip xmlns:asvg="http://schemas.microsoft.com/office/drawing/2016/SVG/main" r:embed="rId44"/>
              </a:ext>
            </a:extLst>
          </a:blip>
          <a:stretch>
            <a:fillRect/>
          </a:stretch>
        </p:blipFill>
        <p:spPr>
          <a:xfrm rot="20329753">
            <a:off x="2676541" y="4888395"/>
            <a:ext cx="996670" cy="996670"/>
          </a:xfrm>
          <a:prstGeom prst="rect">
            <a:avLst/>
          </a:prstGeom>
        </p:spPr>
      </p:pic>
      <p:grpSp>
        <p:nvGrpSpPr>
          <p:cNvPr id="5" name="Groupe 4">
            <a:extLst>
              <a:ext uri="{FF2B5EF4-FFF2-40B4-BE49-F238E27FC236}">
                <a16:creationId xmlns:a16="http://schemas.microsoft.com/office/drawing/2014/main" id="{F10DA028-0042-48DF-A108-3A8AD29B9C2B}"/>
              </a:ext>
            </a:extLst>
          </p:cNvPr>
          <p:cNvGrpSpPr/>
          <p:nvPr/>
        </p:nvGrpSpPr>
        <p:grpSpPr>
          <a:xfrm>
            <a:off x="393993" y="5679813"/>
            <a:ext cx="1236325" cy="844799"/>
            <a:chOff x="166277" y="5283586"/>
            <a:chExt cx="1871180" cy="1278605"/>
          </a:xfrm>
          <a:solidFill>
            <a:schemeClr val="bg1">
              <a:lumMod val="85000"/>
            </a:schemeClr>
          </a:solidFill>
        </p:grpSpPr>
        <p:pic>
          <p:nvPicPr>
            <p:cNvPr id="98" name="Graphique 97" descr="Marcher avec un remplissage uni">
              <a:extLst>
                <a:ext uri="{FF2B5EF4-FFF2-40B4-BE49-F238E27FC236}">
                  <a16:creationId xmlns:a16="http://schemas.microsoft.com/office/drawing/2014/main" id="{8E4A7AD5-B7BF-4659-8C23-1535C60C4574}"/>
                </a:ext>
              </a:extLst>
            </p:cNvPr>
            <p:cNvPicPr>
              <a:picLocks noChangeAspect="1"/>
            </p:cNvPicPr>
            <p:nvPr/>
          </p:nvPicPr>
          <p:blipFill>
            <a:blip r:embed="rId45">
              <a:extLst>
                <a:ext uri="{28A0092B-C50C-407E-A947-70E740481C1C}">
                  <a14:useLocalDpi xmlns:a14="http://schemas.microsoft.com/office/drawing/2010/main" val="0"/>
                </a:ext>
                <a:ext uri="{96DAC541-7B7A-43D3-8B79-37D633B846F1}">
                  <asvg:svgBlip xmlns:asvg="http://schemas.microsoft.com/office/drawing/2016/SVG/main" r:embed="rId46"/>
                </a:ext>
              </a:extLst>
            </a:blip>
            <a:stretch>
              <a:fillRect/>
            </a:stretch>
          </p:blipFill>
          <p:spPr>
            <a:xfrm>
              <a:off x="166277" y="5285483"/>
              <a:ext cx="914400" cy="914400"/>
            </a:xfrm>
            <a:prstGeom prst="rect">
              <a:avLst/>
            </a:prstGeom>
          </p:spPr>
        </p:pic>
        <p:pic>
          <p:nvPicPr>
            <p:cNvPr id="99" name="Graphique 98" descr="Marcher avec un remplissage uni">
              <a:extLst>
                <a:ext uri="{FF2B5EF4-FFF2-40B4-BE49-F238E27FC236}">
                  <a16:creationId xmlns:a16="http://schemas.microsoft.com/office/drawing/2014/main" id="{B9670EE4-6806-464A-93C0-D16DD1976DAD}"/>
                </a:ext>
              </a:extLst>
            </p:cNvPr>
            <p:cNvPicPr>
              <a:picLocks noChangeAspect="1"/>
            </p:cNvPicPr>
            <p:nvPr/>
          </p:nvPicPr>
          <p:blipFill>
            <a:blip r:embed="rId45">
              <a:extLst>
                <a:ext uri="{28A0092B-C50C-407E-A947-70E740481C1C}">
                  <a14:useLocalDpi xmlns:a14="http://schemas.microsoft.com/office/drawing/2010/main" val="0"/>
                </a:ext>
                <a:ext uri="{96DAC541-7B7A-43D3-8B79-37D633B846F1}">
                  <asvg:svgBlip xmlns:asvg="http://schemas.microsoft.com/office/drawing/2016/SVG/main" r:embed="rId46"/>
                </a:ext>
              </a:extLst>
            </a:blip>
            <a:stretch>
              <a:fillRect/>
            </a:stretch>
          </p:blipFill>
          <p:spPr>
            <a:xfrm>
              <a:off x="483248" y="5526389"/>
              <a:ext cx="914400" cy="914400"/>
            </a:xfrm>
            <a:prstGeom prst="rect">
              <a:avLst/>
            </a:prstGeom>
          </p:spPr>
        </p:pic>
        <p:pic>
          <p:nvPicPr>
            <p:cNvPr id="100" name="Graphique 99" descr="Marcher avec un remplissage uni">
              <a:extLst>
                <a:ext uri="{FF2B5EF4-FFF2-40B4-BE49-F238E27FC236}">
                  <a16:creationId xmlns:a16="http://schemas.microsoft.com/office/drawing/2014/main" id="{F25F2A01-573C-4114-B2FC-8E25A5694262}"/>
                </a:ext>
              </a:extLst>
            </p:cNvPr>
            <p:cNvPicPr>
              <a:picLocks noChangeAspect="1"/>
            </p:cNvPicPr>
            <p:nvPr/>
          </p:nvPicPr>
          <p:blipFill>
            <a:blip r:embed="rId45">
              <a:extLst>
                <a:ext uri="{28A0092B-C50C-407E-A947-70E740481C1C}">
                  <a14:useLocalDpi xmlns:a14="http://schemas.microsoft.com/office/drawing/2010/main" val="0"/>
                </a:ext>
                <a:ext uri="{96DAC541-7B7A-43D3-8B79-37D633B846F1}">
                  <asvg:svgBlip xmlns:asvg="http://schemas.microsoft.com/office/drawing/2016/SVG/main" r:embed="rId46"/>
                </a:ext>
              </a:extLst>
            </a:blip>
            <a:stretch>
              <a:fillRect/>
            </a:stretch>
          </p:blipFill>
          <p:spPr>
            <a:xfrm>
              <a:off x="883081" y="5283586"/>
              <a:ext cx="914400" cy="914400"/>
            </a:xfrm>
            <a:prstGeom prst="rect">
              <a:avLst/>
            </a:prstGeom>
          </p:spPr>
        </p:pic>
        <p:pic>
          <p:nvPicPr>
            <p:cNvPr id="101" name="Graphique 100" descr="Marcher avec un remplissage uni">
              <a:extLst>
                <a:ext uri="{FF2B5EF4-FFF2-40B4-BE49-F238E27FC236}">
                  <a16:creationId xmlns:a16="http://schemas.microsoft.com/office/drawing/2014/main" id="{D2EC41DE-C154-4A02-A645-87CD77BC3D64}"/>
                </a:ext>
              </a:extLst>
            </p:cNvPr>
            <p:cNvPicPr>
              <a:picLocks noChangeAspect="1"/>
            </p:cNvPicPr>
            <p:nvPr/>
          </p:nvPicPr>
          <p:blipFill>
            <a:blip r:embed="rId45">
              <a:extLst>
                <a:ext uri="{28A0092B-C50C-407E-A947-70E740481C1C}">
                  <a14:useLocalDpi xmlns:a14="http://schemas.microsoft.com/office/drawing/2010/main" val="0"/>
                </a:ext>
                <a:ext uri="{96DAC541-7B7A-43D3-8B79-37D633B846F1}">
                  <asvg:svgBlip xmlns:asvg="http://schemas.microsoft.com/office/drawing/2016/SVG/main" r:embed="rId46"/>
                </a:ext>
              </a:extLst>
            </a:blip>
            <a:stretch>
              <a:fillRect/>
            </a:stretch>
          </p:blipFill>
          <p:spPr>
            <a:xfrm>
              <a:off x="1123057" y="5647791"/>
              <a:ext cx="914400" cy="914400"/>
            </a:xfrm>
            <a:prstGeom prst="rect">
              <a:avLst/>
            </a:prstGeom>
          </p:spPr>
        </p:pic>
      </p:grpSp>
    </p:spTree>
    <p:extLst>
      <p:ext uri="{BB962C8B-B14F-4D97-AF65-F5344CB8AC3E}">
        <p14:creationId xmlns:p14="http://schemas.microsoft.com/office/powerpoint/2010/main" val="197095852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9EF4863D-5658-4E86-8AC4-11B834FACC48}"/>
              </a:ext>
            </a:extLst>
          </p:cNvPr>
          <p:cNvSpPr/>
          <p:nvPr/>
        </p:nvSpPr>
        <p:spPr>
          <a:xfrm>
            <a:off x="6166155"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lèche : droite 8">
            <a:extLst>
              <a:ext uri="{FF2B5EF4-FFF2-40B4-BE49-F238E27FC236}">
                <a16:creationId xmlns:a16="http://schemas.microsoft.com/office/drawing/2014/main" id="{7C8B43CD-F96F-470F-8892-4E5D4B589D26}"/>
              </a:ext>
            </a:extLst>
          </p:cNvPr>
          <p:cNvSpPr/>
          <p:nvPr/>
        </p:nvSpPr>
        <p:spPr>
          <a:xfrm>
            <a:off x="768096" y="2764017"/>
            <a:ext cx="4901184" cy="470429"/>
          </a:xfrm>
          <a:prstGeom prst="rightArrow">
            <a:avLst>
              <a:gd name="adj1" fmla="val 38889"/>
              <a:gd name="adj2" fmla="val 103333"/>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4916177C-83B1-4835-883C-A2A4C1B4FA03}"/>
              </a:ext>
            </a:extLst>
          </p:cNvPr>
          <p:cNvSpPr/>
          <p:nvPr/>
        </p:nvSpPr>
        <p:spPr>
          <a:xfrm>
            <a:off x="1152144" y="2764017"/>
            <a:ext cx="470429" cy="470429"/>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2" name="Ellipse 71">
            <a:extLst>
              <a:ext uri="{FF2B5EF4-FFF2-40B4-BE49-F238E27FC236}">
                <a16:creationId xmlns:a16="http://schemas.microsoft.com/office/drawing/2014/main" id="{7D0C2E6E-5CC8-4CB5-8AAF-0D78E50BA15D}"/>
              </a:ext>
            </a:extLst>
          </p:cNvPr>
          <p:cNvSpPr/>
          <p:nvPr/>
        </p:nvSpPr>
        <p:spPr>
          <a:xfrm>
            <a:off x="4014216" y="2764017"/>
            <a:ext cx="470429" cy="470429"/>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3" name="Graphique 72" descr="Maison rénovée (avec étincelles) avec un remplissage uni">
            <a:extLst>
              <a:ext uri="{FF2B5EF4-FFF2-40B4-BE49-F238E27FC236}">
                <a16:creationId xmlns:a16="http://schemas.microsoft.com/office/drawing/2014/main" id="{8C557F33-D0B1-4CFD-A921-A44170A9589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90618" y="798653"/>
            <a:ext cx="1722561" cy="1722561"/>
          </a:xfrm>
          <a:prstGeom prst="rect">
            <a:avLst/>
          </a:prstGeom>
        </p:spPr>
      </p:pic>
      <p:pic>
        <p:nvPicPr>
          <p:cNvPr id="80" name="Graphique 79" descr="Réussite du groupe avec un remplissage uni">
            <a:extLst>
              <a:ext uri="{FF2B5EF4-FFF2-40B4-BE49-F238E27FC236}">
                <a16:creationId xmlns:a16="http://schemas.microsoft.com/office/drawing/2014/main" id="{79F23AC1-D85E-4AE8-A93E-EB001DB1D85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46527" y="1712215"/>
            <a:ext cx="1176884" cy="1176884"/>
          </a:xfrm>
          <a:prstGeom prst="rect">
            <a:avLst/>
          </a:prstGeom>
        </p:spPr>
      </p:pic>
      <p:pic>
        <p:nvPicPr>
          <p:cNvPr id="81" name="Graphique 80" descr="Réussite du groupe avec un remplissage uni">
            <a:extLst>
              <a:ext uri="{FF2B5EF4-FFF2-40B4-BE49-F238E27FC236}">
                <a16:creationId xmlns:a16="http://schemas.microsoft.com/office/drawing/2014/main" id="{17792031-863C-4E5A-9288-9782E2E54E6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02454" y="1659933"/>
            <a:ext cx="1176884" cy="1176884"/>
          </a:xfrm>
          <a:prstGeom prst="rect">
            <a:avLst/>
          </a:prstGeom>
        </p:spPr>
      </p:pic>
      <p:sp>
        <p:nvSpPr>
          <p:cNvPr id="11" name="Phylactère : pensées 10">
            <a:extLst>
              <a:ext uri="{FF2B5EF4-FFF2-40B4-BE49-F238E27FC236}">
                <a16:creationId xmlns:a16="http://schemas.microsoft.com/office/drawing/2014/main" id="{960FF935-FE3C-4AC6-8BF3-428246B14FF4}"/>
              </a:ext>
            </a:extLst>
          </p:cNvPr>
          <p:cNvSpPr/>
          <p:nvPr/>
        </p:nvSpPr>
        <p:spPr>
          <a:xfrm>
            <a:off x="2891610" y="798653"/>
            <a:ext cx="2704518" cy="1176885"/>
          </a:xfrm>
          <a:prstGeom prst="cloudCallout">
            <a:avLst>
              <a:gd name="adj1" fmla="val -62263"/>
              <a:gd name="adj2" fmla="val 53383"/>
            </a:avLst>
          </a:prstGeom>
          <a:noFill/>
          <a:ln w="3810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02" name="Graphique 101" descr="Maison rénovée (avec étincelles) avec un remplissage uni">
            <a:extLst>
              <a:ext uri="{FF2B5EF4-FFF2-40B4-BE49-F238E27FC236}">
                <a16:creationId xmlns:a16="http://schemas.microsoft.com/office/drawing/2014/main" id="{AB48317B-0220-4C3A-B0B9-9411DB55BF9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187952" y="874342"/>
            <a:ext cx="837873" cy="837873"/>
          </a:xfrm>
          <a:prstGeom prst="rect">
            <a:avLst/>
          </a:prstGeom>
        </p:spPr>
      </p:pic>
      <p:pic>
        <p:nvPicPr>
          <p:cNvPr id="13" name="Graphique 12" descr="Signe pouce en haut avec un remplissage uni">
            <a:extLst>
              <a:ext uri="{FF2B5EF4-FFF2-40B4-BE49-F238E27FC236}">
                <a16:creationId xmlns:a16="http://schemas.microsoft.com/office/drawing/2014/main" id="{31DC56F5-91ED-4856-AFAC-19685105577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749254" y="1240929"/>
            <a:ext cx="529924" cy="529924"/>
          </a:xfrm>
          <a:prstGeom prst="rect">
            <a:avLst/>
          </a:prstGeom>
        </p:spPr>
      </p:pic>
      <p:sp>
        <p:nvSpPr>
          <p:cNvPr id="104" name="Flèche : droite 103">
            <a:extLst>
              <a:ext uri="{FF2B5EF4-FFF2-40B4-BE49-F238E27FC236}">
                <a16:creationId xmlns:a16="http://schemas.microsoft.com/office/drawing/2014/main" id="{1E4F9F84-8E18-49C5-BAAE-B1CB949FA318}"/>
              </a:ext>
            </a:extLst>
          </p:cNvPr>
          <p:cNvSpPr/>
          <p:nvPr/>
        </p:nvSpPr>
        <p:spPr>
          <a:xfrm>
            <a:off x="6741173" y="2653884"/>
            <a:ext cx="4901184" cy="470429"/>
          </a:xfrm>
          <a:prstGeom prst="rightArrow">
            <a:avLst>
              <a:gd name="adj1" fmla="val 38889"/>
              <a:gd name="adj2" fmla="val 103333"/>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5" name="Ellipse 104">
            <a:extLst>
              <a:ext uri="{FF2B5EF4-FFF2-40B4-BE49-F238E27FC236}">
                <a16:creationId xmlns:a16="http://schemas.microsoft.com/office/drawing/2014/main" id="{458EF788-C68A-4F9D-8D2F-2BCB386013FA}"/>
              </a:ext>
            </a:extLst>
          </p:cNvPr>
          <p:cNvSpPr/>
          <p:nvPr/>
        </p:nvSpPr>
        <p:spPr>
          <a:xfrm>
            <a:off x="7125221" y="2653884"/>
            <a:ext cx="470429" cy="470429"/>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6" name="Ellipse 105">
            <a:extLst>
              <a:ext uri="{FF2B5EF4-FFF2-40B4-BE49-F238E27FC236}">
                <a16:creationId xmlns:a16="http://schemas.microsoft.com/office/drawing/2014/main" id="{AEE9FE3A-B2C8-4C78-A6D5-E6AFEFD00314}"/>
              </a:ext>
            </a:extLst>
          </p:cNvPr>
          <p:cNvSpPr/>
          <p:nvPr/>
        </p:nvSpPr>
        <p:spPr>
          <a:xfrm>
            <a:off x="9987293" y="2653884"/>
            <a:ext cx="470429" cy="470429"/>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07" name="Graphique 106" descr="Maison rénovée (avec étincelles) avec un remplissage uni">
            <a:extLst>
              <a:ext uri="{FF2B5EF4-FFF2-40B4-BE49-F238E27FC236}">
                <a16:creationId xmlns:a16="http://schemas.microsoft.com/office/drawing/2014/main" id="{EC283E6D-52F8-4383-A11B-52BB1B14A21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231384" y="673571"/>
            <a:ext cx="1722561" cy="1722561"/>
          </a:xfrm>
          <a:prstGeom prst="rect">
            <a:avLst/>
          </a:prstGeom>
        </p:spPr>
      </p:pic>
      <p:pic>
        <p:nvPicPr>
          <p:cNvPr id="108" name="Graphique 107" descr="Réussite du groupe avec un remplissage uni">
            <a:extLst>
              <a:ext uri="{FF2B5EF4-FFF2-40B4-BE49-F238E27FC236}">
                <a16:creationId xmlns:a16="http://schemas.microsoft.com/office/drawing/2014/main" id="{D08C27DE-0208-4152-A1A2-652C1135800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987293" y="1587133"/>
            <a:ext cx="1176884" cy="1176884"/>
          </a:xfrm>
          <a:prstGeom prst="rect">
            <a:avLst/>
          </a:prstGeom>
        </p:spPr>
      </p:pic>
      <p:pic>
        <p:nvPicPr>
          <p:cNvPr id="109" name="Graphique 108" descr="Réussite du groupe avec un remplissage uni">
            <a:extLst>
              <a:ext uri="{FF2B5EF4-FFF2-40B4-BE49-F238E27FC236}">
                <a16:creationId xmlns:a16="http://schemas.microsoft.com/office/drawing/2014/main" id="{04BCDA9B-0940-4C35-AD98-0CB2A8411E7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943220" y="1534851"/>
            <a:ext cx="1176884" cy="1176884"/>
          </a:xfrm>
          <a:prstGeom prst="rect">
            <a:avLst/>
          </a:prstGeom>
        </p:spPr>
      </p:pic>
      <p:sp>
        <p:nvSpPr>
          <p:cNvPr id="112" name="Phylactère : pensées 111">
            <a:extLst>
              <a:ext uri="{FF2B5EF4-FFF2-40B4-BE49-F238E27FC236}">
                <a16:creationId xmlns:a16="http://schemas.microsoft.com/office/drawing/2014/main" id="{0BEEF217-DF4A-4C3D-B391-DBA11F19E98E}"/>
              </a:ext>
            </a:extLst>
          </p:cNvPr>
          <p:cNvSpPr/>
          <p:nvPr/>
        </p:nvSpPr>
        <p:spPr>
          <a:xfrm>
            <a:off x="6310353" y="652486"/>
            <a:ext cx="2704518" cy="1176885"/>
          </a:xfrm>
          <a:prstGeom prst="cloudCallout">
            <a:avLst>
              <a:gd name="adj1" fmla="val 58439"/>
              <a:gd name="adj2" fmla="val 39398"/>
            </a:avLst>
          </a:prstGeom>
          <a:noFill/>
          <a:ln w="3810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13" name="Graphique 112" descr="Pyramide avec un remplissage uni">
            <a:extLst>
              <a:ext uri="{FF2B5EF4-FFF2-40B4-BE49-F238E27FC236}">
                <a16:creationId xmlns:a16="http://schemas.microsoft.com/office/drawing/2014/main" id="{9527F954-2694-49D0-83E3-E1CC33EBBAE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210350" y="1005218"/>
            <a:ext cx="238688" cy="238688"/>
          </a:xfrm>
          <a:prstGeom prst="rect">
            <a:avLst/>
          </a:prstGeom>
        </p:spPr>
      </p:pic>
      <p:cxnSp>
        <p:nvCxnSpPr>
          <p:cNvPr id="114" name="Connecteur droit avec flèche 113">
            <a:extLst>
              <a:ext uri="{FF2B5EF4-FFF2-40B4-BE49-F238E27FC236}">
                <a16:creationId xmlns:a16="http://schemas.microsoft.com/office/drawing/2014/main" id="{F0A55535-BD13-4E68-8378-A3B6736B840F}"/>
              </a:ext>
            </a:extLst>
          </p:cNvPr>
          <p:cNvCxnSpPr>
            <a:cxnSpLocks/>
          </p:cNvCxnSpPr>
          <p:nvPr/>
        </p:nvCxnSpPr>
        <p:spPr>
          <a:xfrm>
            <a:off x="6941945" y="1264220"/>
            <a:ext cx="100084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16" name="Graphique 115" descr="Scène de château avec un remplissage uni">
            <a:extLst>
              <a:ext uri="{FF2B5EF4-FFF2-40B4-BE49-F238E27FC236}">
                <a16:creationId xmlns:a16="http://schemas.microsoft.com/office/drawing/2014/main" id="{C1C7A98B-DC2D-461C-991F-5B4CACCB6D6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556731" y="1019433"/>
            <a:ext cx="217484" cy="217484"/>
          </a:xfrm>
          <a:prstGeom prst="rect">
            <a:avLst/>
          </a:prstGeom>
        </p:spPr>
      </p:pic>
      <p:pic>
        <p:nvPicPr>
          <p:cNvPr id="117" name="Graphique 116" descr="Feu de camp avec un remplissage uni">
            <a:extLst>
              <a:ext uri="{FF2B5EF4-FFF2-40B4-BE49-F238E27FC236}">
                <a16:creationId xmlns:a16="http://schemas.microsoft.com/office/drawing/2014/main" id="{14E70D10-3D3C-48DF-987F-3B7E04F3B9CA}"/>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892470" y="1005218"/>
            <a:ext cx="217484" cy="217484"/>
          </a:xfrm>
          <a:prstGeom prst="rect">
            <a:avLst/>
          </a:prstGeom>
        </p:spPr>
      </p:pic>
      <p:grpSp>
        <p:nvGrpSpPr>
          <p:cNvPr id="118" name="Groupe 117">
            <a:extLst>
              <a:ext uri="{FF2B5EF4-FFF2-40B4-BE49-F238E27FC236}">
                <a16:creationId xmlns:a16="http://schemas.microsoft.com/office/drawing/2014/main" id="{07471AD5-8D45-4505-8E87-006323D6DDF0}"/>
              </a:ext>
            </a:extLst>
          </p:cNvPr>
          <p:cNvGrpSpPr/>
          <p:nvPr/>
        </p:nvGrpSpPr>
        <p:grpSpPr>
          <a:xfrm>
            <a:off x="8009951" y="874342"/>
            <a:ext cx="499530" cy="538119"/>
            <a:chOff x="5046941" y="2636554"/>
            <a:chExt cx="550624" cy="593160"/>
          </a:xfrm>
        </p:grpSpPr>
        <p:pic>
          <p:nvPicPr>
            <p:cNvPr id="119" name="Graphique 118" descr="Monde avec un remplissage uni">
              <a:extLst>
                <a:ext uri="{FF2B5EF4-FFF2-40B4-BE49-F238E27FC236}">
                  <a16:creationId xmlns:a16="http://schemas.microsoft.com/office/drawing/2014/main" id="{A3F28C23-4496-4BCF-B961-07583884DFBA}"/>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7173" r="-1"/>
            <a:stretch/>
          </p:blipFill>
          <p:spPr>
            <a:xfrm>
              <a:off x="5046941" y="2636554"/>
              <a:ext cx="550624" cy="593160"/>
            </a:xfrm>
            <a:prstGeom prst="rect">
              <a:avLst/>
            </a:prstGeom>
          </p:spPr>
        </p:pic>
        <p:pic>
          <p:nvPicPr>
            <p:cNvPr id="120" name="Graphique 119" descr="Monde avec un remplissage uni">
              <a:extLst>
                <a:ext uri="{FF2B5EF4-FFF2-40B4-BE49-F238E27FC236}">
                  <a16:creationId xmlns:a16="http://schemas.microsoft.com/office/drawing/2014/main" id="{1373F75E-3013-46B5-9E20-EB9D137A4A0C}"/>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29716" t="30008" r="27849" b="30408"/>
            <a:stretch/>
          </p:blipFill>
          <p:spPr>
            <a:xfrm>
              <a:off x="5180657" y="2809632"/>
              <a:ext cx="251709" cy="234792"/>
            </a:xfrm>
            <a:prstGeom prst="rect">
              <a:avLst/>
            </a:prstGeom>
          </p:spPr>
        </p:pic>
      </p:grpSp>
      <p:pic>
        <p:nvPicPr>
          <p:cNvPr id="29" name="Graphique 28" descr="Colonne grecque avec un remplissage uni">
            <a:extLst>
              <a:ext uri="{FF2B5EF4-FFF2-40B4-BE49-F238E27FC236}">
                <a16:creationId xmlns:a16="http://schemas.microsoft.com/office/drawing/2014/main" id="{D7A97285-DD32-4977-8DAF-5FBE5FAE0FCD}"/>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t="-1" b="11403"/>
          <a:stretch/>
        </p:blipFill>
        <p:spPr>
          <a:xfrm>
            <a:off x="2357526" y="5319728"/>
            <a:ext cx="1550766" cy="1373935"/>
          </a:xfrm>
          <a:prstGeom prst="rect">
            <a:avLst/>
          </a:prstGeom>
        </p:spPr>
      </p:pic>
      <p:pic>
        <p:nvPicPr>
          <p:cNvPr id="36" name="Graphique 35" descr="Cube avec un remplissage uni">
            <a:extLst>
              <a:ext uri="{FF2B5EF4-FFF2-40B4-BE49-F238E27FC236}">
                <a16:creationId xmlns:a16="http://schemas.microsoft.com/office/drawing/2014/main" id="{4D08010E-DE28-4480-937B-EE79FFD6B505}"/>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2477691" y="4245608"/>
            <a:ext cx="1338507" cy="1338507"/>
          </a:xfrm>
          <a:prstGeom prst="rect">
            <a:avLst/>
          </a:prstGeom>
        </p:spPr>
      </p:pic>
      <p:pic>
        <p:nvPicPr>
          <p:cNvPr id="37" name="Graphique 36" descr="Colonne grecque avec un remplissage uni">
            <a:extLst>
              <a:ext uri="{FF2B5EF4-FFF2-40B4-BE49-F238E27FC236}">
                <a16:creationId xmlns:a16="http://schemas.microsoft.com/office/drawing/2014/main" id="{63195897-92E7-4C1D-98A6-5E5C3635A894}"/>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t="-1" b="11403"/>
          <a:stretch/>
        </p:blipFill>
        <p:spPr>
          <a:xfrm>
            <a:off x="7882842" y="5168212"/>
            <a:ext cx="1550766" cy="1373935"/>
          </a:xfrm>
          <a:prstGeom prst="rect">
            <a:avLst/>
          </a:prstGeom>
        </p:spPr>
      </p:pic>
      <p:pic>
        <p:nvPicPr>
          <p:cNvPr id="8" name="Graphique 7" descr="Excalibur avec un remplissage uni">
            <a:extLst>
              <a:ext uri="{FF2B5EF4-FFF2-40B4-BE49-F238E27FC236}">
                <a16:creationId xmlns:a16="http://schemas.microsoft.com/office/drawing/2014/main" id="{E606E912-68D0-42E1-B00C-1F963EF3AAD1}"/>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8175123" y="4396556"/>
            <a:ext cx="914400" cy="914400"/>
          </a:xfrm>
          <a:prstGeom prst="rect">
            <a:avLst/>
          </a:prstGeom>
        </p:spPr>
      </p:pic>
      <p:pic>
        <p:nvPicPr>
          <p:cNvPr id="14" name="Graphique 13" descr="Dragon avec un remplissage uni">
            <a:extLst>
              <a:ext uri="{FF2B5EF4-FFF2-40B4-BE49-F238E27FC236}">
                <a16:creationId xmlns:a16="http://schemas.microsoft.com/office/drawing/2014/main" id="{C87118B2-4A7C-44A4-9F34-6DB96DF1727B}"/>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9345452" y="3972539"/>
            <a:ext cx="914400" cy="914400"/>
          </a:xfrm>
          <a:prstGeom prst="rect">
            <a:avLst/>
          </a:prstGeom>
        </p:spPr>
      </p:pic>
      <p:sp>
        <p:nvSpPr>
          <p:cNvPr id="16" name="Bulle narrative : ronde 15">
            <a:extLst>
              <a:ext uri="{FF2B5EF4-FFF2-40B4-BE49-F238E27FC236}">
                <a16:creationId xmlns:a16="http://schemas.microsoft.com/office/drawing/2014/main" id="{7E0A2DDC-8B52-45B5-A2CF-278987FE3350}"/>
              </a:ext>
            </a:extLst>
          </p:cNvPr>
          <p:cNvSpPr/>
          <p:nvPr/>
        </p:nvSpPr>
        <p:spPr>
          <a:xfrm>
            <a:off x="6438900" y="3763456"/>
            <a:ext cx="4438650" cy="1547500"/>
          </a:xfrm>
          <a:prstGeom prst="wedgeEllipseCallout">
            <a:avLst>
              <a:gd name="adj1" fmla="val 71013"/>
              <a:gd name="adj2" fmla="val 4465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8" name="Graphique 17" descr="Feu avec un remplissage uni">
            <a:extLst>
              <a:ext uri="{FF2B5EF4-FFF2-40B4-BE49-F238E27FC236}">
                <a16:creationId xmlns:a16="http://schemas.microsoft.com/office/drawing/2014/main" id="{7FC73B24-6679-4D82-A125-33364DBB1A8C}"/>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6773773" y="3972539"/>
            <a:ext cx="914400" cy="914400"/>
          </a:xfrm>
          <a:prstGeom prst="rect">
            <a:avLst/>
          </a:prstGeom>
        </p:spPr>
      </p:pic>
    </p:spTree>
    <p:extLst>
      <p:ext uri="{BB962C8B-B14F-4D97-AF65-F5344CB8AC3E}">
        <p14:creationId xmlns:p14="http://schemas.microsoft.com/office/powerpoint/2010/main" val="143805886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9" name="Graphique 38" descr="Colonne grecque avec un remplissage uni">
            <a:extLst>
              <a:ext uri="{FF2B5EF4-FFF2-40B4-BE49-F238E27FC236}">
                <a16:creationId xmlns:a16="http://schemas.microsoft.com/office/drawing/2014/main" id="{F51114D8-5C27-47AF-B2E3-2A270EA4FDE5}"/>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 b="11403"/>
          <a:stretch/>
        </p:blipFill>
        <p:spPr>
          <a:xfrm>
            <a:off x="2357526" y="5319728"/>
            <a:ext cx="1550766" cy="1373935"/>
          </a:xfrm>
          <a:prstGeom prst="rect">
            <a:avLst/>
          </a:prstGeom>
        </p:spPr>
      </p:pic>
      <p:pic>
        <p:nvPicPr>
          <p:cNvPr id="3" name="Graphique 2" descr="Création de récits avec un remplissage uni">
            <a:extLst>
              <a:ext uri="{FF2B5EF4-FFF2-40B4-BE49-F238E27FC236}">
                <a16:creationId xmlns:a16="http://schemas.microsoft.com/office/drawing/2014/main" id="{D3742835-5FCF-4A21-962C-1F148E225AC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285882" y="3809176"/>
            <a:ext cx="1677224" cy="1677224"/>
          </a:xfrm>
          <a:prstGeom prst="rect">
            <a:avLst/>
          </a:prstGeom>
        </p:spPr>
      </p:pic>
      <p:pic>
        <p:nvPicPr>
          <p:cNvPr id="40" name="Graphique 39" descr="Colonne grecque avec un remplissage uni">
            <a:extLst>
              <a:ext uri="{FF2B5EF4-FFF2-40B4-BE49-F238E27FC236}">
                <a16:creationId xmlns:a16="http://schemas.microsoft.com/office/drawing/2014/main" id="{7C7CCB16-8009-4C5C-BD9C-F1BDF9F9625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 b="11403"/>
          <a:stretch/>
        </p:blipFill>
        <p:spPr>
          <a:xfrm>
            <a:off x="2349111" y="2002333"/>
            <a:ext cx="1550766" cy="1373935"/>
          </a:xfrm>
          <a:prstGeom prst="rect">
            <a:avLst/>
          </a:prstGeom>
        </p:spPr>
      </p:pic>
      <p:pic>
        <p:nvPicPr>
          <p:cNvPr id="5" name="Graphique 4" descr="Profil femelle avec un remplissage uni">
            <a:extLst>
              <a:ext uri="{FF2B5EF4-FFF2-40B4-BE49-F238E27FC236}">
                <a16:creationId xmlns:a16="http://schemas.microsoft.com/office/drawing/2014/main" id="{A9F42BDC-3330-4C86-8E03-BBAD481EB1A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309005" y="693390"/>
            <a:ext cx="1647808" cy="1647808"/>
          </a:xfrm>
          <a:prstGeom prst="rect">
            <a:avLst/>
          </a:prstGeom>
        </p:spPr>
      </p:pic>
      <p:pic>
        <p:nvPicPr>
          <p:cNvPr id="43" name="Graphique 42" descr="Colonne grecque avec un remplissage uni">
            <a:extLst>
              <a:ext uri="{FF2B5EF4-FFF2-40B4-BE49-F238E27FC236}">
                <a16:creationId xmlns:a16="http://schemas.microsoft.com/office/drawing/2014/main" id="{BB0136A9-D2A8-4362-9577-557828D6A4B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 b="11403"/>
          <a:stretch/>
        </p:blipFill>
        <p:spPr>
          <a:xfrm>
            <a:off x="8256775" y="2014039"/>
            <a:ext cx="1550766" cy="1373935"/>
          </a:xfrm>
          <a:prstGeom prst="rect">
            <a:avLst/>
          </a:prstGeom>
        </p:spPr>
      </p:pic>
      <p:pic>
        <p:nvPicPr>
          <p:cNvPr id="17" name="Graphique 16" descr="Couronne avec un remplissage uni">
            <a:extLst>
              <a:ext uri="{FF2B5EF4-FFF2-40B4-BE49-F238E27FC236}">
                <a16:creationId xmlns:a16="http://schemas.microsoft.com/office/drawing/2014/main" id="{EE30D472-33AB-4D09-A969-72AE6C85499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187266" y="622840"/>
            <a:ext cx="1689783" cy="1689783"/>
          </a:xfrm>
          <a:prstGeom prst="rect">
            <a:avLst/>
          </a:prstGeom>
        </p:spPr>
      </p:pic>
      <p:pic>
        <p:nvPicPr>
          <p:cNvPr id="48" name="Graphique 47" descr="Colonne grecque avec un remplissage uni">
            <a:extLst>
              <a:ext uri="{FF2B5EF4-FFF2-40B4-BE49-F238E27FC236}">
                <a16:creationId xmlns:a16="http://schemas.microsoft.com/office/drawing/2014/main" id="{227D7C76-5E70-4316-B0A0-4727BD5A297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 b="11403"/>
          <a:stretch/>
        </p:blipFill>
        <p:spPr>
          <a:xfrm>
            <a:off x="8256774" y="5319727"/>
            <a:ext cx="1550766" cy="1373935"/>
          </a:xfrm>
          <a:prstGeom prst="rect">
            <a:avLst/>
          </a:prstGeom>
        </p:spPr>
      </p:pic>
    </p:spTree>
    <p:extLst>
      <p:ext uri="{BB962C8B-B14F-4D97-AF65-F5344CB8AC3E}">
        <p14:creationId xmlns:p14="http://schemas.microsoft.com/office/powerpoint/2010/main" val="41491752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315050A-5722-43A8-BBE6-E139AA74B725}"/>
              </a:ext>
            </a:extLst>
          </p:cNvPr>
          <p:cNvSpPr/>
          <p:nvPr/>
        </p:nvSpPr>
        <p:spPr>
          <a:xfrm>
            <a:off x="284193"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1992A90-DD8A-4F24-8E1E-5AB36EFBC414}"/>
              </a:ext>
            </a:extLst>
          </p:cNvPr>
          <p:cNvSpPr/>
          <p:nvPr/>
        </p:nvSpPr>
        <p:spPr>
          <a:xfrm>
            <a:off x="275778"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C2FE581-F3D6-4ED0-9978-C194F7AE2FF6}"/>
              </a:ext>
            </a:extLst>
          </p:cNvPr>
          <p:cNvSpPr/>
          <p:nvPr/>
        </p:nvSpPr>
        <p:spPr>
          <a:xfrm>
            <a:off x="6183442" y="333388"/>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738D8F-BB92-47C1-A590-26666EAB3163}"/>
              </a:ext>
            </a:extLst>
          </p:cNvPr>
          <p:cNvSpPr/>
          <p:nvPr/>
        </p:nvSpPr>
        <p:spPr>
          <a:xfrm>
            <a:off x="6183442" y="363931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que 3" descr="Torche avec un remplissage uni">
            <a:extLst>
              <a:ext uri="{FF2B5EF4-FFF2-40B4-BE49-F238E27FC236}">
                <a16:creationId xmlns:a16="http://schemas.microsoft.com/office/drawing/2014/main" id="{2E69FA18-975F-4691-A880-5194CFC213B3}"/>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8176" r="29005"/>
          <a:stretch/>
        </p:blipFill>
        <p:spPr>
          <a:xfrm>
            <a:off x="2536065" y="615926"/>
            <a:ext cx="1069618" cy="2498044"/>
          </a:xfrm>
          <a:prstGeom prst="rect">
            <a:avLst/>
          </a:prstGeom>
        </p:spPr>
      </p:pic>
      <p:grpSp>
        <p:nvGrpSpPr>
          <p:cNvPr id="10" name="Groupe 9">
            <a:extLst>
              <a:ext uri="{FF2B5EF4-FFF2-40B4-BE49-F238E27FC236}">
                <a16:creationId xmlns:a16="http://schemas.microsoft.com/office/drawing/2014/main" id="{4B575EAD-4BCE-4ECE-AA44-2D9845630476}"/>
              </a:ext>
            </a:extLst>
          </p:cNvPr>
          <p:cNvGrpSpPr/>
          <p:nvPr/>
        </p:nvGrpSpPr>
        <p:grpSpPr>
          <a:xfrm>
            <a:off x="1072096" y="1491477"/>
            <a:ext cx="704935" cy="1470077"/>
            <a:chOff x="1968500" y="1565901"/>
            <a:chExt cx="704935" cy="1470077"/>
          </a:xfrm>
        </p:grpSpPr>
        <p:pic>
          <p:nvPicPr>
            <p:cNvPr id="7" name="Graphique 6" descr="Enfant avec ballon avec un remplissage uni">
              <a:extLst>
                <a:ext uri="{FF2B5EF4-FFF2-40B4-BE49-F238E27FC236}">
                  <a16:creationId xmlns:a16="http://schemas.microsoft.com/office/drawing/2014/main" id="{33ACA0A7-AA07-4F6A-9CA1-4D0C330C94EF}"/>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820" t="38911" r="26028"/>
            <a:stretch/>
          </p:blipFill>
          <p:spPr>
            <a:xfrm>
              <a:off x="1968500" y="2152649"/>
              <a:ext cx="681802" cy="883329"/>
            </a:xfrm>
            <a:prstGeom prst="rect">
              <a:avLst/>
            </a:prstGeom>
          </p:spPr>
        </p:pic>
        <p:pic>
          <p:nvPicPr>
            <p:cNvPr id="19" name="Graphique 18" descr="Torche avec un remplissage uni">
              <a:extLst>
                <a:ext uri="{FF2B5EF4-FFF2-40B4-BE49-F238E27FC236}">
                  <a16:creationId xmlns:a16="http://schemas.microsoft.com/office/drawing/2014/main" id="{15DDE9C5-1DDD-4583-B5ED-72A65F221F5E}"/>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8176" r="29005"/>
            <a:stretch/>
          </p:blipFill>
          <p:spPr>
            <a:xfrm>
              <a:off x="2378893" y="1565901"/>
              <a:ext cx="294542" cy="687889"/>
            </a:xfrm>
            <a:prstGeom prst="rect">
              <a:avLst/>
            </a:prstGeom>
          </p:spPr>
        </p:pic>
      </p:grpSp>
      <p:grpSp>
        <p:nvGrpSpPr>
          <p:cNvPr id="11" name="Groupe 10">
            <a:extLst>
              <a:ext uri="{FF2B5EF4-FFF2-40B4-BE49-F238E27FC236}">
                <a16:creationId xmlns:a16="http://schemas.microsoft.com/office/drawing/2014/main" id="{28555B9F-C9AA-47C7-8BFF-0B315FEF21A9}"/>
              </a:ext>
            </a:extLst>
          </p:cNvPr>
          <p:cNvGrpSpPr/>
          <p:nvPr/>
        </p:nvGrpSpPr>
        <p:grpSpPr>
          <a:xfrm>
            <a:off x="3948841" y="906690"/>
            <a:ext cx="1719507" cy="2207280"/>
            <a:chOff x="4125032" y="828698"/>
            <a:chExt cx="1719507" cy="2207280"/>
          </a:xfrm>
        </p:grpSpPr>
        <p:pic>
          <p:nvPicPr>
            <p:cNvPr id="9" name="Graphique 8" descr="Héros avec un remplissage uni">
              <a:extLst>
                <a:ext uri="{FF2B5EF4-FFF2-40B4-BE49-F238E27FC236}">
                  <a16:creationId xmlns:a16="http://schemas.microsoft.com/office/drawing/2014/main" id="{EC7762F2-8C99-49A4-9156-1658B2140D3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125032" y="1417055"/>
              <a:ext cx="1618923" cy="1618923"/>
            </a:xfrm>
            <a:prstGeom prst="rect">
              <a:avLst/>
            </a:prstGeom>
          </p:spPr>
        </p:pic>
        <p:pic>
          <p:nvPicPr>
            <p:cNvPr id="21" name="Graphique 20" descr="Torche avec un remplissage uni">
              <a:extLst>
                <a:ext uri="{FF2B5EF4-FFF2-40B4-BE49-F238E27FC236}">
                  <a16:creationId xmlns:a16="http://schemas.microsoft.com/office/drawing/2014/main" id="{0DCA34B0-65BB-4DE6-927B-EEEEE089559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8176" r="29005"/>
            <a:stretch/>
          </p:blipFill>
          <p:spPr>
            <a:xfrm>
              <a:off x="5480304" y="828698"/>
              <a:ext cx="364235" cy="850655"/>
            </a:xfrm>
            <a:prstGeom prst="rect">
              <a:avLst/>
            </a:prstGeom>
          </p:spPr>
        </p:pic>
      </p:grpSp>
    </p:spTree>
    <p:extLst>
      <p:ext uri="{BB962C8B-B14F-4D97-AF65-F5344CB8AC3E}">
        <p14:creationId xmlns:p14="http://schemas.microsoft.com/office/powerpoint/2010/main" val="161550337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2" name="Graphique 11" descr="Employé de bureau avec un remplissage uni">
            <a:extLst>
              <a:ext uri="{FF2B5EF4-FFF2-40B4-BE49-F238E27FC236}">
                <a16:creationId xmlns:a16="http://schemas.microsoft.com/office/drawing/2014/main" id="{127D8150-6D77-47CE-888F-7D48E85B3E7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50175" y="3078103"/>
            <a:ext cx="829439" cy="829439"/>
          </a:xfrm>
          <a:prstGeom prst="rect">
            <a:avLst/>
          </a:prstGeom>
        </p:spPr>
      </p:pic>
      <p:pic>
        <p:nvPicPr>
          <p:cNvPr id="13" name="Graphique 12" descr="Écolière avec un remplissage uni">
            <a:extLst>
              <a:ext uri="{FF2B5EF4-FFF2-40B4-BE49-F238E27FC236}">
                <a16:creationId xmlns:a16="http://schemas.microsoft.com/office/drawing/2014/main" id="{920D9BEB-4E88-4FB1-BE71-F241C307E41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766321" y="3001055"/>
            <a:ext cx="914400" cy="914400"/>
          </a:xfrm>
          <a:prstGeom prst="rect">
            <a:avLst/>
          </a:prstGeom>
        </p:spPr>
      </p:pic>
      <p:pic>
        <p:nvPicPr>
          <p:cNvPr id="14" name="Graphique 13" descr="Personne avec une idée avec un remplissage uni">
            <a:extLst>
              <a:ext uri="{FF2B5EF4-FFF2-40B4-BE49-F238E27FC236}">
                <a16:creationId xmlns:a16="http://schemas.microsoft.com/office/drawing/2014/main" id="{F381E698-5939-4204-AD74-F7D1D6FC3EF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82616" y="4949460"/>
            <a:ext cx="786590" cy="786590"/>
          </a:xfrm>
          <a:prstGeom prst="rect">
            <a:avLst/>
          </a:prstGeom>
        </p:spPr>
      </p:pic>
      <p:pic>
        <p:nvPicPr>
          <p:cNvPr id="15" name="Graphique 14" descr="Couronne d'utilisateur féminine avec un remplissage uni">
            <a:extLst>
              <a:ext uri="{FF2B5EF4-FFF2-40B4-BE49-F238E27FC236}">
                <a16:creationId xmlns:a16="http://schemas.microsoft.com/office/drawing/2014/main" id="{917F9B94-439C-40E0-9759-F604A8BFB62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265295" y="451368"/>
            <a:ext cx="914400" cy="914400"/>
          </a:xfrm>
          <a:prstGeom prst="rect">
            <a:avLst/>
          </a:prstGeom>
        </p:spPr>
      </p:pic>
      <p:pic>
        <p:nvPicPr>
          <p:cNvPr id="16" name="Graphique 15" descr="Enseignant avec un remplissage uni">
            <a:extLst>
              <a:ext uri="{FF2B5EF4-FFF2-40B4-BE49-F238E27FC236}">
                <a16:creationId xmlns:a16="http://schemas.microsoft.com/office/drawing/2014/main" id="{82D20F0A-55D4-44BD-9C13-8DF40633DAED}"/>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365195" y="2328190"/>
            <a:ext cx="914400" cy="914400"/>
          </a:xfrm>
          <a:prstGeom prst="rect">
            <a:avLst/>
          </a:prstGeom>
        </p:spPr>
      </p:pic>
      <p:pic>
        <p:nvPicPr>
          <p:cNvPr id="23" name="Graphique 22" descr="Centre d’appels avec un remplissage uni">
            <a:extLst>
              <a:ext uri="{FF2B5EF4-FFF2-40B4-BE49-F238E27FC236}">
                <a16:creationId xmlns:a16="http://schemas.microsoft.com/office/drawing/2014/main" id="{925CE2F6-942A-4ED7-85EF-D6C71B82396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334567" y="1265787"/>
            <a:ext cx="914400" cy="914400"/>
          </a:xfrm>
          <a:prstGeom prst="rect">
            <a:avLst/>
          </a:prstGeom>
        </p:spPr>
      </p:pic>
      <p:grpSp>
        <p:nvGrpSpPr>
          <p:cNvPr id="25" name="Groupe 24">
            <a:extLst>
              <a:ext uri="{FF2B5EF4-FFF2-40B4-BE49-F238E27FC236}">
                <a16:creationId xmlns:a16="http://schemas.microsoft.com/office/drawing/2014/main" id="{E32E14D7-68F4-4E89-9D22-7728CAEBC61D}"/>
              </a:ext>
            </a:extLst>
          </p:cNvPr>
          <p:cNvGrpSpPr/>
          <p:nvPr/>
        </p:nvGrpSpPr>
        <p:grpSpPr>
          <a:xfrm>
            <a:off x="535296" y="116360"/>
            <a:ext cx="2036005" cy="2036005"/>
            <a:chOff x="2472431" y="1931679"/>
            <a:chExt cx="914400" cy="914400"/>
          </a:xfrm>
        </p:grpSpPr>
        <p:pic>
          <p:nvPicPr>
            <p:cNvPr id="26" name="Graphique 25" descr="Employée de bureau avec un remplissage uni">
              <a:extLst>
                <a:ext uri="{FF2B5EF4-FFF2-40B4-BE49-F238E27FC236}">
                  <a16:creationId xmlns:a16="http://schemas.microsoft.com/office/drawing/2014/main" id="{32C00BB2-0B63-4E72-A726-599D68C08E13}"/>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2472431" y="1931679"/>
              <a:ext cx="914400" cy="914400"/>
            </a:xfrm>
            <a:prstGeom prst="rect">
              <a:avLst/>
            </a:prstGeom>
          </p:spPr>
        </p:pic>
        <p:pic>
          <p:nvPicPr>
            <p:cNvPr id="27" name="Graphique 26" descr="Euro avec un remplissage uni">
              <a:extLst>
                <a:ext uri="{FF2B5EF4-FFF2-40B4-BE49-F238E27FC236}">
                  <a16:creationId xmlns:a16="http://schemas.microsoft.com/office/drawing/2014/main" id="{6D6DFC4B-DE5E-4BE1-AFE4-273A31C7B2CC}"/>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2837714" y="2492740"/>
              <a:ext cx="167927" cy="167927"/>
            </a:xfrm>
            <a:prstGeom prst="rect">
              <a:avLst/>
            </a:prstGeom>
          </p:spPr>
        </p:pic>
      </p:grpSp>
      <p:pic>
        <p:nvPicPr>
          <p:cNvPr id="32" name="Graphique 31" descr="Conférencier avec un remplissage uni">
            <a:extLst>
              <a:ext uri="{FF2B5EF4-FFF2-40B4-BE49-F238E27FC236}">
                <a16:creationId xmlns:a16="http://schemas.microsoft.com/office/drawing/2014/main" id="{44AA6CD8-C9E7-46E7-B6B3-FA540C60642E}"/>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951566" y="242264"/>
            <a:ext cx="1966731" cy="1966731"/>
          </a:xfrm>
          <a:prstGeom prst="rect">
            <a:avLst/>
          </a:prstGeom>
        </p:spPr>
      </p:pic>
      <p:sp>
        <p:nvSpPr>
          <p:cNvPr id="24" name="Rectangle 23">
            <a:extLst>
              <a:ext uri="{FF2B5EF4-FFF2-40B4-BE49-F238E27FC236}">
                <a16:creationId xmlns:a16="http://schemas.microsoft.com/office/drawing/2014/main" id="{07F9E843-026D-4763-B280-AC401F14E71A}"/>
              </a:ext>
            </a:extLst>
          </p:cNvPr>
          <p:cNvSpPr/>
          <p:nvPr/>
        </p:nvSpPr>
        <p:spPr>
          <a:xfrm>
            <a:off x="7640237" y="3211394"/>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7" name="Graphique 86" descr="Groupe avec un remplissage uni">
            <a:extLst>
              <a:ext uri="{FF2B5EF4-FFF2-40B4-BE49-F238E27FC236}">
                <a16:creationId xmlns:a16="http://schemas.microsoft.com/office/drawing/2014/main" id="{C78893AA-4228-4990-87BE-1538953122E2}"/>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296893" y="4625587"/>
            <a:ext cx="647223" cy="647223"/>
          </a:xfrm>
          <a:prstGeom prst="rect">
            <a:avLst/>
          </a:prstGeom>
        </p:spPr>
      </p:pic>
      <p:grpSp>
        <p:nvGrpSpPr>
          <p:cNvPr id="205" name="Groupe 204">
            <a:extLst>
              <a:ext uri="{FF2B5EF4-FFF2-40B4-BE49-F238E27FC236}">
                <a16:creationId xmlns:a16="http://schemas.microsoft.com/office/drawing/2014/main" id="{DC084E46-7142-48AC-A59D-7DC074FF2263}"/>
              </a:ext>
            </a:extLst>
          </p:cNvPr>
          <p:cNvGrpSpPr/>
          <p:nvPr/>
        </p:nvGrpSpPr>
        <p:grpSpPr>
          <a:xfrm>
            <a:off x="9566100" y="670048"/>
            <a:ext cx="2353323" cy="2115081"/>
            <a:chOff x="10408603" y="1944527"/>
            <a:chExt cx="1266205" cy="1138016"/>
          </a:xfrm>
          <a:solidFill>
            <a:srgbClr val="3494BA"/>
          </a:solidFill>
        </p:grpSpPr>
        <p:grpSp>
          <p:nvGrpSpPr>
            <p:cNvPr id="206" name="Groupe 205">
              <a:extLst>
                <a:ext uri="{FF2B5EF4-FFF2-40B4-BE49-F238E27FC236}">
                  <a16:creationId xmlns:a16="http://schemas.microsoft.com/office/drawing/2014/main" id="{152A2AC2-0357-4348-AD50-3A90D97484B8}"/>
                </a:ext>
              </a:extLst>
            </p:cNvPr>
            <p:cNvGrpSpPr/>
            <p:nvPr/>
          </p:nvGrpSpPr>
          <p:grpSpPr>
            <a:xfrm>
              <a:off x="10781788" y="2168143"/>
              <a:ext cx="696980" cy="914400"/>
              <a:chOff x="5018285" y="3873291"/>
              <a:chExt cx="696980" cy="914400"/>
            </a:xfrm>
            <a:grpFill/>
          </p:grpSpPr>
          <p:pic>
            <p:nvPicPr>
              <p:cNvPr id="212" name="Graphique 211" descr="Personne confuse avec un remplissage uni">
                <a:extLst>
                  <a:ext uri="{FF2B5EF4-FFF2-40B4-BE49-F238E27FC236}">
                    <a16:creationId xmlns:a16="http://schemas.microsoft.com/office/drawing/2014/main" id="{7EB466F6-9482-4BDC-91B4-68BACA3191EA}"/>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l="30440" r="-1"/>
              <a:stretch/>
            </p:blipFill>
            <p:spPr>
              <a:xfrm>
                <a:off x="5079206" y="3873291"/>
                <a:ext cx="636059" cy="914400"/>
              </a:xfrm>
              <a:prstGeom prst="rect">
                <a:avLst/>
              </a:prstGeom>
            </p:spPr>
          </p:pic>
          <p:sp>
            <p:nvSpPr>
              <p:cNvPr id="213" name="Rectangle : coins arrondis 212">
                <a:extLst>
                  <a:ext uri="{FF2B5EF4-FFF2-40B4-BE49-F238E27FC236}">
                    <a16:creationId xmlns:a16="http://schemas.microsoft.com/office/drawing/2014/main" id="{25CF4303-E33D-4E07-80D4-7C81991CA2C6}"/>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207" name="Graphique 206" descr="Panneau de signalisation avec un remplissage uni">
              <a:extLst>
                <a:ext uri="{FF2B5EF4-FFF2-40B4-BE49-F238E27FC236}">
                  <a16:creationId xmlns:a16="http://schemas.microsoft.com/office/drawing/2014/main" id="{E9B7BDFC-9DDA-45A0-BD72-D80348FDD78E}"/>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t="18628"/>
            <a:stretch/>
          </p:blipFill>
          <p:spPr>
            <a:xfrm>
              <a:off x="10932558" y="1976438"/>
              <a:ext cx="742250" cy="603990"/>
            </a:xfrm>
            <a:prstGeom prst="rect">
              <a:avLst/>
            </a:prstGeom>
          </p:spPr>
        </p:pic>
        <p:grpSp>
          <p:nvGrpSpPr>
            <p:cNvPr id="208" name="Groupe 207">
              <a:extLst>
                <a:ext uri="{FF2B5EF4-FFF2-40B4-BE49-F238E27FC236}">
                  <a16:creationId xmlns:a16="http://schemas.microsoft.com/office/drawing/2014/main" id="{B1987D90-BB0A-441E-A8CD-1B8056B317C6}"/>
                </a:ext>
              </a:extLst>
            </p:cNvPr>
            <p:cNvGrpSpPr/>
            <p:nvPr/>
          </p:nvGrpSpPr>
          <p:grpSpPr>
            <a:xfrm rot="21051146" flipH="1">
              <a:off x="10408603" y="1944527"/>
              <a:ext cx="391604" cy="567289"/>
              <a:chOff x="5616686" y="6627757"/>
              <a:chExt cx="644414" cy="888746"/>
            </a:xfrm>
            <a:grpFill/>
          </p:grpSpPr>
          <p:pic>
            <p:nvPicPr>
              <p:cNvPr id="210" name="Graphique 209" descr="Drapeau de golf dans un trou avec un remplissage uni">
                <a:extLst>
                  <a:ext uri="{FF2B5EF4-FFF2-40B4-BE49-F238E27FC236}">
                    <a16:creationId xmlns:a16="http://schemas.microsoft.com/office/drawing/2014/main" id="{EBDE9471-0541-466D-B0B7-F1CE171F79D0}"/>
                  </a:ext>
                </a:extLst>
              </p:cNvPr>
              <p:cNvPicPr>
                <a:picLocks noChangeAspect="1"/>
              </p:cNvPicPr>
              <p:nvPr/>
            </p:nvPicPr>
            <p:blipFill rotWithShape="1">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l="19715" t="5069" r="36313" b="56423"/>
              <a:stretch/>
            </p:blipFill>
            <p:spPr>
              <a:xfrm>
                <a:off x="5616686" y="6627757"/>
                <a:ext cx="644414" cy="564328"/>
              </a:xfrm>
              <a:prstGeom prst="rect">
                <a:avLst/>
              </a:prstGeom>
            </p:spPr>
          </p:pic>
          <p:sp>
            <p:nvSpPr>
              <p:cNvPr id="211" name="Rectangle : coins arrondis 210">
                <a:extLst>
                  <a:ext uri="{FF2B5EF4-FFF2-40B4-BE49-F238E27FC236}">
                    <a16:creationId xmlns:a16="http://schemas.microsoft.com/office/drawing/2014/main" id="{0EDE5F68-8380-444A-9220-95C8A38B74F7}"/>
                  </a:ext>
                </a:extLst>
              </p:cNvPr>
              <p:cNvSpPr/>
              <p:nvPr/>
            </p:nvSpPr>
            <p:spPr>
              <a:xfrm rot="5400000">
                <a:off x="5542703" y="7279829"/>
                <a:ext cx="385705" cy="87643"/>
              </a:xfrm>
              <a:prstGeom prst="roundRect">
                <a:avLst>
                  <a:gd name="adj" fmla="val 50000"/>
                </a:avLst>
              </a:prstGeom>
              <a:solidFill>
                <a:schemeClr val="bg1">
                  <a:lumMod val="7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209" name="Image 208">
              <a:extLst>
                <a:ext uri="{FF2B5EF4-FFF2-40B4-BE49-F238E27FC236}">
                  <a16:creationId xmlns:a16="http://schemas.microsoft.com/office/drawing/2014/main" id="{6CF15F0C-BC16-463C-B056-E227683166ED}"/>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rot="20424315">
              <a:off x="10580132" y="2034678"/>
              <a:ext cx="120335" cy="116088"/>
            </a:xfrm>
            <a:prstGeom prst="rect">
              <a:avLst/>
            </a:prstGeom>
            <a:noFill/>
            <a:ln>
              <a:noFill/>
            </a:ln>
          </p:spPr>
        </p:pic>
      </p:grpSp>
      <p:grpSp>
        <p:nvGrpSpPr>
          <p:cNvPr id="214" name="Groupe 213">
            <a:extLst>
              <a:ext uri="{FF2B5EF4-FFF2-40B4-BE49-F238E27FC236}">
                <a16:creationId xmlns:a16="http://schemas.microsoft.com/office/drawing/2014/main" id="{C3EE8BE4-25D0-4640-B54B-B00A74C5313C}"/>
              </a:ext>
            </a:extLst>
          </p:cNvPr>
          <p:cNvGrpSpPr/>
          <p:nvPr/>
        </p:nvGrpSpPr>
        <p:grpSpPr>
          <a:xfrm>
            <a:off x="4194627" y="4542498"/>
            <a:ext cx="2440869" cy="2158559"/>
            <a:chOff x="3239584" y="4265153"/>
            <a:chExt cx="944022" cy="834837"/>
          </a:xfrm>
        </p:grpSpPr>
        <p:grpSp>
          <p:nvGrpSpPr>
            <p:cNvPr id="215" name="Groupe 214">
              <a:extLst>
                <a:ext uri="{FF2B5EF4-FFF2-40B4-BE49-F238E27FC236}">
                  <a16:creationId xmlns:a16="http://schemas.microsoft.com/office/drawing/2014/main" id="{31FEF429-497D-40BB-8074-3D86FC00C0AF}"/>
                </a:ext>
              </a:extLst>
            </p:cNvPr>
            <p:cNvGrpSpPr/>
            <p:nvPr/>
          </p:nvGrpSpPr>
          <p:grpSpPr>
            <a:xfrm>
              <a:off x="3239584" y="4265153"/>
              <a:ext cx="944022" cy="834837"/>
              <a:chOff x="3239584" y="4265153"/>
              <a:chExt cx="944022" cy="834837"/>
            </a:xfrm>
          </p:grpSpPr>
          <p:pic>
            <p:nvPicPr>
              <p:cNvPr id="217" name="Graphique 216" descr="Personne confuse avec un remplissage uni">
                <a:extLst>
                  <a:ext uri="{FF2B5EF4-FFF2-40B4-BE49-F238E27FC236}">
                    <a16:creationId xmlns:a16="http://schemas.microsoft.com/office/drawing/2014/main" id="{59F3F784-F2C1-4DF4-853A-588309E1AE4B}"/>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3239584" y="4281195"/>
                <a:ext cx="818795" cy="818795"/>
              </a:xfrm>
              <a:prstGeom prst="rect">
                <a:avLst/>
              </a:prstGeom>
            </p:spPr>
          </p:pic>
          <p:pic>
            <p:nvPicPr>
              <p:cNvPr id="218" name="Graphique 217" descr="Calendrier journalier avec un remplissage uni">
                <a:extLst>
                  <a:ext uri="{FF2B5EF4-FFF2-40B4-BE49-F238E27FC236}">
                    <a16:creationId xmlns:a16="http://schemas.microsoft.com/office/drawing/2014/main" id="{CC1AC55E-D6EC-4755-8E52-0E6DDF5E8A1D}"/>
                  </a:ext>
                </a:extLst>
              </p:cNvPr>
              <p:cNvPicPr>
                <a:picLocks noChangeAspect="1"/>
              </p:cNvPicPr>
              <p:nvPr/>
            </p:nvPicPr>
            <p:blipFill>
              <a:blip r:embed="rId31">
                <a:extLst>
                  <a:ext uri="{28A0092B-C50C-407E-A947-70E740481C1C}">
                    <a14:useLocalDpi xmlns:a14="http://schemas.microsoft.com/office/drawing/2010/main" val="0"/>
                  </a:ext>
                  <a:ext uri="{96DAC541-7B7A-43D3-8B79-37D633B846F1}">
                    <asvg:svgBlip xmlns:asvg="http://schemas.microsoft.com/office/drawing/2016/SVG/main" r:embed="rId32"/>
                  </a:ext>
                </a:extLst>
              </a:blip>
              <a:stretch>
                <a:fillRect/>
              </a:stretch>
            </p:blipFill>
            <p:spPr>
              <a:xfrm>
                <a:off x="3826152" y="4265153"/>
                <a:ext cx="357454" cy="357454"/>
              </a:xfrm>
              <a:prstGeom prst="rect">
                <a:avLst/>
              </a:prstGeom>
            </p:spPr>
          </p:pic>
        </p:grpSp>
        <p:pic>
          <p:nvPicPr>
            <p:cNvPr id="216" name="Image 215">
              <a:extLst>
                <a:ext uri="{FF2B5EF4-FFF2-40B4-BE49-F238E27FC236}">
                  <a16:creationId xmlns:a16="http://schemas.microsoft.com/office/drawing/2014/main" id="{AE61C2AB-CBCB-47D5-9628-9F025E54B000}"/>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3287011" y="4369569"/>
              <a:ext cx="204094" cy="196889"/>
            </a:xfrm>
            <a:prstGeom prst="rect">
              <a:avLst/>
            </a:prstGeom>
            <a:noFill/>
          </p:spPr>
        </p:pic>
      </p:grpSp>
      <p:grpSp>
        <p:nvGrpSpPr>
          <p:cNvPr id="219" name="Groupe 218">
            <a:extLst>
              <a:ext uri="{FF2B5EF4-FFF2-40B4-BE49-F238E27FC236}">
                <a16:creationId xmlns:a16="http://schemas.microsoft.com/office/drawing/2014/main" id="{DA05D539-A151-4002-9708-8BE9084FA930}"/>
              </a:ext>
            </a:extLst>
          </p:cNvPr>
          <p:cNvGrpSpPr/>
          <p:nvPr/>
        </p:nvGrpSpPr>
        <p:grpSpPr>
          <a:xfrm>
            <a:off x="10192438" y="5300552"/>
            <a:ext cx="1061900" cy="1491816"/>
            <a:chOff x="519806" y="4346910"/>
            <a:chExt cx="779343" cy="1094864"/>
          </a:xfrm>
        </p:grpSpPr>
        <p:pic>
          <p:nvPicPr>
            <p:cNvPr id="220" name="Graphique 219" descr="Homme avec un remplissage uni">
              <a:extLst>
                <a:ext uri="{FF2B5EF4-FFF2-40B4-BE49-F238E27FC236}">
                  <a16:creationId xmlns:a16="http://schemas.microsoft.com/office/drawing/2014/main" id="{50843A57-FC6D-4A73-9CC5-960FC179E97E}"/>
                </a:ext>
              </a:extLst>
            </p:cNvPr>
            <p:cNvPicPr>
              <a:picLocks noChangeAspect="1"/>
            </p:cNvPicPr>
            <p:nvPr/>
          </p:nvPicPr>
          <p:blipFill rotWithShape="1">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rcRect t="759" b="1"/>
            <a:stretch/>
          </p:blipFill>
          <p:spPr>
            <a:xfrm>
              <a:off x="519806" y="4750406"/>
              <a:ext cx="696654" cy="691368"/>
            </a:xfrm>
            <a:prstGeom prst="rect">
              <a:avLst/>
            </a:prstGeom>
          </p:spPr>
        </p:pic>
        <p:pic>
          <p:nvPicPr>
            <p:cNvPr id="221" name="Graphique 220" descr="Questions avec un remplissage uni">
              <a:extLst>
                <a:ext uri="{FF2B5EF4-FFF2-40B4-BE49-F238E27FC236}">
                  <a16:creationId xmlns:a16="http://schemas.microsoft.com/office/drawing/2014/main" id="{57814AE4-5D79-4803-A2B5-249FACE5F588}"/>
                </a:ext>
              </a:extLst>
            </p:cNvPr>
            <p:cNvPicPr>
              <a:picLocks noChangeAspect="1"/>
            </p:cNvPicPr>
            <p:nvPr/>
          </p:nvPicPr>
          <p:blipFill rotWithShape="1">
            <a:blip r:embed="rId35">
              <a:extLst>
                <a:ext uri="{28A0092B-C50C-407E-A947-70E740481C1C}">
                  <a14:useLocalDpi xmlns:a14="http://schemas.microsoft.com/office/drawing/2010/main" val="0"/>
                </a:ext>
                <a:ext uri="{96DAC541-7B7A-43D3-8B79-37D633B846F1}">
                  <asvg:svgBlip xmlns:asvg="http://schemas.microsoft.com/office/drawing/2016/SVG/main" r:embed="rId36"/>
                </a:ext>
              </a:extLst>
            </a:blip>
            <a:srcRect l="42233" t="4436" r="9899" b="50565"/>
            <a:stretch/>
          </p:blipFill>
          <p:spPr>
            <a:xfrm>
              <a:off x="840636" y="4346910"/>
              <a:ext cx="458513" cy="431034"/>
            </a:xfrm>
            <a:prstGeom prst="rect">
              <a:avLst/>
            </a:prstGeom>
          </p:spPr>
        </p:pic>
        <p:sp>
          <p:nvSpPr>
            <p:cNvPr id="222" name="Rectangle : coins arrondis 221">
              <a:extLst>
                <a:ext uri="{FF2B5EF4-FFF2-40B4-BE49-F238E27FC236}">
                  <a16:creationId xmlns:a16="http://schemas.microsoft.com/office/drawing/2014/main" id="{7CE0E32D-5D84-409B-91B2-337B297326D7}"/>
                </a:ext>
              </a:extLst>
            </p:cNvPr>
            <p:cNvSpPr/>
            <p:nvPr/>
          </p:nvSpPr>
          <p:spPr>
            <a:xfrm>
              <a:off x="664001" y="4384434"/>
              <a:ext cx="277803" cy="296727"/>
            </a:xfrm>
            <a:prstGeom prst="roundRect">
              <a:avLst/>
            </a:prstGeom>
            <a:solidFill>
              <a:schemeClr val="bg1">
                <a:lumMod val="5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pic>
          <p:nvPicPr>
            <p:cNvPr id="223" name="Image 222">
              <a:extLst>
                <a:ext uri="{FF2B5EF4-FFF2-40B4-BE49-F238E27FC236}">
                  <a16:creationId xmlns:a16="http://schemas.microsoft.com/office/drawing/2014/main" id="{6DD4E8A5-1CA1-4F65-A8E6-F0D9CAACE2F1}"/>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750577" y="4447088"/>
              <a:ext cx="175109" cy="168928"/>
            </a:xfrm>
            <a:prstGeom prst="rect">
              <a:avLst/>
            </a:prstGeom>
          </p:spPr>
        </p:pic>
      </p:grpSp>
      <p:grpSp>
        <p:nvGrpSpPr>
          <p:cNvPr id="224" name="Groupe 223">
            <a:extLst>
              <a:ext uri="{FF2B5EF4-FFF2-40B4-BE49-F238E27FC236}">
                <a16:creationId xmlns:a16="http://schemas.microsoft.com/office/drawing/2014/main" id="{21842D06-86C8-4426-A38E-B8E0D3A6029F}"/>
              </a:ext>
            </a:extLst>
          </p:cNvPr>
          <p:cNvGrpSpPr/>
          <p:nvPr/>
        </p:nvGrpSpPr>
        <p:grpSpPr>
          <a:xfrm>
            <a:off x="3632059" y="698317"/>
            <a:ext cx="1337211" cy="1441478"/>
            <a:chOff x="6060465" y="3463636"/>
            <a:chExt cx="819385" cy="883274"/>
          </a:xfrm>
          <a:solidFill>
            <a:srgbClr val="ED7D31"/>
          </a:solidFill>
        </p:grpSpPr>
        <p:pic>
          <p:nvPicPr>
            <p:cNvPr id="225" name="Graphique 224" descr="Presse-papiers mixte avec un remplissage uni">
              <a:extLst>
                <a:ext uri="{FF2B5EF4-FFF2-40B4-BE49-F238E27FC236}">
                  <a16:creationId xmlns:a16="http://schemas.microsoft.com/office/drawing/2014/main" id="{D13450DA-5457-452F-A4A9-DFABA2769825}"/>
                </a:ext>
              </a:extLst>
            </p:cNvPr>
            <p:cNvPicPr>
              <a:picLocks noChangeAspect="1"/>
            </p:cNvPicPr>
            <p:nvPr/>
          </p:nvPicPr>
          <p:blipFill>
            <a:blip r:embed="rId37">
              <a:extLst>
                <a:ext uri="{28A0092B-C50C-407E-A947-70E740481C1C}">
                  <a14:useLocalDpi xmlns:a14="http://schemas.microsoft.com/office/drawing/2010/main" val="0"/>
                </a:ext>
                <a:ext uri="{96DAC541-7B7A-43D3-8B79-37D633B846F1}">
                  <asvg:svgBlip xmlns:asvg="http://schemas.microsoft.com/office/drawing/2016/SVG/main" r:embed="rId38"/>
                </a:ext>
              </a:extLst>
            </a:blip>
            <a:stretch>
              <a:fillRect/>
            </a:stretch>
          </p:blipFill>
          <p:spPr>
            <a:xfrm rot="20207580">
              <a:off x="6060465" y="3580343"/>
              <a:ext cx="314429" cy="314429"/>
            </a:xfrm>
            <a:prstGeom prst="rect">
              <a:avLst/>
            </a:prstGeom>
          </p:spPr>
        </p:pic>
        <p:grpSp>
          <p:nvGrpSpPr>
            <p:cNvPr id="226" name="Groupe 225">
              <a:extLst>
                <a:ext uri="{FF2B5EF4-FFF2-40B4-BE49-F238E27FC236}">
                  <a16:creationId xmlns:a16="http://schemas.microsoft.com/office/drawing/2014/main" id="{05E867DC-36B5-448C-BC92-16FF83BB4C0D}"/>
                </a:ext>
              </a:extLst>
            </p:cNvPr>
            <p:cNvGrpSpPr/>
            <p:nvPr/>
          </p:nvGrpSpPr>
          <p:grpSpPr>
            <a:xfrm>
              <a:off x="6132133" y="3463636"/>
              <a:ext cx="612923" cy="883274"/>
              <a:chOff x="6132133" y="3463636"/>
              <a:chExt cx="612923" cy="883274"/>
            </a:xfrm>
            <a:grpFill/>
          </p:grpSpPr>
          <p:pic>
            <p:nvPicPr>
              <p:cNvPr id="229" name="Graphique 228" descr="Centre d’appels avec un remplissage uni">
                <a:extLst>
                  <a:ext uri="{FF2B5EF4-FFF2-40B4-BE49-F238E27FC236}">
                    <a16:creationId xmlns:a16="http://schemas.microsoft.com/office/drawing/2014/main" id="{B83286EC-21F9-4FBE-B4FB-709AEA4162D8}"/>
                  </a:ext>
                </a:extLst>
              </p:cNvPr>
              <p:cNvPicPr>
                <a:picLocks noChangeAspect="1"/>
              </p:cNvPicPr>
              <p:nvPr/>
            </p:nvPicPr>
            <p:blipFill rotWithShape="1">
              <a:blip r:embed="rId39">
                <a:extLst>
                  <a:ext uri="{28A0092B-C50C-407E-A947-70E740481C1C}">
                    <a14:useLocalDpi xmlns:a14="http://schemas.microsoft.com/office/drawing/2010/main" val="0"/>
                  </a:ext>
                  <a:ext uri="{96DAC541-7B7A-43D3-8B79-37D633B846F1}">
                    <asvg:svgBlip xmlns:asvg="http://schemas.microsoft.com/office/drawing/2016/SVG/main" r:embed="rId40"/>
                  </a:ext>
                </a:extLst>
              </a:blip>
              <a:srcRect b="44092"/>
              <a:stretch/>
            </p:blipFill>
            <p:spPr>
              <a:xfrm>
                <a:off x="6322855" y="3463636"/>
                <a:ext cx="422201" cy="236042"/>
              </a:xfrm>
              <a:prstGeom prst="rect">
                <a:avLst/>
              </a:prstGeom>
            </p:spPr>
          </p:pic>
          <p:grpSp>
            <p:nvGrpSpPr>
              <p:cNvPr id="230" name="Groupe 229">
                <a:extLst>
                  <a:ext uri="{FF2B5EF4-FFF2-40B4-BE49-F238E27FC236}">
                    <a16:creationId xmlns:a16="http://schemas.microsoft.com/office/drawing/2014/main" id="{D17ED49E-3440-47DB-8343-1876368F7668}"/>
                  </a:ext>
                </a:extLst>
              </p:cNvPr>
              <p:cNvGrpSpPr/>
              <p:nvPr/>
            </p:nvGrpSpPr>
            <p:grpSpPr>
              <a:xfrm flipH="1">
                <a:off x="6132133" y="3682042"/>
                <a:ext cx="611857" cy="664868"/>
                <a:chOff x="5018285" y="4055721"/>
                <a:chExt cx="696982" cy="731970"/>
              </a:xfrm>
              <a:grpFill/>
            </p:grpSpPr>
            <p:pic>
              <p:nvPicPr>
                <p:cNvPr id="231" name="Graphique 230" descr="Personne confuse avec un remplissage uni">
                  <a:extLst>
                    <a:ext uri="{FF2B5EF4-FFF2-40B4-BE49-F238E27FC236}">
                      <a16:creationId xmlns:a16="http://schemas.microsoft.com/office/drawing/2014/main" id="{C4F92F32-FBCE-4D09-96AC-CAA3171B040C}"/>
                    </a:ext>
                  </a:extLst>
                </p:cNvPr>
                <p:cNvPicPr>
                  <a:picLocks noChangeAspect="1"/>
                </p:cNvPicPr>
                <p:nvPr/>
              </p:nvPicPr>
              <p:blipFill rotWithShape="1">
                <a:blip r:embed="rId41">
                  <a:extLst>
                    <a:ext uri="{28A0092B-C50C-407E-A947-70E740481C1C}">
                      <a14:useLocalDpi xmlns:a14="http://schemas.microsoft.com/office/drawing/2010/main" val="0"/>
                    </a:ext>
                    <a:ext uri="{96DAC541-7B7A-43D3-8B79-37D633B846F1}">
                      <asvg:svgBlip xmlns:asvg="http://schemas.microsoft.com/office/drawing/2016/SVG/main" r:embed="rId42"/>
                    </a:ext>
                  </a:extLst>
                </a:blip>
                <a:srcRect l="30440" t="19951" r="-1"/>
                <a:stretch/>
              </p:blipFill>
              <p:spPr>
                <a:xfrm>
                  <a:off x="5079207" y="4055721"/>
                  <a:ext cx="636060" cy="731970"/>
                </a:xfrm>
                <a:prstGeom prst="rect">
                  <a:avLst/>
                </a:prstGeom>
              </p:spPr>
            </p:pic>
            <p:sp>
              <p:nvSpPr>
                <p:cNvPr id="232" name="Rectangle : coins arrondis 231">
                  <a:extLst>
                    <a:ext uri="{FF2B5EF4-FFF2-40B4-BE49-F238E27FC236}">
                      <a16:creationId xmlns:a16="http://schemas.microsoft.com/office/drawing/2014/main" id="{7E38BD34-538E-4247-94B5-DDBC1B6AC34E}"/>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pic>
          <p:nvPicPr>
            <p:cNvPr id="227" name="Image 226">
              <a:extLst>
                <a:ext uri="{FF2B5EF4-FFF2-40B4-BE49-F238E27FC236}">
                  <a16:creationId xmlns:a16="http://schemas.microsoft.com/office/drawing/2014/main" id="{25F980C4-9BB9-4F77-9237-8540DB821F68}"/>
                </a:ext>
              </a:extLst>
            </p:cNvPr>
            <p:cNvPicPr>
              <a:picLocks noChangeAspect="1"/>
            </p:cNvPicPr>
            <p:nvPr/>
          </p:nvPicPr>
          <p:blipFill>
            <a:blip r:embed="rId43">
              <a:extLst>
                <a:ext uri="{BEBA8EAE-BF5A-486C-A8C5-ECC9F3942E4B}">
                  <a14:imgProps xmlns:a14="http://schemas.microsoft.com/office/drawing/2010/main">
                    <a14:imgLayer r:embed="rId4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474915" y="3741133"/>
              <a:ext cx="109675" cy="109475"/>
            </a:xfrm>
            <a:prstGeom prst="rect">
              <a:avLst/>
            </a:prstGeom>
            <a:grpFill/>
          </p:spPr>
        </p:pic>
        <p:pic>
          <p:nvPicPr>
            <p:cNvPr id="228" name="Graphique 227" descr="Chronomètre avec un remplissage uni">
              <a:extLst>
                <a:ext uri="{FF2B5EF4-FFF2-40B4-BE49-F238E27FC236}">
                  <a16:creationId xmlns:a16="http://schemas.microsoft.com/office/drawing/2014/main" id="{3AD7168E-691B-4085-BB26-90F6CDDA044B}"/>
                </a:ext>
              </a:extLst>
            </p:cNvPr>
            <p:cNvPicPr>
              <a:picLocks noChangeAspect="1"/>
            </p:cNvPicPr>
            <p:nvPr/>
          </p:nvPicPr>
          <p:blipFill>
            <a:blip r:embed="rId45">
              <a:extLst>
                <a:ext uri="{28A0092B-C50C-407E-A947-70E740481C1C}">
                  <a14:useLocalDpi xmlns:a14="http://schemas.microsoft.com/office/drawing/2010/main" val="0"/>
                </a:ext>
                <a:ext uri="{96DAC541-7B7A-43D3-8B79-37D633B846F1}">
                  <asvg:svgBlip xmlns:asvg="http://schemas.microsoft.com/office/drawing/2016/SVG/main" r:embed="rId46"/>
                </a:ext>
              </a:extLst>
            </a:blip>
            <a:stretch>
              <a:fillRect/>
            </a:stretch>
          </p:blipFill>
          <p:spPr>
            <a:xfrm>
              <a:off x="6714271" y="3602551"/>
              <a:ext cx="165579" cy="165579"/>
            </a:xfrm>
            <a:prstGeom prst="rect">
              <a:avLst/>
            </a:prstGeom>
          </p:spPr>
        </p:pic>
      </p:grpSp>
      <p:grpSp>
        <p:nvGrpSpPr>
          <p:cNvPr id="233" name="Groupe 232">
            <a:extLst>
              <a:ext uri="{FF2B5EF4-FFF2-40B4-BE49-F238E27FC236}">
                <a16:creationId xmlns:a16="http://schemas.microsoft.com/office/drawing/2014/main" id="{1254C408-9FB4-43B0-93BD-FB236001ACA1}"/>
              </a:ext>
            </a:extLst>
          </p:cNvPr>
          <p:cNvGrpSpPr/>
          <p:nvPr/>
        </p:nvGrpSpPr>
        <p:grpSpPr>
          <a:xfrm>
            <a:off x="6492614" y="5272810"/>
            <a:ext cx="1209542" cy="1309768"/>
            <a:chOff x="7560150" y="2879049"/>
            <a:chExt cx="982042" cy="1063416"/>
          </a:xfrm>
          <a:solidFill>
            <a:srgbClr val="ED7D31"/>
          </a:solidFill>
        </p:grpSpPr>
        <p:grpSp>
          <p:nvGrpSpPr>
            <p:cNvPr id="234" name="Groupe 233">
              <a:extLst>
                <a:ext uri="{FF2B5EF4-FFF2-40B4-BE49-F238E27FC236}">
                  <a16:creationId xmlns:a16="http://schemas.microsoft.com/office/drawing/2014/main" id="{190F480C-21E2-4F20-8CBC-D31074B922CD}"/>
                </a:ext>
              </a:extLst>
            </p:cNvPr>
            <p:cNvGrpSpPr/>
            <p:nvPr/>
          </p:nvGrpSpPr>
          <p:grpSpPr>
            <a:xfrm>
              <a:off x="7798849" y="2879049"/>
              <a:ext cx="743343" cy="1063416"/>
              <a:chOff x="6391015" y="3260296"/>
              <a:chExt cx="743343" cy="1063416"/>
            </a:xfrm>
            <a:grpFill/>
          </p:grpSpPr>
          <p:grpSp>
            <p:nvGrpSpPr>
              <p:cNvPr id="236" name="Groupe 235">
                <a:extLst>
                  <a:ext uri="{FF2B5EF4-FFF2-40B4-BE49-F238E27FC236}">
                    <a16:creationId xmlns:a16="http://schemas.microsoft.com/office/drawing/2014/main" id="{8E9F09D7-8163-43B8-B53D-09A50B420364}"/>
                  </a:ext>
                </a:extLst>
              </p:cNvPr>
              <p:cNvGrpSpPr/>
              <p:nvPr/>
            </p:nvGrpSpPr>
            <p:grpSpPr>
              <a:xfrm>
                <a:off x="6391015" y="3260296"/>
                <a:ext cx="743343" cy="1063416"/>
                <a:chOff x="6298348" y="3168316"/>
                <a:chExt cx="867130" cy="1240504"/>
              </a:xfrm>
              <a:grpFill/>
            </p:grpSpPr>
            <p:pic>
              <p:nvPicPr>
                <p:cNvPr id="238" name="Graphique 237" descr="Enseignant avec un remplissage uni">
                  <a:extLst>
                    <a:ext uri="{FF2B5EF4-FFF2-40B4-BE49-F238E27FC236}">
                      <a16:creationId xmlns:a16="http://schemas.microsoft.com/office/drawing/2014/main" id="{C72507A1-A9D2-43A6-BE25-AB6EA838D929}"/>
                    </a:ext>
                  </a:extLst>
                </p:cNvPr>
                <p:cNvPicPr>
                  <a:picLocks noChangeAspect="1"/>
                </p:cNvPicPr>
                <p:nvPr/>
              </p:nvPicPr>
              <p:blipFill>
                <a:blip r:embed="rId47">
                  <a:extLst>
                    <a:ext uri="{28A0092B-C50C-407E-A947-70E740481C1C}">
                      <a14:useLocalDpi xmlns:a14="http://schemas.microsoft.com/office/drawing/2010/main" val="0"/>
                    </a:ext>
                    <a:ext uri="{96DAC541-7B7A-43D3-8B79-37D633B846F1}">
                      <asvg:svgBlip xmlns:asvg="http://schemas.microsoft.com/office/drawing/2016/SVG/main" r:embed="rId48"/>
                    </a:ext>
                  </a:extLst>
                </a:blip>
                <a:stretch>
                  <a:fillRect/>
                </a:stretch>
              </p:blipFill>
              <p:spPr>
                <a:xfrm>
                  <a:off x="6298348" y="3168316"/>
                  <a:ext cx="867130" cy="867130"/>
                </a:xfrm>
                <a:prstGeom prst="rect">
                  <a:avLst/>
                </a:prstGeom>
              </p:spPr>
            </p:pic>
            <p:pic>
              <p:nvPicPr>
                <p:cNvPr id="239" name="Graphique 238" descr="Personne confuse avec un remplissage uni">
                  <a:extLst>
                    <a:ext uri="{FF2B5EF4-FFF2-40B4-BE49-F238E27FC236}">
                      <a16:creationId xmlns:a16="http://schemas.microsoft.com/office/drawing/2014/main" id="{00F5404D-D423-402C-BA1A-8045E972C8C6}"/>
                    </a:ext>
                  </a:extLst>
                </p:cNvPr>
                <p:cNvPicPr>
                  <a:picLocks noChangeAspect="1"/>
                </p:cNvPicPr>
                <p:nvPr/>
              </p:nvPicPr>
              <p:blipFill rotWithShape="1">
                <a:blip r:embed="rId41">
                  <a:extLst>
                    <a:ext uri="{28A0092B-C50C-407E-A947-70E740481C1C}">
                      <a14:useLocalDpi xmlns:a14="http://schemas.microsoft.com/office/drawing/2010/main" val="0"/>
                    </a:ext>
                    <a:ext uri="{96DAC541-7B7A-43D3-8B79-37D633B846F1}">
                      <asvg:svgBlip xmlns:asvg="http://schemas.microsoft.com/office/drawing/2016/SVG/main" r:embed="rId49"/>
                    </a:ext>
                  </a:extLst>
                </a:blip>
                <a:srcRect l="34664" t="32545" r="38513" b="-1"/>
                <a:stretch/>
              </p:blipFill>
              <p:spPr>
                <a:xfrm>
                  <a:off x="6367463" y="3792004"/>
                  <a:ext cx="245268" cy="616816"/>
                </a:xfrm>
                <a:prstGeom prst="rect">
                  <a:avLst/>
                </a:prstGeom>
              </p:spPr>
            </p:pic>
            <p:sp>
              <p:nvSpPr>
                <p:cNvPr id="240" name="Rectangle : coins arrondis 239">
                  <a:extLst>
                    <a:ext uri="{FF2B5EF4-FFF2-40B4-BE49-F238E27FC236}">
                      <a16:creationId xmlns:a16="http://schemas.microsoft.com/office/drawing/2014/main" id="{3DF48B1D-C108-4813-BBF0-DC0BFFA2475E}"/>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237" name="Image 236">
                <a:extLst>
                  <a:ext uri="{FF2B5EF4-FFF2-40B4-BE49-F238E27FC236}">
                    <a16:creationId xmlns:a16="http://schemas.microsoft.com/office/drawing/2014/main" id="{19DA11AD-0E64-4731-831B-E6B7D10AAB4A}"/>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6951983" y="3638955"/>
                <a:ext cx="98432" cy="94958"/>
              </a:xfrm>
              <a:prstGeom prst="rect">
                <a:avLst/>
              </a:prstGeom>
              <a:noFill/>
              <a:ln>
                <a:noFill/>
              </a:ln>
            </p:spPr>
          </p:pic>
        </p:grpSp>
        <p:pic>
          <p:nvPicPr>
            <p:cNvPr id="235" name="Graphique 234" descr="Presse-papiers mixte avec un remplissage uni">
              <a:extLst>
                <a:ext uri="{FF2B5EF4-FFF2-40B4-BE49-F238E27FC236}">
                  <a16:creationId xmlns:a16="http://schemas.microsoft.com/office/drawing/2014/main" id="{7E892AEB-73DD-472B-A085-8C37D72C6404}"/>
                </a:ext>
              </a:extLst>
            </p:cNvPr>
            <p:cNvPicPr>
              <a:picLocks noChangeAspect="1"/>
            </p:cNvPicPr>
            <p:nvPr/>
          </p:nvPicPr>
          <p:blipFill>
            <a:blip r:embed="rId37">
              <a:extLst>
                <a:ext uri="{28A0092B-C50C-407E-A947-70E740481C1C}">
                  <a14:useLocalDpi xmlns:a14="http://schemas.microsoft.com/office/drawing/2010/main" val="0"/>
                </a:ext>
                <a:ext uri="{96DAC541-7B7A-43D3-8B79-37D633B846F1}">
                  <asvg:svgBlip xmlns:asvg="http://schemas.microsoft.com/office/drawing/2016/SVG/main" r:embed="rId50"/>
                </a:ext>
              </a:extLst>
            </a:blip>
            <a:stretch>
              <a:fillRect/>
            </a:stretch>
          </p:blipFill>
          <p:spPr>
            <a:xfrm rot="20207580">
              <a:off x="7560150" y="3329802"/>
              <a:ext cx="314429" cy="314429"/>
            </a:xfrm>
            <a:prstGeom prst="rect">
              <a:avLst/>
            </a:prstGeom>
          </p:spPr>
        </p:pic>
      </p:grpSp>
      <p:grpSp>
        <p:nvGrpSpPr>
          <p:cNvPr id="241" name="Groupe 240">
            <a:extLst>
              <a:ext uri="{FF2B5EF4-FFF2-40B4-BE49-F238E27FC236}">
                <a16:creationId xmlns:a16="http://schemas.microsoft.com/office/drawing/2014/main" id="{755A447A-DC47-4DA3-A43A-5489C1071654}"/>
              </a:ext>
            </a:extLst>
          </p:cNvPr>
          <p:cNvGrpSpPr/>
          <p:nvPr/>
        </p:nvGrpSpPr>
        <p:grpSpPr>
          <a:xfrm>
            <a:off x="5425841" y="2485889"/>
            <a:ext cx="2272344" cy="2191925"/>
            <a:chOff x="8930936" y="2408583"/>
            <a:chExt cx="1216113" cy="1173074"/>
          </a:xfrm>
          <a:solidFill>
            <a:schemeClr val="accent1"/>
          </a:solidFill>
        </p:grpSpPr>
        <p:grpSp>
          <p:nvGrpSpPr>
            <p:cNvPr id="242" name="Groupe 241">
              <a:extLst>
                <a:ext uri="{FF2B5EF4-FFF2-40B4-BE49-F238E27FC236}">
                  <a16:creationId xmlns:a16="http://schemas.microsoft.com/office/drawing/2014/main" id="{841434E9-9897-4774-B587-A7C3F6EF6D87}"/>
                </a:ext>
              </a:extLst>
            </p:cNvPr>
            <p:cNvGrpSpPr/>
            <p:nvPr/>
          </p:nvGrpSpPr>
          <p:grpSpPr>
            <a:xfrm>
              <a:off x="8930936" y="2408583"/>
              <a:ext cx="1216113" cy="1173074"/>
              <a:chOff x="8930936" y="2401291"/>
              <a:chExt cx="1216113" cy="1173074"/>
            </a:xfrm>
            <a:grpFill/>
          </p:grpSpPr>
          <p:pic>
            <p:nvPicPr>
              <p:cNvPr id="246" name="Graphique 245" descr="Plan avec un remplissage uni">
                <a:extLst>
                  <a:ext uri="{FF2B5EF4-FFF2-40B4-BE49-F238E27FC236}">
                    <a16:creationId xmlns:a16="http://schemas.microsoft.com/office/drawing/2014/main" id="{15AC5DE8-19AD-474F-BFFD-8E1F035F8AEA}"/>
                  </a:ext>
                </a:extLst>
              </p:cNvPr>
              <p:cNvPicPr>
                <a:picLocks noChangeAspect="1"/>
              </p:cNvPicPr>
              <p:nvPr/>
            </p:nvPicPr>
            <p:blipFill>
              <a:blip r:embed="rId51">
                <a:extLst>
                  <a:ext uri="{28A0092B-C50C-407E-A947-70E740481C1C}">
                    <a14:useLocalDpi xmlns:a14="http://schemas.microsoft.com/office/drawing/2010/main" val="0"/>
                  </a:ext>
                  <a:ext uri="{96DAC541-7B7A-43D3-8B79-37D633B846F1}">
                    <asvg:svgBlip xmlns:asvg="http://schemas.microsoft.com/office/drawing/2016/SVG/main" r:embed="rId52"/>
                  </a:ext>
                </a:extLst>
              </a:blip>
              <a:stretch>
                <a:fillRect/>
              </a:stretch>
            </p:blipFill>
            <p:spPr>
              <a:xfrm>
                <a:off x="8930936" y="2401291"/>
                <a:ext cx="590762" cy="590762"/>
              </a:xfrm>
              <a:prstGeom prst="rect">
                <a:avLst/>
              </a:prstGeom>
            </p:spPr>
          </p:pic>
          <p:grpSp>
            <p:nvGrpSpPr>
              <p:cNvPr id="247" name="Groupe 246">
                <a:extLst>
                  <a:ext uri="{FF2B5EF4-FFF2-40B4-BE49-F238E27FC236}">
                    <a16:creationId xmlns:a16="http://schemas.microsoft.com/office/drawing/2014/main" id="{5484F1E9-A3A8-47B8-A110-B5882B57EFB3}"/>
                  </a:ext>
                </a:extLst>
              </p:cNvPr>
              <p:cNvGrpSpPr/>
              <p:nvPr/>
            </p:nvGrpSpPr>
            <p:grpSpPr>
              <a:xfrm>
                <a:off x="9450069" y="2659965"/>
                <a:ext cx="696980" cy="914400"/>
                <a:chOff x="5018285" y="3873291"/>
                <a:chExt cx="696980" cy="914400"/>
              </a:xfrm>
              <a:grpFill/>
            </p:grpSpPr>
            <p:pic>
              <p:nvPicPr>
                <p:cNvPr id="248" name="Graphique 247" descr="Personne confuse avec un remplissage uni">
                  <a:extLst>
                    <a:ext uri="{FF2B5EF4-FFF2-40B4-BE49-F238E27FC236}">
                      <a16:creationId xmlns:a16="http://schemas.microsoft.com/office/drawing/2014/main" id="{B0D82835-FCA8-4075-8F51-119CBC082FED}"/>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53"/>
                    </a:ext>
                  </a:extLst>
                </a:blip>
                <a:srcRect l="30440" r="-1"/>
                <a:stretch/>
              </p:blipFill>
              <p:spPr>
                <a:xfrm>
                  <a:off x="5079206" y="3873291"/>
                  <a:ext cx="636059" cy="914400"/>
                </a:xfrm>
                <a:prstGeom prst="rect">
                  <a:avLst/>
                </a:prstGeom>
              </p:spPr>
            </p:pic>
            <p:sp>
              <p:nvSpPr>
                <p:cNvPr id="249" name="Rectangle : coins arrondis 248">
                  <a:extLst>
                    <a:ext uri="{FF2B5EF4-FFF2-40B4-BE49-F238E27FC236}">
                      <a16:creationId xmlns:a16="http://schemas.microsoft.com/office/drawing/2014/main" id="{0352EEFE-CCDE-47CA-A16A-34B1934880C7}"/>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grpSp>
          <p:nvGrpSpPr>
            <p:cNvPr id="243" name="Groupe 242">
              <a:extLst>
                <a:ext uri="{FF2B5EF4-FFF2-40B4-BE49-F238E27FC236}">
                  <a16:creationId xmlns:a16="http://schemas.microsoft.com/office/drawing/2014/main" id="{5923A8A0-DACE-43AE-989F-9FDED883D0E8}"/>
                </a:ext>
              </a:extLst>
            </p:cNvPr>
            <p:cNvGrpSpPr/>
            <p:nvPr/>
          </p:nvGrpSpPr>
          <p:grpSpPr>
            <a:xfrm>
              <a:off x="9237852" y="2714693"/>
              <a:ext cx="199881" cy="170748"/>
              <a:chOff x="8303417" y="2625343"/>
              <a:chExt cx="199881" cy="170748"/>
            </a:xfrm>
            <a:grpFill/>
          </p:grpSpPr>
          <p:sp>
            <p:nvSpPr>
              <p:cNvPr id="244" name="Rectangle 243">
                <a:extLst>
                  <a:ext uri="{FF2B5EF4-FFF2-40B4-BE49-F238E27FC236}">
                    <a16:creationId xmlns:a16="http://schemas.microsoft.com/office/drawing/2014/main" id="{3E50DBF0-24D5-461F-B11D-F6D5916E0253}"/>
                  </a:ext>
                </a:extLst>
              </p:cNvPr>
              <p:cNvSpPr/>
              <p:nvPr/>
            </p:nvSpPr>
            <p:spPr>
              <a:xfrm>
                <a:off x="8303417" y="2625343"/>
                <a:ext cx="199881" cy="1671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45" name="Image 244">
                <a:extLst>
                  <a:ext uri="{FF2B5EF4-FFF2-40B4-BE49-F238E27FC236}">
                    <a16:creationId xmlns:a16="http://schemas.microsoft.com/office/drawing/2014/main" id="{F141D9DB-D72E-4B78-BB65-2D872B4682CD}"/>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8319665" y="2634616"/>
                <a:ext cx="167384" cy="161475"/>
              </a:xfrm>
              <a:prstGeom prst="rect">
                <a:avLst/>
              </a:prstGeom>
              <a:solidFill>
                <a:schemeClr val="bg1"/>
              </a:solidFill>
            </p:spPr>
          </p:pic>
        </p:grpSp>
      </p:grpSp>
      <p:grpSp>
        <p:nvGrpSpPr>
          <p:cNvPr id="250" name="Groupe 249">
            <a:extLst>
              <a:ext uri="{FF2B5EF4-FFF2-40B4-BE49-F238E27FC236}">
                <a16:creationId xmlns:a16="http://schemas.microsoft.com/office/drawing/2014/main" id="{6BEFD962-3184-4C6A-B522-B53257C6D7C0}"/>
              </a:ext>
            </a:extLst>
          </p:cNvPr>
          <p:cNvGrpSpPr/>
          <p:nvPr/>
        </p:nvGrpSpPr>
        <p:grpSpPr>
          <a:xfrm>
            <a:off x="3403029" y="2439236"/>
            <a:ext cx="2277263" cy="2153490"/>
            <a:chOff x="4763560" y="3762738"/>
            <a:chExt cx="978178" cy="925014"/>
          </a:xfrm>
        </p:grpSpPr>
        <p:grpSp>
          <p:nvGrpSpPr>
            <p:cNvPr id="251" name="Groupe 250">
              <a:extLst>
                <a:ext uri="{FF2B5EF4-FFF2-40B4-BE49-F238E27FC236}">
                  <a16:creationId xmlns:a16="http://schemas.microsoft.com/office/drawing/2014/main" id="{B6269855-63DD-4B8C-B7C6-7D3F9D3585EA}"/>
                </a:ext>
              </a:extLst>
            </p:cNvPr>
            <p:cNvGrpSpPr/>
            <p:nvPr/>
          </p:nvGrpSpPr>
          <p:grpSpPr>
            <a:xfrm flipH="1">
              <a:off x="4766064" y="3762738"/>
              <a:ext cx="975674" cy="925014"/>
              <a:chOff x="4716415" y="3792004"/>
              <a:chExt cx="1009529" cy="925014"/>
            </a:xfrm>
          </p:grpSpPr>
          <p:pic>
            <p:nvPicPr>
              <p:cNvPr id="254" name="Graphique 253" descr="Mégaphone1 avec un remplissage uni">
                <a:extLst>
                  <a:ext uri="{FF2B5EF4-FFF2-40B4-BE49-F238E27FC236}">
                    <a16:creationId xmlns:a16="http://schemas.microsoft.com/office/drawing/2014/main" id="{BF7EBAA6-59A7-43D3-96E0-D6168A993B1D}"/>
                  </a:ext>
                </a:extLst>
              </p:cNvPr>
              <p:cNvPicPr>
                <a:picLocks noChangeAspect="1"/>
              </p:cNvPicPr>
              <p:nvPr/>
            </p:nvPicPr>
            <p:blipFill>
              <a:blip r:embed="rId54">
                <a:extLst>
                  <a:ext uri="{28A0092B-C50C-407E-A947-70E740481C1C}">
                    <a14:useLocalDpi xmlns:a14="http://schemas.microsoft.com/office/drawing/2010/main" val="0"/>
                  </a:ext>
                  <a:ext uri="{96DAC541-7B7A-43D3-8B79-37D633B846F1}">
                    <asvg:svgBlip xmlns:asvg="http://schemas.microsoft.com/office/drawing/2016/SVG/main" r:embed="rId55"/>
                  </a:ext>
                </a:extLst>
              </a:blip>
              <a:stretch>
                <a:fillRect/>
              </a:stretch>
            </p:blipFill>
            <p:spPr>
              <a:xfrm flipH="1">
                <a:off x="4716415" y="3792004"/>
                <a:ext cx="384826" cy="398002"/>
              </a:xfrm>
              <a:prstGeom prst="rect">
                <a:avLst/>
              </a:prstGeom>
            </p:spPr>
          </p:pic>
          <p:grpSp>
            <p:nvGrpSpPr>
              <p:cNvPr id="255" name="Groupe 254">
                <a:extLst>
                  <a:ext uri="{FF2B5EF4-FFF2-40B4-BE49-F238E27FC236}">
                    <a16:creationId xmlns:a16="http://schemas.microsoft.com/office/drawing/2014/main" id="{5DC0FBA9-CA9E-48F0-BB4D-7C9FFA5B7B4C}"/>
                  </a:ext>
                </a:extLst>
              </p:cNvPr>
              <p:cNvGrpSpPr/>
              <p:nvPr/>
            </p:nvGrpSpPr>
            <p:grpSpPr>
              <a:xfrm>
                <a:off x="5048496" y="3886444"/>
                <a:ext cx="633086" cy="830574"/>
                <a:chOff x="5018285" y="3873291"/>
                <a:chExt cx="696980" cy="914400"/>
              </a:xfrm>
            </p:grpSpPr>
            <p:pic>
              <p:nvPicPr>
                <p:cNvPr id="258" name="Graphique 257" descr="Personne confuse avec un remplissage uni">
                  <a:extLst>
                    <a:ext uri="{FF2B5EF4-FFF2-40B4-BE49-F238E27FC236}">
                      <a16:creationId xmlns:a16="http://schemas.microsoft.com/office/drawing/2014/main" id="{3DCB8466-C847-4A80-B17B-AEBD2A037FAA}"/>
                    </a:ext>
                  </a:extLst>
                </p:cNvPr>
                <p:cNvPicPr>
                  <a:picLocks noChangeAspect="1"/>
                </p:cNvPicPr>
                <p:nvPr/>
              </p:nvPicPr>
              <p:blipFill rotWithShape="1">
                <a:blip r:embed="rId41">
                  <a:extLst>
                    <a:ext uri="{28A0092B-C50C-407E-A947-70E740481C1C}">
                      <a14:useLocalDpi xmlns:a14="http://schemas.microsoft.com/office/drawing/2010/main" val="0"/>
                    </a:ext>
                    <a:ext uri="{96DAC541-7B7A-43D3-8B79-37D633B846F1}">
                      <asvg:svgBlip xmlns:asvg="http://schemas.microsoft.com/office/drawing/2016/SVG/main" r:embed="rId42"/>
                    </a:ext>
                  </a:extLst>
                </a:blip>
                <a:srcRect l="30440" r="-1"/>
                <a:stretch/>
              </p:blipFill>
              <p:spPr>
                <a:xfrm>
                  <a:off x="5079206" y="3873291"/>
                  <a:ext cx="636059" cy="914400"/>
                </a:xfrm>
                <a:prstGeom prst="rect">
                  <a:avLst/>
                </a:prstGeom>
              </p:spPr>
            </p:pic>
            <p:sp>
              <p:nvSpPr>
                <p:cNvPr id="259" name="Rectangle : coins arrondis 258">
                  <a:extLst>
                    <a:ext uri="{FF2B5EF4-FFF2-40B4-BE49-F238E27FC236}">
                      <a16:creationId xmlns:a16="http://schemas.microsoft.com/office/drawing/2014/main" id="{939A7B97-6CE8-4FBF-B367-F46B4AE19C23}"/>
                    </a:ext>
                  </a:extLst>
                </p:cNvPr>
                <p:cNvSpPr/>
                <p:nvPr/>
              </p:nvSpPr>
              <p:spPr>
                <a:xfrm rot="3462276">
                  <a:off x="4958575" y="4176566"/>
                  <a:ext cx="184553" cy="65134"/>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256" name="Graphique 255" descr="Balance de la justice avec un remplissage uni">
                <a:extLst>
                  <a:ext uri="{FF2B5EF4-FFF2-40B4-BE49-F238E27FC236}">
                    <a16:creationId xmlns:a16="http://schemas.microsoft.com/office/drawing/2014/main" id="{890B19A1-EAB7-4182-9E3F-44DF78BDF7FA}"/>
                  </a:ext>
                </a:extLst>
              </p:cNvPr>
              <p:cNvPicPr>
                <a:picLocks noChangeAspect="1"/>
              </p:cNvPicPr>
              <p:nvPr/>
            </p:nvPicPr>
            <p:blipFill>
              <a:blip r:embed="rId56">
                <a:extLst>
                  <a:ext uri="{28A0092B-C50C-407E-A947-70E740481C1C}">
                    <a14:useLocalDpi xmlns:a14="http://schemas.microsoft.com/office/drawing/2010/main" val="0"/>
                  </a:ext>
                  <a:ext uri="{96DAC541-7B7A-43D3-8B79-37D633B846F1}">
                    <asvg:svgBlip xmlns:asvg="http://schemas.microsoft.com/office/drawing/2016/SVG/main" r:embed="rId57"/>
                  </a:ext>
                </a:extLst>
              </a:blip>
              <a:stretch>
                <a:fillRect/>
              </a:stretch>
            </p:blipFill>
            <p:spPr>
              <a:xfrm>
                <a:off x="5374349" y="3867945"/>
                <a:ext cx="351595" cy="351595"/>
              </a:xfrm>
              <a:prstGeom prst="rect">
                <a:avLst/>
              </a:prstGeom>
            </p:spPr>
          </p:pic>
          <p:pic>
            <p:nvPicPr>
              <p:cNvPr id="257" name="Image 256">
                <a:extLst>
                  <a:ext uri="{FF2B5EF4-FFF2-40B4-BE49-F238E27FC236}">
                    <a16:creationId xmlns:a16="http://schemas.microsoft.com/office/drawing/2014/main" id="{9CDE1956-ED0E-4AD7-AD27-C4B47F48DF43}"/>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rot="2247862" flipH="1">
                <a:off x="4849188" y="3943969"/>
                <a:ext cx="97515" cy="94073"/>
              </a:xfrm>
              <a:prstGeom prst="rect">
                <a:avLst/>
              </a:prstGeom>
            </p:spPr>
          </p:pic>
        </p:grpSp>
        <p:pic>
          <p:nvPicPr>
            <p:cNvPr id="252" name="Graphique 251" descr="Balance de la justice avec un remplissage uni">
              <a:extLst>
                <a:ext uri="{FF2B5EF4-FFF2-40B4-BE49-F238E27FC236}">
                  <a16:creationId xmlns:a16="http://schemas.microsoft.com/office/drawing/2014/main" id="{51B39E57-306B-41AD-B1A0-BBF1D59DE510}"/>
                </a:ext>
              </a:extLst>
            </p:cNvPr>
            <p:cNvPicPr>
              <a:picLocks noChangeAspect="1"/>
            </p:cNvPicPr>
            <p:nvPr/>
          </p:nvPicPr>
          <p:blipFill rotWithShape="1">
            <a:blip r:embed="rId58">
              <a:extLst>
                <a:ext uri="{28A0092B-C50C-407E-A947-70E740481C1C}">
                  <a14:useLocalDpi xmlns:a14="http://schemas.microsoft.com/office/drawing/2010/main" val="0"/>
                </a:ext>
                <a:ext uri="{96DAC541-7B7A-43D3-8B79-37D633B846F1}">
                  <asvg:svgBlip xmlns:asvg="http://schemas.microsoft.com/office/drawing/2016/SVG/main" r:embed="rId59"/>
                </a:ext>
              </a:extLst>
            </a:blip>
            <a:srcRect l="7711" t="16230" r="55712" b="32471"/>
            <a:stretch/>
          </p:blipFill>
          <p:spPr>
            <a:xfrm flipH="1">
              <a:off x="4955380" y="3895743"/>
              <a:ext cx="124289" cy="180364"/>
            </a:xfrm>
            <a:prstGeom prst="rect">
              <a:avLst/>
            </a:prstGeom>
          </p:spPr>
        </p:pic>
        <p:pic>
          <p:nvPicPr>
            <p:cNvPr id="253" name="Graphique 252" descr="Balance de la justice avec un remplissage uni">
              <a:extLst>
                <a:ext uri="{FF2B5EF4-FFF2-40B4-BE49-F238E27FC236}">
                  <a16:creationId xmlns:a16="http://schemas.microsoft.com/office/drawing/2014/main" id="{C344A0D0-244D-4A70-90B0-C65CEDC392C4}"/>
                </a:ext>
              </a:extLst>
            </p:cNvPr>
            <p:cNvPicPr>
              <a:picLocks noChangeAspect="1"/>
            </p:cNvPicPr>
            <p:nvPr/>
          </p:nvPicPr>
          <p:blipFill rotWithShape="1">
            <a:blip r:embed="rId60">
              <a:extLst>
                <a:ext uri="{28A0092B-C50C-407E-A947-70E740481C1C}">
                  <a14:useLocalDpi xmlns:a14="http://schemas.microsoft.com/office/drawing/2010/main" val="0"/>
                </a:ext>
                <a:ext uri="{96DAC541-7B7A-43D3-8B79-37D633B846F1}">
                  <asvg:svgBlip xmlns:asvg="http://schemas.microsoft.com/office/drawing/2016/SVG/main" r:embed="rId61"/>
                </a:ext>
              </a:extLst>
            </a:blip>
            <a:srcRect l="58383" t="16186" b="30375"/>
            <a:stretch/>
          </p:blipFill>
          <p:spPr>
            <a:xfrm flipH="1">
              <a:off x="4763560" y="3895742"/>
              <a:ext cx="141416" cy="187889"/>
            </a:xfrm>
            <a:prstGeom prst="rect">
              <a:avLst/>
            </a:prstGeom>
          </p:spPr>
        </p:pic>
      </p:grpSp>
      <p:grpSp>
        <p:nvGrpSpPr>
          <p:cNvPr id="128" name="Groupe 127">
            <a:extLst>
              <a:ext uri="{FF2B5EF4-FFF2-40B4-BE49-F238E27FC236}">
                <a16:creationId xmlns:a16="http://schemas.microsoft.com/office/drawing/2014/main" id="{8C438AFE-5684-41CD-92C9-420F3A36BE6B}"/>
              </a:ext>
            </a:extLst>
          </p:cNvPr>
          <p:cNvGrpSpPr/>
          <p:nvPr/>
        </p:nvGrpSpPr>
        <p:grpSpPr>
          <a:xfrm>
            <a:off x="7179762" y="1024337"/>
            <a:ext cx="2359420" cy="2120555"/>
            <a:chOff x="10408603" y="1944527"/>
            <a:chExt cx="1266205" cy="1138016"/>
          </a:xfrm>
          <a:solidFill>
            <a:srgbClr val="3494BA"/>
          </a:solidFill>
        </p:grpSpPr>
        <p:grpSp>
          <p:nvGrpSpPr>
            <p:cNvPr id="129" name="Groupe 128">
              <a:extLst>
                <a:ext uri="{FF2B5EF4-FFF2-40B4-BE49-F238E27FC236}">
                  <a16:creationId xmlns:a16="http://schemas.microsoft.com/office/drawing/2014/main" id="{8D8366A5-6E90-4ACC-81F1-1D1E115166C9}"/>
                </a:ext>
              </a:extLst>
            </p:cNvPr>
            <p:cNvGrpSpPr/>
            <p:nvPr/>
          </p:nvGrpSpPr>
          <p:grpSpPr>
            <a:xfrm>
              <a:off x="10781788" y="2168143"/>
              <a:ext cx="696980" cy="914400"/>
              <a:chOff x="5018285" y="3873291"/>
              <a:chExt cx="696980" cy="914400"/>
            </a:xfrm>
            <a:grpFill/>
          </p:grpSpPr>
          <p:pic>
            <p:nvPicPr>
              <p:cNvPr id="135" name="Graphique 134" descr="Personne confuse avec un remplissage uni">
                <a:extLst>
                  <a:ext uri="{FF2B5EF4-FFF2-40B4-BE49-F238E27FC236}">
                    <a16:creationId xmlns:a16="http://schemas.microsoft.com/office/drawing/2014/main" id="{77C028B3-CA73-4AC2-8DC6-DF150D30D5FD}"/>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l="30440" r="-1"/>
              <a:stretch/>
            </p:blipFill>
            <p:spPr>
              <a:xfrm>
                <a:off x="5079206" y="3873291"/>
                <a:ext cx="636059" cy="914400"/>
              </a:xfrm>
              <a:prstGeom prst="rect">
                <a:avLst/>
              </a:prstGeom>
            </p:spPr>
          </p:pic>
          <p:sp>
            <p:nvSpPr>
              <p:cNvPr id="136" name="Rectangle : coins arrondis 135">
                <a:extLst>
                  <a:ext uri="{FF2B5EF4-FFF2-40B4-BE49-F238E27FC236}">
                    <a16:creationId xmlns:a16="http://schemas.microsoft.com/office/drawing/2014/main" id="{2E095225-56F8-45E9-927B-38FF84DE12D4}"/>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130" name="Graphique 129" descr="Panneau de signalisation avec un remplissage uni">
              <a:extLst>
                <a:ext uri="{FF2B5EF4-FFF2-40B4-BE49-F238E27FC236}">
                  <a16:creationId xmlns:a16="http://schemas.microsoft.com/office/drawing/2014/main" id="{CA87550A-DB8A-4012-AF51-FB3EC36403CB}"/>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t="18628"/>
            <a:stretch/>
          </p:blipFill>
          <p:spPr>
            <a:xfrm>
              <a:off x="10932558" y="1976438"/>
              <a:ext cx="742250" cy="603990"/>
            </a:xfrm>
            <a:prstGeom prst="rect">
              <a:avLst/>
            </a:prstGeom>
          </p:spPr>
        </p:pic>
        <p:grpSp>
          <p:nvGrpSpPr>
            <p:cNvPr id="131" name="Groupe 130">
              <a:extLst>
                <a:ext uri="{FF2B5EF4-FFF2-40B4-BE49-F238E27FC236}">
                  <a16:creationId xmlns:a16="http://schemas.microsoft.com/office/drawing/2014/main" id="{FA06C0AE-3F6C-40B6-922F-540148CD2EC6}"/>
                </a:ext>
              </a:extLst>
            </p:cNvPr>
            <p:cNvGrpSpPr/>
            <p:nvPr/>
          </p:nvGrpSpPr>
          <p:grpSpPr>
            <a:xfrm rot="21051146" flipH="1">
              <a:off x="10408603" y="1944527"/>
              <a:ext cx="391604" cy="567289"/>
              <a:chOff x="5616686" y="6627757"/>
              <a:chExt cx="644414" cy="888746"/>
            </a:xfrm>
            <a:grpFill/>
          </p:grpSpPr>
          <p:pic>
            <p:nvPicPr>
              <p:cNvPr id="133" name="Graphique 132" descr="Drapeau de golf dans un trou avec un remplissage uni">
                <a:extLst>
                  <a:ext uri="{FF2B5EF4-FFF2-40B4-BE49-F238E27FC236}">
                    <a16:creationId xmlns:a16="http://schemas.microsoft.com/office/drawing/2014/main" id="{D364AB05-9081-4B66-9060-8953555C9966}"/>
                  </a:ext>
                </a:extLst>
              </p:cNvPr>
              <p:cNvPicPr>
                <a:picLocks noChangeAspect="1"/>
              </p:cNvPicPr>
              <p:nvPr/>
            </p:nvPicPr>
            <p:blipFill rotWithShape="1">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l="19715" t="5069" r="36313" b="56423"/>
              <a:stretch/>
            </p:blipFill>
            <p:spPr>
              <a:xfrm>
                <a:off x="5616686" y="6627757"/>
                <a:ext cx="644414" cy="564328"/>
              </a:xfrm>
              <a:prstGeom prst="rect">
                <a:avLst/>
              </a:prstGeom>
            </p:spPr>
          </p:pic>
          <p:sp>
            <p:nvSpPr>
              <p:cNvPr id="134" name="Rectangle : coins arrondis 133">
                <a:extLst>
                  <a:ext uri="{FF2B5EF4-FFF2-40B4-BE49-F238E27FC236}">
                    <a16:creationId xmlns:a16="http://schemas.microsoft.com/office/drawing/2014/main" id="{6870BF9B-D7A7-42E9-9336-1C95BDADB04A}"/>
                  </a:ext>
                </a:extLst>
              </p:cNvPr>
              <p:cNvSpPr/>
              <p:nvPr/>
            </p:nvSpPr>
            <p:spPr>
              <a:xfrm rot="5400000">
                <a:off x="5542703" y="7279829"/>
                <a:ext cx="385705" cy="87643"/>
              </a:xfrm>
              <a:prstGeom prst="roundRect">
                <a:avLst>
                  <a:gd name="adj" fmla="val 50000"/>
                </a:avLst>
              </a:prstGeom>
              <a:solidFill>
                <a:schemeClr val="bg1">
                  <a:lumMod val="7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132" name="Image 131">
              <a:extLst>
                <a:ext uri="{FF2B5EF4-FFF2-40B4-BE49-F238E27FC236}">
                  <a16:creationId xmlns:a16="http://schemas.microsoft.com/office/drawing/2014/main" id="{30F34C16-7214-4182-8A72-391D9B1F41A3}"/>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rot="20424315">
              <a:off x="10580132" y="2034678"/>
              <a:ext cx="120335" cy="116088"/>
            </a:xfrm>
            <a:prstGeom prst="rect">
              <a:avLst/>
            </a:prstGeom>
            <a:noFill/>
            <a:ln>
              <a:noFill/>
            </a:ln>
          </p:spPr>
        </p:pic>
      </p:grpSp>
      <p:pic>
        <p:nvPicPr>
          <p:cNvPr id="137" name="Graphique 136" descr="Groupe avec un remplissage uni">
            <a:extLst>
              <a:ext uri="{FF2B5EF4-FFF2-40B4-BE49-F238E27FC236}">
                <a16:creationId xmlns:a16="http://schemas.microsoft.com/office/drawing/2014/main" id="{AE893A12-2ED4-48CF-8670-A018A9913025}"/>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1934553" y="4145696"/>
            <a:ext cx="1587455" cy="1587455"/>
          </a:xfrm>
          <a:prstGeom prst="rect">
            <a:avLst/>
          </a:prstGeom>
        </p:spPr>
      </p:pic>
      <p:pic>
        <p:nvPicPr>
          <p:cNvPr id="138" name="Graphique 137" descr="Groupe avec un remplissage uni">
            <a:extLst>
              <a:ext uri="{FF2B5EF4-FFF2-40B4-BE49-F238E27FC236}">
                <a16:creationId xmlns:a16="http://schemas.microsoft.com/office/drawing/2014/main" id="{243177E1-19DF-4DC6-AEA6-9DA09CCB5369}"/>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r="29152"/>
          <a:stretch/>
        </p:blipFill>
        <p:spPr>
          <a:xfrm>
            <a:off x="1327744" y="5315573"/>
            <a:ext cx="1124682" cy="1587455"/>
          </a:xfrm>
          <a:prstGeom prst="rect">
            <a:avLst/>
          </a:prstGeom>
        </p:spPr>
      </p:pic>
      <p:grpSp>
        <p:nvGrpSpPr>
          <p:cNvPr id="148" name="Groupe 147">
            <a:extLst>
              <a:ext uri="{FF2B5EF4-FFF2-40B4-BE49-F238E27FC236}">
                <a16:creationId xmlns:a16="http://schemas.microsoft.com/office/drawing/2014/main" id="{31528F3B-0013-41CF-AC2F-BE0B3F4B6E01}"/>
              </a:ext>
            </a:extLst>
          </p:cNvPr>
          <p:cNvGrpSpPr/>
          <p:nvPr/>
        </p:nvGrpSpPr>
        <p:grpSpPr>
          <a:xfrm>
            <a:off x="8029375" y="3461851"/>
            <a:ext cx="2605458" cy="1853722"/>
            <a:chOff x="6989470" y="1452253"/>
            <a:chExt cx="2625047" cy="1867662"/>
          </a:xfrm>
          <a:solidFill>
            <a:srgbClr val="ED7D31"/>
          </a:solidFill>
        </p:grpSpPr>
        <p:pic>
          <p:nvPicPr>
            <p:cNvPr id="149" name="Graphique 148" descr="Groupe de personnes avec un remplissage uni">
              <a:extLst>
                <a:ext uri="{FF2B5EF4-FFF2-40B4-BE49-F238E27FC236}">
                  <a16:creationId xmlns:a16="http://schemas.microsoft.com/office/drawing/2014/main" id="{8F8702CC-E566-4955-9E2F-DD07E22CEEDC}"/>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6989470" y="1452253"/>
              <a:ext cx="1867662" cy="1867662"/>
            </a:xfrm>
            <a:prstGeom prst="rect">
              <a:avLst/>
            </a:prstGeom>
          </p:spPr>
        </p:pic>
        <p:pic>
          <p:nvPicPr>
            <p:cNvPr id="150" name="Graphique 149" descr="Groupe de personnes avec un remplissage uni">
              <a:extLst>
                <a:ext uri="{FF2B5EF4-FFF2-40B4-BE49-F238E27FC236}">
                  <a16:creationId xmlns:a16="http://schemas.microsoft.com/office/drawing/2014/main" id="{C143F467-79D6-4B48-AC89-7477A9078B44}"/>
                </a:ext>
              </a:extLst>
            </p:cNvPr>
            <p:cNvPicPr>
              <a:picLocks noChangeAspect="1"/>
            </p:cNvPicPr>
            <p:nvPr/>
          </p:nvPicPr>
          <p:blipFill rotWithShape="1">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rcRect t="65384" r="20687"/>
            <a:stretch/>
          </p:blipFill>
          <p:spPr>
            <a:xfrm>
              <a:off x="8090525" y="1513565"/>
              <a:ext cx="1481311" cy="651367"/>
            </a:xfrm>
            <a:prstGeom prst="rect">
              <a:avLst/>
            </a:prstGeom>
          </p:spPr>
        </p:pic>
        <p:pic>
          <p:nvPicPr>
            <p:cNvPr id="151" name="Graphique 150" descr="Groupe de personnes avec un remplissage uni">
              <a:extLst>
                <a:ext uri="{FF2B5EF4-FFF2-40B4-BE49-F238E27FC236}">
                  <a16:creationId xmlns:a16="http://schemas.microsoft.com/office/drawing/2014/main" id="{ACE1A64B-EF52-47C0-A177-2BE78D573EA6}"/>
                </a:ext>
              </a:extLst>
            </p:cNvPr>
            <p:cNvPicPr>
              <a:picLocks noChangeAspect="1"/>
            </p:cNvPicPr>
            <p:nvPr/>
          </p:nvPicPr>
          <p:blipFill rotWithShape="1">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rcRect t="65384" r="30495"/>
            <a:stretch/>
          </p:blipFill>
          <p:spPr>
            <a:xfrm>
              <a:off x="8316394" y="2091056"/>
              <a:ext cx="1298123" cy="651367"/>
            </a:xfrm>
            <a:prstGeom prst="rect">
              <a:avLst/>
            </a:prstGeom>
          </p:spPr>
        </p:pic>
        <p:pic>
          <p:nvPicPr>
            <p:cNvPr id="152" name="Graphique 151" descr="Groupe de personnes avec un remplissage uni">
              <a:extLst>
                <a:ext uri="{FF2B5EF4-FFF2-40B4-BE49-F238E27FC236}">
                  <a16:creationId xmlns:a16="http://schemas.microsoft.com/office/drawing/2014/main" id="{FFA1CA78-F669-4CE3-8FCA-5CE56E76A9A3}"/>
                </a:ext>
              </a:extLst>
            </p:cNvPr>
            <p:cNvPicPr>
              <a:picLocks noChangeAspect="1"/>
            </p:cNvPicPr>
            <p:nvPr/>
          </p:nvPicPr>
          <p:blipFill rotWithShape="1">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rcRect t="65384" r="65831"/>
            <a:stretch/>
          </p:blipFill>
          <p:spPr>
            <a:xfrm>
              <a:off x="6989470" y="1513565"/>
              <a:ext cx="638169" cy="651367"/>
            </a:xfrm>
            <a:prstGeom prst="rect">
              <a:avLst/>
            </a:prstGeom>
          </p:spPr>
        </p:pic>
        <p:pic>
          <p:nvPicPr>
            <p:cNvPr id="153" name="Graphique 152" descr="Groupe de personnes avec un remplissage uni">
              <a:extLst>
                <a:ext uri="{FF2B5EF4-FFF2-40B4-BE49-F238E27FC236}">
                  <a16:creationId xmlns:a16="http://schemas.microsoft.com/office/drawing/2014/main" id="{3A62F000-660C-46A3-BBD7-1BCAC12547AE}"/>
                </a:ext>
              </a:extLst>
            </p:cNvPr>
            <p:cNvPicPr>
              <a:picLocks noChangeAspect="1"/>
            </p:cNvPicPr>
            <p:nvPr/>
          </p:nvPicPr>
          <p:blipFill rotWithShape="1">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rcRect l="1" t="65384" r="42539"/>
            <a:stretch/>
          </p:blipFill>
          <p:spPr>
            <a:xfrm>
              <a:off x="8498660" y="2653414"/>
              <a:ext cx="1073176" cy="651367"/>
            </a:xfrm>
            <a:prstGeom prst="rect">
              <a:avLst/>
            </a:prstGeom>
          </p:spPr>
        </p:pic>
      </p:grpSp>
      <p:grpSp>
        <p:nvGrpSpPr>
          <p:cNvPr id="154" name="Groupe 153">
            <a:extLst>
              <a:ext uri="{FF2B5EF4-FFF2-40B4-BE49-F238E27FC236}">
                <a16:creationId xmlns:a16="http://schemas.microsoft.com/office/drawing/2014/main" id="{A170F281-AA17-4B71-BFE9-4277F21A2E15}"/>
              </a:ext>
            </a:extLst>
          </p:cNvPr>
          <p:cNvGrpSpPr/>
          <p:nvPr/>
        </p:nvGrpSpPr>
        <p:grpSpPr>
          <a:xfrm>
            <a:off x="10517766" y="3370042"/>
            <a:ext cx="668450" cy="723839"/>
            <a:chOff x="7560150" y="2879049"/>
            <a:chExt cx="982042" cy="1063416"/>
          </a:xfrm>
          <a:solidFill>
            <a:srgbClr val="ED7D31"/>
          </a:solidFill>
        </p:grpSpPr>
        <p:grpSp>
          <p:nvGrpSpPr>
            <p:cNvPr id="155" name="Groupe 154">
              <a:extLst>
                <a:ext uri="{FF2B5EF4-FFF2-40B4-BE49-F238E27FC236}">
                  <a16:creationId xmlns:a16="http://schemas.microsoft.com/office/drawing/2014/main" id="{2AABD61A-6D33-426A-BE0C-631283FD1B3C}"/>
                </a:ext>
              </a:extLst>
            </p:cNvPr>
            <p:cNvGrpSpPr/>
            <p:nvPr/>
          </p:nvGrpSpPr>
          <p:grpSpPr>
            <a:xfrm>
              <a:off x="7798849" y="2879049"/>
              <a:ext cx="743343" cy="1063416"/>
              <a:chOff x="6391015" y="3260296"/>
              <a:chExt cx="743343" cy="1063416"/>
            </a:xfrm>
            <a:grpFill/>
          </p:grpSpPr>
          <p:grpSp>
            <p:nvGrpSpPr>
              <p:cNvPr id="157" name="Groupe 156">
                <a:extLst>
                  <a:ext uri="{FF2B5EF4-FFF2-40B4-BE49-F238E27FC236}">
                    <a16:creationId xmlns:a16="http://schemas.microsoft.com/office/drawing/2014/main" id="{86039AD5-12C6-433B-B196-1F7FE0225AB2}"/>
                  </a:ext>
                </a:extLst>
              </p:cNvPr>
              <p:cNvGrpSpPr/>
              <p:nvPr/>
            </p:nvGrpSpPr>
            <p:grpSpPr>
              <a:xfrm>
                <a:off x="6391015" y="3260296"/>
                <a:ext cx="743343" cy="1063416"/>
                <a:chOff x="6298348" y="3168316"/>
                <a:chExt cx="867130" cy="1240504"/>
              </a:xfrm>
              <a:grpFill/>
            </p:grpSpPr>
            <p:pic>
              <p:nvPicPr>
                <p:cNvPr id="159" name="Graphique 158" descr="Enseignant avec un remplissage uni">
                  <a:extLst>
                    <a:ext uri="{FF2B5EF4-FFF2-40B4-BE49-F238E27FC236}">
                      <a16:creationId xmlns:a16="http://schemas.microsoft.com/office/drawing/2014/main" id="{473D4E24-EA80-481C-B6D5-BAA4F3D633FE}"/>
                    </a:ext>
                  </a:extLst>
                </p:cNvPr>
                <p:cNvPicPr>
                  <a:picLocks noChangeAspect="1"/>
                </p:cNvPicPr>
                <p:nvPr/>
              </p:nvPicPr>
              <p:blipFill>
                <a:blip r:embed="rId47">
                  <a:extLst>
                    <a:ext uri="{28A0092B-C50C-407E-A947-70E740481C1C}">
                      <a14:useLocalDpi xmlns:a14="http://schemas.microsoft.com/office/drawing/2010/main" val="0"/>
                    </a:ext>
                    <a:ext uri="{96DAC541-7B7A-43D3-8B79-37D633B846F1}">
                      <asvg:svgBlip xmlns:asvg="http://schemas.microsoft.com/office/drawing/2016/SVG/main" r:embed="rId48"/>
                    </a:ext>
                  </a:extLst>
                </a:blip>
                <a:stretch>
                  <a:fillRect/>
                </a:stretch>
              </p:blipFill>
              <p:spPr>
                <a:xfrm>
                  <a:off x="6298348" y="3168316"/>
                  <a:ext cx="867130" cy="867130"/>
                </a:xfrm>
                <a:prstGeom prst="rect">
                  <a:avLst/>
                </a:prstGeom>
              </p:spPr>
            </p:pic>
            <p:pic>
              <p:nvPicPr>
                <p:cNvPr id="160" name="Graphique 159" descr="Personne confuse avec un remplissage uni">
                  <a:extLst>
                    <a:ext uri="{FF2B5EF4-FFF2-40B4-BE49-F238E27FC236}">
                      <a16:creationId xmlns:a16="http://schemas.microsoft.com/office/drawing/2014/main" id="{D8476D46-7A22-4CF7-9BC0-DE4BDB1B2AE1}"/>
                    </a:ext>
                  </a:extLst>
                </p:cNvPr>
                <p:cNvPicPr>
                  <a:picLocks noChangeAspect="1"/>
                </p:cNvPicPr>
                <p:nvPr/>
              </p:nvPicPr>
              <p:blipFill rotWithShape="1">
                <a:blip r:embed="rId41">
                  <a:extLst>
                    <a:ext uri="{28A0092B-C50C-407E-A947-70E740481C1C}">
                      <a14:useLocalDpi xmlns:a14="http://schemas.microsoft.com/office/drawing/2010/main" val="0"/>
                    </a:ext>
                    <a:ext uri="{96DAC541-7B7A-43D3-8B79-37D633B846F1}">
                      <asvg:svgBlip xmlns:asvg="http://schemas.microsoft.com/office/drawing/2016/SVG/main" r:embed="rId49"/>
                    </a:ext>
                  </a:extLst>
                </a:blip>
                <a:srcRect l="34664" t="32545" r="38513" b="-1"/>
                <a:stretch/>
              </p:blipFill>
              <p:spPr>
                <a:xfrm>
                  <a:off x="6367463" y="3792004"/>
                  <a:ext cx="245268" cy="616816"/>
                </a:xfrm>
                <a:prstGeom prst="rect">
                  <a:avLst/>
                </a:prstGeom>
              </p:spPr>
            </p:pic>
            <p:sp>
              <p:nvSpPr>
                <p:cNvPr id="161" name="Rectangle : coins arrondis 160">
                  <a:extLst>
                    <a:ext uri="{FF2B5EF4-FFF2-40B4-BE49-F238E27FC236}">
                      <a16:creationId xmlns:a16="http://schemas.microsoft.com/office/drawing/2014/main" id="{E1E67646-380E-42C5-983C-E198C47C4DF5}"/>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158" name="Image 157">
                <a:extLst>
                  <a:ext uri="{FF2B5EF4-FFF2-40B4-BE49-F238E27FC236}">
                    <a16:creationId xmlns:a16="http://schemas.microsoft.com/office/drawing/2014/main" id="{C31D4974-43E2-4BB1-92A0-E54DE36B4B90}"/>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6951983" y="3638955"/>
                <a:ext cx="98432" cy="94958"/>
              </a:xfrm>
              <a:prstGeom prst="rect">
                <a:avLst/>
              </a:prstGeom>
              <a:noFill/>
              <a:ln>
                <a:noFill/>
              </a:ln>
            </p:spPr>
          </p:pic>
        </p:grpSp>
        <p:pic>
          <p:nvPicPr>
            <p:cNvPr id="156" name="Graphique 155" descr="Presse-papiers mixte avec un remplissage uni">
              <a:extLst>
                <a:ext uri="{FF2B5EF4-FFF2-40B4-BE49-F238E27FC236}">
                  <a16:creationId xmlns:a16="http://schemas.microsoft.com/office/drawing/2014/main" id="{09AC6E5F-BFCC-48B0-97D4-4D232E433CF0}"/>
                </a:ext>
              </a:extLst>
            </p:cNvPr>
            <p:cNvPicPr>
              <a:picLocks noChangeAspect="1"/>
            </p:cNvPicPr>
            <p:nvPr/>
          </p:nvPicPr>
          <p:blipFill>
            <a:blip r:embed="rId37">
              <a:extLst>
                <a:ext uri="{28A0092B-C50C-407E-A947-70E740481C1C}">
                  <a14:useLocalDpi xmlns:a14="http://schemas.microsoft.com/office/drawing/2010/main" val="0"/>
                </a:ext>
                <a:ext uri="{96DAC541-7B7A-43D3-8B79-37D633B846F1}">
                  <asvg:svgBlip xmlns:asvg="http://schemas.microsoft.com/office/drawing/2016/SVG/main" r:embed="rId50"/>
                </a:ext>
              </a:extLst>
            </a:blip>
            <a:stretch>
              <a:fillRect/>
            </a:stretch>
          </p:blipFill>
          <p:spPr>
            <a:xfrm rot="20207580">
              <a:off x="7560150" y="3329802"/>
              <a:ext cx="314429" cy="314429"/>
            </a:xfrm>
            <a:prstGeom prst="rect">
              <a:avLst/>
            </a:prstGeom>
          </p:spPr>
        </p:pic>
      </p:grpSp>
      <p:grpSp>
        <p:nvGrpSpPr>
          <p:cNvPr id="162" name="Groupe 161">
            <a:extLst>
              <a:ext uri="{FF2B5EF4-FFF2-40B4-BE49-F238E27FC236}">
                <a16:creationId xmlns:a16="http://schemas.microsoft.com/office/drawing/2014/main" id="{3CA10650-DC1E-4C0D-B089-A9E07C668F88}"/>
              </a:ext>
            </a:extLst>
          </p:cNvPr>
          <p:cNvGrpSpPr/>
          <p:nvPr/>
        </p:nvGrpSpPr>
        <p:grpSpPr>
          <a:xfrm>
            <a:off x="10511862" y="3988149"/>
            <a:ext cx="668450" cy="723839"/>
            <a:chOff x="7560150" y="2879049"/>
            <a:chExt cx="982042" cy="1063416"/>
          </a:xfrm>
          <a:solidFill>
            <a:srgbClr val="ED7D31"/>
          </a:solidFill>
        </p:grpSpPr>
        <p:grpSp>
          <p:nvGrpSpPr>
            <p:cNvPr id="163" name="Groupe 162">
              <a:extLst>
                <a:ext uri="{FF2B5EF4-FFF2-40B4-BE49-F238E27FC236}">
                  <a16:creationId xmlns:a16="http://schemas.microsoft.com/office/drawing/2014/main" id="{49BE5954-1BD4-4139-95D9-645B618854C3}"/>
                </a:ext>
              </a:extLst>
            </p:cNvPr>
            <p:cNvGrpSpPr/>
            <p:nvPr/>
          </p:nvGrpSpPr>
          <p:grpSpPr>
            <a:xfrm>
              <a:off x="7798849" y="2879049"/>
              <a:ext cx="743343" cy="1063416"/>
              <a:chOff x="6391015" y="3260296"/>
              <a:chExt cx="743343" cy="1063416"/>
            </a:xfrm>
            <a:grpFill/>
          </p:grpSpPr>
          <p:grpSp>
            <p:nvGrpSpPr>
              <p:cNvPr id="165" name="Groupe 164">
                <a:extLst>
                  <a:ext uri="{FF2B5EF4-FFF2-40B4-BE49-F238E27FC236}">
                    <a16:creationId xmlns:a16="http://schemas.microsoft.com/office/drawing/2014/main" id="{03BAB98A-45FA-4684-803F-E3685BEB8748}"/>
                  </a:ext>
                </a:extLst>
              </p:cNvPr>
              <p:cNvGrpSpPr/>
              <p:nvPr/>
            </p:nvGrpSpPr>
            <p:grpSpPr>
              <a:xfrm>
                <a:off x="6391015" y="3260296"/>
                <a:ext cx="743343" cy="1063416"/>
                <a:chOff x="6298348" y="3168316"/>
                <a:chExt cx="867130" cy="1240504"/>
              </a:xfrm>
              <a:grpFill/>
            </p:grpSpPr>
            <p:pic>
              <p:nvPicPr>
                <p:cNvPr id="167" name="Graphique 166" descr="Enseignant avec un remplissage uni">
                  <a:extLst>
                    <a:ext uri="{FF2B5EF4-FFF2-40B4-BE49-F238E27FC236}">
                      <a16:creationId xmlns:a16="http://schemas.microsoft.com/office/drawing/2014/main" id="{227E52C8-0EF7-4527-BC9F-5BE25F78BDCA}"/>
                    </a:ext>
                  </a:extLst>
                </p:cNvPr>
                <p:cNvPicPr>
                  <a:picLocks noChangeAspect="1"/>
                </p:cNvPicPr>
                <p:nvPr/>
              </p:nvPicPr>
              <p:blipFill>
                <a:blip r:embed="rId47">
                  <a:extLst>
                    <a:ext uri="{28A0092B-C50C-407E-A947-70E740481C1C}">
                      <a14:useLocalDpi xmlns:a14="http://schemas.microsoft.com/office/drawing/2010/main" val="0"/>
                    </a:ext>
                    <a:ext uri="{96DAC541-7B7A-43D3-8B79-37D633B846F1}">
                      <asvg:svgBlip xmlns:asvg="http://schemas.microsoft.com/office/drawing/2016/SVG/main" r:embed="rId48"/>
                    </a:ext>
                  </a:extLst>
                </a:blip>
                <a:stretch>
                  <a:fillRect/>
                </a:stretch>
              </p:blipFill>
              <p:spPr>
                <a:xfrm>
                  <a:off x="6298348" y="3168316"/>
                  <a:ext cx="867130" cy="867130"/>
                </a:xfrm>
                <a:prstGeom prst="rect">
                  <a:avLst/>
                </a:prstGeom>
              </p:spPr>
            </p:pic>
            <p:pic>
              <p:nvPicPr>
                <p:cNvPr id="168" name="Graphique 167" descr="Personne confuse avec un remplissage uni">
                  <a:extLst>
                    <a:ext uri="{FF2B5EF4-FFF2-40B4-BE49-F238E27FC236}">
                      <a16:creationId xmlns:a16="http://schemas.microsoft.com/office/drawing/2014/main" id="{74ACA1BE-A76A-4152-8231-9D09D44733E5}"/>
                    </a:ext>
                  </a:extLst>
                </p:cNvPr>
                <p:cNvPicPr>
                  <a:picLocks noChangeAspect="1"/>
                </p:cNvPicPr>
                <p:nvPr/>
              </p:nvPicPr>
              <p:blipFill rotWithShape="1">
                <a:blip r:embed="rId41">
                  <a:extLst>
                    <a:ext uri="{28A0092B-C50C-407E-A947-70E740481C1C}">
                      <a14:useLocalDpi xmlns:a14="http://schemas.microsoft.com/office/drawing/2010/main" val="0"/>
                    </a:ext>
                    <a:ext uri="{96DAC541-7B7A-43D3-8B79-37D633B846F1}">
                      <asvg:svgBlip xmlns:asvg="http://schemas.microsoft.com/office/drawing/2016/SVG/main" r:embed="rId49"/>
                    </a:ext>
                  </a:extLst>
                </a:blip>
                <a:srcRect l="34664" t="32545" r="38513" b="-1"/>
                <a:stretch/>
              </p:blipFill>
              <p:spPr>
                <a:xfrm>
                  <a:off x="6367463" y="3792004"/>
                  <a:ext cx="245268" cy="616816"/>
                </a:xfrm>
                <a:prstGeom prst="rect">
                  <a:avLst/>
                </a:prstGeom>
              </p:spPr>
            </p:pic>
            <p:sp>
              <p:nvSpPr>
                <p:cNvPr id="169" name="Rectangle : coins arrondis 168">
                  <a:extLst>
                    <a:ext uri="{FF2B5EF4-FFF2-40B4-BE49-F238E27FC236}">
                      <a16:creationId xmlns:a16="http://schemas.microsoft.com/office/drawing/2014/main" id="{A53B526C-3A96-459A-812D-BCC8162F6F3B}"/>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166" name="Image 165">
                <a:extLst>
                  <a:ext uri="{FF2B5EF4-FFF2-40B4-BE49-F238E27FC236}">
                    <a16:creationId xmlns:a16="http://schemas.microsoft.com/office/drawing/2014/main" id="{987D3BCB-3C84-4B34-AE31-B92EA69D76A7}"/>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6951983" y="3638955"/>
                <a:ext cx="98432" cy="94958"/>
              </a:xfrm>
              <a:prstGeom prst="rect">
                <a:avLst/>
              </a:prstGeom>
              <a:noFill/>
              <a:ln>
                <a:noFill/>
              </a:ln>
            </p:spPr>
          </p:pic>
        </p:grpSp>
        <p:pic>
          <p:nvPicPr>
            <p:cNvPr id="164" name="Graphique 163" descr="Presse-papiers mixte avec un remplissage uni">
              <a:extLst>
                <a:ext uri="{FF2B5EF4-FFF2-40B4-BE49-F238E27FC236}">
                  <a16:creationId xmlns:a16="http://schemas.microsoft.com/office/drawing/2014/main" id="{A4785309-5F68-4DA2-BC63-22C1CB1D5C16}"/>
                </a:ext>
              </a:extLst>
            </p:cNvPr>
            <p:cNvPicPr>
              <a:picLocks noChangeAspect="1"/>
            </p:cNvPicPr>
            <p:nvPr/>
          </p:nvPicPr>
          <p:blipFill>
            <a:blip r:embed="rId37">
              <a:extLst>
                <a:ext uri="{28A0092B-C50C-407E-A947-70E740481C1C}">
                  <a14:useLocalDpi xmlns:a14="http://schemas.microsoft.com/office/drawing/2010/main" val="0"/>
                </a:ext>
                <a:ext uri="{96DAC541-7B7A-43D3-8B79-37D633B846F1}">
                  <asvg:svgBlip xmlns:asvg="http://schemas.microsoft.com/office/drawing/2016/SVG/main" r:embed="rId50"/>
                </a:ext>
              </a:extLst>
            </a:blip>
            <a:stretch>
              <a:fillRect/>
            </a:stretch>
          </p:blipFill>
          <p:spPr>
            <a:xfrm rot="20207580">
              <a:off x="7560150" y="3329802"/>
              <a:ext cx="314429" cy="314429"/>
            </a:xfrm>
            <a:prstGeom prst="rect">
              <a:avLst/>
            </a:prstGeom>
          </p:spPr>
        </p:pic>
      </p:grpSp>
      <p:grpSp>
        <p:nvGrpSpPr>
          <p:cNvPr id="170" name="Groupe 169">
            <a:extLst>
              <a:ext uri="{FF2B5EF4-FFF2-40B4-BE49-F238E27FC236}">
                <a16:creationId xmlns:a16="http://schemas.microsoft.com/office/drawing/2014/main" id="{85DB1DE5-C53F-4889-BBB7-DDE1996B4501}"/>
              </a:ext>
            </a:extLst>
          </p:cNvPr>
          <p:cNvGrpSpPr/>
          <p:nvPr/>
        </p:nvGrpSpPr>
        <p:grpSpPr>
          <a:xfrm>
            <a:off x="10484256" y="4495227"/>
            <a:ext cx="668450" cy="723839"/>
            <a:chOff x="7560150" y="2879049"/>
            <a:chExt cx="982042" cy="1063416"/>
          </a:xfrm>
          <a:solidFill>
            <a:srgbClr val="ED7D31"/>
          </a:solidFill>
        </p:grpSpPr>
        <p:grpSp>
          <p:nvGrpSpPr>
            <p:cNvPr id="171" name="Groupe 170">
              <a:extLst>
                <a:ext uri="{FF2B5EF4-FFF2-40B4-BE49-F238E27FC236}">
                  <a16:creationId xmlns:a16="http://schemas.microsoft.com/office/drawing/2014/main" id="{8A73C387-99F6-4AE6-A233-0CB21BB96928}"/>
                </a:ext>
              </a:extLst>
            </p:cNvPr>
            <p:cNvGrpSpPr/>
            <p:nvPr/>
          </p:nvGrpSpPr>
          <p:grpSpPr>
            <a:xfrm>
              <a:off x="7798849" y="2879049"/>
              <a:ext cx="743343" cy="1063416"/>
              <a:chOff x="6391015" y="3260296"/>
              <a:chExt cx="743343" cy="1063416"/>
            </a:xfrm>
            <a:grpFill/>
          </p:grpSpPr>
          <p:grpSp>
            <p:nvGrpSpPr>
              <p:cNvPr id="173" name="Groupe 172">
                <a:extLst>
                  <a:ext uri="{FF2B5EF4-FFF2-40B4-BE49-F238E27FC236}">
                    <a16:creationId xmlns:a16="http://schemas.microsoft.com/office/drawing/2014/main" id="{19DA8C66-56C6-436F-92EC-63B931B6D5E2}"/>
                  </a:ext>
                </a:extLst>
              </p:cNvPr>
              <p:cNvGrpSpPr/>
              <p:nvPr/>
            </p:nvGrpSpPr>
            <p:grpSpPr>
              <a:xfrm>
                <a:off x="6391015" y="3260296"/>
                <a:ext cx="743343" cy="1063416"/>
                <a:chOff x="6298348" y="3168316"/>
                <a:chExt cx="867130" cy="1240504"/>
              </a:xfrm>
              <a:grpFill/>
            </p:grpSpPr>
            <p:pic>
              <p:nvPicPr>
                <p:cNvPr id="175" name="Graphique 174" descr="Enseignant avec un remplissage uni">
                  <a:extLst>
                    <a:ext uri="{FF2B5EF4-FFF2-40B4-BE49-F238E27FC236}">
                      <a16:creationId xmlns:a16="http://schemas.microsoft.com/office/drawing/2014/main" id="{6EA309B2-FD03-46B0-8450-A88CD670E3C1}"/>
                    </a:ext>
                  </a:extLst>
                </p:cNvPr>
                <p:cNvPicPr>
                  <a:picLocks noChangeAspect="1"/>
                </p:cNvPicPr>
                <p:nvPr/>
              </p:nvPicPr>
              <p:blipFill>
                <a:blip r:embed="rId47">
                  <a:extLst>
                    <a:ext uri="{28A0092B-C50C-407E-A947-70E740481C1C}">
                      <a14:useLocalDpi xmlns:a14="http://schemas.microsoft.com/office/drawing/2010/main" val="0"/>
                    </a:ext>
                    <a:ext uri="{96DAC541-7B7A-43D3-8B79-37D633B846F1}">
                      <asvg:svgBlip xmlns:asvg="http://schemas.microsoft.com/office/drawing/2016/SVG/main" r:embed="rId48"/>
                    </a:ext>
                  </a:extLst>
                </a:blip>
                <a:stretch>
                  <a:fillRect/>
                </a:stretch>
              </p:blipFill>
              <p:spPr>
                <a:xfrm>
                  <a:off x="6298348" y="3168316"/>
                  <a:ext cx="867130" cy="867130"/>
                </a:xfrm>
                <a:prstGeom prst="rect">
                  <a:avLst/>
                </a:prstGeom>
              </p:spPr>
            </p:pic>
            <p:pic>
              <p:nvPicPr>
                <p:cNvPr id="176" name="Graphique 175" descr="Personne confuse avec un remplissage uni">
                  <a:extLst>
                    <a:ext uri="{FF2B5EF4-FFF2-40B4-BE49-F238E27FC236}">
                      <a16:creationId xmlns:a16="http://schemas.microsoft.com/office/drawing/2014/main" id="{828D6D17-DD1C-4288-B55B-67731A339CBC}"/>
                    </a:ext>
                  </a:extLst>
                </p:cNvPr>
                <p:cNvPicPr>
                  <a:picLocks noChangeAspect="1"/>
                </p:cNvPicPr>
                <p:nvPr/>
              </p:nvPicPr>
              <p:blipFill rotWithShape="1">
                <a:blip r:embed="rId41">
                  <a:extLst>
                    <a:ext uri="{28A0092B-C50C-407E-A947-70E740481C1C}">
                      <a14:useLocalDpi xmlns:a14="http://schemas.microsoft.com/office/drawing/2010/main" val="0"/>
                    </a:ext>
                    <a:ext uri="{96DAC541-7B7A-43D3-8B79-37D633B846F1}">
                      <asvg:svgBlip xmlns:asvg="http://schemas.microsoft.com/office/drawing/2016/SVG/main" r:embed="rId49"/>
                    </a:ext>
                  </a:extLst>
                </a:blip>
                <a:srcRect l="34664" t="32545" r="38513" b="-1"/>
                <a:stretch/>
              </p:blipFill>
              <p:spPr>
                <a:xfrm>
                  <a:off x="6367463" y="3792004"/>
                  <a:ext cx="245268" cy="616816"/>
                </a:xfrm>
                <a:prstGeom prst="rect">
                  <a:avLst/>
                </a:prstGeom>
              </p:spPr>
            </p:pic>
            <p:sp>
              <p:nvSpPr>
                <p:cNvPr id="177" name="Rectangle : coins arrondis 176">
                  <a:extLst>
                    <a:ext uri="{FF2B5EF4-FFF2-40B4-BE49-F238E27FC236}">
                      <a16:creationId xmlns:a16="http://schemas.microsoft.com/office/drawing/2014/main" id="{6D4E2F03-8239-4743-BD0A-7044E7424A6C}"/>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174" name="Image 173">
                <a:extLst>
                  <a:ext uri="{FF2B5EF4-FFF2-40B4-BE49-F238E27FC236}">
                    <a16:creationId xmlns:a16="http://schemas.microsoft.com/office/drawing/2014/main" id="{E1805B72-690C-48FB-B454-16B1387B7825}"/>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6951983" y="3638955"/>
                <a:ext cx="98432" cy="94958"/>
              </a:xfrm>
              <a:prstGeom prst="rect">
                <a:avLst/>
              </a:prstGeom>
              <a:noFill/>
              <a:ln>
                <a:noFill/>
              </a:ln>
            </p:spPr>
          </p:pic>
        </p:grpSp>
        <p:pic>
          <p:nvPicPr>
            <p:cNvPr id="172" name="Graphique 171" descr="Presse-papiers mixte avec un remplissage uni">
              <a:extLst>
                <a:ext uri="{FF2B5EF4-FFF2-40B4-BE49-F238E27FC236}">
                  <a16:creationId xmlns:a16="http://schemas.microsoft.com/office/drawing/2014/main" id="{9E45E408-CF5C-4341-8923-110392A3C6F1}"/>
                </a:ext>
              </a:extLst>
            </p:cNvPr>
            <p:cNvPicPr>
              <a:picLocks noChangeAspect="1"/>
            </p:cNvPicPr>
            <p:nvPr/>
          </p:nvPicPr>
          <p:blipFill>
            <a:blip r:embed="rId37">
              <a:extLst>
                <a:ext uri="{28A0092B-C50C-407E-A947-70E740481C1C}">
                  <a14:useLocalDpi xmlns:a14="http://schemas.microsoft.com/office/drawing/2010/main" val="0"/>
                </a:ext>
                <a:ext uri="{96DAC541-7B7A-43D3-8B79-37D633B846F1}">
                  <asvg:svgBlip xmlns:asvg="http://schemas.microsoft.com/office/drawing/2016/SVG/main" r:embed="rId50"/>
                </a:ext>
              </a:extLst>
            </a:blip>
            <a:stretch>
              <a:fillRect/>
            </a:stretch>
          </p:blipFill>
          <p:spPr>
            <a:xfrm rot="20207580">
              <a:off x="7560150" y="3329802"/>
              <a:ext cx="314429" cy="314429"/>
            </a:xfrm>
            <a:prstGeom prst="rect">
              <a:avLst/>
            </a:prstGeom>
          </p:spPr>
        </p:pic>
      </p:grpSp>
    </p:spTree>
    <p:extLst>
      <p:ext uri="{BB962C8B-B14F-4D97-AF65-F5344CB8AC3E}">
        <p14:creationId xmlns:p14="http://schemas.microsoft.com/office/powerpoint/2010/main" val="122925995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10" name="Graphique 109" descr="Rose des vents avec un remplissage uni">
            <a:extLst>
              <a:ext uri="{FF2B5EF4-FFF2-40B4-BE49-F238E27FC236}">
                <a16:creationId xmlns:a16="http://schemas.microsoft.com/office/drawing/2014/main" id="{FBA1360C-CFDE-47F8-B3DF-CCCFD517C87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24441" y="2250783"/>
            <a:ext cx="1989741" cy="1989741"/>
          </a:xfrm>
          <a:prstGeom prst="rect">
            <a:avLst/>
          </a:prstGeom>
        </p:spPr>
      </p:pic>
      <p:pic>
        <p:nvPicPr>
          <p:cNvPr id="113" name="Graphique 112" descr="Faire défiler contour">
            <a:extLst>
              <a:ext uri="{FF2B5EF4-FFF2-40B4-BE49-F238E27FC236}">
                <a16:creationId xmlns:a16="http://schemas.microsoft.com/office/drawing/2014/main" id="{15EB389F-C65D-4D24-8C38-63F6486B0A4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21781" y="471572"/>
            <a:ext cx="1663637" cy="1663637"/>
          </a:xfrm>
          <a:prstGeom prst="rect">
            <a:avLst/>
          </a:prstGeom>
        </p:spPr>
      </p:pic>
      <p:pic>
        <p:nvPicPr>
          <p:cNvPr id="115" name="Graphique 114" descr="Presse-papiers vérifié avec un remplissage uni">
            <a:extLst>
              <a:ext uri="{FF2B5EF4-FFF2-40B4-BE49-F238E27FC236}">
                <a16:creationId xmlns:a16="http://schemas.microsoft.com/office/drawing/2014/main" id="{C602FCCD-4A08-4FB5-8DB4-3528F7FF675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129093" y="527803"/>
            <a:ext cx="1386795" cy="1386795"/>
          </a:xfrm>
          <a:prstGeom prst="rect">
            <a:avLst/>
          </a:prstGeom>
        </p:spPr>
      </p:pic>
      <p:pic>
        <p:nvPicPr>
          <p:cNvPr id="3" name="Graphique 2" descr="Gâteau avec un remplissage uni">
            <a:extLst>
              <a:ext uri="{FF2B5EF4-FFF2-40B4-BE49-F238E27FC236}">
                <a16:creationId xmlns:a16="http://schemas.microsoft.com/office/drawing/2014/main" id="{B5775341-60CB-4364-B618-9437DC5A6A3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37892" y="1845649"/>
            <a:ext cx="2085505" cy="2085505"/>
          </a:xfrm>
          <a:prstGeom prst="rect">
            <a:avLst/>
          </a:prstGeom>
        </p:spPr>
      </p:pic>
      <p:grpSp>
        <p:nvGrpSpPr>
          <p:cNvPr id="10" name="Groupe 9">
            <a:extLst>
              <a:ext uri="{FF2B5EF4-FFF2-40B4-BE49-F238E27FC236}">
                <a16:creationId xmlns:a16="http://schemas.microsoft.com/office/drawing/2014/main" id="{D5357495-749A-4330-9131-EEC1C097AD89}"/>
              </a:ext>
            </a:extLst>
          </p:cNvPr>
          <p:cNvGrpSpPr/>
          <p:nvPr/>
        </p:nvGrpSpPr>
        <p:grpSpPr>
          <a:xfrm>
            <a:off x="8533534" y="3390906"/>
            <a:ext cx="1575515" cy="869999"/>
            <a:chOff x="12725498" y="4273801"/>
            <a:chExt cx="4128117" cy="2279544"/>
          </a:xfrm>
        </p:grpSpPr>
        <p:sp>
          <p:nvSpPr>
            <p:cNvPr id="31" name="Rectangle 30">
              <a:extLst>
                <a:ext uri="{FF2B5EF4-FFF2-40B4-BE49-F238E27FC236}">
                  <a16:creationId xmlns:a16="http://schemas.microsoft.com/office/drawing/2014/main" id="{90C59784-D658-45C3-855F-674C5268142C}"/>
                </a:ext>
              </a:extLst>
            </p:cNvPr>
            <p:cNvSpPr/>
            <p:nvPr/>
          </p:nvSpPr>
          <p:spPr>
            <a:xfrm>
              <a:off x="12725498" y="4273801"/>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AA00BCF9-AE83-45A1-B022-1BFE4D947A3C}"/>
                </a:ext>
              </a:extLst>
            </p:cNvPr>
            <p:cNvSpPr/>
            <p:nvPr/>
          </p:nvSpPr>
          <p:spPr>
            <a:xfrm>
              <a:off x="13322136" y="5928088"/>
              <a:ext cx="2667570" cy="547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grpSp>
          <p:nvGrpSpPr>
            <p:cNvPr id="33" name="Groupe 32">
              <a:extLst>
                <a:ext uri="{FF2B5EF4-FFF2-40B4-BE49-F238E27FC236}">
                  <a16:creationId xmlns:a16="http://schemas.microsoft.com/office/drawing/2014/main" id="{78BFE824-CF7E-42EB-976C-9C538E80A544}"/>
                </a:ext>
              </a:extLst>
            </p:cNvPr>
            <p:cNvGrpSpPr/>
            <p:nvPr/>
          </p:nvGrpSpPr>
          <p:grpSpPr>
            <a:xfrm>
              <a:off x="14284756" y="4388564"/>
              <a:ext cx="859498" cy="925895"/>
              <a:chOff x="5046941" y="2636554"/>
              <a:chExt cx="550624" cy="593160"/>
            </a:xfrm>
          </p:grpSpPr>
          <p:pic>
            <p:nvPicPr>
              <p:cNvPr id="34" name="Graphique 33" descr="Monde avec un remplissage uni">
                <a:extLst>
                  <a:ext uri="{FF2B5EF4-FFF2-40B4-BE49-F238E27FC236}">
                    <a16:creationId xmlns:a16="http://schemas.microsoft.com/office/drawing/2014/main" id="{42AF3AF3-1A6A-4D91-872E-7C298ACC7ABD}"/>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35" name="Graphique 34" descr="Monde avec un remplissage uni">
                <a:extLst>
                  <a:ext uri="{FF2B5EF4-FFF2-40B4-BE49-F238E27FC236}">
                    <a16:creationId xmlns:a16="http://schemas.microsoft.com/office/drawing/2014/main" id="{1463291C-2298-4BF6-9AAF-685F031F5ADF}"/>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pic>
          <p:nvPicPr>
            <p:cNvPr id="36" name="Graphique 35" descr="Réussite du groupe avec un remplissage uni">
              <a:extLst>
                <a:ext uri="{FF2B5EF4-FFF2-40B4-BE49-F238E27FC236}">
                  <a16:creationId xmlns:a16="http://schemas.microsoft.com/office/drawing/2014/main" id="{C619476F-C2B3-413B-8F00-5B1B18D4B1FC}"/>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3322136" y="5403172"/>
              <a:ext cx="759901" cy="556187"/>
            </a:xfrm>
            <a:prstGeom prst="rect">
              <a:avLst/>
            </a:prstGeom>
          </p:spPr>
        </p:pic>
        <p:pic>
          <p:nvPicPr>
            <p:cNvPr id="37" name="Graphique 36" descr="Réussite du groupe avec un remplissage uni">
              <a:extLst>
                <a:ext uri="{FF2B5EF4-FFF2-40B4-BE49-F238E27FC236}">
                  <a16:creationId xmlns:a16="http://schemas.microsoft.com/office/drawing/2014/main" id="{8C8666E6-21D0-4462-A749-25C2B530CB34}"/>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3599104" y="5403172"/>
              <a:ext cx="759901" cy="556187"/>
            </a:xfrm>
            <a:prstGeom prst="rect">
              <a:avLst/>
            </a:prstGeom>
          </p:spPr>
        </p:pic>
        <p:pic>
          <p:nvPicPr>
            <p:cNvPr id="38" name="Graphique 37" descr="Réussite du groupe avec un remplissage uni">
              <a:extLst>
                <a:ext uri="{FF2B5EF4-FFF2-40B4-BE49-F238E27FC236}">
                  <a16:creationId xmlns:a16="http://schemas.microsoft.com/office/drawing/2014/main" id="{CE24D70B-DC6F-4C16-AB15-1F86C9B6B50E}"/>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3954604" y="5446702"/>
              <a:ext cx="759901" cy="556187"/>
            </a:xfrm>
            <a:prstGeom prst="rect">
              <a:avLst/>
            </a:prstGeom>
          </p:spPr>
        </p:pic>
        <p:pic>
          <p:nvPicPr>
            <p:cNvPr id="39" name="Graphique 38" descr="Réussite du groupe avec un remplissage uni">
              <a:extLst>
                <a:ext uri="{FF2B5EF4-FFF2-40B4-BE49-F238E27FC236}">
                  <a16:creationId xmlns:a16="http://schemas.microsoft.com/office/drawing/2014/main" id="{ACD4AB81-64B5-43AD-852D-968A1B1EB5C1}"/>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4298724" y="5410427"/>
              <a:ext cx="759901" cy="556187"/>
            </a:xfrm>
            <a:prstGeom prst="rect">
              <a:avLst/>
            </a:prstGeom>
          </p:spPr>
        </p:pic>
        <p:pic>
          <p:nvPicPr>
            <p:cNvPr id="40" name="Graphique 39" descr="Réussite du groupe avec un remplissage uni">
              <a:extLst>
                <a:ext uri="{FF2B5EF4-FFF2-40B4-BE49-F238E27FC236}">
                  <a16:creationId xmlns:a16="http://schemas.microsoft.com/office/drawing/2014/main" id="{C0D03F99-BA56-4D65-A4DD-5593E88B6BD5}"/>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4565994" y="5410427"/>
              <a:ext cx="759901" cy="556187"/>
            </a:xfrm>
            <a:prstGeom prst="rect">
              <a:avLst/>
            </a:prstGeom>
          </p:spPr>
        </p:pic>
        <p:pic>
          <p:nvPicPr>
            <p:cNvPr id="41" name="Graphique 40" descr="Réussite du groupe avec un remplissage uni">
              <a:extLst>
                <a:ext uri="{FF2B5EF4-FFF2-40B4-BE49-F238E27FC236}">
                  <a16:creationId xmlns:a16="http://schemas.microsoft.com/office/drawing/2014/main" id="{4B4F2C89-9299-42CB-B36D-AE5C0CF8B1FB}"/>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4952510" y="5410427"/>
              <a:ext cx="759901" cy="556187"/>
            </a:xfrm>
            <a:prstGeom prst="rect">
              <a:avLst/>
            </a:prstGeom>
          </p:spPr>
        </p:pic>
        <p:pic>
          <p:nvPicPr>
            <p:cNvPr id="42" name="Graphique 41" descr="Réussite du groupe avec un remplissage uni">
              <a:extLst>
                <a:ext uri="{FF2B5EF4-FFF2-40B4-BE49-F238E27FC236}">
                  <a16:creationId xmlns:a16="http://schemas.microsoft.com/office/drawing/2014/main" id="{FD575A69-1D4F-4DC3-A0E4-F513F6DA127B}"/>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5356298" y="5410427"/>
              <a:ext cx="759901" cy="556187"/>
            </a:xfrm>
            <a:prstGeom prst="rect">
              <a:avLst/>
            </a:prstGeom>
          </p:spPr>
        </p:pic>
        <p:sp>
          <p:nvSpPr>
            <p:cNvPr id="44" name="Flèche : droite 43">
              <a:extLst>
                <a:ext uri="{FF2B5EF4-FFF2-40B4-BE49-F238E27FC236}">
                  <a16:creationId xmlns:a16="http://schemas.microsoft.com/office/drawing/2014/main" id="{45DF293B-FF3B-42A2-810D-3395F0546D37}"/>
                </a:ext>
              </a:extLst>
            </p:cNvPr>
            <p:cNvSpPr/>
            <p:nvPr/>
          </p:nvSpPr>
          <p:spPr>
            <a:xfrm rot="10800000">
              <a:off x="15534661" y="6017236"/>
              <a:ext cx="355500" cy="369595"/>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46" name="Groupe 45">
            <a:extLst>
              <a:ext uri="{FF2B5EF4-FFF2-40B4-BE49-F238E27FC236}">
                <a16:creationId xmlns:a16="http://schemas.microsoft.com/office/drawing/2014/main" id="{5C62A15F-3C3B-421B-9F8F-E8AD646EB0F7}"/>
              </a:ext>
            </a:extLst>
          </p:cNvPr>
          <p:cNvGrpSpPr/>
          <p:nvPr/>
        </p:nvGrpSpPr>
        <p:grpSpPr>
          <a:xfrm>
            <a:off x="8561094" y="2336443"/>
            <a:ext cx="1575515" cy="869998"/>
            <a:chOff x="12592456" y="1478629"/>
            <a:chExt cx="4128117" cy="2279544"/>
          </a:xfrm>
        </p:grpSpPr>
        <p:sp>
          <p:nvSpPr>
            <p:cNvPr id="55" name="Rectangle 54">
              <a:extLst>
                <a:ext uri="{FF2B5EF4-FFF2-40B4-BE49-F238E27FC236}">
                  <a16:creationId xmlns:a16="http://schemas.microsoft.com/office/drawing/2014/main" id="{9FBC1CFF-8620-42B7-81F6-FEBC4F8AD0CA}"/>
                </a:ext>
              </a:extLst>
            </p:cNvPr>
            <p:cNvSpPr/>
            <p:nvPr/>
          </p:nvSpPr>
          <p:spPr>
            <a:xfrm>
              <a:off x="12592456" y="1478629"/>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6" name="Graphique 55" descr="Pyramide avec un remplissage uni">
              <a:extLst>
                <a:ext uri="{FF2B5EF4-FFF2-40B4-BE49-F238E27FC236}">
                  <a16:creationId xmlns:a16="http://schemas.microsoft.com/office/drawing/2014/main" id="{D6A19B0E-D2F4-4D4E-A359-D5DE11D79E7B}"/>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3688409" y="2056358"/>
              <a:ext cx="625404" cy="625404"/>
            </a:xfrm>
            <a:prstGeom prst="rect">
              <a:avLst/>
            </a:prstGeom>
          </p:spPr>
        </p:pic>
        <p:cxnSp>
          <p:nvCxnSpPr>
            <p:cNvPr id="57" name="Connecteur droit avec flèche 56">
              <a:extLst>
                <a:ext uri="{FF2B5EF4-FFF2-40B4-BE49-F238E27FC236}">
                  <a16:creationId xmlns:a16="http://schemas.microsoft.com/office/drawing/2014/main" id="{B8F2C494-5891-4533-855F-D0FB322AEB2D}"/>
                </a:ext>
              </a:extLst>
            </p:cNvPr>
            <p:cNvCxnSpPr>
              <a:cxnSpLocks/>
            </p:cNvCxnSpPr>
            <p:nvPr/>
          </p:nvCxnSpPr>
          <p:spPr>
            <a:xfrm>
              <a:off x="12985143" y="2734988"/>
              <a:ext cx="26223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58" name="Groupe 57">
              <a:extLst>
                <a:ext uri="{FF2B5EF4-FFF2-40B4-BE49-F238E27FC236}">
                  <a16:creationId xmlns:a16="http://schemas.microsoft.com/office/drawing/2014/main" id="{DF7DFF00-43CA-4C3B-A629-80096447B307}"/>
                </a:ext>
              </a:extLst>
            </p:cNvPr>
            <p:cNvGrpSpPr/>
            <p:nvPr/>
          </p:nvGrpSpPr>
          <p:grpSpPr>
            <a:xfrm>
              <a:off x="15827384" y="2302556"/>
              <a:ext cx="802843" cy="864864"/>
              <a:chOff x="5046941" y="2636554"/>
              <a:chExt cx="550624" cy="593160"/>
            </a:xfrm>
          </p:grpSpPr>
          <p:pic>
            <p:nvPicPr>
              <p:cNvPr id="59" name="Graphique 58" descr="Monde avec un remplissage uni">
                <a:extLst>
                  <a:ext uri="{FF2B5EF4-FFF2-40B4-BE49-F238E27FC236}">
                    <a16:creationId xmlns:a16="http://schemas.microsoft.com/office/drawing/2014/main" id="{5AF47539-D401-4705-A98D-D0A159C09CC3}"/>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60" name="Graphique 59" descr="Monde avec un remplissage uni">
                <a:extLst>
                  <a:ext uri="{FF2B5EF4-FFF2-40B4-BE49-F238E27FC236}">
                    <a16:creationId xmlns:a16="http://schemas.microsoft.com/office/drawing/2014/main" id="{CA5F04E5-CBB0-40C0-9DEA-3251E844768A}"/>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pic>
          <p:nvPicPr>
            <p:cNvPr id="61" name="Graphique 60" descr="Scène de château avec un remplissage uni">
              <a:extLst>
                <a:ext uri="{FF2B5EF4-FFF2-40B4-BE49-F238E27FC236}">
                  <a16:creationId xmlns:a16="http://schemas.microsoft.com/office/drawing/2014/main" id="{4773D863-655A-4059-AE31-5554FC583AD5}"/>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4595986" y="2093605"/>
              <a:ext cx="569845" cy="569845"/>
            </a:xfrm>
            <a:prstGeom prst="rect">
              <a:avLst/>
            </a:prstGeom>
          </p:spPr>
        </p:pic>
        <p:pic>
          <p:nvPicPr>
            <p:cNvPr id="62" name="Graphique 61" descr="Feu de camp avec un remplissage uni">
              <a:extLst>
                <a:ext uri="{FF2B5EF4-FFF2-40B4-BE49-F238E27FC236}">
                  <a16:creationId xmlns:a16="http://schemas.microsoft.com/office/drawing/2014/main" id="{9A754CFF-2423-47BF-8894-6FC5359104B2}"/>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12855510" y="2056358"/>
              <a:ext cx="569845" cy="569845"/>
            </a:xfrm>
            <a:prstGeom prst="rect">
              <a:avLst/>
            </a:prstGeom>
          </p:spPr>
        </p:pic>
      </p:grpSp>
      <p:grpSp>
        <p:nvGrpSpPr>
          <p:cNvPr id="51" name="Groupe 50">
            <a:extLst>
              <a:ext uri="{FF2B5EF4-FFF2-40B4-BE49-F238E27FC236}">
                <a16:creationId xmlns:a16="http://schemas.microsoft.com/office/drawing/2014/main" id="{10F8BE87-C82D-4D6C-B34A-79BA29D0F7C1}"/>
              </a:ext>
            </a:extLst>
          </p:cNvPr>
          <p:cNvGrpSpPr/>
          <p:nvPr/>
        </p:nvGrpSpPr>
        <p:grpSpPr>
          <a:xfrm>
            <a:off x="3649807" y="1020257"/>
            <a:ext cx="2875200" cy="1587684"/>
            <a:chOff x="12345813" y="1462879"/>
            <a:chExt cx="4128117" cy="2279544"/>
          </a:xfrm>
        </p:grpSpPr>
        <p:sp>
          <p:nvSpPr>
            <p:cNvPr id="74" name="Rectangle 73">
              <a:extLst>
                <a:ext uri="{FF2B5EF4-FFF2-40B4-BE49-F238E27FC236}">
                  <a16:creationId xmlns:a16="http://schemas.microsoft.com/office/drawing/2014/main" id="{A1B7F1AD-104B-4E58-B8A3-BD161F6BB964}"/>
                </a:ext>
              </a:extLst>
            </p:cNvPr>
            <p:cNvSpPr/>
            <p:nvPr/>
          </p:nvSpPr>
          <p:spPr>
            <a:xfrm>
              <a:off x="12345813" y="1462879"/>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75" name="Rectangle 74">
              <a:extLst>
                <a:ext uri="{FF2B5EF4-FFF2-40B4-BE49-F238E27FC236}">
                  <a16:creationId xmlns:a16="http://schemas.microsoft.com/office/drawing/2014/main" id="{DF05C49A-ADAF-4586-995D-F685D6484778}"/>
                </a:ext>
              </a:extLst>
            </p:cNvPr>
            <p:cNvSpPr/>
            <p:nvPr/>
          </p:nvSpPr>
          <p:spPr>
            <a:xfrm>
              <a:off x="12699213" y="1870985"/>
              <a:ext cx="274063" cy="2824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sp>
          <p:nvSpPr>
            <p:cNvPr id="76" name="Rectangle 75">
              <a:extLst>
                <a:ext uri="{FF2B5EF4-FFF2-40B4-BE49-F238E27FC236}">
                  <a16:creationId xmlns:a16="http://schemas.microsoft.com/office/drawing/2014/main" id="{26899382-5D4C-448C-84D3-2B72BD523D13}"/>
                </a:ext>
              </a:extLst>
            </p:cNvPr>
            <p:cNvSpPr/>
            <p:nvPr/>
          </p:nvSpPr>
          <p:spPr>
            <a:xfrm>
              <a:off x="12699212" y="2205691"/>
              <a:ext cx="274063" cy="282422"/>
            </a:xfrm>
            <a:prstGeom prst="rect">
              <a:avLst/>
            </a:prstGeom>
            <a:solidFill>
              <a:srgbClr val="ED7D3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sp>
          <p:nvSpPr>
            <p:cNvPr id="77" name="Rectangle 76">
              <a:extLst>
                <a:ext uri="{FF2B5EF4-FFF2-40B4-BE49-F238E27FC236}">
                  <a16:creationId xmlns:a16="http://schemas.microsoft.com/office/drawing/2014/main" id="{E782B90E-3F29-49FB-A4FF-EEFCC539AADE}"/>
                </a:ext>
              </a:extLst>
            </p:cNvPr>
            <p:cNvSpPr/>
            <p:nvPr/>
          </p:nvSpPr>
          <p:spPr>
            <a:xfrm>
              <a:off x="12691814" y="2554433"/>
              <a:ext cx="274063" cy="282422"/>
            </a:xfrm>
            <a:prstGeom prst="rect">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sp>
          <p:nvSpPr>
            <p:cNvPr id="78" name="Rectangle 77">
              <a:extLst>
                <a:ext uri="{FF2B5EF4-FFF2-40B4-BE49-F238E27FC236}">
                  <a16:creationId xmlns:a16="http://schemas.microsoft.com/office/drawing/2014/main" id="{62E0D32E-F8B3-47B9-9B18-532716373C29}"/>
                </a:ext>
              </a:extLst>
            </p:cNvPr>
            <p:cNvSpPr/>
            <p:nvPr/>
          </p:nvSpPr>
          <p:spPr>
            <a:xfrm>
              <a:off x="12691814" y="2896529"/>
              <a:ext cx="274063" cy="282422"/>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sp>
          <p:nvSpPr>
            <p:cNvPr id="79" name="ZoneTexte 78">
              <a:extLst>
                <a:ext uri="{FF2B5EF4-FFF2-40B4-BE49-F238E27FC236}">
                  <a16:creationId xmlns:a16="http://schemas.microsoft.com/office/drawing/2014/main" id="{D27C5C57-1B1C-48DC-BEF4-0112838B2318}"/>
                </a:ext>
              </a:extLst>
            </p:cNvPr>
            <p:cNvSpPr txBox="1"/>
            <p:nvPr/>
          </p:nvSpPr>
          <p:spPr>
            <a:xfrm>
              <a:off x="12984135" y="1836359"/>
              <a:ext cx="1882672" cy="397706"/>
            </a:xfrm>
            <a:prstGeom prst="rect">
              <a:avLst/>
            </a:prstGeom>
            <a:noFill/>
          </p:spPr>
          <p:txBody>
            <a:bodyPr wrap="square" rtlCol="0">
              <a:spAutoFit/>
            </a:bodyPr>
            <a:lstStyle/>
            <a:p>
              <a:r>
                <a:rPr lang="fr-FR" sz="1200" dirty="0"/>
                <a:t>#xxxxxx</a:t>
              </a:r>
            </a:p>
          </p:txBody>
        </p:sp>
        <p:sp>
          <p:nvSpPr>
            <p:cNvPr id="80" name="ZoneTexte 79">
              <a:extLst>
                <a:ext uri="{FF2B5EF4-FFF2-40B4-BE49-F238E27FC236}">
                  <a16:creationId xmlns:a16="http://schemas.microsoft.com/office/drawing/2014/main" id="{A44E88AD-1E49-4073-9B85-A50D2A4FCD3F}"/>
                </a:ext>
              </a:extLst>
            </p:cNvPr>
            <p:cNvSpPr txBox="1"/>
            <p:nvPr/>
          </p:nvSpPr>
          <p:spPr>
            <a:xfrm>
              <a:off x="12987456" y="2162237"/>
              <a:ext cx="1882672" cy="397706"/>
            </a:xfrm>
            <a:prstGeom prst="rect">
              <a:avLst/>
            </a:prstGeom>
            <a:noFill/>
          </p:spPr>
          <p:txBody>
            <a:bodyPr wrap="square" rtlCol="0">
              <a:spAutoFit/>
            </a:bodyPr>
            <a:lstStyle/>
            <a:p>
              <a:r>
                <a:rPr lang="fr-FR" sz="1200" dirty="0"/>
                <a:t>#xxxxxx</a:t>
              </a:r>
            </a:p>
          </p:txBody>
        </p:sp>
        <p:sp>
          <p:nvSpPr>
            <p:cNvPr id="81" name="ZoneTexte 80">
              <a:extLst>
                <a:ext uri="{FF2B5EF4-FFF2-40B4-BE49-F238E27FC236}">
                  <a16:creationId xmlns:a16="http://schemas.microsoft.com/office/drawing/2014/main" id="{5A5BF8AE-55B5-44F0-B397-5ECF18C54DA3}"/>
                </a:ext>
              </a:extLst>
            </p:cNvPr>
            <p:cNvSpPr txBox="1"/>
            <p:nvPr/>
          </p:nvSpPr>
          <p:spPr>
            <a:xfrm>
              <a:off x="12981105" y="2510977"/>
              <a:ext cx="1882672" cy="397706"/>
            </a:xfrm>
            <a:prstGeom prst="rect">
              <a:avLst/>
            </a:prstGeom>
            <a:noFill/>
          </p:spPr>
          <p:txBody>
            <a:bodyPr wrap="square" rtlCol="0">
              <a:spAutoFit/>
            </a:bodyPr>
            <a:lstStyle/>
            <a:p>
              <a:r>
                <a:rPr lang="fr-FR" sz="1200" dirty="0"/>
                <a:t>#xxxxxx</a:t>
              </a:r>
            </a:p>
          </p:txBody>
        </p:sp>
        <p:sp>
          <p:nvSpPr>
            <p:cNvPr id="82" name="ZoneTexte 81">
              <a:extLst>
                <a:ext uri="{FF2B5EF4-FFF2-40B4-BE49-F238E27FC236}">
                  <a16:creationId xmlns:a16="http://schemas.microsoft.com/office/drawing/2014/main" id="{94E33467-D097-458D-8029-A44630C3346D}"/>
                </a:ext>
              </a:extLst>
            </p:cNvPr>
            <p:cNvSpPr txBox="1"/>
            <p:nvPr/>
          </p:nvSpPr>
          <p:spPr>
            <a:xfrm>
              <a:off x="12965878" y="2836855"/>
              <a:ext cx="1882672" cy="397706"/>
            </a:xfrm>
            <a:prstGeom prst="rect">
              <a:avLst/>
            </a:prstGeom>
            <a:noFill/>
          </p:spPr>
          <p:txBody>
            <a:bodyPr wrap="square" rtlCol="0">
              <a:spAutoFit/>
            </a:bodyPr>
            <a:lstStyle/>
            <a:p>
              <a:r>
                <a:rPr lang="fr-FR" sz="1200" dirty="0"/>
                <a:t>#xxxxxx</a:t>
              </a:r>
            </a:p>
          </p:txBody>
        </p:sp>
        <p:sp>
          <p:nvSpPr>
            <p:cNvPr id="83" name="ZoneTexte 82">
              <a:extLst>
                <a:ext uri="{FF2B5EF4-FFF2-40B4-BE49-F238E27FC236}">
                  <a16:creationId xmlns:a16="http://schemas.microsoft.com/office/drawing/2014/main" id="{977506AF-F198-4B77-88AD-B865484EF6B3}"/>
                </a:ext>
              </a:extLst>
            </p:cNvPr>
            <p:cNvSpPr txBox="1"/>
            <p:nvPr/>
          </p:nvSpPr>
          <p:spPr>
            <a:xfrm>
              <a:off x="14127321" y="1637452"/>
              <a:ext cx="1020789" cy="927981"/>
            </a:xfrm>
            <a:prstGeom prst="rect">
              <a:avLst/>
            </a:prstGeom>
            <a:noFill/>
          </p:spPr>
          <p:txBody>
            <a:bodyPr wrap="square" rtlCol="0">
              <a:spAutoFit/>
            </a:bodyPr>
            <a:lstStyle/>
            <a:p>
              <a:r>
                <a:rPr lang="fr-FR" sz="1200" i="1" dirty="0"/>
                <a:t>Font</a:t>
              </a:r>
            </a:p>
            <a:p>
              <a:r>
                <a:rPr lang="fr-FR" sz="1200" b="1" dirty="0"/>
                <a:t>FONT</a:t>
              </a:r>
            </a:p>
            <a:p>
              <a:r>
                <a:rPr lang="fr-FR" sz="1200" dirty="0"/>
                <a:t>Font</a:t>
              </a:r>
            </a:p>
          </p:txBody>
        </p:sp>
        <p:pic>
          <p:nvPicPr>
            <p:cNvPr id="84" name="Graphique 83" descr="Presse-papiers mixte avec un remplissage uni">
              <a:extLst>
                <a:ext uri="{FF2B5EF4-FFF2-40B4-BE49-F238E27FC236}">
                  <a16:creationId xmlns:a16="http://schemas.microsoft.com/office/drawing/2014/main" id="{64B7674C-FC25-4755-84A8-D38A9468E12F}"/>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rot="900000">
              <a:off x="15164685" y="2440706"/>
              <a:ext cx="1126872" cy="1126872"/>
            </a:xfrm>
            <a:prstGeom prst="rect">
              <a:avLst/>
            </a:prstGeom>
          </p:spPr>
        </p:pic>
      </p:grpSp>
      <p:grpSp>
        <p:nvGrpSpPr>
          <p:cNvPr id="52" name="Groupe 51">
            <a:extLst>
              <a:ext uri="{FF2B5EF4-FFF2-40B4-BE49-F238E27FC236}">
                <a16:creationId xmlns:a16="http://schemas.microsoft.com/office/drawing/2014/main" id="{02D2A78C-122B-4724-BC19-C5AFF2E65078}"/>
              </a:ext>
            </a:extLst>
          </p:cNvPr>
          <p:cNvGrpSpPr/>
          <p:nvPr/>
        </p:nvGrpSpPr>
        <p:grpSpPr>
          <a:xfrm>
            <a:off x="4742839" y="5562057"/>
            <a:ext cx="1598674" cy="882787"/>
            <a:chOff x="12262741" y="1923425"/>
            <a:chExt cx="4128117" cy="2279544"/>
          </a:xfrm>
        </p:grpSpPr>
        <p:sp>
          <p:nvSpPr>
            <p:cNvPr id="91" name="Rectangle 90">
              <a:extLst>
                <a:ext uri="{FF2B5EF4-FFF2-40B4-BE49-F238E27FC236}">
                  <a16:creationId xmlns:a16="http://schemas.microsoft.com/office/drawing/2014/main" id="{40F92251-9DE5-4205-BCEA-ED220AA4EA41}"/>
                </a:ext>
              </a:extLst>
            </p:cNvPr>
            <p:cNvSpPr/>
            <p:nvPr/>
          </p:nvSpPr>
          <p:spPr>
            <a:xfrm>
              <a:off x="12262741" y="1923425"/>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ZoneTexte 91">
              <a:extLst>
                <a:ext uri="{FF2B5EF4-FFF2-40B4-BE49-F238E27FC236}">
                  <a16:creationId xmlns:a16="http://schemas.microsoft.com/office/drawing/2014/main" id="{A2B2D75B-CCB1-432A-9FF1-94AE3DED0017}"/>
                </a:ext>
              </a:extLst>
            </p:cNvPr>
            <p:cNvSpPr txBox="1"/>
            <p:nvPr/>
          </p:nvSpPr>
          <p:spPr>
            <a:xfrm rot="19930519">
              <a:off x="13196457" y="2448476"/>
              <a:ext cx="2096731" cy="1264126"/>
            </a:xfrm>
            <a:prstGeom prst="rect">
              <a:avLst/>
            </a:prstGeom>
            <a:noFill/>
          </p:spPr>
          <p:txBody>
            <a:bodyPr wrap="square" rtlCol="0">
              <a:prstTxWarp prst="textCircle">
                <a:avLst/>
              </a:prstTxWarp>
              <a:spAutoFit/>
            </a:bodyPr>
            <a:lstStyle/>
            <a:p>
              <a:r>
                <a:rPr lang="fr-FR" sz="3600" b="1" i="1" dirty="0"/>
                <a:t>Community Logo </a:t>
              </a:r>
              <a:endParaRPr lang="fr-FR" sz="3600" b="1" dirty="0"/>
            </a:p>
          </p:txBody>
        </p:sp>
        <p:grpSp>
          <p:nvGrpSpPr>
            <p:cNvPr id="93" name="Groupe 92">
              <a:extLst>
                <a:ext uri="{FF2B5EF4-FFF2-40B4-BE49-F238E27FC236}">
                  <a16:creationId xmlns:a16="http://schemas.microsoft.com/office/drawing/2014/main" id="{F0777518-8482-4D2C-86E7-BF1BB25B88C8}"/>
                </a:ext>
              </a:extLst>
            </p:cNvPr>
            <p:cNvGrpSpPr/>
            <p:nvPr/>
          </p:nvGrpSpPr>
          <p:grpSpPr>
            <a:xfrm>
              <a:off x="13683400" y="2482500"/>
              <a:ext cx="1164720" cy="1254697"/>
              <a:chOff x="5046941" y="2636554"/>
              <a:chExt cx="550624" cy="593160"/>
            </a:xfrm>
          </p:grpSpPr>
          <p:pic>
            <p:nvPicPr>
              <p:cNvPr id="94" name="Graphique 93" descr="Monde avec un remplissage uni">
                <a:extLst>
                  <a:ext uri="{FF2B5EF4-FFF2-40B4-BE49-F238E27FC236}">
                    <a16:creationId xmlns:a16="http://schemas.microsoft.com/office/drawing/2014/main" id="{06045C29-EBBD-4116-9DD7-66328D0B7CC1}"/>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95" name="Graphique 94" descr="Monde avec un remplissage uni">
                <a:extLst>
                  <a:ext uri="{FF2B5EF4-FFF2-40B4-BE49-F238E27FC236}">
                    <a16:creationId xmlns:a16="http://schemas.microsoft.com/office/drawing/2014/main" id="{6DFD385D-1E69-4C66-AD35-8EE03BFF1D6E}"/>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grpSp>
      <p:grpSp>
        <p:nvGrpSpPr>
          <p:cNvPr id="63" name="Groupe 62">
            <a:extLst>
              <a:ext uri="{FF2B5EF4-FFF2-40B4-BE49-F238E27FC236}">
                <a16:creationId xmlns:a16="http://schemas.microsoft.com/office/drawing/2014/main" id="{31AF86F3-AC3F-4E68-82C3-6F95C8FF4B05}"/>
              </a:ext>
            </a:extLst>
          </p:cNvPr>
          <p:cNvGrpSpPr/>
          <p:nvPr/>
        </p:nvGrpSpPr>
        <p:grpSpPr>
          <a:xfrm>
            <a:off x="4749967" y="4462768"/>
            <a:ext cx="1556577" cy="859541"/>
            <a:chOff x="12006861" y="859136"/>
            <a:chExt cx="4128117" cy="2279544"/>
          </a:xfrm>
        </p:grpSpPr>
        <p:sp>
          <p:nvSpPr>
            <p:cNvPr id="102" name="Rectangle 101">
              <a:extLst>
                <a:ext uri="{FF2B5EF4-FFF2-40B4-BE49-F238E27FC236}">
                  <a16:creationId xmlns:a16="http://schemas.microsoft.com/office/drawing/2014/main" id="{1D845D54-C7BF-4C60-8B56-D45394AAE482}"/>
                </a:ext>
              </a:extLst>
            </p:cNvPr>
            <p:cNvSpPr/>
            <p:nvPr/>
          </p:nvSpPr>
          <p:spPr>
            <a:xfrm>
              <a:off x="12006861" y="859136"/>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3" name="Graphique 102" descr="Bulle de discussion avec un remplissage uni">
              <a:extLst>
                <a:ext uri="{FF2B5EF4-FFF2-40B4-BE49-F238E27FC236}">
                  <a16:creationId xmlns:a16="http://schemas.microsoft.com/office/drawing/2014/main" id="{DA914E4B-2DDE-4A95-86B5-38B9D429F0E1}"/>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flipH="1">
              <a:off x="12730534" y="925993"/>
              <a:ext cx="1719889" cy="1546663"/>
            </a:xfrm>
            <a:prstGeom prst="rect">
              <a:avLst/>
            </a:prstGeom>
          </p:spPr>
        </p:pic>
        <p:pic>
          <p:nvPicPr>
            <p:cNvPr id="104" name="Graphique 103" descr="Signe pouce en haut avec un remplissage uni">
              <a:extLst>
                <a:ext uri="{FF2B5EF4-FFF2-40B4-BE49-F238E27FC236}">
                  <a16:creationId xmlns:a16="http://schemas.microsoft.com/office/drawing/2014/main" id="{4863EECD-DDDD-4CF9-9541-08891348A233}"/>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flipH="1">
              <a:off x="14868699" y="2217044"/>
              <a:ext cx="912950" cy="914400"/>
            </a:xfrm>
            <a:prstGeom prst="rect">
              <a:avLst/>
            </a:prstGeom>
          </p:spPr>
        </p:pic>
        <p:pic>
          <p:nvPicPr>
            <p:cNvPr id="105" name="Graphique 104" descr="Signe pouce en haut avec un remplissage uni">
              <a:extLst>
                <a:ext uri="{FF2B5EF4-FFF2-40B4-BE49-F238E27FC236}">
                  <a16:creationId xmlns:a16="http://schemas.microsoft.com/office/drawing/2014/main" id="{961912F4-339A-4157-BE45-22C00A76494B}"/>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flipH="1">
              <a:off x="15157530" y="1598333"/>
              <a:ext cx="912950" cy="914400"/>
            </a:xfrm>
            <a:prstGeom prst="rect">
              <a:avLst/>
            </a:prstGeom>
          </p:spPr>
        </p:pic>
        <p:pic>
          <p:nvPicPr>
            <p:cNvPr id="106" name="Graphique 105" descr="Signe pouce en haut avec un remplissage uni">
              <a:extLst>
                <a:ext uri="{FF2B5EF4-FFF2-40B4-BE49-F238E27FC236}">
                  <a16:creationId xmlns:a16="http://schemas.microsoft.com/office/drawing/2014/main" id="{9243E91A-3EF2-4379-AB2B-548A7C76A273}"/>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flipH="1">
              <a:off x="15165569" y="859136"/>
              <a:ext cx="912950" cy="914400"/>
            </a:xfrm>
            <a:prstGeom prst="rect">
              <a:avLst/>
            </a:prstGeom>
          </p:spPr>
        </p:pic>
      </p:grpSp>
      <p:grpSp>
        <p:nvGrpSpPr>
          <p:cNvPr id="132" name="Groupe 131">
            <a:extLst>
              <a:ext uri="{FF2B5EF4-FFF2-40B4-BE49-F238E27FC236}">
                <a16:creationId xmlns:a16="http://schemas.microsoft.com/office/drawing/2014/main" id="{FE086070-85CF-4D5A-94B0-3A2A1606B179}"/>
              </a:ext>
            </a:extLst>
          </p:cNvPr>
          <p:cNvGrpSpPr/>
          <p:nvPr/>
        </p:nvGrpSpPr>
        <p:grpSpPr>
          <a:xfrm>
            <a:off x="8527439" y="4477668"/>
            <a:ext cx="1591072" cy="878589"/>
            <a:chOff x="7640237" y="6523589"/>
            <a:chExt cx="4128117" cy="2279544"/>
          </a:xfrm>
        </p:grpSpPr>
        <p:sp>
          <p:nvSpPr>
            <p:cNvPr id="123" name="Rectangle 122">
              <a:extLst>
                <a:ext uri="{FF2B5EF4-FFF2-40B4-BE49-F238E27FC236}">
                  <a16:creationId xmlns:a16="http://schemas.microsoft.com/office/drawing/2014/main" id="{1C4B8BC0-876F-4012-B02A-45C9A0C30A60}"/>
                </a:ext>
              </a:extLst>
            </p:cNvPr>
            <p:cNvSpPr/>
            <p:nvPr/>
          </p:nvSpPr>
          <p:spPr>
            <a:xfrm>
              <a:off x="7640237" y="6523589"/>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4" name="Graphique 123" descr="Presse-papiers vérifié avec un remplissage uni">
              <a:extLst>
                <a:ext uri="{FF2B5EF4-FFF2-40B4-BE49-F238E27FC236}">
                  <a16:creationId xmlns:a16="http://schemas.microsoft.com/office/drawing/2014/main" id="{8581BB5A-53A2-4059-875A-3AB3C7909482}"/>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rot="349526">
              <a:off x="8184592" y="7481597"/>
              <a:ext cx="1130866" cy="1130866"/>
            </a:xfrm>
            <a:prstGeom prst="rect">
              <a:avLst/>
            </a:prstGeom>
          </p:spPr>
        </p:pic>
        <p:grpSp>
          <p:nvGrpSpPr>
            <p:cNvPr id="125" name="Groupe 124">
              <a:extLst>
                <a:ext uri="{FF2B5EF4-FFF2-40B4-BE49-F238E27FC236}">
                  <a16:creationId xmlns:a16="http://schemas.microsoft.com/office/drawing/2014/main" id="{0F601BF0-4A4C-4415-BBF9-A83E3053EED5}"/>
                </a:ext>
              </a:extLst>
            </p:cNvPr>
            <p:cNvGrpSpPr/>
            <p:nvPr/>
          </p:nvGrpSpPr>
          <p:grpSpPr>
            <a:xfrm>
              <a:off x="9921254" y="7026762"/>
              <a:ext cx="1059752" cy="1452074"/>
              <a:chOff x="9812000" y="3351401"/>
              <a:chExt cx="914400" cy="1252912"/>
            </a:xfrm>
          </p:grpSpPr>
          <p:pic>
            <p:nvPicPr>
              <p:cNvPr id="126" name="Graphique 125" descr="Temple grec avec un remplissage uni">
                <a:extLst>
                  <a:ext uri="{FF2B5EF4-FFF2-40B4-BE49-F238E27FC236}">
                    <a16:creationId xmlns:a16="http://schemas.microsoft.com/office/drawing/2014/main" id="{4E5344F0-E4AB-4768-B13D-3808F8A06657}"/>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9812000" y="3689913"/>
                <a:ext cx="914400" cy="914400"/>
              </a:xfrm>
              <a:prstGeom prst="rect">
                <a:avLst/>
              </a:prstGeom>
            </p:spPr>
          </p:pic>
          <p:pic>
            <p:nvPicPr>
              <p:cNvPr id="127" name="Graphique 126" descr="Balance de la justice avec un remplissage uni">
                <a:extLst>
                  <a:ext uri="{FF2B5EF4-FFF2-40B4-BE49-F238E27FC236}">
                    <a16:creationId xmlns:a16="http://schemas.microsoft.com/office/drawing/2014/main" id="{C7FE3103-475A-4B03-BE8B-19F5F098F685}"/>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9990815" y="3351401"/>
                <a:ext cx="570281" cy="570281"/>
              </a:xfrm>
              <a:prstGeom prst="rect">
                <a:avLst/>
              </a:prstGeom>
            </p:spPr>
          </p:pic>
        </p:grpSp>
        <p:cxnSp>
          <p:nvCxnSpPr>
            <p:cNvPr id="128" name="Connecteur droit avec flèche 127">
              <a:extLst>
                <a:ext uri="{FF2B5EF4-FFF2-40B4-BE49-F238E27FC236}">
                  <a16:creationId xmlns:a16="http://schemas.microsoft.com/office/drawing/2014/main" id="{B2BF95F9-50FF-416B-A8F9-86C6A5761ABD}"/>
                </a:ext>
              </a:extLst>
            </p:cNvPr>
            <p:cNvCxnSpPr>
              <a:cxnSpLocks/>
              <a:stCxn id="126" idx="1"/>
              <a:endCxn id="124" idx="3"/>
            </p:cNvCxnSpPr>
            <p:nvPr/>
          </p:nvCxnSpPr>
          <p:spPr>
            <a:xfrm flipH="1">
              <a:off x="9312538" y="7948960"/>
              <a:ext cx="608716" cy="1554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29" name="Groupe 128">
              <a:extLst>
                <a:ext uri="{FF2B5EF4-FFF2-40B4-BE49-F238E27FC236}">
                  <a16:creationId xmlns:a16="http://schemas.microsoft.com/office/drawing/2014/main" id="{DE799D8F-7997-4E0F-9CBF-4043CBD7B589}"/>
                </a:ext>
              </a:extLst>
            </p:cNvPr>
            <p:cNvGrpSpPr/>
            <p:nvPr/>
          </p:nvGrpSpPr>
          <p:grpSpPr>
            <a:xfrm>
              <a:off x="10222061" y="6617969"/>
              <a:ext cx="551869" cy="594502"/>
              <a:chOff x="5046941" y="2636554"/>
              <a:chExt cx="550624" cy="593160"/>
            </a:xfrm>
          </p:grpSpPr>
          <p:pic>
            <p:nvPicPr>
              <p:cNvPr id="130" name="Graphique 129" descr="Monde avec un remplissage uni">
                <a:extLst>
                  <a:ext uri="{FF2B5EF4-FFF2-40B4-BE49-F238E27FC236}">
                    <a16:creationId xmlns:a16="http://schemas.microsoft.com/office/drawing/2014/main" id="{078ABFAB-BF82-4C65-8731-8E643C4819AF}"/>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131" name="Graphique 130" descr="Monde avec un remplissage uni">
                <a:extLst>
                  <a:ext uri="{FF2B5EF4-FFF2-40B4-BE49-F238E27FC236}">
                    <a16:creationId xmlns:a16="http://schemas.microsoft.com/office/drawing/2014/main" id="{16BCC501-3986-43A9-9B4A-78218A55D799}"/>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grpSp>
      <p:grpSp>
        <p:nvGrpSpPr>
          <p:cNvPr id="146" name="Groupe 145">
            <a:extLst>
              <a:ext uri="{FF2B5EF4-FFF2-40B4-BE49-F238E27FC236}">
                <a16:creationId xmlns:a16="http://schemas.microsoft.com/office/drawing/2014/main" id="{9C559F37-2B8C-419B-AE7C-D71C29077387}"/>
              </a:ext>
            </a:extLst>
          </p:cNvPr>
          <p:cNvGrpSpPr/>
          <p:nvPr/>
        </p:nvGrpSpPr>
        <p:grpSpPr>
          <a:xfrm>
            <a:off x="6555981" y="4460039"/>
            <a:ext cx="1659335" cy="916284"/>
            <a:chOff x="7317429" y="6559641"/>
            <a:chExt cx="4128117" cy="2279544"/>
          </a:xfrm>
        </p:grpSpPr>
        <p:sp>
          <p:nvSpPr>
            <p:cNvPr id="141" name="Rectangle 140">
              <a:extLst>
                <a:ext uri="{FF2B5EF4-FFF2-40B4-BE49-F238E27FC236}">
                  <a16:creationId xmlns:a16="http://schemas.microsoft.com/office/drawing/2014/main" id="{416AE705-E862-4DAA-9D28-1D2A6B9505DC}"/>
                </a:ext>
              </a:extLst>
            </p:cNvPr>
            <p:cNvSpPr/>
            <p:nvPr/>
          </p:nvSpPr>
          <p:spPr>
            <a:xfrm>
              <a:off x="7317429" y="6559641"/>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2" name="Graphique 141" descr="Bague avec un remplissage uni">
              <a:extLst>
                <a:ext uri="{FF2B5EF4-FFF2-40B4-BE49-F238E27FC236}">
                  <a16:creationId xmlns:a16="http://schemas.microsoft.com/office/drawing/2014/main" id="{98CD14DE-AE5F-486F-8CE3-FBFE1CA6ECB6}"/>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7890841" y="7395021"/>
              <a:ext cx="914400" cy="914400"/>
            </a:xfrm>
            <a:prstGeom prst="rect">
              <a:avLst/>
            </a:prstGeom>
          </p:spPr>
        </p:pic>
        <p:pic>
          <p:nvPicPr>
            <p:cNvPr id="143" name="Graphique 142" descr="Cravate avec un remplissage uni">
              <a:extLst>
                <a:ext uri="{FF2B5EF4-FFF2-40B4-BE49-F238E27FC236}">
                  <a16:creationId xmlns:a16="http://schemas.microsoft.com/office/drawing/2014/main" id="{81E39C42-83FB-4AAA-86F5-AE010C709CB9}"/>
                </a:ext>
              </a:extLst>
            </p:cNvPr>
            <p:cNvPicPr>
              <a:picLocks noChangeAspect="1"/>
            </p:cNvPicPr>
            <p:nvPr/>
          </p:nvPicPr>
          <p:blipFill>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tretch>
              <a:fillRect/>
            </a:stretch>
          </p:blipFill>
          <p:spPr>
            <a:xfrm>
              <a:off x="9923269" y="7034692"/>
              <a:ext cx="914400" cy="914400"/>
            </a:xfrm>
            <a:prstGeom prst="rect">
              <a:avLst/>
            </a:prstGeom>
          </p:spPr>
        </p:pic>
        <p:pic>
          <p:nvPicPr>
            <p:cNvPr id="144" name="Graphique 143" descr="Chemise avec un remplissage uni">
              <a:extLst>
                <a:ext uri="{FF2B5EF4-FFF2-40B4-BE49-F238E27FC236}">
                  <a16:creationId xmlns:a16="http://schemas.microsoft.com/office/drawing/2014/main" id="{9F735B97-797F-457F-80F9-247B7AEE9731}"/>
                </a:ext>
              </a:extLst>
            </p:cNvPr>
            <p:cNvPicPr>
              <a:picLocks noChangeAspect="1"/>
            </p:cNvPicPr>
            <p:nvPr/>
          </p:nvPicPr>
          <p:blipFill>
            <a:blip r:embed="rId38">
              <a:extLst>
                <a:ext uri="{28A0092B-C50C-407E-A947-70E740481C1C}">
                  <a14:useLocalDpi xmlns:a14="http://schemas.microsoft.com/office/drawing/2010/main" val="0"/>
                </a:ext>
                <a:ext uri="{96DAC541-7B7A-43D3-8B79-37D633B846F1}">
                  <asvg:svgBlip xmlns:asvg="http://schemas.microsoft.com/office/drawing/2016/SVG/main" r:embed="rId39"/>
                </a:ext>
              </a:extLst>
            </a:blip>
            <a:stretch>
              <a:fillRect/>
            </a:stretch>
          </p:blipFill>
          <p:spPr>
            <a:xfrm>
              <a:off x="9152907" y="7690579"/>
              <a:ext cx="914400" cy="914400"/>
            </a:xfrm>
            <a:prstGeom prst="rect">
              <a:avLst/>
            </a:prstGeom>
          </p:spPr>
        </p:pic>
        <p:pic>
          <p:nvPicPr>
            <p:cNvPr id="145" name="Graphique 144" descr="Casquette de baseball avec un remplissage uni">
              <a:extLst>
                <a:ext uri="{FF2B5EF4-FFF2-40B4-BE49-F238E27FC236}">
                  <a16:creationId xmlns:a16="http://schemas.microsoft.com/office/drawing/2014/main" id="{90D2DAA5-4931-4D24-8AF9-F8D41F21A61A}"/>
                </a:ext>
              </a:extLst>
            </p:cNvPr>
            <p:cNvPicPr>
              <a:picLocks noChangeAspect="1"/>
            </p:cNvPicPr>
            <p:nvPr/>
          </p:nvPicPr>
          <p:blipFill>
            <a:blip r:embed="rId40">
              <a:extLst>
                <a:ext uri="{28A0092B-C50C-407E-A947-70E740481C1C}">
                  <a14:useLocalDpi xmlns:a14="http://schemas.microsoft.com/office/drawing/2010/main" val="0"/>
                </a:ext>
                <a:ext uri="{96DAC541-7B7A-43D3-8B79-37D633B846F1}">
                  <asvg:svgBlip xmlns:asvg="http://schemas.microsoft.com/office/drawing/2016/SVG/main" r:embed="rId41"/>
                </a:ext>
              </a:extLst>
            </a:blip>
            <a:stretch>
              <a:fillRect/>
            </a:stretch>
          </p:blipFill>
          <p:spPr>
            <a:xfrm>
              <a:off x="8458809" y="6635193"/>
              <a:ext cx="914400" cy="914400"/>
            </a:xfrm>
            <a:prstGeom prst="rect">
              <a:avLst/>
            </a:prstGeom>
          </p:spPr>
        </p:pic>
      </p:grpSp>
      <p:grpSp>
        <p:nvGrpSpPr>
          <p:cNvPr id="12" name="Groupe 11">
            <a:extLst>
              <a:ext uri="{FF2B5EF4-FFF2-40B4-BE49-F238E27FC236}">
                <a16:creationId xmlns:a16="http://schemas.microsoft.com/office/drawing/2014/main" id="{DFA49CE6-AFB1-44F1-983B-4460D3F135C0}"/>
              </a:ext>
            </a:extLst>
          </p:cNvPr>
          <p:cNvGrpSpPr/>
          <p:nvPr/>
        </p:nvGrpSpPr>
        <p:grpSpPr>
          <a:xfrm>
            <a:off x="6550515" y="5562057"/>
            <a:ext cx="1591073" cy="878589"/>
            <a:chOff x="7729923" y="4667782"/>
            <a:chExt cx="4128117" cy="2279544"/>
          </a:xfrm>
        </p:grpSpPr>
        <p:sp>
          <p:nvSpPr>
            <p:cNvPr id="87" name="Rectangle 86">
              <a:extLst>
                <a:ext uri="{FF2B5EF4-FFF2-40B4-BE49-F238E27FC236}">
                  <a16:creationId xmlns:a16="http://schemas.microsoft.com/office/drawing/2014/main" id="{0924D170-BF61-4E47-81DE-17E75740D071}"/>
                </a:ext>
              </a:extLst>
            </p:cNvPr>
            <p:cNvSpPr/>
            <p:nvPr/>
          </p:nvSpPr>
          <p:spPr>
            <a:xfrm>
              <a:off x="7729923" y="4667782"/>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8" name="Graphique 87" descr="Stylo avec un remplissage uni">
              <a:extLst>
                <a:ext uri="{FF2B5EF4-FFF2-40B4-BE49-F238E27FC236}">
                  <a16:creationId xmlns:a16="http://schemas.microsoft.com/office/drawing/2014/main" id="{2EEC50A5-B10A-49A6-9D95-9BA5CB52CA55}"/>
                </a:ext>
              </a:extLst>
            </p:cNvPr>
            <p:cNvPicPr>
              <a:picLocks noChangeAspect="1"/>
            </p:cNvPicPr>
            <p:nvPr/>
          </p:nvPicPr>
          <p:blipFill>
            <a:blip r:embed="rId42">
              <a:extLst>
                <a:ext uri="{28A0092B-C50C-407E-A947-70E740481C1C}">
                  <a14:useLocalDpi xmlns:a14="http://schemas.microsoft.com/office/drawing/2010/main" val="0"/>
                </a:ext>
                <a:ext uri="{96DAC541-7B7A-43D3-8B79-37D633B846F1}">
                  <asvg:svgBlip xmlns:asvg="http://schemas.microsoft.com/office/drawing/2016/SVG/main" r:embed="rId43"/>
                </a:ext>
              </a:extLst>
            </a:blip>
            <a:stretch>
              <a:fillRect/>
            </a:stretch>
          </p:blipFill>
          <p:spPr>
            <a:xfrm>
              <a:off x="8682353" y="5027065"/>
              <a:ext cx="914400" cy="914400"/>
            </a:xfrm>
            <a:prstGeom prst="rect">
              <a:avLst/>
            </a:prstGeom>
          </p:spPr>
        </p:pic>
        <p:pic>
          <p:nvPicPr>
            <p:cNvPr id="89" name="Graphique 88" descr="Calendrier à feuilles avec un remplissage uni">
              <a:extLst>
                <a:ext uri="{FF2B5EF4-FFF2-40B4-BE49-F238E27FC236}">
                  <a16:creationId xmlns:a16="http://schemas.microsoft.com/office/drawing/2014/main" id="{5EF897E0-E9DA-4755-9995-9AC103BF81E8}"/>
                </a:ext>
              </a:extLst>
            </p:cNvPr>
            <p:cNvPicPr>
              <a:picLocks noChangeAspect="1"/>
            </p:cNvPicPr>
            <p:nvPr/>
          </p:nvPicPr>
          <p:blipFill>
            <a:blip r:embed="rId44">
              <a:extLst>
                <a:ext uri="{28A0092B-C50C-407E-A947-70E740481C1C}">
                  <a14:useLocalDpi xmlns:a14="http://schemas.microsoft.com/office/drawing/2010/main" val="0"/>
                </a:ext>
                <a:ext uri="{96DAC541-7B7A-43D3-8B79-37D633B846F1}">
                  <asvg:svgBlip xmlns:asvg="http://schemas.microsoft.com/office/drawing/2016/SVG/main" r:embed="rId45"/>
                </a:ext>
              </a:extLst>
            </a:blip>
            <a:stretch>
              <a:fillRect/>
            </a:stretch>
          </p:blipFill>
          <p:spPr>
            <a:xfrm>
              <a:off x="9603753" y="5671599"/>
              <a:ext cx="914400" cy="914400"/>
            </a:xfrm>
            <a:prstGeom prst="rect">
              <a:avLst/>
            </a:prstGeom>
          </p:spPr>
        </p:pic>
        <p:pic>
          <p:nvPicPr>
            <p:cNvPr id="90" name="Graphique 89" descr="Théière et tasse chinoises avec un remplissage uni">
              <a:extLst>
                <a:ext uri="{FF2B5EF4-FFF2-40B4-BE49-F238E27FC236}">
                  <a16:creationId xmlns:a16="http://schemas.microsoft.com/office/drawing/2014/main" id="{0A61686E-B239-4D9D-8E13-6288450BD336}"/>
                </a:ext>
              </a:extLst>
            </p:cNvPr>
            <p:cNvPicPr>
              <a:picLocks noChangeAspect="1"/>
            </p:cNvPicPr>
            <p:nvPr/>
          </p:nvPicPr>
          <p:blipFill>
            <a:blip r:embed="rId46">
              <a:extLst>
                <a:ext uri="{28A0092B-C50C-407E-A947-70E740481C1C}">
                  <a14:useLocalDpi xmlns:a14="http://schemas.microsoft.com/office/drawing/2010/main" val="0"/>
                </a:ext>
                <a:ext uri="{96DAC541-7B7A-43D3-8B79-37D633B846F1}">
                  <asvg:svgBlip xmlns:asvg="http://schemas.microsoft.com/office/drawing/2016/SVG/main" r:embed="rId47"/>
                </a:ext>
              </a:extLst>
            </a:blip>
            <a:stretch>
              <a:fillRect/>
            </a:stretch>
          </p:blipFill>
          <p:spPr>
            <a:xfrm>
              <a:off x="9856237" y="4858837"/>
              <a:ext cx="914400" cy="914400"/>
            </a:xfrm>
            <a:prstGeom prst="rect">
              <a:avLst/>
            </a:prstGeom>
          </p:spPr>
        </p:pic>
      </p:grpSp>
      <p:sp>
        <p:nvSpPr>
          <p:cNvPr id="117" name="Rectangle 116">
            <a:extLst>
              <a:ext uri="{FF2B5EF4-FFF2-40B4-BE49-F238E27FC236}">
                <a16:creationId xmlns:a16="http://schemas.microsoft.com/office/drawing/2014/main" id="{45E6AF6C-10BA-4CA7-9FB3-60E5945FCF66}"/>
              </a:ext>
            </a:extLst>
          </p:cNvPr>
          <p:cNvSpPr/>
          <p:nvPr/>
        </p:nvSpPr>
        <p:spPr>
          <a:xfrm>
            <a:off x="10346096" y="2327852"/>
            <a:ext cx="1591072" cy="8785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18" name="Diagramme 117">
            <a:extLst>
              <a:ext uri="{FF2B5EF4-FFF2-40B4-BE49-F238E27FC236}">
                <a16:creationId xmlns:a16="http://schemas.microsoft.com/office/drawing/2014/main" id="{FB75DF9F-84B6-4E39-B159-30EF67D1572F}"/>
              </a:ext>
            </a:extLst>
          </p:cNvPr>
          <p:cNvGraphicFramePr/>
          <p:nvPr>
            <p:extLst>
              <p:ext uri="{D42A27DB-BD31-4B8C-83A1-F6EECF244321}">
                <p14:modId xmlns:p14="http://schemas.microsoft.com/office/powerpoint/2010/main" val="941380764"/>
              </p:ext>
            </p:extLst>
          </p:nvPr>
        </p:nvGraphicFramePr>
        <p:xfrm>
          <a:off x="10638979" y="2439102"/>
          <a:ext cx="855724" cy="556636"/>
        </p:xfrm>
        <a:graphic>
          <a:graphicData uri="http://schemas.openxmlformats.org/drawingml/2006/diagram">
            <dgm:relIds xmlns:dgm="http://schemas.openxmlformats.org/drawingml/2006/diagram" xmlns:r="http://schemas.openxmlformats.org/officeDocument/2006/relationships" r:dm="rId48" r:lo="rId49" r:qs="rId50" r:cs="rId51"/>
          </a:graphicData>
        </a:graphic>
      </p:graphicFrame>
      <p:pic>
        <p:nvPicPr>
          <p:cNvPr id="119" name="Graphique 118" descr="Réussite du groupe avec un remplissage uni">
            <a:extLst>
              <a:ext uri="{FF2B5EF4-FFF2-40B4-BE49-F238E27FC236}">
                <a16:creationId xmlns:a16="http://schemas.microsoft.com/office/drawing/2014/main" id="{EDC025BA-5DB2-4D9B-B7B1-4E366CDA08D6}"/>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0638979" y="2774830"/>
            <a:ext cx="159732" cy="116911"/>
          </a:xfrm>
          <a:prstGeom prst="rect">
            <a:avLst/>
          </a:prstGeom>
        </p:spPr>
      </p:pic>
      <p:pic>
        <p:nvPicPr>
          <p:cNvPr id="120" name="Graphique 119" descr="Réussite du groupe avec un remplissage uni">
            <a:extLst>
              <a:ext uri="{FF2B5EF4-FFF2-40B4-BE49-F238E27FC236}">
                <a16:creationId xmlns:a16="http://schemas.microsoft.com/office/drawing/2014/main" id="{F7533A68-8C18-4D52-A35C-95380B8D7682}"/>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0860212" y="2760303"/>
            <a:ext cx="159732" cy="116911"/>
          </a:xfrm>
          <a:prstGeom prst="rect">
            <a:avLst/>
          </a:prstGeom>
        </p:spPr>
      </p:pic>
      <p:pic>
        <p:nvPicPr>
          <p:cNvPr id="121" name="Graphique 120" descr="Réussite du groupe avec un remplissage uni">
            <a:extLst>
              <a:ext uri="{FF2B5EF4-FFF2-40B4-BE49-F238E27FC236}">
                <a16:creationId xmlns:a16="http://schemas.microsoft.com/office/drawing/2014/main" id="{2B89912E-E08F-4451-9473-DF36A049BAEF}"/>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1087562" y="2758639"/>
            <a:ext cx="159732" cy="116911"/>
          </a:xfrm>
          <a:prstGeom prst="rect">
            <a:avLst/>
          </a:prstGeom>
        </p:spPr>
      </p:pic>
      <p:pic>
        <p:nvPicPr>
          <p:cNvPr id="122" name="Graphique 121" descr="Réussite du groupe avec un remplissage uni">
            <a:extLst>
              <a:ext uri="{FF2B5EF4-FFF2-40B4-BE49-F238E27FC236}">
                <a16:creationId xmlns:a16="http://schemas.microsoft.com/office/drawing/2014/main" id="{FD26190F-0875-45AB-9C88-898C0D3FD623}"/>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0723457" y="2555397"/>
            <a:ext cx="159732" cy="116911"/>
          </a:xfrm>
          <a:prstGeom prst="rect">
            <a:avLst/>
          </a:prstGeom>
        </p:spPr>
      </p:pic>
      <p:pic>
        <p:nvPicPr>
          <p:cNvPr id="133" name="Graphique 132" descr="Réussite du groupe avec un remplissage uni">
            <a:extLst>
              <a:ext uri="{FF2B5EF4-FFF2-40B4-BE49-F238E27FC236}">
                <a16:creationId xmlns:a16="http://schemas.microsoft.com/office/drawing/2014/main" id="{29C80727-61B6-4B49-8CBD-596D85574CCB}"/>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0860212" y="2433258"/>
            <a:ext cx="159732" cy="116911"/>
          </a:xfrm>
          <a:prstGeom prst="rect">
            <a:avLst/>
          </a:prstGeom>
        </p:spPr>
      </p:pic>
      <p:pic>
        <p:nvPicPr>
          <p:cNvPr id="134" name="Graphique 133" descr="Réussite du groupe avec un remplissage uni">
            <a:extLst>
              <a:ext uri="{FF2B5EF4-FFF2-40B4-BE49-F238E27FC236}">
                <a16:creationId xmlns:a16="http://schemas.microsoft.com/office/drawing/2014/main" id="{E3AC2888-6A1B-4D28-8934-14C137F8E7AE}"/>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1206832" y="2425851"/>
            <a:ext cx="159732" cy="116911"/>
          </a:xfrm>
          <a:prstGeom prst="rect">
            <a:avLst/>
          </a:prstGeom>
        </p:spPr>
      </p:pic>
      <p:pic>
        <p:nvPicPr>
          <p:cNvPr id="135" name="Graphique 134" descr="Réussite du groupe avec un remplissage uni">
            <a:extLst>
              <a:ext uri="{FF2B5EF4-FFF2-40B4-BE49-F238E27FC236}">
                <a16:creationId xmlns:a16="http://schemas.microsoft.com/office/drawing/2014/main" id="{2818C451-4FA2-4C7B-A012-45294A6880A7}"/>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1343675" y="2722299"/>
            <a:ext cx="159732" cy="116911"/>
          </a:xfrm>
          <a:prstGeom prst="rect">
            <a:avLst/>
          </a:prstGeom>
        </p:spPr>
      </p:pic>
      <p:pic>
        <p:nvPicPr>
          <p:cNvPr id="136" name="Graphique 135" descr="Réussite du groupe avec un remplissage uni">
            <a:extLst>
              <a:ext uri="{FF2B5EF4-FFF2-40B4-BE49-F238E27FC236}">
                <a16:creationId xmlns:a16="http://schemas.microsoft.com/office/drawing/2014/main" id="{4A0EC8CE-5B47-4D2A-AC7E-FD2B00BA3095}"/>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1386558" y="2863435"/>
            <a:ext cx="159732" cy="116911"/>
          </a:xfrm>
          <a:prstGeom prst="rect">
            <a:avLst/>
          </a:prstGeom>
        </p:spPr>
      </p:pic>
      <p:pic>
        <p:nvPicPr>
          <p:cNvPr id="137" name="Graphique 136" descr="Réussite du groupe avec un remplissage uni">
            <a:extLst>
              <a:ext uri="{FF2B5EF4-FFF2-40B4-BE49-F238E27FC236}">
                <a16:creationId xmlns:a16="http://schemas.microsoft.com/office/drawing/2014/main" id="{9ACCC544-830A-4D62-8DA6-DE49BD797350}"/>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1372639" y="2581162"/>
            <a:ext cx="159732" cy="116911"/>
          </a:xfrm>
          <a:prstGeom prst="rect">
            <a:avLst/>
          </a:prstGeom>
        </p:spPr>
      </p:pic>
      <p:pic>
        <p:nvPicPr>
          <p:cNvPr id="138" name="Graphique 137" descr="Réussite du groupe avec un remplissage uni">
            <a:extLst>
              <a:ext uri="{FF2B5EF4-FFF2-40B4-BE49-F238E27FC236}">
                <a16:creationId xmlns:a16="http://schemas.microsoft.com/office/drawing/2014/main" id="{614C6D90-043E-4398-9FBA-A2E0C36843C3}"/>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1016341" y="2575014"/>
            <a:ext cx="159732" cy="116911"/>
          </a:xfrm>
          <a:prstGeom prst="rect">
            <a:avLst/>
          </a:prstGeom>
        </p:spPr>
      </p:pic>
      <p:grpSp>
        <p:nvGrpSpPr>
          <p:cNvPr id="27" name="Groupe 26">
            <a:extLst>
              <a:ext uri="{FF2B5EF4-FFF2-40B4-BE49-F238E27FC236}">
                <a16:creationId xmlns:a16="http://schemas.microsoft.com/office/drawing/2014/main" id="{6C65A6FD-185E-4E84-ACCC-96456DF31C2C}"/>
              </a:ext>
            </a:extLst>
          </p:cNvPr>
          <p:cNvGrpSpPr/>
          <p:nvPr/>
        </p:nvGrpSpPr>
        <p:grpSpPr>
          <a:xfrm>
            <a:off x="10342687" y="3380735"/>
            <a:ext cx="1575518" cy="870000"/>
            <a:chOff x="7166191" y="5178504"/>
            <a:chExt cx="4128117" cy="2279544"/>
          </a:xfrm>
        </p:grpSpPr>
        <p:sp>
          <p:nvSpPr>
            <p:cNvPr id="159" name="Rectangle 158">
              <a:extLst>
                <a:ext uri="{FF2B5EF4-FFF2-40B4-BE49-F238E27FC236}">
                  <a16:creationId xmlns:a16="http://schemas.microsoft.com/office/drawing/2014/main" id="{65DD7391-A693-456F-ABD4-64893D3172A6}"/>
                </a:ext>
              </a:extLst>
            </p:cNvPr>
            <p:cNvSpPr/>
            <p:nvPr/>
          </p:nvSpPr>
          <p:spPr>
            <a:xfrm>
              <a:off x="7166191" y="5178504"/>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0" name="Graphique 159" descr="Héros avec un remplissage uni">
              <a:extLst>
                <a:ext uri="{FF2B5EF4-FFF2-40B4-BE49-F238E27FC236}">
                  <a16:creationId xmlns:a16="http://schemas.microsoft.com/office/drawing/2014/main" id="{1A5B586C-0513-41A8-9B4C-7361DE6C333E}"/>
                </a:ext>
              </a:extLst>
            </p:cNvPr>
            <p:cNvPicPr>
              <a:picLocks noChangeAspect="1"/>
            </p:cNvPicPr>
            <p:nvPr/>
          </p:nvPicPr>
          <p:blipFill>
            <a:blip r:embed="rId53">
              <a:extLst>
                <a:ext uri="{28A0092B-C50C-407E-A947-70E740481C1C}">
                  <a14:useLocalDpi xmlns:a14="http://schemas.microsoft.com/office/drawing/2010/main" val="0"/>
                </a:ext>
                <a:ext uri="{96DAC541-7B7A-43D3-8B79-37D633B846F1}">
                  <asvg:svgBlip xmlns:asvg="http://schemas.microsoft.com/office/drawing/2016/SVG/main" r:embed="rId54"/>
                </a:ext>
              </a:extLst>
            </a:blip>
            <a:stretch>
              <a:fillRect/>
            </a:stretch>
          </p:blipFill>
          <p:spPr>
            <a:xfrm>
              <a:off x="8189166" y="5537787"/>
              <a:ext cx="914400" cy="914400"/>
            </a:xfrm>
            <a:prstGeom prst="rect">
              <a:avLst/>
            </a:prstGeom>
          </p:spPr>
        </p:pic>
        <p:pic>
          <p:nvPicPr>
            <p:cNvPr id="161" name="Graphique 160" descr="Héroïne avec un remplissage uni">
              <a:extLst>
                <a:ext uri="{FF2B5EF4-FFF2-40B4-BE49-F238E27FC236}">
                  <a16:creationId xmlns:a16="http://schemas.microsoft.com/office/drawing/2014/main" id="{C509ABB1-8484-4C16-A458-785C61089006}"/>
                </a:ext>
              </a:extLst>
            </p:cNvPr>
            <p:cNvPicPr>
              <a:picLocks noChangeAspect="1"/>
            </p:cNvPicPr>
            <p:nvPr/>
          </p:nvPicPr>
          <p:blipFill>
            <a:blip r:embed="rId55">
              <a:extLst>
                <a:ext uri="{28A0092B-C50C-407E-A947-70E740481C1C}">
                  <a14:useLocalDpi xmlns:a14="http://schemas.microsoft.com/office/drawing/2010/main" val="0"/>
                </a:ext>
                <a:ext uri="{96DAC541-7B7A-43D3-8B79-37D633B846F1}">
                  <asvg:svgBlip xmlns:asvg="http://schemas.microsoft.com/office/drawing/2016/SVG/main" r:embed="rId56"/>
                </a:ext>
              </a:extLst>
            </a:blip>
            <a:stretch>
              <a:fillRect/>
            </a:stretch>
          </p:blipFill>
          <p:spPr>
            <a:xfrm>
              <a:off x="7251950" y="5461871"/>
              <a:ext cx="914400" cy="914400"/>
            </a:xfrm>
            <a:prstGeom prst="rect">
              <a:avLst/>
            </a:prstGeom>
          </p:spPr>
        </p:pic>
        <p:pic>
          <p:nvPicPr>
            <p:cNvPr id="162" name="Graphique 161" descr="Héros avec un remplissage uni">
              <a:extLst>
                <a:ext uri="{FF2B5EF4-FFF2-40B4-BE49-F238E27FC236}">
                  <a16:creationId xmlns:a16="http://schemas.microsoft.com/office/drawing/2014/main" id="{B2A12C89-8651-45AD-B5BB-4A551E275B0E}"/>
                </a:ext>
              </a:extLst>
            </p:cNvPr>
            <p:cNvPicPr>
              <a:picLocks noChangeAspect="1"/>
            </p:cNvPicPr>
            <p:nvPr/>
          </p:nvPicPr>
          <p:blipFill>
            <a:blip r:embed="rId53">
              <a:extLst>
                <a:ext uri="{28A0092B-C50C-407E-A947-70E740481C1C}">
                  <a14:useLocalDpi xmlns:a14="http://schemas.microsoft.com/office/drawing/2010/main" val="0"/>
                </a:ext>
                <a:ext uri="{96DAC541-7B7A-43D3-8B79-37D633B846F1}">
                  <asvg:svgBlip xmlns:asvg="http://schemas.microsoft.com/office/drawing/2016/SVG/main" r:embed="rId54"/>
                </a:ext>
              </a:extLst>
            </a:blip>
            <a:stretch>
              <a:fillRect/>
            </a:stretch>
          </p:blipFill>
          <p:spPr>
            <a:xfrm flipH="1">
              <a:off x="10065677" y="5518050"/>
              <a:ext cx="1016029" cy="914400"/>
            </a:xfrm>
            <a:prstGeom prst="rect">
              <a:avLst/>
            </a:prstGeom>
          </p:spPr>
        </p:pic>
        <p:pic>
          <p:nvPicPr>
            <p:cNvPr id="163" name="Graphique 162" descr="Héroïne avec un remplissage uni">
              <a:extLst>
                <a:ext uri="{FF2B5EF4-FFF2-40B4-BE49-F238E27FC236}">
                  <a16:creationId xmlns:a16="http://schemas.microsoft.com/office/drawing/2014/main" id="{ACDA552C-5DA5-4A0B-9E9B-4ADB75B6D659}"/>
                </a:ext>
              </a:extLst>
            </p:cNvPr>
            <p:cNvPicPr>
              <a:picLocks noChangeAspect="1"/>
            </p:cNvPicPr>
            <p:nvPr/>
          </p:nvPicPr>
          <p:blipFill>
            <a:blip r:embed="rId55">
              <a:extLst>
                <a:ext uri="{28A0092B-C50C-407E-A947-70E740481C1C}">
                  <a14:useLocalDpi xmlns:a14="http://schemas.microsoft.com/office/drawing/2010/main" val="0"/>
                </a:ext>
                <a:ext uri="{96DAC541-7B7A-43D3-8B79-37D633B846F1}">
                  <asvg:svgBlip xmlns:asvg="http://schemas.microsoft.com/office/drawing/2016/SVG/main" r:embed="rId56"/>
                </a:ext>
              </a:extLst>
            </a:blip>
            <a:stretch>
              <a:fillRect/>
            </a:stretch>
          </p:blipFill>
          <p:spPr>
            <a:xfrm flipH="1">
              <a:off x="9203962" y="5523227"/>
              <a:ext cx="914400" cy="914400"/>
            </a:xfrm>
            <a:prstGeom prst="rect">
              <a:avLst/>
            </a:prstGeom>
          </p:spPr>
        </p:pic>
        <p:grpSp>
          <p:nvGrpSpPr>
            <p:cNvPr id="164" name="Groupe 163">
              <a:extLst>
                <a:ext uri="{FF2B5EF4-FFF2-40B4-BE49-F238E27FC236}">
                  <a16:creationId xmlns:a16="http://schemas.microsoft.com/office/drawing/2014/main" id="{80C8B932-B32D-4D7D-837E-E009769950D1}"/>
                </a:ext>
              </a:extLst>
            </p:cNvPr>
            <p:cNvGrpSpPr/>
            <p:nvPr/>
          </p:nvGrpSpPr>
          <p:grpSpPr>
            <a:xfrm>
              <a:off x="7275032" y="6291720"/>
              <a:ext cx="837486" cy="843430"/>
              <a:chOff x="7727432" y="4335180"/>
              <a:chExt cx="837486" cy="843430"/>
            </a:xfrm>
          </p:grpSpPr>
          <p:sp>
            <p:nvSpPr>
              <p:cNvPr id="165" name="Rectangle 164">
                <a:extLst>
                  <a:ext uri="{FF2B5EF4-FFF2-40B4-BE49-F238E27FC236}">
                    <a16:creationId xmlns:a16="http://schemas.microsoft.com/office/drawing/2014/main" id="{170997C4-2DE3-4825-89D1-C0489EDD0A45}"/>
                  </a:ext>
                </a:extLst>
              </p:cNvPr>
              <p:cNvSpPr/>
              <p:nvPr/>
            </p:nvSpPr>
            <p:spPr>
              <a:xfrm>
                <a:off x="7727432" y="4597305"/>
                <a:ext cx="837486" cy="5813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6" name="Rectangle 165">
                <a:extLst>
                  <a:ext uri="{FF2B5EF4-FFF2-40B4-BE49-F238E27FC236}">
                    <a16:creationId xmlns:a16="http://schemas.microsoft.com/office/drawing/2014/main" id="{B6DAA491-8E54-4D34-87F2-9A6A5CFC28FD}"/>
                  </a:ext>
                </a:extLst>
              </p:cNvPr>
              <p:cNvSpPr/>
              <p:nvPr/>
            </p:nvSpPr>
            <p:spPr>
              <a:xfrm>
                <a:off x="7862229" y="4335180"/>
                <a:ext cx="567891" cy="2572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67" name="Rectangle 166">
              <a:extLst>
                <a:ext uri="{FF2B5EF4-FFF2-40B4-BE49-F238E27FC236}">
                  <a16:creationId xmlns:a16="http://schemas.microsoft.com/office/drawing/2014/main" id="{BFA9688A-98ED-4CAF-8E65-B23C2206FF84}"/>
                </a:ext>
              </a:extLst>
            </p:cNvPr>
            <p:cNvSpPr/>
            <p:nvPr/>
          </p:nvSpPr>
          <p:spPr>
            <a:xfrm>
              <a:off x="7535605" y="6620851"/>
              <a:ext cx="347089" cy="133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68" name="Graphique 167" descr="Colonne grecque avec un remplissage uni">
              <a:extLst>
                <a:ext uri="{FF2B5EF4-FFF2-40B4-BE49-F238E27FC236}">
                  <a16:creationId xmlns:a16="http://schemas.microsoft.com/office/drawing/2014/main" id="{D42E43DD-3C27-4CA5-ACAC-017AB26A49A5}"/>
                </a:ext>
              </a:extLst>
            </p:cNvPr>
            <p:cNvPicPr>
              <a:picLocks noChangeAspect="1"/>
            </p:cNvPicPr>
            <p:nvPr/>
          </p:nvPicPr>
          <p:blipFill>
            <a:blip r:embed="rId57">
              <a:extLst>
                <a:ext uri="{28A0092B-C50C-407E-A947-70E740481C1C}">
                  <a14:useLocalDpi xmlns:a14="http://schemas.microsoft.com/office/drawing/2010/main" val="0"/>
                </a:ext>
                <a:ext uri="{96DAC541-7B7A-43D3-8B79-37D633B846F1}">
                  <asvg:svgBlip xmlns:asvg="http://schemas.microsoft.com/office/drawing/2016/SVG/main" r:embed="rId58"/>
                </a:ext>
              </a:extLst>
            </a:blip>
            <a:stretch>
              <a:fillRect/>
            </a:stretch>
          </p:blipFill>
          <p:spPr>
            <a:xfrm>
              <a:off x="8120819" y="6286922"/>
              <a:ext cx="914400" cy="914400"/>
            </a:xfrm>
            <a:prstGeom prst="rect">
              <a:avLst/>
            </a:prstGeom>
          </p:spPr>
        </p:pic>
        <p:pic>
          <p:nvPicPr>
            <p:cNvPr id="169" name="Graphique 168" descr="Colonne grecque avec un remplissage uni">
              <a:extLst>
                <a:ext uri="{FF2B5EF4-FFF2-40B4-BE49-F238E27FC236}">
                  <a16:creationId xmlns:a16="http://schemas.microsoft.com/office/drawing/2014/main" id="{87ED9F17-0D37-4C69-B6FA-A164B98CEC93}"/>
                </a:ext>
              </a:extLst>
            </p:cNvPr>
            <p:cNvPicPr>
              <a:picLocks noChangeAspect="1"/>
            </p:cNvPicPr>
            <p:nvPr/>
          </p:nvPicPr>
          <p:blipFill>
            <a:blip r:embed="rId57">
              <a:extLst>
                <a:ext uri="{28A0092B-C50C-407E-A947-70E740481C1C}">
                  <a14:useLocalDpi xmlns:a14="http://schemas.microsoft.com/office/drawing/2010/main" val="0"/>
                </a:ext>
                <a:ext uri="{96DAC541-7B7A-43D3-8B79-37D633B846F1}">
                  <asvg:svgBlip xmlns:asvg="http://schemas.microsoft.com/office/drawing/2016/SVG/main" r:embed="rId58"/>
                </a:ext>
              </a:extLst>
            </a:blip>
            <a:stretch>
              <a:fillRect/>
            </a:stretch>
          </p:blipFill>
          <p:spPr>
            <a:xfrm>
              <a:off x="9271580" y="6262568"/>
              <a:ext cx="914400" cy="914400"/>
            </a:xfrm>
            <a:prstGeom prst="rect">
              <a:avLst/>
            </a:prstGeom>
          </p:spPr>
        </p:pic>
        <p:grpSp>
          <p:nvGrpSpPr>
            <p:cNvPr id="170" name="Groupe 169">
              <a:extLst>
                <a:ext uri="{FF2B5EF4-FFF2-40B4-BE49-F238E27FC236}">
                  <a16:creationId xmlns:a16="http://schemas.microsoft.com/office/drawing/2014/main" id="{0B040467-3AB1-4E30-B285-67F4AA4ECEC6}"/>
                </a:ext>
              </a:extLst>
            </p:cNvPr>
            <p:cNvGrpSpPr/>
            <p:nvPr/>
          </p:nvGrpSpPr>
          <p:grpSpPr>
            <a:xfrm>
              <a:off x="10246120" y="6344927"/>
              <a:ext cx="837486" cy="843430"/>
              <a:chOff x="7727432" y="4335180"/>
              <a:chExt cx="837486" cy="843430"/>
            </a:xfrm>
          </p:grpSpPr>
          <p:sp>
            <p:nvSpPr>
              <p:cNvPr id="171" name="Rectangle 170">
                <a:extLst>
                  <a:ext uri="{FF2B5EF4-FFF2-40B4-BE49-F238E27FC236}">
                    <a16:creationId xmlns:a16="http://schemas.microsoft.com/office/drawing/2014/main" id="{ADC61730-5C38-4CC4-A4F1-0D023074DB1B}"/>
                  </a:ext>
                </a:extLst>
              </p:cNvPr>
              <p:cNvSpPr/>
              <p:nvPr/>
            </p:nvSpPr>
            <p:spPr>
              <a:xfrm>
                <a:off x="7727432" y="4597305"/>
                <a:ext cx="837486" cy="5813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2" name="Rectangle 171">
                <a:extLst>
                  <a:ext uri="{FF2B5EF4-FFF2-40B4-BE49-F238E27FC236}">
                    <a16:creationId xmlns:a16="http://schemas.microsoft.com/office/drawing/2014/main" id="{815D2FE5-A160-412F-BEF7-007C71E7CC98}"/>
                  </a:ext>
                </a:extLst>
              </p:cNvPr>
              <p:cNvSpPr/>
              <p:nvPr/>
            </p:nvSpPr>
            <p:spPr>
              <a:xfrm>
                <a:off x="7862229" y="4335180"/>
                <a:ext cx="567891" cy="2572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73" name="Rectangle 172">
              <a:extLst>
                <a:ext uri="{FF2B5EF4-FFF2-40B4-BE49-F238E27FC236}">
                  <a16:creationId xmlns:a16="http://schemas.microsoft.com/office/drawing/2014/main" id="{BA989807-F618-420D-BEE6-169530448557}"/>
                </a:ext>
              </a:extLst>
            </p:cNvPr>
            <p:cNvSpPr/>
            <p:nvPr/>
          </p:nvSpPr>
          <p:spPr>
            <a:xfrm>
              <a:off x="10506693" y="6674058"/>
              <a:ext cx="347089" cy="133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8" name="Groupe 27">
            <a:extLst>
              <a:ext uri="{FF2B5EF4-FFF2-40B4-BE49-F238E27FC236}">
                <a16:creationId xmlns:a16="http://schemas.microsoft.com/office/drawing/2014/main" id="{1F7C93F3-A952-4B72-A8BF-91486E7CCB37}"/>
              </a:ext>
            </a:extLst>
          </p:cNvPr>
          <p:cNvGrpSpPr/>
          <p:nvPr/>
        </p:nvGrpSpPr>
        <p:grpSpPr>
          <a:xfrm>
            <a:off x="10299563" y="186866"/>
            <a:ext cx="1512897" cy="835421"/>
            <a:chOff x="6876596" y="4366791"/>
            <a:chExt cx="4128117" cy="2279544"/>
          </a:xfrm>
        </p:grpSpPr>
        <p:sp>
          <p:nvSpPr>
            <p:cNvPr id="190" name="Rectangle 189">
              <a:extLst>
                <a:ext uri="{FF2B5EF4-FFF2-40B4-BE49-F238E27FC236}">
                  <a16:creationId xmlns:a16="http://schemas.microsoft.com/office/drawing/2014/main" id="{9DEFACF3-2F49-4949-8144-C8AA10D0425D}"/>
                </a:ext>
              </a:extLst>
            </p:cNvPr>
            <p:cNvSpPr/>
            <p:nvPr/>
          </p:nvSpPr>
          <p:spPr>
            <a:xfrm>
              <a:off x="6876596" y="4366791"/>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1" name="Graphique 190" descr="Réussite du groupe avec un remplissage uni">
              <a:extLst>
                <a:ext uri="{FF2B5EF4-FFF2-40B4-BE49-F238E27FC236}">
                  <a16:creationId xmlns:a16="http://schemas.microsoft.com/office/drawing/2014/main" id="{C30D63B2-990B-4077-8D92-E0AA6D0145EF}"/>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7638343" y="5250723"/>
              <a:ext cx="759901" cy="556187"/>
            </a:xfrm>
            <a:prstGeom prst="rect">
              <a:avLst/>
            </a:prstGeom>
          </p:spPr>
        </p:pic>
        <p:pic>
          <p:nvPicPr>
            <p:cNvPr id="192" name="Graphique 191" descr="Réussite du groupe avec un remplissage uni">
              <a:extLst>
                <a:ext uri="{FF2B5EF4-FFF2-40B4-BE49-F238E27FC236}">
                  <a16:creationId xmlns:a16="http://schemas.microsoft.com/office/drawing/2014/main" id="{EC14C6DE-19B2-4397-9795-A0F1AE20AA92}"/>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9615991" y="5285263"/>
              <a:ext cx="759901" cy="556187"/>
            </a:xfrm>
            <a:prstGeom prst="rect">
              <a:avLst/>
            </a:prstGeom>
          </p:spPr>
        </p:pic>
        <p:pic>
          <p:nvPicPr>
            <p:cNvPr id="193" name="Graphique 192" descr="Réussite du groupe avec un remplissage uni">
              <a:extLst>
                <a:ext uri="{FF2B5EF4-FFF2-40B4-BE49-F238E27FC236}">
                  <a16:creationId xmlns:a16="http://schemas.microsoft.com/office/drawing/2014/main" id="{F5C41C72-C172-4A56-BD69-E07D640BCE7A}"/>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8312575" y="5261606"/>
              <a:ext cx="759901" cy="556187"/>
            </a:xfrm>
            <a:prstGeom prst="rect">
              <a:avLst/>
            </a:prstGeom>
          </p:spPr>
        </p:pic>
        <p:pic>
          <p:nvPicPr>
            <p:cNvPr id="194" name="Graphique 193" descr="Réussite du groupe avec un remplissage uni">
              <a:extLst>
                <a:ext uri="{FF2B5EF4-FFF2-40B4-BE49-F238E27FC236}">
                  <a16:creationId xmlns:a16="http://schemas.microsoft.com/office/drawing/2014/main" id="{43662DE6-3CFD-4C90-A85D-2FABD7A662B3}"/>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8950738" y="5283971"/>
              <a:ext cx="759901" cy="556187"/>
            </a:xfrm>
            <a:prstGeom prst="rect">
              <a:avLst/>
            </a:prstGeom>
          </p:spPr>
        </p:pic>
        <p:pic>
          <p:nvPicPr>
            <p:cNvPr id="195" name="Graphique 194" descr="Réussite du groupe avec un remplissage uni">
              <a:extLst>
                <a:ext uri="{FF2B5EF4-FFF2-40B4-BE49-F238E27FC236}">
                  <a16:creationId xmlns:a16="http://schemas.microsoft.com/office/drawing/2014/main" id="{1F5E8AD2-A086-4EE8-9EFA-7E659E307BFF}"/>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0244812" y="5268014"/>
              <a:ext cx="759901" cy="556187"/>
            </a:xfrm>
            <a:prstGeom prst="rect">
              <a:avLst/>
            </a:prstGeom>
          </p:spPr>
        </p:pic>
        <p:pic>
          <p:nvPicPr>
            <p:cNvPr id="196" name="Graphique 195" descr="Réussite du groupe avec un remplissage uni">
              <a:extLst>
                <a:ext uri="{FF2B5EF4-FFF2-40B4-BE49-F238E27FC236}">
                  <a16:creationId xmlns:a16="http://schemas.microsoft.com/office/drawing/2014/main" id="{36473C6B-DF4E-476C-8A6E-498DD5DED94C}"/>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6986635" y="5261605"/>
              <a:ext cx="759901" cy="556187"/>
            </a:xfrm>
            <a:prstGeom prst="rect">
              <a:avLst/>
            </a:prstGeom>
          </p:spPr>
        </p:pic>
        <p:sp>
          <p:nvSpPr>
            <p:cNvPr id="197" name="Rectangle 196">
              <a:extLst>
                <a:ext uri="{FF2B5EF4-FFF2-40B4-BE49-F238E27FC236}">
                  <a16:creationId xmlns:a16="http://schemas.microsoft.com/office/drawing/2014/main" id="{578F858D-A255-4E27-A665-AF0A7D8E1C87}"/>
                </a:ext>
              </a:extLst>
            </p:cNvPr>
            <p:cNvSpPr/>
            <p:nvPr/>
          </p:nvSpPr>
          <p:spPr>
            <a:xfrm>
              <a:off x="7024797" y="5068419"/>
              <a:ext cx="3890532" cy="2142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98" name="Flèche : droite 197">
              <a:extLst>
                <a:ext uri="{FF2B5EF4-FFF2-40B4-BE49-F238E27FC236}">
                  <a16:creationId xmlns:a16="http://schemas.microsoft.com/office/drawing/2014/main" id="{5F05687F-4473-4583-94B8-C8907BF5911F}"/>
                </a:ext>
              </a:extLst>
            </p:cNvPr>
            <p:cNvSpPr/>
            <p:nvPr/>
          </p:nvSpPr>
          <p:spPr>
            <a:xfrm rot="5400000">
              <a:off x="7052411" y="5074113"/>
              <a:ext cx="181313" cy="188502"/>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9" name="Flèche : droite 198">
              <a:extLst>
                <a:ext uri="{FF2B5EF4-FFF2-40B4-BE49-F238E27FC236}">
                  <a16:creationId xmlns:a16="http://schemas.microsoft.com/office/drawing/2014/main" id="{E5895878-AE67-417A-8FD3-406A8FBE9B9B}"/>
                </a:ext>
              </a:extLst>
            </p:cNvPr>
            <p:cNvSpPr/>
            <p:nvPr/>
          </p:nvSpPr>
          <p:spPr>
            <a:xfrm rot="5400000">
              <a:off x="7440944" y="5083192"/>
              <a:ext cx="181313" cy="188502"/>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0" name="Flèche : droite 199">
              <a:extLst>
                <a:ext uri="{FF2B5EF4-FFF2-40B4-BE49-F238E27FC236}">
                  <a16:creationId xmlns:a16="http://schemas.microsoft.com/office/drawing/2014/main" id="{9C975B95-E579-420E-9FAB-AF0F130A432C}"/>
                </a:ext>
              </a:extLst>
            </p:cNvPr>
            <p:cNvSpPr/>
            <p:nvPr/>
          </p:nvSpPr>
          <p:spPr>
            <a:xfrm rot="5400000">
              <a:off x="7862310" y="5083192"/>
              <a:ext cx="181313" cy="188502"/>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1" name="Flèche : droite 200">
              <a:extLst>
                <a:ext uri="{FF2B5EF4-FFF2-40B4-BE49-F238E27FC236}">
                  <a16:creationId xmlns:a16="http://schemas.microsoft.com/office/drawing/2014/main" id="{AD40C108-27E5-4895-87F4-4A8E2CB5202F}"/>
                </a:ext>
              </a:extLst>
            </p:cNvPr>
            <p:cNvSpPr/>
            <p:nvPr/>
          </p:nvSpPr>
          <p:spPr>
            <a:xfrm rot="5400000">
              <a:off x="8251498" y="5078722"/>
              <a:ext cx="181313" cy="188502"/>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2" name="Flèche : droite 201">
              <a:extLst>
                <a:ext uri="{FF2B5EF4-FFF2-40B4-BE49-F238E27FC236}">
                  <a16:creationId xmlns:a16="http://schemas.microsoft.com/office/drawing/2014/main" id="{48C24961-DE4B-4268-9C96-308C0711FE2E}"/>
                </a:ext>
              </a:extLst>
            </p:cNvPr>
            <p:cNvSpPr/>
            <p:nvPr/>
          </p:nvSpPr>
          <p:spPr>
            <a:xfrm rot="5400000">
              <a:off x="8694529" y="5083107"/>
              <a:ext cx="181313" cy="188502"/>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3" name="Flèche : droite 202">
              <a:extLst>
                <a:ext uri="{FF2B5EF4-FFF2-40B4-BE49-F238E27FC236}">
                  <a16:creationId xmlns:a16="http://schemas.microsoft.com/office/drawing/2014/main" id="{93BEF079-C1C4-46DF-8070-C98B3E4513E1}"/>
                </a:ext>
              </a:extLst>
            </p:cNvPr>
            <p:cNvSpPr/>
            <p:nvPr/>
          </p:nvSpPr>
          <p:spPr>
            <a:xfrm rot="5400000">
              <a:off x="9145780" y="5077506"/>
              <a:ext cx="181313" cy="188502"/>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4" name="Flèche : droite 203">
              <a:extLst>
                <a:ext uri="{FF2B5EF4-FFF2-40B4-BE49-F238E27FC236}">
                  <a16:creationId xmlns:a16="http://schemas.microsoft.com/office/drawing/2014/main" id="{B8292052-1F72-4A1A-BC28-5E1DBCB9DAD9}"/>
                </a:ext>
              </a:extLst>
            </p:cNvPr>
            <p:cNvSpPr/>
            <p:nvPr/>
          </p:nvSpPr>
          <p:spPr>
            <a:xfrm rot="5400000">
              <a:off x="9602842" y="5083708"/>
              <a:ext cx="181313" cy="188502"/>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5" name="Flèche : droite 204">
              <a:extLst>
                <a:ext uri="{FF2B5EF4-FFF2-40B4-BE49-F238E27FC236}">
                  <a16:creationId xmlns:a16="http://schemas.microsoft.com/office/drawing/2014/main" id="{4E3C2E68-152B-44C1-8DAC-37C4CB5B7F42}"/>
                </a:ext>
              </a:extLst>
            </p:cNvPr>
            <p:cNvSpPr/>
            <p:nvPr/>
          </p:nvSpPr>
          <p:spPr>
            <a:xfrm rot="5400000">
              <a:off x="10016962" y="5080450"/>
              <a:ext cx="181313" cy="188502"/>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6" name="Flèche : droite 205">
              <a:extLst>
                <a:ext uri="{FF2B5EF4-FFF2-40B4-BE49-F238E27FC236}">
                  <a16:creationId xmlns:a16="http://schemas.microsoft.com/office/drawing/2014/main" id="{CB2077B6-CFD2-4070-B0F7-5992A93AE418}"/>
                </a:ext>
              </a:extLst>
            </p:cNvPr>
            <p:cNvSpPr/>
            <p:nvPr/>
          </p:nvSpPr>
          <p:spPr>
            <a:xfrm rot="5400000">
              <a:off x="10360074" y="5081297"/>
              <a:ext cx="181313" cy="188502"/>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7" name="Flèche : droite 206">
              <a:extLst>
                <a:ext uri="{FF2B5EF4-FFF2-40B4-BE49-F238E27FC236}">
                  <a16:creationId xmlns:a16="http://schemas.microsoft.com/office/drawing/2014/main" id="{6B3CD7A6-CB96-4912-B454-01627E8D9D25}"/>
                </a:ext>
              </a:extLst>
            </p:cNvPr>
            <p:cNvSpPr/>
            <p:nvPr/>
          </p:nvSpPr>
          <p:spPr>
            <a:xfrm rot="5400000">
              <a:off x="10727076" y="5074114"/>
              <a:ext cx="181313" cy="188502"/>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30" name="Groupe 29">
            <a:extLst>
              <a:ext uri="{FF2B5EF4-FFF2-40B4-BE49-F238E27FC236}">
                <a16:creationId xmlns:a16="http://schemas.microsoft.com/office/drawing/2014/main" id="{D390B70B-4B08-452D-ADAD-3DFEE2FF4EB0}"/>
              </a:ext>
            </a:extLst>
          </p:cNvPr>
          <p:cNvGrpSpPr/>
          <p:nvPr/>
        </p:nvGrpSpPr>
        <p:grpSpPr>
          <a:xfrm>
            <a:off x="10310660" y="4500602"/>
            <a:ext cx="1591071" cy="878589"/>
            <a:chOff x="6102811" y="5419869"/>
            <a:chExt cx="4128117" cy="2279544"/>
          </a:xfrm>
        </p:grpSpPr>
        <p:sp>
          <p:nvSpPr>
            <p:cNvPr id="220" name="Rectangle 219">
              <a:extLst>
                <a:ext uri="{FF2B5EF4-FFF2-40B4-BE49-F238E27FC236}">
                  <a16:creationId xmlns:a16="http://schemas.microsoft.com/office/drawing/2014/main" id="{7AC8665C-1D45-4E48-8C26-52562C855E40}"/>
                </a:ext>
              </a:extLst>
            </p:cNvPr>
            <p:cNvSpPr/>
            <p:nvPr/>
          </p:nvSpPr>
          <p:spPr>
            <a:xfrm>
              <a:off x="6102811" y="5419869"/>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1" name="Groupe 220">
              <a:extLst>
                <a:ext uri="{FF2B5EF4-FFF2-40B4-BE49-F238E27FC236}">
                  <a16:creationId xmlns:a16="http://schemas.microsoft.com/office/drawing/2014/main" id="{A20CA3CA-20BD-434A-B6B1-5F01CED76784}"/>
                </a:ext>
              </a:extLst>
            </p:cNvPr>
            <p:cNvGrpSpPr/>
            <p:nvPr/>
          </p:nvGrpSpPr>
          <p:grpSpPr>
            <a:xfrm>
              <a:off x="7211469" y="5858510"/>
              <a:ext cx="1729025" cy="1601770"/>
              <a:chOff x="8303360" y="4918817"/>
              <a:chExt cx="2295737" cy="2126773"/>
            </a:xfrm>
          </p:grpSpPr>
          <p:pic>
            <p:nvPicPr>
              <p:cNvPr id="222" name="Graphique 221" descr="Réussite du groupe avec un remplissage uni">
                <a:extLst>
                  <a:ext uri="{FF2B5EF4-FFF2-40B4-BE49-F238E27FC236}">
                    <a16:creationId xmlns:a16="http://schemas.microsoft.com/office/drawing/2014/main" id="{8A0398E7-2FA9-4C7C-B03D-138201D83DBE}"/>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rot="19164373">
                <a:off x="8507124" y="5123750"/>
                <a:ext cx="759901" cy="556187"/>
              </a:xfrm>
              <a:prstGeom prst="rect">
                <a:avLst/>
              </a:prstGeom>
            </p:spPr>
          </p:pic>
          <p:pic>
            <p:nvPicPr>
              <p:cNvPr id="223" name="Graphique 222" descr="Réussite du groupe avec un remplissage uni">
                <a:extLst>
                  <a:ext uri="{FF2B5EF4-FFF2-40B4-BE49-F238E27FC236}">
                    <a16:creationId xmlns:a16="http://schemas.microsoft.com/office/drawing/2014/main" id="{C0DDE838-B2C5-45F5-9AEA-468DFCB26E04}"/>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rot="2644561">
                <a:off x="9713239" y="5130250"/>
                <a:ext cx="759901" cy="556187"/>
              </a:xfrm>
              <a:prstGeom prst="rect">
                <a:avLst/>
              </a:prstGeom>
            </p:spPr>
          </p:pic>
          <p:pic>
            <p:nvPicPr>
              <p:cNvPr id="224" name="Graphique 223" descr="Réussite du groupe avec un remplissage uni">
                <a:extLst>
                  <a:ext uri="{FF2B5EF4-FFF2-40B4-BE49-F238E27FC236}">
                    <a16:creationId xmlns:a16="http://schemas.microsoft.com/office/drawing/2014/main" id="{E8E7B757-522C-4A4A-985D-837488ECEEE8}"/>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rot="5400000">
                <a:off x="9941053" y="5794639"/>
                <a:ext cx="759901" cy="556187"/>
              </a:xfrm>
              <a:prstGeom prst="rect">
                <a:avLst/>
              </a:prstGeom>
            </p:spPr>
          </p:pic>
          <p:pic>
            <p:nvPicPr>
              <p:cNvPr id="225" name="Graphique 224" descr="Réussite du groupe avec un remplissage uni">
                <a:extLst>
                  <a:ext uri="{FF2B5EF4-FFF2-40B4-BE49-F238E27FC236}">
                    <a16:creationId xmlns:a16="http://schemas.microsoft.com/office/drawing/2014/main" id="{12BCEE29-2B1E-47DB-ADA2-98B1B0AAB1B0}"/>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9084283" y="4918817"/>
                <a:ext cx="759901" cy="556187"/>
              </a:xfrm>
              <a:prstGeom prst="rect">
                <a:avLst/>
              </a:prstGeom>
            </p:spPr>
          </p:pic>
          <p:grpSp>
            <p:nvGrpSpPr>
              <p:cNvPr id="226" name="Groupe 225">
                <a:extLst>
                  <a:ext uri="{FF2B5EF4-FFF2-40B4-BE49-F238E27FC236}">
                    <a16:creationId xmlns:a16="http://schemas.microsoft.com/office/drawing/2014/main" id="{0EDEA658-1C86-4442-9EE9-7E298DA458C3}"/>
                  </a:ext>
                </a:extLst>
              </p:cNvPr>
              <p:cNvGrpSpPr/>
              <p:nvPr/>
            </p:nvGrpSpPr>
            <p:grpSpPr>
              <a:xfrm>
                <a:off x="8795056" y="5173388"/>
                <a:ext cx="1540851" cy="1659884"/>
                <a:chOff x="5046941" y="2636554"/>
                <a:chExt cx="550624" cy="593160"/>
              </a:xfrm>
            </p:grpSpPr>
            <p:pic>
              <p:nvPicPr>
                <p:cNvPr id="230" name="Graphique 229" descr="Monde avec un remplissage uni">
                  <a:extLst>
                    <a:ext uri="{FF2B5EF4-FFF2-40B4-BE49-F238E27FC236}">
                      <a16:creationId xmlns:a16="http://schemas.microsoft.com/office/drawing/2014/main" id="{E78F3CD0-CA29-4FD6-9DB3-CFC7AB6ED110}"/>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231" name="Graphique 230" descr="Monde avec un remplissage uni">
                  <a:extLst>
                    <a:ext uri="{FF2B5EF4-FFF2-40B4-BE49-F238E27FC236}">
                      <a16:creationId xmlns:a16="http://schemas.microsoft.com/office/drawing/2014/main" id="{7E312AD4-D7A7-4D45-9C90-5AF886E3F3BE}"/>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pic>
            <p:nvPicPr>
              <p:cNvPr id="227" name="Graphique 226" descr="Réussite du groupe avec un remplissage uni">
                <a:extLst>
                  <a:ext uri="{FF2B5EF4-FFF2-40B4-BE49-F238E27FC236}">
                    <a16:creationId xmlns:a16="http://schemas.microsoft.com/office/drawing/2014/main" id="{8E3779A7-C0F7-4D20-809E-1AFB9F9F8DD6}"/>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rot="5400000" flipV="1">
                <a:off x="8239532" y="5754993"/>
                <a:ext cx="759901" cy="632246"/>
              </a:xfrm>
              <a:prstGeom prst="rect">
                <a:avLst/>
              </a:prstGeom>
            </p:spPr>
          </p:pic>
          <p:pic>
            <p:nvPicPr>
              <p:cNvPr id="228" name="Graphique 227" descr="Réussite du groupe avec un remplissage uni">
                <a:extLst>
                  <a:ext uri="{FF2B5EF4-FFF2-40B4-BE49-F238E27FC236}">
                    <a16:creationId xmlns:a16="http://schemas.microsoft.com/office/drawing/2014/main" id="{C7090C7E-830C-4168-A7C1-B501DFF8C48F}"/>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rot="2156003" flipV="1">
                <a:off x="8587856" y="6337236"/>
                <a:ext cx="759901" cy="632246"/>
              </a:xfrm>
              <a:prstGeom prst="rect">
                <a:avLst/>
              </a:prstGeom>
            </p:spPr>
          </p:pic>
          <p:pic>
            <p:nvPicPr>
              <p:cNvPr id="229" name="Graphique 228" descr="Réussite du groupe avec un remplissage uni">
                <a:extLst>
                  <a:ext uri="{FF2B5EF4-FFF2-40B4-BE49-F238E27FC236}">
                    <a16:creationId xmlns:a16="http://schemas.microsoft.com/office/drawing/2014/main" id="{476F208C-CF5B-4C4D-94F0-57B51EF4CD4E}"/>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rot="19029917" flipV="1">
                <a:off x="9650056" y="6413344"/>
                <a:ext cx="759901" cy="632246"/>
              </a:xfrm>
              <a:prstGeom prst="rect">
                <a:avLst/>
              </a:prstGeom>
            </p:spPr>
          </p:pic>
        </p:grpSp>
        <p:sp>
          <p:nvSpPr>
            <p:cNvPr id="232" name="Rectangle 231">
              <a:extLst>
                <a:ext uri="{FF2B5EF4-FFF2-40B4-BE49-F238E27FC236}">
                  <a16:creationId xmlns:a16="http://schemas.microsoft.com/office/drawing/2014/main" id="{F60B5FCC-87EC-4568-961F-E9906C6FCBE3}"/>
                </a:ext>
              </a:extLst>
            </p:cNvPr>
            <p:cNvSpPr/>
            <p:nvPr/>
          </p:nvSpPr>
          <p:spPr>
            <a:xfrm>
              <a:off x="7220428" y="5516762"/>
              <a:ext cx="1650047" cy="3389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33" name="Flèche : droite 232">
              <a:extLst>
                <a:ext uri="{FF2B5EF4-FFF2-40B4-BE49-F238E27FC236}">
                  <a16:creationId xmlns:a16="http://schemas.microsoft.com/office/drawing/2014/main" id="{CCDEFB94-D313-4F3E-8126-3F95FDA6A0E6}"/>
                </a:ext>
              </a:extLst>
            </p:cNvPr>
            <p:cNvSpPr/>
            <p:nvPr/>
          </p:nvSpPr>
          <p:spPr>
            <a:xfrm rot="5400000">
              <a:off x="7263283" y="5555276"/>
              <a:ext cx="251891" cy="261876"/>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4" name="Flèche : droite 233">
              <a:extLst>
                <a:ext uri="{FF2B5EF4-FFF2-40B4-BE49-F238E27FC236}">
                  <a16:creationId xmlns:a16="http://schemas.microsoft.com/office/drawing/2014/main" id="{B6CA520C-23D8-4E61-AD6F-BB0862A0F373}"/>
                </a:ext>
              </a:extLst>
            </p:cNvPr>
            <p:cNvSpPr/>
            <p:nvPr/>
          </p:nvSpPr>
          <p:spPr>
            <a:xfrm rot="5400000">
              <a:off x="7675968" y="5557934"/>
              <a:ext cx="251891" cy="261876"/>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5" name="Flèche : droite 234">
              <a:extLst>
                <a:ext uri="{FF2B5EF4-FFF2-40B4-BE49-F238E27FC236}">
                  <a16:creationId xmlns:a16="http://schemas.microsoft.com/office/drawing/2014/main" id="{88B8C115-0D64-4B48-8268-77DA2D725C74}"/>
                </a:ext>
              </a:extLst>
            </p:cNvPr>
            <p:cNvSpPr/>
            <p:nvPr/>
          </p:nvSpPr>
          <p:spPr>
            <a:xfrm rot="5400000">
              <a:off x="8158485" y="5557934"/>
              <a:ext cx="251891" cy="261876"/>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6" name="Flèche : droite 235">
              <a:extLst>
                <a:ext uri="{FF2B5EF4-FFF2-40B4-BE49-F238E27FC236}">
                  <a16:creationId xmlns:a16="http://schemas.microsoft.com/office/drawing/2014/main" id="{ABA5F38C-4F17-4922-A943-E95C36FD14DC}"/>
                </a:ext>
              </a:extLst>
            </p:cNvPr>
            <p:cNvSpPr/>
            <p:nvPr/>
          </p:nvSpPr>
          <p:spPr>
            <a:xfrm rot="5400000">
              <a:off x="8601305" y="5551144"/>
              <a:ext cx="251891" cy="261876"/>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65" name="Groupe 64">
            <a:extLst>
              <a:ext uri="{FF2B5EF4-FFF2-40B4-BE49-F238E27FC236}">
                <a16:creationId xmlns:a16="http://schemas.microsoft.com/office/drawing/2014/main" id="{226F1792-6F3E-46C8-8F0A-AEC0BD3F630F}"/>
              </a:ext>
            </a:extLst>
          </p:cNvPr>
          <p:cNvGrpSpPr/>
          <p:nvPr/>
        </p:nvGrpSpPr>
        <p:grpSpPr>
          <a:xfrm>
            <a:off x="4749967" y="3508980"/>
            <a:ext cx="1560226" cy="861556"/>
            <a:chOff x="7003256" y="3996590"/>
            <a:chExt cx="4128117" cy="2279544"/>
          </a:xfrm>
        </p:grpSpPr>
        <p:sp>
          <p:nvSpPr>
            <p:cNvPr id="322" name="Rectangle 321">
              <a:extLst>
                <a:ext uri="{FF2B5EF4-FFF2-40B4-BE49-F238E27FC236}">
                  <a16:creationId xmlns:a16="http://schemas.microsoft.com/office/drawing/2014/main" id="{EEDD6CE4-6ABB-4A24-8EA1-C68BC9C2819B}"/>
                </a:ext>
              </a:extLst>
            </p:cNvPr>
            <p:cNvSpPr/>
            <p:nvPr/>
          </p:nvSpPr>
          <p:spPr>
            <a:xfrm>
              <a:off x="7003256" y="3996590"/>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3" name="Groupe 322">
              <a:extLst>
                <a:ext uri="{FF2B5EF4-FFF2-40B4-BE49-F238E27FC236}">
                  <a16:creationId xmlns:a16="http://schemas.microsoft.com/office/drawing/2014/main" id="{F17548A3-EF18-456C-A32F-586699C89AAD}"/>
                </a:ext>
              </a:extLst>
            </p:cNvPr>
            <p:cNvGrpSpPr/>
            <p:nvPr/>
          </p:nvGrpSpPr>
          <p:grpSpPr>
            <a:xfrm>
              <a:off x="8532004" y="4388666"/>
              <a:ext cx="1009776" cy="1087782"/>
              <a:chOff x="5046941" y="2636554"/>
              <a:chExt cx="550624" cy="593160"/>
            </a:xfrm>
          </p:grpSpPr>
          <p:pic>
            <p:nvPicPr>
              <p:cNvPr id="324" name="Graphique 323" descr="Monde avec un remplissage uni">
                <a:extLst>
                  <a:ext uri="{FF2B5EF4-FFF2-40B4-BE49-F238E27FC236}">
                    <a16:creationId xmlns:a16="http://schemas.microsoft.com/office/drawing/2014/main" id="{AC96199D-B1C6-4D23-8B13-A54B5096340C}"/>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325" name="Graphique 324" descr="Monde avec un remplissage uni">
                <a:extLst>
                  <a:ext uri="{FF2B5EF4-FFF2-40B4-BE49-F238E27FC236}">
                    <a16:creationId xmlns:a16="http://schemas.microsoft.com/office/drawing/2014/main" id="{2EEDD9C1-D54E-4197-91CA-FB73FACED2CA}"/>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grpSp>
          <p:nvGrpSpPr>
            <p:cNvPr id="326" name="Groupe 325">
              <a:extLst>
                <a:ext uri="{FF2B5EF4-FFF2-40B4-BE49-F238E27FC236}">
                  <a16:creationId xmlns:a16="http://schemas.microsoft.com/office/drawing/2014/main" id="{19EAE502-8C14-4F2B-800D-DB536695C70F}"/>
                </a:ext>
              </a:extLst>
            </p:cNvPr>
            <p:cNvGrpSpPr/>
            <p:nvPr/>
          </p:nvGrpSpPr>
          <p:grpSpPr>
            <a:xfrm>
              <a:off x="7577269" y="5052299"/>
              <a:ext cx="1141170" cy="716775"/>
              <a:chOff x="8112033" y="3916062"/>
              <a:chExt cx="907311" cy="569887"/>
            </a:xfrm>
          </p:grpSpPr>
          <p:graphicFrame>
            <p:nvGraphicFramePr>
              <p:cNvPr id="327" name="Diagramme 326">
                <a:extLst>
                  <a:ext uri="{FF2B5EF4-FFF2-40B4-BE49-F238E27FC236}">
                    <a16:creationId xmlns:a16="http://schemas.microsoft.com/office/drawing/2014/main" id="{B1763384-2014-400A-A798-E5F235BBF753}"/>
                  </a:ext>
                </a:extLst>
              </p:cNvPr>
              <p:cNvGraphicFramePr/>
              <p:nvPr>
                <p:extLst>
                  <p:ext uri="{D42A27DB-BD31-4B8C-83A1-F6EECF244321}">
                    <p14:modId xmlns:p14="http://schemas.microsoft.com/office/powerpoint/2010/main" val="3489308475"/>
                  </p:ext>
                </p:extLst>
              </p:nvPr>
            </p:nvGraphicFramePr>
            <p:xfrm>
              <a:off x="8112033" y="3929313"/>
              <a:ext cx="855724" cy="556636"/>
            </p:xfrm>
            <a:graphic>
              <a:graphicData uri="http://schemas.openxmlformats.org/drawingml/2006/diagram">
                <dgm:relIds xmlns:dgm="http://schemas.openxmlformats.org/drawingml/2006/diagram" xmlns:r="http://schemas.openxmlformats.org/officeDocument/2006/relationships" r:dm="rId59" r:lo="rId60" r:qs="rId61" r:cs="rId62"/>
              </a:graphicData>
            </a:graphic>
          </p:graphicFrame>
          <p:pic>
            <p:nvPicPr>
              <p:cNvPr id="328" name="Graphique 327" descr="Réussite du groupe avec un remplissage uni">
                <a:extLst>
                  <a:ext uri="{FF2B5EF4-FFF2-40B4-BE49-F238E27FC236}">
                    <a16:creationId xmlns:a16="http://schemas.microsoft.com/office/drawing/2014/main" id="{8799F474-C9CE-44B3-A514-EB8536F19F07}"/>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8112033" y="4265041"/>
                <a:ext cx="159732" cy="116911"/>
              </a:xfrm>
              <a:prstGeom prst="rect">
                <a:avLst/>
              </a:prstGeom>
            </p:spPr>
          </p:pic>
          <p:pic>
            <p:nvPicPr>
              <p:cNvPr id="329" name="Graphique 328" descr="Réussite du groupe avec un remplissage uni">
                <a:extLst>
                  <a:ext uri="{FF2B5EF4-FFF2-40B4-BE49-F238E27FC236}">
                    <a16:creationId xmlns:a16="http://schemas.microsoft.com/office/drawing/2014/main" id="{5F92BEBB-5D29-4D50-ADA7-2C1C7D2810A1}"/>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8333266" y="4250514"/>
                <a:ext cx="159732" cy="116911"/>
              </a:xfrm>
              <a:prstGeom prst="rect">
                <a:avLst/>
              </a:prstGeom>
            </p:spPr>
          </p:pic>
          <p:pic>
            <p:nvPicPr>
              <p:cNvPr id="330" name="Graphique 329" descr="Réussite du groupe avec un remplissage uni">
                <a:extLst>
                  <a:ext uri="{FF2B5EF4-FFF2-40B4-BE49-F238E27FC236}">
                    <a16:creationId xmlns:a16="http://schemas.microsoft.com/office/drawing/2014/main" id="{88CE5B06-CC91-42DE-866E-BFDAA9D69076}"/>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8560616" y="4248850"/>
                <a:ext cx="159732" cy="116911"/>
              </a:xfrm>
              <a:prstGeom prst="rect">
                <a:avLst/>
              </a:prstGeom>
            </p:spPr>
          </p:pic>
          <p:pic>
            <p:nvPicPr>
              <p:cNvPr id="331" name="Graphique 330" descr="Réussite du groupe avec un remplissage uni">
                <a:extLst>
                  <a:ext uri="{FF2B5EF4-FFF2-40B4-BE49-F238E27FC236}">
                    <a16:creationId xmlns:a16="http://schemas.microsoft.com/office/drawing/2014/main" id="{CEA54B02-B9BA-4AB4-8C63-DE3E4D8C58DD}"/>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8196511" y="4045608"/>
                <a:ext cx="159732" cy="116911"/>
              </a:xfrm>
              <a:prstGeom prst="rect">
                <a:avLst/>
              </a:prstGeom>
            </p:spPr>
          </p:pic>
          <p:pic>
            <p:nvPicPr>
              <p:cNvPr id="332" name="Graphique 331" descr="Réussite du groupe avec un remplissage uni">
                <a:extLst>
                  <a:ext uri="{FF2B5EF4-FFF2-40B4-BE49-F238E27FC236}">
                    <a16:creationId xmlns:a16="http://schemas.microsoft.com/office/drawing/2014/main" id="{B21640FA-E79C-4362-8EF9-73992D5E2ADD}"/>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8333266" y="3923469"/>
                <a:ext cx="159732" cy="116911"/>
              </a:xfrm>
              <a:prstGeom prst="rect">
                <a:avLst/>
              </a:prstGeom>
            </p:spPr>
          </p:pic>
          <p:pic>
            <p:nvPicPr>
              <p:cNvPr id="333" name="Graphique 332" descr="Réussite du groupe avec un remplissage uni">
                <a:extLst>
                  <a:ext uri="{FF2B5EF4-FFF2-40B4-BE49-F238E27FC236}">
                    <a16:creationId xmlns:a16="http://schemas.microsoft.com/office/drawing/2014/main" id="{CC54BF6A-3C04-4E81-898D-A7474A5F4187}"/>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8679886" y="3916062"/>
                <a:ext cx="159732" cy="116911"/>
              </a:xfrm>
              <a:prstGeom prst="rect">
                <a:avLst/>
              </a:prstGeom>
            </p:spPr>
          </p:pic>
          <p:pic>
            <p:nvPicPr>
              <p:cNvPr id="334" name="Graphique 333" descr="Réussite du groupe avec un remplissage uni">
                <a:extLst>
                  <a:ext uri="{FF2B5EF4-FFF2-40B4-BE49-F238E27FC236}">
                    <a16:creationId xmlns:a16="http://schemas.microsoft.com/office/drawing/2014/main" id="{A678DF06-A4C0-4B6B-B6F7-5714F11F295C}"/>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8816729" y="4212510"/>
                <a:ext cx="159732" cy="116911"/>
              </a:xfrm>
              <a:prstGeom prst="rect">
                <a:avLst/>
              </a:prstGeom>
            </p:spPr>
          </p:pic>
          <p:pic>
            <p:nvPicPr>
              <p:cNvPr id="335" name="Graphique 334" descr="Réussite du groupe avec un remplissage uni">
                <a:extLst>
                  <a:ext uri="{FF2B5EF4-FFF2-40B4-BE49-F238E27FC236}">
                    <a16:creationId xmlns:a16="http://schemas.microsoft.com/office/drawing/2014/main" id="{0B0255E0-7FC6-49A8-BCF9-748F772D0002}"/>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8859612" y="4353646"/>
                <a:ext cx="159732" cy="116911"/>
              </a:xfrm>
              <a:prstGeom prst="rect">
                <a:avLst/>
              </a:prstGeom>
            </p:spPr>
          </p:pic>
          <p:pic>
            <p:nvPicPr>
              <p:cNvPr id="336" name="Graphique 335" descr="Réussite du groupe avec un remplissage uni">
                <a:extLst>
                  <a:ext uri="{FF2B5EF4-FFF2-40B4-BE49-F238E27FC236}">
                    <a16:creationId xmlns:a16="http://schemas.microsoft.com/office/drawing/2014/main" id="{4FA23FCB-2262-445E-9DA8-0C43F5EBDBCB}"/>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8845693" y="4071373"/>
                <a:ext cx="159732" cy="116911"/>
              </a:xfrm>
              <a:prstGeom prst="rect">
                <a:avLst/>
              </a:prstGeom>
            </p:spPr>
          </p:pic>
          <p:pic>
            <p:nvPicPr>
              <p:cNvPr id="337" name="Graphique 336" descr="Réussite du groupe avec un remplissage uni">
                <a:extLst>
                  <a:ext uri="{FF2B5EF4-FFF2-40B4-BE49-F238E27FC236}">
                    <a16:creationId xmlns:a16="http://schemas.microsoft.com/office/drawing/2014/main" id="{7BF4F937-7095-4E7A-BFE3-28B630D3C342}"/>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8489395" y="4065225"/>
                <a:ext cx="159732" cy="116911"/>
              </a:xfrm>
              <a:prstGeom prst="rect">
                <a:avLst/>
              </a:prstGeom>
            </p:spPr>
          </p:pic>
        </p:grpSp>
        <p:grpSp>
          <p:nvGrpSpPr>
            <p:cNvPr id="338" name="Groupe 337">
              <a:extLst>
                <a:ext uri="{FF2B5EF4-FFF2-40B4-BE49-F238E27FC236}">
                  <a16:creationId xmlns:a16="http://schemas.microsoft.com/office/drawing/2014/main" id="{446F9CC3-39D0-4894-8A7F-92B388120A5F}"/>
                </a:ext>
              </a:extLst>
            </p:cNvPr>
            <p:cNvGrpSpPr/>
            <p:nvPr/>
          </p:nvGrpSpPr>
          <p:grpSpPr>
            <a:xfrm>
              <a:off x="8576954" y="5234727"/>
              <a:ext cx="1141170" cy="716775"/>
              <a:chOff x="9255033" y="4568150"/>
              <a:chExt cx="907311" cy="569887"/>
            </a:xfrm>
          </p:grpSpPr>
          <p:graphicFrame>
            <p:nvGraphicFramePr>
              <p:cNvPr id="339" name="Diagramme 338">
                <a:extLst>
                  <a:ext uri="{FF2B5EF4-FFF2-40B4-BE49-F238E27FC236}">
                    <a16:creationId xmlns:a16="http://schemas.microsoft.com/office/drawing/2014/main" id="{3BDC815B-25AA-4ED8-AB50-BA7998BC1B8D}"/>
                  </a:ext>
                </a:extLst>
              </p:cNvPr>
              <p:cNvGraphicFramePr/>
              <p:nvPr>
                <p:extLst>
                  <p:ext uri="{D42A27DB-BD31-4B8C-83A1-F6EECF244321}">
                    <p14:modId xmlns:p14="http://schemas.microsoft.com/office/powerpoint/2010/main" val="3948643165"/>
                  </p:ext>
                </p:extLst>
              </p:nvPr>
            </p:nvGraphicFramePr>
            <p:xfrm>
              <a:off x="9255033" y="4581401"/>
              <a:ext cx="855724" cy="556636"/>
            </p:xfrm>
            <a:graphic>
              <a:graphicData uri="http://schemas.openxmlformats.org/drawingml/2006/diagram">
                <dgm:relIds xmlns:dgm="http://schemas.openxmlformats.org/drawingml/2006/diagram" xmlns:r="http://schemas.openxmlformats.org/officeDocument/2006/relationships" r:dm="rId64" r:lo="rId65" r:qs="rId66" r:cs="rId67"/>
              </a:graphicData>
            </a:graphic>
          </p:graphicFrame>
          <p:pic>
            <p:nvPicPr>
              <p:cNvPr id="340" name="Graphique 339" descr="Réussite du groupe avec un remplissage uni">
                <a:extLst>
                  <a:ext uri="{FF2B5EF4-FFF2-40B4-BE49-F238E27FC236}">
                    <a16:creationId xmlns:a16="http://schemas.microsoft.com/office/drawing/2014/main" id="{C36698CE-6767-469A-8793-AD1A63FACA95}"/>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9255033" y="4917129"/>
                <a:ext cx="159732" cy="116911"/>
              </a:xfrm>
              <a:prstGeom prst="rect">
                <a:avLst/>
              </a:prstGeom>
            </p:spPr>
          </p:pic>
          <p:pic>
            <p:nvPicPr>
              <p:cNvPr id="341" name="Graphique 340" descr="Réussite du groupe avec un remplissage uni">
                <a:extLst>
                  <a:ext uri="{FF2B5EF4-FFF2-40B4-BE49-F238E27FC236}">
                    <a16:creationId xmlns:a16="http://schemas.microsoft.com/office/drawing/2014/main" id="{F5352474-7DC7-4603-8934-69F702696E3B}"/>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9476266" y="4902602"/>
                <a:ext cx="159732" cy="116911"/>
              </a:xfrm>
              <a:prstGeom prst="rect">
                <a:avLst/>
              </a:prstGeom>
            </p:spPr>
          </p:pic>
          <p:pic>
            <p:nvPicPr>
              <p:cNvPr id="342" name="Graphique 341" descr="Réussite du groupe avec un remplissage uni">
                <a:extLst>
                  <a:ext uri="{FF2B5EF4-FFF2-40B4-BE49-F238E27FC236}">
                    <a16:creationId xmlns:a16="http://schemas.microsoft.com/office/drawing/2014/main" id="{09EEB486-AC87-4400-AB04-D6AB3DDDA1AC}"/>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9703616" y="4900938"/>
                <a:ext cx="159732" cy="116911"/>
              </a:xfrm>
              <a:prstGeom prst="rect">
                <a:avLst/>
              </a:prstGeom>
            </p:spPr>
          </p:pic>
          <p:pic>
            <p:nvPicPr>
              <p:cNvPr id="343" name="Graphique 342" descr="Réussite du groupe avec un remplissage uni">
                <a:extLst>
                  <a:ext uri="{FF2B5EF4-FFF2-40B4-BE49-F238E27FC236}">
                    <a16:creationId xmlns:a16="http://schemas.microsoft.com/office/drawing/2014/main" id="{B780E7A4-B2E6-421C-BD72-E17482E38651}"/>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9339511" y="4697696"/>
                <a:ext cx="159732" cy="116911"/>
              </a:xfrm>
              <a:prstGeom prst="rect">
                <a:avLst/>
              </a:prstGeom>
            </p:spPr>
          </p:pic>
          <p:pic>
            <p:nvPicPr>
              <p:cNvPr id="344" name="Graphique 343" descr="Réussite du groupe avec un remplissage uni">
                <a:extLst>
                  <a:ext uri="{FF2B5EF4-FFF2-40B4-BE49-F238E27FC236}">
                    <a16:creationId xmlns:a16="http://schemas.microsoft.com/office/drawing/2014/main" id="{F4CE21BE-6E16-4337-8227-6C7513230D46}"/>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9476266" y="4575557"/>
                <a:ext cx="159732" cy="116911"/>
              </a:xfrm>
              <a:prstGeom prst="rect">
                <a:avLst/>
              </a:prstGeom>
            </p:spPr>
          </p:pic>
          <p:pic>
            <p:nvPicPr>
              <p:cNvPr id="345" name="Graphique 344" descr="Réussite du groupe avec un remplissage uni">
                <a:extLst>
                  <a:ext uri="{FF2B5EF4-FFF2-40B4-BE49-F238E27FC236}">
                    <a16:creationId xmlns:a16="http://schemas.microsoft.com/office/drawing/2014/main" id="{2337EBCE-126E-4613-AD99-0BDDF771A43D}"/>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9822886" y="4568150"/>
                <a:ext cx="159732" cy="116911"/>
              </a:xfrm>
              <a:prstGeom prst="rect">
                <a:avLst/>
              </a:prstGeom>
            </p:spPr>
          </p:pic>
          <p:pic>
            <p:nvPicPr>
              <p:cNvPr id="346" name="Graphique 345" descr="Réussite du groupe avec un remplissage uni">
                <a:extLst>
                  <a:ext uri="{FF2B5EF4-FFF2-40B4-BE49-F238E27FC236}">
                    <a16:creationId xmlns:a16="http://schemas.microsoft.com/office/drawing/2014/main" id="{20B467A1-4AA3-453E-BF68-1A2DA9181219}"/>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9959729" y="4864598"/>
                <a:ext cx="159732" cy="116911"/>
              </a:xfrm>
              <a:prstGeom prst="rect">
                <a:avLst/>
              </a:prstGeom>
            </p:spPr>
          </p:pic>
          <p:pic>
            <p:nvPicPr>
              <p:cNvPr id="347" name="Graphique 346" descr="Réussite du groupe avec un remplissage uni">
                <a:extLst>
                  <a:ext uri="{FF2B5EF4-FFF2-40B4-BE49-F238E27FC236}">
                    <a16:creationId xmlns:a16="http://schemas.microsoft.com/office/drawing/2014/main" id="{50441871-7DB8-4B97-9B59-7E3B685B4B1A}"/>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0002612" y="5005734"/>
                <a:ext cx="159732" cy="116911"/>
              </a:xfrm>
              <a:prstGeom prst="rect">
                <a:avLst/>
              </a:prstGeom>
            </p:spPr>
          </p:pic>
          <p:pic>
            <p:nvPicPr>
              <p:cNvPr id="348" name="Graphique 347" descr="Réussite du groupe avec un remplissage uni">
                <a:extLst>
                  <a:ext uri="{FF2B5EF4-FFF2-40B4-BE49-F238E27FC236}">
                    <a16:creationId xmlns:a16="http://schemas.microsoft.com/office/drawing/2014/main" id="{64727FF1-C517-4691-AF80-C58AC63B1C92}"/>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9988693" y="4723461"/>
                <a:ext cx="159732" cy="116911"/>
              </a:xfrm>
              <a:prstGeom prst="rect">
                <a:avLst/>
              </a:prstGeom>
            </p:spPr>
          </p:pic>
          <p:pic>
            <p:nvPicPr>
              <p:cNvPr id="349" name="Graphique 348" descr="Réussite du groupe avec un remplissage uni">
                <a:extLst>
                  <a:ext uri="{FF2B5EF4-FFF2-40B4-BE49-F238E27FC236}">
                    <a16:creationId xmlns:a16="http://schemas.microsoft.com/office/drawing/2014/main" id="{F032D378-D34E-4AE2-ACAB-A63015DF63A0}"/>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9632395" y="4717313"/>
                <a:ext cx="159732" cy="116911"/>
              </a:xfrm>
              <a:prstGeom prst="rect">
                <a:avLst/>
              </a:prstGeom>
            </p:spPr>
          </p:pic>
        </p:grpSp>
        <p:grpSp>
          <p:nvGrpSpPr>
            <p:cNvPr id="350" name="Groupe 349">
              <a:extLst>
                <a:ext uri="{FF2B5EF4-FFF2-40B4-BE49-F238E27FC236}">
                  <a16:creationId xmlns:a16="http://schemas.microsoft.com/office/drawing/2014/main" id="{DBA851BF-19B6-4F7B-BB8E-806ED3460BFF}"/>
                </a:ext>
              </a:extLst>
            </p:cNvPr>
            <p:cNvGrpSpPr/>
            <p:nvPr/>
          </p:nvGrpSpPr>
          <p:grpSpPr>
            <a:xfrm>
              <a:off x="9247893" y="4889363"/>
              <a:ext cx="1141170" cy="716775"/>
              <a:chOff x="10248599" y="3739360"/>
              <a:chExt cx="907311" cy="569887"/>
            </a:xfrm>
          </p:grpSpPr>
          <p:graphicFrame>
            <p:nvGraphicFramePr>
              <p:cNvPr id="351" name="Diagramme 350">
                <a:extLst>
                  <a:ext uri="{FF2B5EF4-FFF2-40B4-BE49-F238E27FC236}">
                    <a16:creationId xmlns:a16="http://schemas.microsoft.com/office/drawing/2014/main" id="{B4E3BAE1-E5A2-4A69-92F9-BE3E163AC7F4}"/>
                  </a:ext>
                </a:extLst>
              </p:cNvPr>
              <p:cNvGraphicFramePr/>
              <p:nvPr>
                <p:extLst>
                  <p:ext uri="{D42A27DB-BD31-4B8C-83A1-F6EECF244321}">
                    <p14:modId xmlns:p14="http://schemas.microsoft.com/office/powerpoint/2010/main" val="1077709135"/>
                  </p:ext>
                </p:extLst>
              </p:nvPr>
            </p:nvGraphicFramePr>
            <p:xfrm>
              <a:off x="10248599" y="3752611"/>
              <a:ext cx="855724" cy="556636"/>
            </p:xfrm>
            <a:graphic>
              <a:graphicData uri="http://schemas.openxmlformats.org/drawingml/2006/diagram">
                <dgm:relIds xmlns:dgm="http://schemas.openxmlformats.org/drawingml/2006/diagram" xmlns:r="http://schemas.openxmlformats.org/officeDocument/2006/relationships" r:dm="rId69" r:lo="rId70" r:qs="rId71" r:cs="rId72"/>
              </a:graphicData>
            </a:graphic>
          </p:graphicFrame>
          <p:pic>
            <p:nvPicPr>
              <p:cNvPr id="352" name="Graphique 351" descr="Réussite du groupe avec un remplissage uni">
                <a:extLst>
                  <a:ext uri="{FF2B5EF4-FFF2-40B4-BE49-F238E27FC236}">
                    <a16:creationId xmlns:a16="http://schemas.microsoft.com/office/drawing/2014/main" id="{E2539FDA-CFC5-4AC4-9421-A922C28AE891}"/>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0248599" y="4088339"/>
                <a:ext cx="159732" cy="116911"/>
              </a:xfrm>
              <a:prstGeom prst="rect">
                <a:avLst/>
              </a:prstGeom>
            </p:spPr>
          </p:pic>
          <p:pic>
            <p:nvPicPr>
              <p:cNvPr id="353" name="Graphique 352" descr="Réussite du groupe avec un remplissage uni">
                <a:extLst>
                  <a:ext uri="{FF2B5EF4-FFF2-40B4-BE49-F238E27FC236}">
                    <a16:creationId xmlns:a16="http://schemas.microsoft.com/office/drawing/2014/main" id="{94A24690-2B93-41BD-ADC7-711F2E20FD36}"/>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0469832" y="4073812"/>
                <a:ext cx="159732" cy="116911"/>
              </a:xfrm>
              <a:prstGeom prst="rect">
                <a:avLst/>
              </a:prstGeom>
            </p:spPr>
          </p:pic>
          <p:pic>
            <p:nvPicPr>
              <p:cNvPr id="354" name="Graphique 353" descr="Réussite du groupe avec un remplissage uni">
                <a:extLst>
                  <a:ext uri="{FF2B5EF4-FFF2-40B4-BE49-F238E27FC236}">
                    <a16:creationId xmlns:a16="http://schemas.microsoft.com/office/drawing/2014/main" id="{C6769A05-A775-43AC-B5E1-1E13C7E274F2}"/>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0697182" y="4072148"/>
                <a:ext cx="159732" cy="116911"/>
              </a:xfrm>
              <a:prstGeom prst="rect">
                <a:avLst/>
              </a:prstGeom>
            </p:spPr>
          </p:pic>
          <p:pic>
            <p:nvPicPr>
              <p:cNvPr id="355" name="Graphique 354" descr="Réussite du groupe avec un remplissage uni">
                <a:extLst>
                  <a:ext uri="{FF2B5EF4-FFF2-40B4-BE49-F238E27FC236}">
                    <a16:creationId xmlns:a16="http://schemas.microsoft.com/office/drawing/2014/main" id="{3BB23591-D0F3-4111-8613-27C9ECD0FFF9}"/>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0333077" y="3868906"/>
                <a:ext cx="159732" cy="116911"/>
              </a:xfrm>
              <a:prstGeom prst="rect">
                <a:avLst/>
              </a:prstGeom>
            </p:spPr>
          </p:pic>
          <p:pic>
            <p:nvPicPr>
              <p:cNvPr id="356" name="Graphique 355" descr="Réussite du groupe avec un remplissage uni">
                <a:extLst>
                  <a:ext uri="{FF2B5EF4-FFF2-40B4-BE49-F238E27FC236}">
                    <a16:creationId xmlns:a16="http://schemas.microsoft.com/office/drawing/2014/main" id="{840759BA-CCA1-4097-84E6-F4AADF5D8768}"/>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0469832" y="3746767"/>
                <a:ext cx="159732" cy="116911"/>
              </a:xfrm>
              <a:prstGeom prst="rect">
                <a:avLst/>
              </a:prstGeom>
            </p:spPr>
          </p:pic>
          <p:pic>
            <p:nvPicPr>
              <p:cNvPr id="357" name="Graphique 356" descr="Réussite du groupe avec un remplissage uni">
                <a:extLst>
                  <a:ext uri="{FF2B5EF4-FFF2-40B4-BE49-F238E27FC236}">
                    <a16:creationId xmlns:a16="http://schemas.microsoft.com/office/drawing/2014/main" id="{5A5F6714-C4EB-4D75-92CF-D7E73782DEFC}"/>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0816452" y="3739360"/>
                <a:ext cx="159732" cy="116911"/>
              </a:xfrm>
              <a:prstGeom prst="rect">
                <a:avLst/>
              </a:prstGeom>
            </p:spPr>
          </p:pic>
          <p:pic>
            <p:nvPicPr>
              <p:cNvPr id="358" name="Graphique 357" descr="Réussite du groupe avec un remplissage uni">
                <a:extLst>
                  <a:ext uri="{FF2B5EF4-FFF2-40B4-BE49-F238E27FC236}">
                    <a16:creationId xmlns:a16="http://schemas.microsoft.com/office/drawing/2014/main" id="{4A05731D-2A8B-4BD4-848D-3D7B1E2AAAB3}"/>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0953295" y="4035808"/>
                <a:ext cx="159732" cy="116911"/>
              </a:xfrm>
              <a:prstGeom prst="rect">
                <a:avLst/>
              </a:prstGeom>
            </p:spPr>
          </p:pic>
          <p:pic>
            <p:nvPicPr>
              <p:cNvPr id="359" name="Graphique 358" descr="Réussite du groupe avec un remplissage uni">
                <a:extLst>
                  <a:ext uri="{FF2B5EF4-FFF2-40B4-BE49-F238E27FC236}">
                    <a16:creationId xmlns:a16="http://schemas.microsoft.com/office/drawing/2014/main" id="{7E18CA91-200A-4611-8BF5-F45203302F56}"/>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0996178" y="4176944"/>
                <a:ext cx="159732" cy="116911"/>
              </a:xfrm>
              <a:prstGeom prst="rect">
                <a:avLst/>
              </a:prstGeom>
            </p:spPr>
          </p:pic>
          <p:pic>
            <p:nvPicPr>
              <p:cNvPr id="360" name="Graphique 359" descr="Réussite du groupe avec un remplissage uni">
                <a:extLst>
                  <a:ext uri="{FF2B5EF4-FFF2-40B4-BE49-F238E27FC236}">
                    <a16:creationId xmlns:a16="http://schemas.microsoft.com/office/drawing/2014/main" id="{410DC308-743E-42E3-9EB0-0B224C9BE96E}"/>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0982259" y="3894671"/>
                <a:ext cx="159732" cy="116911"/>
              </a:xfrm>
              <a:prstGeom prst="rect">
                <a:avLst/>
              </a:prstGeom>
            </p:spPr>
          </p:pic>
          <p:pic>
            <p:nvPicPr>
              <p:cNvPr id="361" name="Graphique 360" descr="Réussite du groupe avec un remplissage uni">
                <a:extLst>
                  <a:ext uri="{FF2B5EF4-FFF2-40B4-BE49-F238E27FC236}">
                    <a16:creationId xmlns:a16="http://schemas.microsoft.com/office/drawing/2014/main" id="{1E9CE2E9-6A40-4068-802F-B08C4BC81870}"/>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0625961" y="3888523"/>
                <a:ext cx="159732" cy="116911"/>
              </a:xfrm>
              <a:prstGeom prst="rect">
                <a:avLst/>
              </a:prstGeom>
            </p:spPr>
          </p:pic>
        </p:grpSp>
      </p:grpSp>
      <p:grpSp>
        <p:nvGrpSpPr>
          <p:cNvPr id="85" name="Groupe 84">
            <a:extLst>
              <a:ext uri="{FF2B5EF4-FFF2-40B4-BE49-F238E27FC236}">
                <a16:creationId xmlns:a16="http://schemas.microsoft.com/office/drawing/2014/main" id="{18D44F81-8FD4-41D8-AABC-8434F5350115}"/>
              </a:ext>
            </a:extLst>
          </p:cNvPr>
          <p:cNvGrpSpPr/>
          <p:nvPr/>
        </p:nvGrpSpPr>
        <p:grpSpPr>
          <a:xfrm>
            <a:off x="6563151" y="3523339"/>
            <a:ext cx="1558011" cy="860333"/>
            <a:chOff x="6836969" y="4879170"/>
            <a:chExt cx="4128117" cy="2279544"/>
          </a:xfrm>
        </p:grpSpPr>
        <p:sp>
          <p:nvSpPr>
            <p:cNvPr id="365" name="Rectangle 364">
              <a:extLst>
                <a:ext uri="{FF2B5EF4-FFF2-40B4-BE49-F238E27FC236}">
                  <a16:creationId xmlns:a16="http://schemas.microsoft.com/office/drawing/2014/main" id="{E82EB2EF-C017-4CE1-892E-F783EEC9E09F}"/>
                </a:ext>
              </a:extLst>
            </p:cNvPr>
            <p:cNvSpPr/>
            <p:nvPr/>
          </p:nvSpPr>
          <p:spPr>
            <a:xfrm>
              <a:off x="6836969" y="4879170"/>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66" name="Groupe 365">
              <a:extLst>
                <a:ext uri="{FF2B5EF4-FFF2-40B4-BE49-F238E27FC236}">
                  <a16:creationId xmlns:a16="http://schemas.microsoft.com/office/drawing/2014/main" id="{298FDFDE-7722-44F4-8792-702FA01A364D}"/>
                </a:ext>
              </a:extLst>
            </p:cNvPr>
            <p:cNvGrpSpPr/>
            <p:nvPr/>
          </p:nvGrpSpPr>
          <p:grpSpPr>
            <a:xfrm>
              <a:off x="8201656" y="5170663"/>
              <a:ext cx="1481636" cy="1596095"/>
              <a:chOff x="5046941" y="2636554"/>
              <a:chExt cx="550624" cy="593160"/>
            </a:xfrm>
          </p:grpSpPr>
          <p:pic>
            <p:nvPicPr>
              <p:cNvPr id="367" name="Graphique 366" descr="Monde avec un remplissage uni">
                <a:extLst>
                  <a:ext uri="{FF2B5EF4-FFF2-40B4-BE49-F238E27FC236}">
                    <a16:creationId xmlns:a16="http://schemas.microsoft.com/office/drawing/2014/main" id="{548B9E23-427A-42A5-9464-DCE53579EA7E}"/>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368" name="Graphique 367" descr="Monde avec un remplissage uni">
                <a:extLst>
                  <a:ext uri="{FF2B5EF4-FFF2-40B4-BE49-F238E27FC236}">
                    <a16:creationId xmlns:a16="http://schemas.microsoft.com/office/drawing/2014/main" id="{7B44DFB3-A48B-4E47-B1BE-8542AD08FB0D}"/>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pic>
          <p:nvPicPr>
            <p:cNvPr id="369" name="Graphique 368" descr="Colombe avec un remplissage uni">
              <a:extLst>
                <a:ext uri="{FF2B5EF4-FFF2-40B4-BE49-F238E27FC236}">
                  <a16:creationId xmlns:a16="http://schemas.microsoft.com/office/drawing/2014/main" id="{F7EACAC6-3395-492A-8D14-4922D72A0594}"/>
                </a:ext>
              </a:extLst>
            </p:cNvPr>
            <p:cNvPicPr>
              <a:picLocks noChangeAspect="1"/>
            </p:cNvPicPr>
            <p:nvPr/>
          </p:nvPicPr>
          <p:blipFill>
            <a:blip r:embed="rId74">
              <a:extLst>
                <a:ext uri="{28A0092B-C50C-407E-A947-70E740481C1C}">
                  <a14:useLocalDpi xmlns:a14="http://schemas.microsoft.com/office/drawing/2010/main" val="0"/>
                </a:ext>
                <a:ext uri="{96DAC541-7B7A-43D3-8B79-37D633B846F1}">
                  <asvg:svgBlip xmlns:asvg="http://schemas.microsoft.com/office/drawing/2016/SVG/main" r:embed="rId75"/>
                </a:ext>
              </a:extLst>
            </a:blip>
            <a:stretch>
              <a:fillRect/>
            </a:stretch>
          </p:blipFill>
          <p:spPr>
            <a:xfrm>
              <a:off x="7516355" y="5011095"/>
              <a:ext cx="914400" cy="914400"/>
            </a:xfrm>
            <a:prstGeom prst="rect">
              <a:avLst/>
            </a:prstGeom>
          </p:spPr>
        </p:pic>
        <p:pic>
          <p:nvPicPr>
            <p:cNvPr id="370" name="Graphique 369" descr="Bouclier coche avec un remplissage uni">
              <a:extLst>
                <a:ext uri="{FF2B5EF4-FFF2-40B4-BE49-F238E27FC236}">
                  <a16:creationId xmlns:a16="http://schemas.microsoft.com/office/drawing/2014/main" id="{3FEEA84B-6615-406B-BD0B-E16A73AF282A}"/>
                </a:ext>
              </a:extLst>
            </p:cNvPr>
            <p:cNvPicPr>
              <a:picLocks noChangeAspect="1"/>
            </p:cNvPicPr>
            <p:nvPr/>
          </p:nvPicPr>
          <p:blipFill>
            <a:blip r:embed="rId76">
              <a:extLst>
                <a:ext uri="{28A0092B-C50C-407E-A947-70E740481C1C}">
                  <a14:useLocalDpi xmlns:a14="http://schemas.microsoft.com/office/drawing/2010/main" val="0"/>
                </a:ext>
                <a:ext uri="{96DAC541-7B7A-43D3-8B79-37D633B846F1}">
                  <asvg:svgBlip xmlns:asvg="http://schemas.microsoft.com/office/drawing/2016/SVG/main" r:embed="rId77"/>
                </a:ext>
              </a:extLst>
            </a:blip>
            <a:stretch>
              <a:fillRect/>
            </a:stretch>
          </p:blipFill>
          <p:spPr>
            <a:xfrm>
              <a:off x="9268354" y="6197002"/>
              <a:ext cx="914400" cy="914400"/>
            </a:xfrm>
            <a:prstGeom prst="rect">
              <a:avLst/>
            </a:prstGeom>
          </p:spPr>
        </p:pic>
        <p:pic>
          <p:nvPicPr>
            <p:cNvPr id="371" name="Graphique 370" descr="Cœur avec un remplissage uni">
              <a:extLst>
                <a:ext uri="{FF2B5EF4-FFF2-40B4-BE49-F238E27FC236}">
                  <a16:creationId xmlns:a16="http://schemas.microsoft.com/office/drawing/2014/main" id="{250CD607-1497-46C3-8C83-20847EA175A9}"/>
                </a:ext>
              </a:extLst>
            </p:cNvPr>
            <p:cNvPicPr>
              <a:picLocks noChangeAspect="1"/>
            </p:cNvPicPr>
            <p:nvPr/>
          </p:nvPicPr>
          <p:blipFill>
            <a:blip r:embed="rId78">
              <a:extLst>
                <a:ext uri="{28A0092B-C50C-407E-A947-70E740481C1C}">
                  <a14:useLocalDpi xmlns:a14="http://schemas.microsoft.com/office/drawing/2010/main" val="0"/>
                </a:ext>
                <a:ext uri="{96DAC541-7B7A-43D3-8B79-37D633B846F1}">
                  <asvg:svgBlip xmlns:asvg="http://schemas.microsoft.com/office/drawing/2016/SVG/main" r:embed="rId79"/>
                </a:ext>
              </a:extLst>
            </a:blip>
            <a:stretch>
              <a:fillRect/>
            </a:stretch>
          </p:blipFill>
          <p:spPr>
            <a:xfrm>
              <a:off x="9294822" y="5006217"/>
              <a:ext cx="914400" cy="914400"/>
            </a:xfrm>
            <a:prstGeom prst="rect">
              <a:avLst/>
            </a:prstGeom>
          </p:spPr>
        </p:pic>
        <p:pic>
          <p:nvPicPr>
            <p:cNvPr id="372" name="Graphique 371" descr="Vivats avec un remplissage uni">
              <a:extLst>
                <a:ext uri="{FF2B5EF4-FFF2-40B4-BE49-F238E27FC236}">
                  <a16:creationId xmlns:a16="http://schemas.microsoft.com/office/drawing/2014/main" id="{31D43C63-F361-4006-B42A-66332FA11AF6}"/>
                </a:ext>
              </a:extLst>
            </p:cNvPr>
            <p:cNvPicPr>
              <a:picLocks noChangeAspect="1"/>
            </p:cNvPicPr>
            <p:nvPr/>
          </p:nvPicPr>
          <p:blipFill>
            <a:blip r:embed="rId80">
              <a:extLst>
                <a:ext uri="{28A0092B-C50C-407E-A947-70E740481C1C}">
                  <a14:useLocalDpi xmlns:a14="http://schemas.microsoft.com/office/drawing/2010/main" val="0"/>
                </a:ext>
                <a:ext uri="{96DAC541-7B7A-43D3-8B79-37D633B846F1}">
                  <asvg:svgBlip xmlns:asvg="http://schemas.microsoft.com/office/drawing/2016/SVG/main" r:embed="rId81"/>
                </a:ext>
              </a:extLst>
            </a:blip>
            <a:stretch>
              <a:fillRect/>
            </a:stretch>
          </p:blipFill>
          <p:spPr>
            <a:xfrm>
              <a:off x="7556996" y="6322223"/>
              <a:ext cx="739473" cy="739473"/>
            </a:xfrm>
            <a:prstGeom prst="rect">
              <a:avLst/>
            </a:prstGeom>
          </p:spPr>
        </p:pic>
      </p:grpSp>
      <p:grpSp>
        <p:nvGrpSpPr>
          <p:cNvPr id="382" name="Groupe 381">
            <a:extLst>
              <a:ext uri="{FF2B5EF4-FFF2-40B4-BE49-F238E27FC236}">
                <a16:creationId xmlns:a16="http://schemas.microsoft.com/office/drawing/2014/main" id="{BE000F93-9E29-43D5-B214-F1419BDDE1DB}"/>
              </a:ext>
            </a:extLst>
          </p:cNvPr>
          <p:cNvGrpSpPr/>
          <p:nvPr/>
        </p:nvGrpSpPr>
        <p:grpSpPr>
          <a:xfrm>
            <a:off x="8465975" y="186866"/>
            <a:ext cx="1512897" cy="835421"/>
            <a:chOff x="6065306" y="6413881"/>
            <a:chExt cx="4128117" cy="2279544"/>
          </a:xfrm>
        </p:grpSpPr>
        <p:sp>
          <p:nvSpPr>
            <p:cNvPr id="377" name="Rectangle 376">
              <a:extLst>
                <a:ext uri="{FF2B5EF4-FFF2-40B4-BE49-F238E27FC236}">
                  <a16:creationId xmlns:a16="http://schemas.microsoft.com/office/drawing/2014/main" id="{92AD1E2C-6C36-4BDC-847F-95A5FBDD802B}"/>
                </a:ext>
              </a:extLst>
            </p:cNvPr>
            <p:cNvSpPr/>
            <p:nvPr/>
          </p:nvSpPr>
          <p:spPr>
            <a:xfrm>
              <a:off x="6065306" y="6413881"/>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78" name="Groupe 377">
              <a:extLst>
                <a:ext uri="{FF2B5EF4-FFF2-40B4-BE49-F238E27FC236}">
                  <a16:creationId xmlns:a16="http://schemas.microsoft.com/office/drawing/2014/main" id="{E404D41A-9DBE-4EE6-B4E6-4B618F037EB6}"/>
                </a:ext>
              </a:extLst>
            </p:cNvPr>
            <p:cNvGrpSpPr/>
            <p:nvPr/>
          </p:nvGrpSpPr>
          <p:grpSpPr>
            <a:xfrm>
              <a:off x="7244699" y="6631707"/>
              <a:ext cx="1842258" cy="1813218"/>
              <a:chOff x="8622542" y="3760921"/>
              <a:chExt cx="1342178" cy="1321021"/>
            </a:xfrm>
            <a:solidFill>
              <a:srgbClr val="3494BA"/>
            </a:solidFill>
          </p:grpSpPr>
          <p:pic>
            <p:nvPicPr>
              <p:cNvPr id="379" name="Graphique 378" descr="Danse avec un remplissage uni">
                <a:extLst>
                  <a:ext uri="{FF2B5EF4-FFF2-40B4-BE49-F238E27FC236}">
                    <a16:creationId xmlns:a16="http://schemas.microsoft.com/office/drawing/2014/main" id="{224D27C0-8B9F-4EE7-BBBA-66B669310479}"/>
                  </a:ext>
                </a:extLst>
              </p:cNvPr>
              <p:cNvPicPr>
                <a:picLocks noChangeAspect="1"/>
              </p:cNvPicPr>
              <p:nvPr/>
            </p:nvPicPr>
            <p:blipFill>
              <a:blip r:embed="rId82">
                <a:extLst>
                  <a:ext uri="{28A0092B-C50C-407E-A947-70E740481C1C}">
                    <a14:useLocalDpi xmlns:a14="http://schemas.microsoft.com/office/drawing/2010/main" val="0"/>
                  </a:ext>
                  <a:ext uri="{96DAC541-7B7A-43D3-8B79-37D633B846F1}">
                    <asvg:svgBlip xmlns:asvg="http://schemas.microsoft.com/office/drawing/2016/SVG/main" r:embed="rId83"/>
                  </a:ext>
                </a:extLst>
              </a:blip>
              <a:stretch>
                <a:fillRect/>
              </a:stretch>
            </p:blipFill>
            <p:spPr>
              <a:xfrm>
                <a:off x="8643699" y="3760921"/>
                <a:ext cx="1321021" cy="1321021"/>
              </a:xfrm>
              <a:prstGeom prst="rect">
                <a:avLst/>
              </a:prstGeom>
            </p:spPr>
          </p:pic>
          <p:pic>
            <p:nvPicPr>
              <p:cNvPr id="380" name="Graphique 379" descr="Signe pouce en haut avec un remplissage uni">
                <a:extLst>
                  <a:ext uri="{FF2B5EF4-FFF2-40B4-BE49-F238E27FC236}">
                    <a16:creationId xmlns:a16="http://schemas.microsoft.com/office/drawing/2014/main" id="{D6DE5023-89C6-446E-AFD3-8DF1AB284585}"/>
                  </a:ext>
                </a:extLst>
              </p:cNvPr>
              <p:cNvPicPr>
                <a:picLocks noChangeAspect="1"/>
              </p:cNvPicPr>
              <p:nvPr/>
            </p:nvPicPr>
            <p:blipFill>
              <a:blip r:embed="rId84">
                <a:extLst>
                  <a:ext uri="{28A0092B-C50C-407E-A947-70E740481C1C}">
                    <a14:useLocalDpi xmlns:a14="http://schemas.microsoft.com/office/drawing/2010/main" val="0"/>
                  </a:ext>
                  <a:ext uri="{96DAC541-7B7A-43D3-8B79-37D633B846F1}">
                    <asvg:svgBlip xmlns:asvg="http://schemas.microsoft.com/office/drawing/2016/SVG/main" r:embed="rId85"/>
                  </a:ext>
                </a:extLst>
              </a:blip>
              <a:stretch>
                <a:fillRect/>
              </a:stretch>
            </p:blipFill>
            <p:spPr>
              <a:xfrm rot="19526232">
                <a:off x="9559828" y="3930227"/>
                <a:ext cx="263816" cy="233621"/>
              </a:xfrm>
              <a:prstGeom prst="rect">
                <a:avLst/>
              </a:prstGeom>
            </p:spPr>
          </p:pic>
          <p:pic>
            <p:nvPicPr>
              <p:cNvPr id="381" name="Graphique 380" descr="Pouce en bas avec un remplissage uni">
                <a:extLst>
                  <a:ext uri="{FF2B5EF4-FFF2-40B4-BE49-F238E27FC236}">
                    <a16:creationId xmlns:a16="http://schemas.microsoft.com/office/drawing/2014/main" id="{8E29BE76-3783-4A1E-9E31-FAEF1F8C1AEE}"/>
                  </a:ext>
                </a:extLst>
              </p:cNvPr>
              <p:cNvPicPr>
                <a:picLocks noChangeAspect="1"/>
              </p:cNvPicPr>
              <p:nvPr/>
            </p:nvPicPr>
            <p:blipFill>
              <a:blip r:embed="rId86">
                <a:extLst>
                  <a:ext uri="{28A0092B-C50C-407E-A947-70E740481C1C}">
                    <a14:useLocalDpi xmlns:a14="http://schemas.microsoft.com/office/drawing/2010/main" val="0"/>
                  </a:ext>
                  <a:ext uri="{96DAC541-7B7A-43D3-8B79-37D633B846F1}">
                    <asvg:svgBlip xmlns:asvg="http://schemas.microsoft.com/office/drawing/2016/SVG/main" r:embed="rId87"/>
                  </a:ext>
                </a:extLst>
              </a:blip>
              <a:stretch>
                <a:fillRect/>
              </a:stretch>
            </p:blipFill>
            <p:spPr>
              <a:xfrm rot="801774" flipH="1" flipV="1">
                <a:off x="8622542" y="4147656"/>
                <a:ext cx="252624" cy="247937"/>
              </a:xfrm>
              <a:prstGeom prst="rect">
                <a:avLst/>
              </a:prstGeom>
            </p:spPr>
          </p:pic>
        </p:grpSp>
      </p:grpSp>
      <p:grpSp>
        <p:nvGrpSpPr>
          <p:cNvPr id="430" name="Groupe 429">
            <a:extLst>
              <a:ext uri="{FF2B5EF4-FFF2-40B4-BE49-F238E27FC236}">
                <a16:creationId xmlns:a16="http://schemas.microsoft.com/office/drawing/2014/main" id="{C7B06FA4-6135-4CE9-B171-C4CBD9751394}"/>
              </a:ext>
            </a:extLst>
          </p:cNvPr>
          <p:cNvGrpSpPr/>
          <p:nvPr/>
        </p:nvGrpSpPr>
        <p:grpSpPr>
          <a:xfrm>
            <a:off x="8528945" y="5626090"/>
            <a:ext cx="1658604" cy="915880"/>
            <a:chOff x="6409689" y="2015271"/>
            <a:chExt cx="4128117" cy="2279544"/>
          </a:xfrm>
        </p:grpSpPr>
        <p:sp>
          <p:nvSpPr>
            <p:cNvPr id="412" name="Rectangle 411">
              <a:extLst>
                <a:ext uri="{FF2B5EF4-FFF2-40B4-BE49-F238E27FC236}">
                  <a16:creationId xmlns:a16="http://schemas.microsoft.com/office/drawing/2014/main" id="{9BDB16C2-8D0C-4234-ACD7-47708FD7B9E5}"/>
                </a:ext>
              </a:extLst>
            </p:cNvPr>
            <p:cNvSpPr/>
            <p:nvPr/>
          </p:nvSpPr>
          <p:spPr>
            <a:xfrm>
              <a:off x="6409689" y="2015271"/>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3" name="Graphique 412" descr="Marcher avec un remplissage uni">
              <a:extLst>
                <a:ext uri="{FF2B5EF4-FFF2-40B4-BE49-F238E27FC236}">
                  <a16:creationId xmlns:a16="http://schemas.microsoft.com/office/drawing/2014/main" id="{97209D7C-4B4D-42C9-BE74-D7498BDB55EB}"/>
                </a:ext>
              </a:extLst>
            </p:cNvPr>
            <p:cNvPicPr>
              <a:picLocks noChangeAspect="1"/>
            </p:cNvPicPr>
            <p:nvPr/>
          </p:nvPicPr>
          <p:blipFill>
            <a:blip r:embed="rId88">
              <a:extLst>
                <a:ext uri="{28A0092B-C50C-407E-A947-70E740481C1C}">
                  <a14:useLocalDpi xmlns:a14="http://schemas.microsoft.com/office/drawing/2010/main" val="0"/>
                </a:ext>
                <a:ext uri="{96DAC541-7B7A-43D3-8B79-37D633B846F1}">
                  <asvg:svgBlip xmlns:asvg="http://schemas.microsoft.com/office/drawing/2016/SVG/main" r:embed="rId89"/>
                </a:ext>
              </a:extLst>
            </a:blip>
            <a:stretch>
              <a:fillRect/>
            </a:stretch>
          </p:blipFill>
          <p:spPr>
            <a:xfrm>
              <a:off x="7525016" y="3711150"/>
              <a:ext cx="389930" cy="389930"/>
            </a:xfrm>
            <a:prstGeom prst="rect">
              <a:avLst/>
            </a:prstGeom>
          </p:spPr>
        </p:pic>
        <p:pic>
          <p:nvPicPr>
            <p:cNvPr id="414" name="Graphique 413" descr="Aspiration avec un remplissage uni">
              <a:extLst>
                <a:ext uri="{FF2B5EF4-FFF2-40B4-BE49-F238E27FC236}">
                  <a16:creationId xmlns:a16="http://schemas.microsoft.com/office/drawing/2014/main" id="{85E1D372-F26C-4B7B-BB3D-179DB3A8BECA}"/>
                </a:ext>
              </a:extLst>
            </p:cNvPr>
            <p:cNvPicPr>
              <a:picLocks noChangeAspect="1"/>
            </p:cNvPicPr>
            <p:nvPr/>
          </p:nvPicPr>
          <p:blipFill>
            <a:blip r:embed="rId90">
              <a:extLst>
                <a:ext uri="{28A0092B-C50C-407E-A947-70E740481C1C}">
                  <a14:useLocalDpi xmlns:a14="http://schemas.microsoft.com/office/drawing/2010/main" val="0"/>
                </a:ext>
                <a:ext uri="{96DAC541-7B7A-43D3-8B79-37D633B846F1}">
                  <asvg:svgBlip xmlns:asvg="http://schemas.microsoft.com/office/drawing/2016/SVG/main" r:embed="rId91"/>
                </a:ext>
              </a:extLst>
            </a:blip>
            <a:stretch>
              <a:fillRect/>
            </a:stretch>
          </p:blipFill>
          <p:spPr>
            <a:xfrm>
              <a:off x="8097060" y="3624171"/>
              <a:ext cx="430633" cy="430633"/>
            </a:xfrm>
            <a:prstGeom prst="rect">
              <a:avLst/>
            </a:prstGeom>
          </p:spPr>
        </p:pic>
        <p:pic>
          <p:nvPicPr>
            <p:cNvPr id="415" name="Graphique 414" descr="Aspiration avec un remplissage uni">
              <a:extLst>
                <a:ext uri="{FF2B5EF4-FFF2-40B4-BE49-F238E27FC236}">
                  <a16:creationId xmlns:a16="http://schemas.microsoft.com/office/drawing/2014/main" id="{3D029BDD-56D8-48A4-BE67-DE2B696CA28B}"/>
                </a:ext>
              </a:extLst>
            </p:cNvPr>
            <p:cNvPicPr>
              <a:picLocks noChangeAspect="1"/>
            </p:cNvPicPr>
            <p:nvPr/>
          </p:nvPicPr>
          <p:blipFill>
            <a:blip r:embed="rId92">
              <a:extLst>
                <a:ext uri="{28A0092B-C50C-407E-A947-70E740481C1C}">
                  <a14:useLocalDpi xmlns:a14="http://schemas.microsoft.com/office/drawing/2010/main" val="0"/>
                </a:ext>
                <a:ext uri="{96DAC541-7B7A-43D3-8B79-37D633B846F1}">
                  <asvg:svgBlip xmlns:asvg="http://schemas.microsoft.com/office/drawing/2016/SVG/main" r:embed="rId93"/>
                </a:ext>
              </a:extLst>
            </a:blip>
            <a:stretch>
              <a:fillRect/>
            </a:stretch>
          </p:blipFill>
          <p:spPr>
            <a:xfrm>
              <a:off x="8448210" y="3531009"/>
              <a:ext cx="554537" cy="554537"/>
            </a:xfrm>
            <a:prstGeom prst="rect">
              <a:avLst/>
            </a:prstGeom>
          </p:spPr>
        </p:pic>
        <p:pic>
          <p:nvPicPr>
            <p:cNvPr id="416" name="Graphique 415" descr="Courir avec un remplissage uni">
              <a:extLst>
                <a:ext uri="{FF2B5EF4-FFF2-40B4-BE49-F238E27FC236}">
                  <a16:creationId xmlns:a16="http://schemas.microsoft.com/office/drawing/2014/main" id="{75F831AD-0D4E-4E30-911B-B41236B93F9C}"/>
                </a:ext>
              </a:extLst>
            </p:cNvPr>
            <p:cNvPicPr>
              <a:picLocks noChangeAspect="1"/>
            </p:cNvPicPr>
            <p:nvPr/>
          </p:nvPicPr>
          <p:blipFill>
            <a:blip r:embed="rId94">
              <a:extLst>
                <a:ext uri="{28A0092B-C50C-407E-A947-70E740481C1C}">
                  <a14:useLocalDpi xmlns:a14="http://schemas.microsoft.com/office/drawing/2010/main" val="0"/>
                </a:ext>
                <a:ext uri="{96DAC541-7B7A-43D3-8B79-37D633B846F1}">
                  <asvg:svgBlip xmlns:asvg="http://schemas.microsoft.com/office/drawing/2016/SVG/main" r:embed="rId95"/>
                </a:ext>
              </a:extLst>
            </a:blip>
            <a:stretch>
              <a:fillRect/>
            </a:stretch>
          </p:blipFill>
          <p:spPr>
            <a:xfrm>
              <a:off x="7757597" y="3713229"/>
              <a:ext cx="369191" cy="369191"/>
            </a:xfrm>
            <a:prstGeom prst="rect">
              <a:avLst/>
            </a:prstGeom>
          </p:spPr>
        </p:pic>
        <p:pic>
          <p:nvPicPr>
            <p:cNvPr id="417" name="Graphique 416" descr="Montagnes avec un remplissage uni">
              <a:extLst>
                <a:ext uri="{FF2B5EF4-FFF2-40B4-BE49-F238E27FC236}">
                  <a16:creationId xmlns:a16="http://schemas.microsoft.com/office/drawing/2014/main" id="{677FB1D7-976D-47EA-9A94-52A24F2EC32C}"/>
                </a:ext>
              </a:extLst>
            </p:cNvPr>
            <p:cNvPicPr>
              <a:picLocks noChangeAspect="1"/>
            </p:cNvPicPr>
            <p:nvPr/>
          </p:nvPicPr>
          <p:blipFill rotWithShape="1">
            <a:blip r:embed="rId96">
              <a:extLst>
                <a:ext uri="{28A0092B-C50C-407E-A947-70E740481C1C}">
                  <a14:useLocalDpi xmlns:a14="http://schemas.microsoft.com/office/drawing/2010/main" val="0"/>
                </a:ext>
                <a:ext uri="{96DAC541-7B7A-43D3-8B79-37D633B846F1}">
                  <asvg:svgBlip xmlns:asvg="http://schemas.microsoft.com/office/drawing/2016/SVG/main" r:embed="rId97"/>
                </a:ext>
              </a:extLst>
            </a:blip>
            <a:srcRect r="2613" b="19903"/>
            <a:stretch/>
          </p:blipFill>
          <p:spPr>
            <a:xfrm>
              <a:off x="8590810" y="2590265"/>
              <a:ext cx="1823465" cy="1499741"/>
            </a:xfrm>
            <a:prstGeom prst="rect">
              <a:avLst/>
            </a:prstGeom>
          </p:spPr>
        </p:pic>
        <p:pic>
          <p:nvPicPr>
            <p:cNvPr id="418" name="Graphique 417" descr="Mille avec un remplissage uni">
              <a:extLst>
                <a:ext uri="{FF2B5EF4-FFF2-40B4-BE49-F238E27FC236}">
                  <a16:creationId xmlns:a16="http://schemas.microsoft.com/office/drawing/2014/main" id="{6E710BFC-AE21-4A24-8AE8-CA5E78FD612F}"/>
                </a:ext>
              </a:extLst>
            </p:cNvPr>
            <p:cNvPicPr>
              <a:picLocks noChangeAspect="1"/>
            </p:cNvPicPr>
            <p:nvPr/>
          </p:nvPicPr>
          <p:blipFill>
            <a:blip r:embed="rId98">
              <a:extLst>
                <a:ext uri="{28A0092B-C50C-407E-A947-70E740481C1C}">
                  <a14:useLocalDpi xmlns:a14="http://schemas.microsoft.com/office/drawing/2010/main" val="0"/>
                </a:ext>
                <a:ext uri="{96DAC541-7B7A-43D3-8B79-37D633B846F1}">
                  <asvg:svgBlip xmlns:asvg="http://schemas.microsoft.com/office/drawing/2016/SVG/main" r:embed="rId99"/>
                </a:ext>
              </a:extLst>
            </a:blip>
            <a:stretch>
              <a:fillRect/>
            </a:stretch>
          </p:blipFill>
          <p:spPr>
            <a:xfrm>
              <a:off x="9002747" y="2042293"/>
              <a:ext cx="914400" cy="914400"/>
            </a:xfrm>
            <a:prstGeom prst="rect">
              <a:avLst/>
            </a:prstGeom>
          </p:spPr>
        </p:pic>
        <p:pic>
          <p:nvPicPr>
            <p:cNvPr id="419" name="Graphique 418" descr="Marcher avec un remplissage uni">
              <a:extLst>
                <a:ext uri="{FF2B5EF4-FFF2-40B4-BE49-F238E27FC236}">
                  <a16:creationId xmlns:a16="http://schemas.microsoft.com/office/drawing/2014/main" id="{5D1C9F0B-2245-4468-B4EA-5A323384F1EF}"/>
                </a:ext>
              </a:extLst>
            </p:cNvPr>
            <p:cNvPicPr>
              <a:picLocks noChangeAspect="1"/>
            </p:cNvPicPr>
            <p:nvPr/>
          </p:nvPicPr>
          <p:blipFill>
            <a:blip r:embed="rId100">
              <a:extLst>
                <a:ext uri="{28A0092B-C50C-407E-A947-70E740481C1C}">
                  <a14:useLocalDpi xmlns:a14="http://schemas.microsoft.com/office/drawing/2010/main" val="0"/>
                </a:ext>
                <a:ext uri="{96DAC541-7B7A-43D3-8B79-37D633B846F1}">
                  <asvg:svgBlip xmlns:asvg="http://schemas.microsoft.com/office/drawing/2016/SVG/main" r:embed="rId101"/>
                </a:ext>
              </a:extLst>
            </a:blip>
            <a:stretch>
              <a:fillRect/>
            </a:stretch>
          </p:blipFill>
          <p:spPr>
            <a:xfrm>
              <a:off x="7214956" y="3773732"/>
              <a:ext cx="389930" cy="389930"/>
            </a:xfrm>
            <a:prstGeom prst="rect">
              <a:avLst/>
            </a:prstGeom>
          </p:spPr>
        </p:pic>
        <p:pic>
          <p:nvPicPr>
            <p:cNvPr id="420" name="Graphique 419" descr="Marcher avec un remplissage uni">
              <a:extLst>
                <a:ext uri="{FF2B5EF4-FFF2-40B4-BE49-F238E27FC236}">
                  <a16:creationId xmlns:a16="http://schemas.microsoft.com/office/drawing/2014/main" id="{E1569F2B-CD35-42C0-9CE3-80E5E637C221}"/>
                </a:ext>
              </a:extLst>
            </p:cNvPr>
            <p:cNvPicPr>
              <a:picLocks noChangeAspect="1"/>
            </p:cNvPicPr>
            <p:nvPr/>
          </p:nvPicPr>
          <p:blipFill>
            <a:blip r:embed="rId102">
              <a:extLst>
                <a:ext uri="{28A0092B-C50C-407E-A947-70E740481C1C}">
                  <a14:useLocalDpi xmlns:a14="http://schemas.microsoft.com/office/drawing/2010/main" val="0"/>
                </a:ext>
                <a:ext uri="{96DAC541-7B7A-43D3-8B79-37D633B846F1}">
                  <asvg:svgBlip xmlns:asvg="http://schemas.microsoft.com/office/drawing/2016/SVG/main" r:embed="rId103"/>
                </a:ext>
              </a:extLst>
            </a:blip>
            <a:stretch>
              <a:fillRect/>
            </a:stretch>
          </p:blipFill>
          <p:spPr>
            <a:xfrm>
              <a:off x="6959511" y="3603409"/>
              <a:ext cx="389930" cy="389930"/>
            </a:xfrm>
            <a:prstGeom prst="rect">
              <a:avLst/>
            </a:prstGeom>
          </p:spPr>
        </p:pic>
        <p:pic>
          <p:nvPicPr>
            <p:cNvPr id="421" name="Graphique 420" descr="Marcher avec un remplissage uni">
              <a:extLst>
                <a:ext uri="{FF2B5EF4-FFF2-40B4-BE49-F238E27FC236}">
                  <a16:creationId xmlns:a16="http://schemas.microsoft.com/office/drawing/2014/main" id="{E0C10543-0048-4C61-89B9-5D0AE674FAA4}"/>
                </a:ext>
              </a:extLst>
            </p:cNvPr>
            <p:cNvPicPr>
              <a:picLocks noChangeAspect="1"/>
            </p:cNvPicPr>
            <p:nvPr/>
          </p:nvPicPr>
          <p:blipFill>
            <a:blip r:embed="rId88">
              <a:extLst>
                <a:ext uri="{28A0092B-C50C-407E-A947-70E740481C1C}">
                  <a14:useLocalDpi xmlns:a14="http://schemas.microsoft.com/office/drawing/2010/main" val="0"/>
                </a:ext>
                <a:ext uri="{96DAC541-7B7A-43D3-8B79-37D633B846F1}">
                  <asvg:svgBlip xmlns:asvg="http://schemas.microsoft.com/office/drawing/2016/SVG/main" r:embed="rId89"/>
                </a:ext>
              </a:extLst>
            </a:blip>
            <a:stretch>
              <a:fillRect/>
            </a:stretch>
          </p:blipFill>
          <p:spPr>
            <a:xfrm>
              <a:off x="6767314" y="3786082"/>
              <a:ext cx="389930" cy="389930"/>
            </a:xfrm>
            <a:prstGeom prst="rect">
              <a:avLst/>
            </a:prstGeom>
          </p:spPr>
        </p:pic>
        <p:pic>
          <p:nvPicPr>
            <p:cNvPr id="422" name="Graphique 421" descr="Courir avec un remplissage uni">
              <a:extLst>
                <a:ext uri="{FF2B5EF4-FFF2-40B4-BE49-F238E27FC236}">
                  <a16:creationId xmlns:a16="http://schemas.microsoft.com/office/drawing/2014/main" id="{41BB1706-CD62-43A7-A0D4-2FD92F9469BC}"/>
                </a:ext>
              </a:extLst>
            </p:cNvPr>
            <p:cNvPicPr>
              <a:picLocks noChangeAspect="1"/>
            </p:cNvPicPr>
            <p:nvPr/>
          </p:nvPicPr>
          <p:blipFill>
            <a:blip r:embed="rId104">
              <a:extLst>
                <a:ext uri="{28A0092B-C50C-407E-A947-70E740481C1C}">
                  <a14:useLocalDpi xmlns:a14="http://schemas.microsoft.com/office/drawing/2010/main" val="0"/>
                </a:ext>
                <a:ext uri="{96DAC541-7B7A-43D3-8B79-37D633B846F1}">
                  <asvg:svgBlip xmlns:asvg="http://schemas.microsoft.com/office/drawing/2016/SVG/main" r:embed="rId105"/>
                </a:ext>
              </a:extLst>
            </a:blip>
            <a:stretch>
              <a:fillRect/>
            </a:stretch>
          </p:blipFill>
          <p:spPr>
            <a:xfrm>
              <a:off x="7285816" y="3515127"/>
              <a:ext cx="369191" cy="369191"/>
            </a:xfrm>
            <a:prstGeom prst="rect">
              <a:avLst/>
            </a:prstGeom>
          </p:spPr>
        </p:pic>
        <p:pic>
          <p:nvPicPr>
            <p:cNvPr id="423" name="Graphique 422" descr="Courir avec un remplissage uni">
              <a:extLst>
                <a:ext uri="{FF2B5EF4-FFF2-40B4-BE49-F238E27FC236}">
                  <a16:creationId xmlns:a16="http://schemas.microsoft.com/office/drawing/2014/main" id="{ECFEBC63-8070-4501-A1DF-F42064B82192}"/>
                </a:ext>
              </a:extLst>
            </p:cNvPr>
            <p:cNvPicPr>
              <a:picLocks noChangeAspect="1"/>
            </p:cNvPicPr>
            <p:nvPr/>
          </p:nvPicPr>
          <p:blipFill>
            <a:blip r:embed="rId106">
              <a:extLst>
                <a:ext uri="{28A0092B-C50C-407E-A947-70E740481C1C}">
                  <a14:useLocalDpi xmlns:a14="http://schemas.microsoft.com/office/drawing/2010/main" val="0"/>
                </a:ext>
                <a:ext uri="{96DAC541-7B7A-43D3-8B79-37D633B846F1}">
                  <asvg:svgBlip xmlns:asvg="http://schemas.microsoft.com/office/drawing/2016/SVG/main" r:embed="rId107"/>
                </a:ext>
              </a:extLst>
            </a:blip>
            <a:stretch>
              <a:fillRect/>
            </a:stretch>
          </p:blipFill>
          <p:spPr>
            <a:xfrm>
              <a:off x="6507923" y="3736655"/>
              <a:ext cx="369191" cy="369191"/>
            </a:xfrm>
            <a:prstGeom prst="rect">
              <a:avLst/>
            </a:prstGeom>
          </p:spPr>
        </p:pic>
        <p:pic>
          <p:nvPicPr>
            <p:cNvPr id="424" name="Graphique 423" descr="Courir avec un remplissage uni">
              <a:extLst>
                <a:ext uri="{FF2B5EF4-FFF2-40B4-BE49-F238E27FC236}">
                  <a16:creationId xmlns:a16="http://schemas.microsoft.com/office/drawing/2014/main" id="{9D509955-1716-44D7-A4AA-F5D9FEE46D78}"/>
                </a:ext>
              </a:extLst>
            </p:cNvPr>
            <p:cNvPicPr>
              <a:picLocks noChangeAspect="1"/>
            </p:cNvPicPr>
            <p:nvPr/>
          </p:nvPicPr>
          <p:blipFill>
            <a:blip r:embed="rId106">
              <a:extLst>
                <a:ext uri="{28A0092B-C50C-407E-A947-70E740481C1C}">
                  <a14:useLocalDpi xmlns:a14="http://schemas.microsoft.com/office/drawing/2010/main" val="0"/>
                </a:ext>
                <a:ext uri="{96DAC541-7B7A-43D3-8B79-37D633B846F1}">
                  <asvg:svgBlip xmlns:asvg="http://schemas.microsoft.com/office/drawing/2016/SVG/main" r:embed="rId107"/>
                </a:ext>
              </a:extLst>
            </a:blip>
            <a:stretch>
              <a:fillRect/>
            </a:stretch>
          </p:blipFill>
          <p:spPr>
            <a:xfrm>
              <a:off x="6621506" y="3585253"/>
              <a:ext cx="369191" cy="369191"/>
            </a:xfrm>
            <a:prstGeom prst="rect">
              <a:avLst/>
            </a:prstGeom>
          </p:spPr>
        </p:pic>
        <p:pic>
          <p:nvPicPr>
            <p:cNvPr id="425" name="Graphique 424" descr="Courir avec un remplissage uni">
              <a:extLst>
                <a:ext uri="{FF2B5EF4-FFF2-40B4-BE49-F238E27FC236}">
                  <a16:creationId xmlns:a16="http://schemas.microsoft.com/office/drawing/2014/main" id="{7DCD9B89-6B59-40C3-9985-33AD4488E9C4}"/>
                </a:ext>
              </a:extLst>
            </p:cNvPr>
            <p:cNvPicPr>
              <a:picLocks noChangeAspect="1"/>
            </p:cNvPicPr>
            <p:nvPr/>
          </p:nvPicPr>
          <p:blipFill>
            <a:blip r:embed="rId106">
              <a:extLst>
                <a:ext uri="{28A0092B-C50C-407E-A947-70E740481C1C}">
                  <a14:useLocalDpi xmlns:a14="http://schemas.microsoft.com/office/drawing/2010/main" val="0"/>
                </a:ext>
                <a:ext uri="{96DAC541-7B7A-43D3-8B79-37D633B846F1}">
                  <asvg:svgBlip xmlns:asvg="http://schemas.microsoft.com/office/drawing/2016/SVG/main" r:embed="rId107"/>
                </a:ext>
              </a:extLst>
            </a:blip>
            <a:stretch>
              <a:fillRect/>
            </a:stretch>
          </p:blipFill>
          <p:spPr>
            <a:xfrm>
              <a:off x="6945002" y="3891767"/>
              <a:ext cx="369191" cy="369191"/>
            </a:xfrm>
            <a:prstGeom prst="rect">
              <a:avLst/>
            </a:prstGeom>
          </p:spPr>
        </p:pic>
        <p:pic>
          <p:nvPicPr>
            <p:cNvPr id="426" name="Graphique 425" descr="Aspiration avec un remplissage uni">
              <a:extLst>
                <a:ext uri="{FF2B5EF4-FFF2-40B4-BE49-F238E27FC236}">
                  <a16:creationId xmlns:a16="http://schemas.microsoft.com/office/drawing/2014/main" id="{F07FE440-36D3-4C50-8318-FA55524824D6}"/>
                </a:ext>
              </a:extLst>
            </p:cNvPr>
            <p:cNvPicPr>
              <a:picLocks noChangeAspect="1"/>
            </p:cNvPicPr>
            <p:nvPr/>
          </p:nvPicPr>
          <p:blipFill>
            <a:blip r:embed="rId108">
              <a:extLst>
                <a:ext uri="{28A0092B-C50C-407E-A947-70E740481C1C}">
                  <a14:useLocalDpi xmlns:a14="http://schemas.microsoft.com/office/drawing/2010/main" val="0"/>
                </a:ext>
                <a:ext uri="{96DAC541-7B7A-43D3-8B79-37D633B846F1}">
                  <asvg:svgBlip xmlns:asvg="http://schemas.microsoft.com/office/drawing/2016/SVG/main" r:embed="rId109"/>
                </a:ext>
              </a:extLst>
            </a:blip>
            <a:stretch>
              <a:fillRect/>
            </a:stretch>
          </p:blipFill>
          <p:spPr>
            <a:xfrm>
              <a:off x="8306474" y="3484405"/>
              <a:ext cx="430633" cy="430633"/>
            </a:xfrm>
            <a:prstGeom prst="rect">
              <a:avLst/>
            </a:prstGeom>
          </p:spPr>
        </p:pic>
        <p:pic>
          <p:nvPicPr>
            <p:cNvPr id="427" name="Graphique 426" descr="Aspiration avec un remplissage uni">
              <a:extLst>
                <a:ext uri="{FF2B5EF4-FFF2-40B4-BE49-F238E27FC236}">
                  <a16:creationId xmlns:a16="http://schemas.microsoft.com/office/drawing/2014/main" id="{51176A81-B460-42A1-B773-49BA37B7278A}"/>
                </a:ext>
              </a:extLst>
            </p:cNvPr>
            <p:cNvPicPr>
              <a:picLocks noChangeAspect="1"/>
            </p:cNvPicPr>
            <p:nvPr/>
          </p:nvPicPr>
          <p:blipFill>
            <a:blip r:embed="rId110">
              <a:extLst>
                <a:ext uri="{28A0092B-C50C-407E-A947-70E740481C1C}">
                  <a14:useLocalDpi xmlns:a14="http://schemas.microsoft.com/office/drawing/2010/main" val="0"/>
                </a:ext>
                <a:ext uri="{96DAC541-7B7A-43D3-8B79-37D633B846F1}">
                  <asvg:svgBlip xmlns:asvg="http://schemas.microsoft.com/office/drawing/2016/SVG/main" r:embed="rId111"/>
                </a:ext>
              </a:extLst>
            </a:blip>
            <a:stretch>
              <a:fillRect/>
            </a:stretch>
          </p:blipFill>
          <p:spPr>
            <a:xfrm>
              <a:off x="7887611" y="3804774"/>
              <a:ext cx="430633" cy="430633"/>
            </a:xfrm>
            <a:prstGeom prst="rect">
              <a:avLst/>
            </a:prstGeom>
          </p:spPr>
        </p:pic>
        <p:pic>
          <p:nvPicPr>
            <p:cNvPr id="428" name="Graphique 427" descr="Aspiration avec un remplissage uni">
              <a:extLst>
                <a:ext uri="{FF2B5EF4-FFF2-40B4-BE49-F238E27FC236}">
                  <a16:creationId xmlns:a16="http://schemas.microsoft.com/office/drawing/2014/main" id="{5A73862D-73ED-4211-B31C-570257D81B2E}"/>
                </a:ext>
              </a:extLst>
            </p:cNvPr>
            <p:cNvPicPr>
              <a:picLocks noChangeAspect="1"/>
            </p:cNvPicPr>
            <p:nvPr/>
          </p:nvPicPr>
          <p:blipFill>
            <a:blip r:embed="rId90">
              <a:extLst>
                <a:ext uri="{28A0092B-C50C-407E-A947-70E740481C1C}">
                  <a14:useLocalDpi xmlns:a14="http://schemas.microsoft.com/office/drawing/2010/main" val="0"/>
                </a:ext>
                <a:ext uri="{96DAC541-7B7A-43D3-8B79-37D633B846F1}">
                  <asvg:svgBlip xmlns:asvg="http://schemas.microsoft.com/office/drawing/2016/SVG/main" r:embed="rId91"/>
                </a:ext>
              </a:extLst>
            </a:blip>
            <a:stretch>
              <a:fillRect/>
            </a:stretch>
          </p:blipFill>
          <p:spPr>
            <a:xfrm>
              <a:off x="8772928" y="3147543"/>
              <a:ext cx="430633" cy="430633"/>
            </a:xfrm>
            <a:prstGeom prst="rect">
              <a:avLst/>
            </a:prstGeom>
          </p:spPr>
        </p:pic>
        <p:pic>
          <p:nvPicPr>
            <p:cNvPr id="429" name="Graphique 428" descr="Marketing avec un remplissage uni">
              <a:extLst>
                <a:ext uri="{FF2B5EF4-FFF2-40B4-BE49-F238E27FC236}">
                  <a16:creationId xmlns:a16="http://schemas.microsoft.com/office/drawing/2014/main" id="{B8E3D165-EDE3-4C6F-A68B-FE0BABCD13E6}"/>
                </a:ext>
              </a:extLst>
            </p:cNvPr>
            <p:cNvPicPr>
              <a:picLocks noChangeAspect="1"/>
            </p:cNvPicPr>
            <p:nvPr/>
          </p:nvPicPr>
          <p:blipFill>
            <a:blip r:embed="rId112">
              <a:extLst>
                <a:ext uri="{28A0092B-C50C-407E-A947-70E740481C1C}">
                  <a14:useLocalDpi xmlns:a14="http://schemas.microsoft.com/office/drawing/2010/main" val="0"/>
                </a:ext>
                <a:ext uri="{96DAC541-7B7A-43D3-8B79-37D633B846F1}">
                  <asvg:svgBlip xmlns:asvg="http://schemas.microsoft.com/office/drawing/2016/SVG/main" r:embed="rId113"/>
                </a:ext>
              </a:extLst>
            </a:blip>
            <a:stretch>
              <a:fillRect/>
            </a:stretch>
          </p:blipFill>
          <p:spPr>
            <a:xfrm>
              <a:off x="6572257" y="3184788"/>
              <a:ext cx="401962" cy="401962"/>
            </a:xfrm>
            <a:prstGeom prst="rect">
              <a:avLst/>
            </a:prstGeom>
          </p:spPr>
        </p:pic>
      </p:grpSp>
      <p:grpSp>
        <p:nvGrpSpPr>
          <p:cNvPr id="489" name="Groupe 488">
            <a:extLst>
              <a:ext uri="{FF2B5EF4-FFF2-40B4-BE49-F238E27FC236}">
                <a16:creationId xmlns:a16="http://schemas.microsoft.com/office/drawing/2014/main" id="{91561D02-C10C-4049-AD68-8704A5EA72CC}"/>
              </a:ext>
            </a:extLst>
          </p:cNvPr>
          <p:cNvGrpSpPr/>
          <p:nvPr/>
        </p:nvGrpSpPr>
        <p:grpSpPr>
          <a:xfrm>
            <a:off x="6735493" y="176340"/>
            <a:ext cx="1506865" cy="832090"/>
            <a:chOff x="7290599" y="4369692"/>
            <a:chExt cx="4128117" cy="2279544"/>
          </a:xfrm>
        </p:grpSpPr>
        <p:sp>
          <p:nvSpPr>
            <p:cNvPr id="460" name="Rectangle 459">
              <a:extLst>
                <a:ext uri="{FF2B5EF4-FFF2-40B4-BE49-F238E27FC236}">
                  <a16:creationId xmlns:a16="http://schemas.microsoft.com/office/drawing/2014/main" id="{8F406D64-CCEC-4274-B4D4-9AA34C7D6F0A}"/>
                </a:ext>
              </a:extLst>
            </p:cNvPr>
            <p:cNvSpPr/>
            <p:nvPr/>
          </p:nvSpPr>
          <p:spPr>
            <a:xfrm>
              <a:off x="7290599" y="4369692"/>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61" name="Graphique 460" descr="Bulle de discussion avec un remplissage uni">
              <a:extLst>
                <a:ext uri="{FF2B5EF4-FFF2-40B4-BE49-F238E27FC236}">
                  <a16:creationId xmlns:a16="http://schemas.microsoft.com/office/drawing/2014/main" id="{A83D147E-6E0F-493C-91F1-7758178B9D6A}"/>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r="6128"/>
            <a:stretch/>
          </p:blipFill>
          <p:spPr>
            <a:xfrm flipH="1">
              <a:off x="7298635" y="4369692"/>
              <a:ext cx="1394363" cy="1335790"/>
            </a:xfrm>
            <a:prstGeom prst="rect">
              <a:avLst/>
            </a:prstGeom>
          </p:spPr>
        </p:pic>
        <p:pic>
          <p:nvPicPr>
            <p:cNvPr id="462" name="Graphique 461" descr="Bulle de discussion avec un remplissage uni">
              <a:extLst>
                <a:ext uri="{FF2B5EF4-FFF2-40B4-BE49-F238E27FC236}">
                  <a16:creationId xmlns:a16="http://schemas.microsoft.com/office/drawing/2014/main" id="{41FAE10F-28BC-4EC9-9E31-B4668BEB5BAF}"/>
                </a:ext>
              </a:extLst>
            </p:cNvPr>
            <p:cNvPicPr>
              <a:picLocks noChangeAspect="1"/>
            </p:cNvPicPr>
            <p:nvPr/>
          </p:nvPicPr>
          <p:blipFill>
            <a:blip r:embed="rId114">
              <a:extLst>
                <a:ext uri="{28A0092B-C50C-407E-A947-70E740481C1C}">
                  <a14:useLocalDpi xmlns:a14="http://schemas.microsoft.com/office/drawing/2010/main" val="0"/>
                </a:ext>
                <a:ext uri="{96DAC541-7B7A-43D3-8B79-37D633B846F1}">
                  <asvg:svgBlip xmlns:asvg="http://schemas.microsoft.com/office/drawing/2016/SVG/main" r:embed="rId115"/>
                </a:ext>
              </a:extLst>
            </a:blip>
            <a:stretch>
              <a:fillRect/>
            </a:stretch>
          </p:blipFill>
          <p:spPr>
            <a:xfrm flipH="1">
              <a:off x="7913445" y="5887839"/>
              <a:ext cx="845346" cy="760203"/>
            </a:xfrm>
            <a:prstGeom prst="rect">
              <a:avLst/>
            </a:prstGeom>
          </p:spPr>
        </p:pic>
        <p:pic>
          <p:nvPicPr>
            <p:cNvPr id="463" name="Graphique 462" descr="Bulle de discussion avec un remplissage uni">
              <a:extLst>
                <a:ext uri="{FF2B5EF4-FFF2-40B4-BE49-F238E27FC236}">
                  <a16:creationId xmlns:a16="http://schemas.microsoft.com/office/drawing/2014/main" id="{F44BEF05-046A-4895-BC59-61273F2EDC22}"/>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8754127" y="4680118"/>
              <a:ext cx="854675" cy="760203"/>
            </a:xfrm>
            <a:prstGeom prst="rect">
              <a:avLst/>
            </a:prstGeom>
          </p:spPr>
        </p:pic>
        <p:pic>
          <p:nvPicPr>
            <p:cNvPr id="464" name="Graphique 463" descr="Bulle de discussion avec un remplissage uni">
              <a:extLst>
                <a:ext uri="{FF2B5EF4-FFF2-40B4-BE49-F238E27FC236}">
                  <a16:creationId xmlns:a16="http://schemas.microsoft.com/office/drawing/2014/main" id="{358FC11F-FF70-4588-BCB0-897610D254C6}"/>
                </a:ext>
              </a:extLst>
            </p:cNvPr>
            <p:cNvPicPr>
              <a:picLocks noChangeAspect="1"/>
            </p:cNvPicPr>
            <p:nvPr/>
          </p:nvPicPr>
          <p:blipFill>
            <a:blip r:embed="rId116">
              <a:extLst>
                <a:ext uri="{28A0092B-C50C-407E-A947-70E740481C1C}">
                  <a14:useLocalDpi xmlns:a14="http://schemas.microsoft.com/office/drawing/2010/main" val="0"/>
                </a:ext>
                <a:ext uri="{96DAC541-7B7A-43D3-8B79-37D633B846F1}">
                  <asvg:svgBlip xmlns:asvg="http://schemas.microsoft.com/office/drawing/2016/SVG/main" r:embed="rId117"/>
                </a:ext>
              </a:extLst>
            </a:blip>
            <a:stretch>
              <a:fillRect/>
            </a:stretch>
          </p:blipFill>
          <p:spPr>
            <a:xfrm>
              <a:off x="9095901" y="5796734"/>
              <a:ext cx="854675" cy="760203"/>
            </a:xfrm>
            <a:prstGeom prst="rect">
              <a:avLst/>
            </a:prstGeom>
          </p:spPr>
        </p:pic>
        <p:pic>
          <p:nvPicPr>
            <p:cNvPr id="465" name="Graphique 464" descr="Bulle de discussion avec un remplissage uni">
              <a:extLst>
                <a:ext uri="{FF2B5EF4-FFF2-40B4-BE49-F238E27FC236}">
                  <a16:creationId xmlns:a16="http://schemas.microsoft.com/office/drawing/2014/main" id="{E4F47C4F-2798-4233-8092-82F207C2CFD0}"/>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10579640" y="4680118"/>
              <a:ext cx="590818" cy="525512"/>
            </a:xfrm>
            <a:prstGeom prst="rect">
              <a:avLst/>
            </a:prstGeom>
          </p:spPr>
        </p:pic>
        <p:pic>
          <p:nvPicPr>
            <p:cNvPr id="466" name="Graphique 465" descr="Bulle de discussion avec un remplissage uni">
              <a:extLst>
                <a:ext uri="{FF2B5EF4-FFF2-40B4-BE49-F238E27FC236}">
                  <a16:creationId xmlns:a16="http://schemas.microsoft.com/office/drawing/2014/main" id="{1168985C-9172-4926-842F-3EE7129B450C}"/>
                </a:ext>
              </a:extLst>
            </p:cNvPr>
            <p:cNvPicPr>
              <a:picLocks noChangeAspect="1"/>
            </p:cNvPicPr>
            <p:nvPr/>
          </p:nvPicPr>
          <p:blipFill>
            <a:blip r:embed="rId114">
              <a:extLst>
                <a:ext uri="{28A0092B-C50C-407E-A947-70E740481C1C}">
                  <a14:useLocalDpi xmlns:a14="http://schemas.microsoft.com/office/drawing/2010/main" val="0"/>
                </a:ext>
                <a:ext uri="{96DAC541-7B7A-43D3-8B79-37D633B846F1}">
                  <asvg:svgBlip xmlns:asvg="http://schemas.microsoft.com/office/drawing/2016/SVG/main" r:embed="rId115"/>
                </a:ext>
              </a:extLst>
            </a:blip>
            <a:stretch>
              <a:fillRect/>
            </a:stretch>
          </p:blipFill>
          <p:spPr>
            <a:xfrm>
              <a:off x="9685167" y="5037587"/>
              <a:ext cx="1045400" cy="929846"/>
            </a:xfrm>
            <a:prstGeom prst="rect">
              <a:avLst/>
            </a:prstGeom>
          </p:spPr>
        </p:pic>
        <p:pic>
          <p:nvPicPr>
            <p:cNvPr id="467" name="Graphique 466" descr="Bulle de discussion avec un remplissage uni">
              <a:extLst>
                <a:ext uri="{FF2B5EF4-FFF2-40B4-BE49-F238E27FC236}">
                  <a16:creationId xmlns:a16="http://schemas.microsoft.com/office/drawing/2014/main" id="{BF818000-A6BE-4E48-B055-7DE783DD0F25}"/>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10381351" y="5878083"/>
              <a:ext cx="854675" cy="760203"/>
            </a:xfrm>
            <a:prstGeom prst="rect">
              <a:avLst/>
            </a:prstGeom>
          </p:spPr>
        </p:pic>
        <p:grpSp>
          <p:nvGrpSpPr>
            <p:cNvPr id="468" name="Groupe 467">
              <a:extLst>
                <a:ext uri="{FF2B5EF4-FFF2-40B4-BE49-F238E27FC236}">
                  <a16:creationId xmlns:a16="http://schemas.microsoft.com/office/drawing/2014/main" id="{0937C8C1-BEC2-4C6F-91E5-69ED946BE46F}"/>
                </a:ext>
              </a:extLst>
            </p:cNvPr>
            <p:cNvGrpSpPr/>
            <p:nvPr/>
          </p:nvGrpSpPr>
          <p:grpSpPr>
            <a:xfrm>
              <a:off x="9030901" y="4474744"/>
              <a:ext cx="467673" cy="503802"/>
              <a:chOff x="5046941" y="2636554"/>
              <a:chExt cx="550624" cy="593160"/>
            </a:xfrm>
          </p:grpSpPr>
          <p:pic>
            <p:nvPicPr>
              <p:cNvPr id="469" name="Graphique 468" descr="Monde avec un remplissage uni">
                <a:extLst>
                  <a:ext uri="{FF2B5EF4-FFF2-40B4-BE49-F238E27FC236}">
                    <a16:creationId xmlns:a16="http://schemas.microsoft.com/office/drawing/2014/main" id="{354AD977-7DA3-4C83-BDF9-034734FE2E47}"/>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470" name="Graphique 469" descr="Monde avec un remplissage uni">
                <a:extLst>
                  <a:ext uri="{FF2B5EF4-FFF2-40B4-BE49-F238E27FC236}">
                    <a16:creationId xmlns:a16="http://schemas.microsoft.com/office/drawing/2014/main" id="{16A41226-6347-4D45-837E-D1D71D13C156}"/>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grpSp>
          <p:nvGrpSpPr>
            <p:cNvPr id="471" name="Groupe 470">
              <a:extLst>
                <a:ext uri="{FF2B5EF4-FFF2-40B4-BE49-F238E27FC236}">
                  <a16:creationId xmlns:a16="http://schemas.microsoft.com/office/drawing/2014/main" id="{9E229E84-4EEE-4055-BFDF-B8A9D1D38078}"/>
                </a:ext>
              </a:extLst>
            </p:cNvPr>
            <p:cNvGrpSpPr/>
            <p:nvPr/>
          </p:nvGrpSpPr>
          <p:grpSpPr>
            <a:xfrm>
              <a:off x="8225326" y="4401158"/>
              <a:ext cx="467673" cy="503802"/>
              <a:chOff x="5046941" y="2636554"/>
              <a:chExt cx="550624" cy="593160"/>
            </a:xfrm>
          </p:grpSpPr>
          <p:pic>
            <p:nvPicPr>
              <p:cNvPr id="472" name="Graphique 471" descr="Monde avec un remplissage uni">
                <a:extLst>
                  <a:ext uri="{FF2B5EF4-FFF2-40B4-BE49-F238E27FC236}">
                    <a16:creationId xmlns:a16="http://schemas.microsoft.com/office/drawing/2014/main" id="{B63F644C-6A6B-4AB2-8D36-F94C02944D51}"/>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473" name="Graphique 472" descr="Monde avec un remplissage uni">
                <a:extLst>
                  <a:ext uri="{FF2B5EF4-FFF2-40B4-BE49-F238E27FC236}">
                    <a16:creationId xmlns:a16="http://schemas.microsoft.com/office/drawing/2014/main" id="{E14BE910-5739-4191-B231-617C5E42340C}"/>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grpSp>
          <p:nvGrpSpPr>
            <p:cNvPr id="474" name="Groupe 473">
              <a:extLst>
                <a:ext uri="{FF2B5EF4-FFF2-40B4-BE49-F238E27FC236}">
                  <a16:creationId xmlns:a16="http://schemas.microsoft.com/office/drawing/2014/main" id="{FD38057A-31D8-4C36-94BF-4472D2987190}"/>
                </a:ext>
              </a:extLst>
            </p:cNvPr>
            <p:cNvGrpSpPr/>
            <p:nvPr/>
          </p:nvGrpSpPr>
          <p:grpSpPr>
            <a:xfrm>
              <a:off x="8379702" y="5696451"/>
              <a:ext cx="467673" cy="503802"/>
              <a:chOff x="5046941" y="2636554"/>
              <a:chExt cx="550624" cy="593160"/>
            </a:xfrm>
          </p:grpSpPr>
          <p:pic>
            <p:nvPicPr>
              <p:cNvPr id="475" name="Graphique 474" descr="Monde avec un remplissage uni">
                <a:extLst>
                  <a:ext uri="{FF2B5EF4-FFF2-40B4-BE49-F238E27FC236}">
                    <a16:creationId xmlns:a16="http://schemas.microsoft.com/office/drawing/2014/main" id="{E71BBA64-0917-47AF-9889-0EB3B7C2FEBB}"/>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476" name="Graphique 475" descr="Monde avec un remplissage uni">
                <a:extLst>
                  <a:ext uri="{FF2B5EF4-FFF2-40B4-BE49-F238E27FC236}">
                    <a16:creationId xmlns:a16="http://schemas.microsoft.com/office/drawing/2014/main" id="{B66A4B4F-4C82-4AB8-B6E4-C72D2C7C4978}"/>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grpSp>
          <p:nvGrpSpPr>
            <p:cNvPr id="477" name="Groupe 476">
              <a:extLst>
                <a:ext uri="{FF2B5EF4-FFF2-40B4-BE49-F238E27FC236}">
                  <a16:creationId xmlns:a16="http://schemas.microsoft.com/office/drawing/2014/main" id="{CD6CB1DB-0628-4AFC-A020-1165CEF31CDE}"/>
                </a:ext>
              </a:extLst>
            </p:cNvPr>
            <p:cNvGrpSpPr/>
            <p:nvPr/>
          </p:nvGrpSpPr>
          <p:grpSpPr>
            <a:xfrm>
              <a:off x="9049268" y="5688500"/>
              <a:ext cx="467673" cy="503802"/>
              <a:chOff x="5046941" y="2636554"/>
              <a:chExt cx="550624" cy="593160"/>
            </a:xfrm>
          </p:grpSpPr>
          <p:pic>
            <p:nvPicPr>
              <p:cNvPr id="478" name="Graphique 477" descr="Monde avec un remplissage uni">
                <a:extLst>
                  <a:ext uri="{FF2B5EF4-FFF2-40B4-BE49-F238E27FC236}">
                    <a16:creationId xmlns:a16="http://schemas.microsoft.com/office/drawing/2014/main" id="{B591825C-2775-4741-A7F1-572F4B6603A2}"/>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479" name="Graphique 478" descr="Monde avec un remplissage uni">
                <a:extLst>
                  <a:ext uri="{FF2B5EF4-FFF2-40B4-BE49-F238E27FC236}">
                    <a16:creationId xmlns:a16="http://schemas.microsoft.com/office/drawing/2014/main" id="{F57C5067-F929-4EA3-910D-E6A80C958256}"/>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grpSp>
          <p:nvGrpSpPr>
            <p:cNvPr id="480" name="Groupe 479">
              <a:extLst>
                <a:ext uri="{FF2B5EF4-FFF2-40B4-BE49-F238E27FC236}">
                  <a16:creationId xmlns:a16="http://schemas.microsoft.com/office/drawing/2014/main" id="{3D4C42B6-9898-4B0D-86D3-00D89E73173D}"/>
                </a:ext>
              </a:extLst>
            </p:cNvPr>
            <p:cNvGrpSpPr/>
            <p:nvPr/>
          </p:nvGrpSpPr>
          <p:grpSpPr>
            <a:xfrm>
              <a:off x="10194496" y="4834448"/>
              <a:ext cx="467673" cy="503802"/>
              <a:chOff x="5046941" y="2636554"/>
              <a:chExt cx="550624" cy="593160"/>
            </a:xfrm>
          </p:grpSpPr>
          <p:pic>
            <p:nvPicPr>
              <p:cNvPr id="481" name="Graphique 480" descr="Monde avec un remplissage uni">
                <a:extLst>
                  <a:ext uri="{FF2B5EF4-FFF2-40B4-BE49-F238E27FC236}">
                    <a16:creationId xmlns:a16="http://schemas.microsoft.com/office/drawing/2014/main" id="{03B8EC8F-FF94-4969-AF8F-AE35CB878928}"/>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482" name="Graphique 481" descr="Monde avec un remplissage uni">
                <a:extLst>
                  <a:ext uri="{FF2B5EF4-FFF2-40B4-BE49-F238E27FC236}">
                    <a16:creationId xmlns:a16="http://schemas.microsoft.com/office/drawing/2014/main" id="{67765383-9966-4EE1-AA7A-FC3F0C1B9856}"/>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grpSp>
          <p:nvGrpSpPr>
            <p:cNvPr id="483" name="Groupe 482">
              <a:extLst>
                <a:ext uri="{FF2B5EF4-FFF2-40B4-BE49-F238E27FC236}">
                  <a16:creationId xmlns:a16="http://schemas.microsoft.com/office/drawing/2014/main" id="{B14792BB-9A28-4A19-BF37-DF171DDA48CC}"/>
                </a:ext>
              </a:extLst>
            </p:cNvPr>
            <p:cNvGrpSpPr/>
            <p:nvPr/>
          </p:nvGrpSpPr>
          <p:grpSpPr>
            <a:xfrm>
              <a:off x="10850896" y="4471793"/>
              <a:ext cx="352745" cy="379996"/>
              <a:chOff x="5046941" y="2636554"/>
              <a:chExt cx="550624" cy="593160"/>
            </a:xfrm>
          </p:grpSpPr>
          <p:pic>
            <p:nvPicPr>
              <p:cNvPr id="484" name="Graphique 483" descr="Monde avec un remplissage uni">
                <a:extLst>
                  <a:ext uri="{FF2B5EF4-FFF2-40B4-BE49-F238E27FC236}">
                    <a16:creationId xmlns:a16="http://schemas.microsoft.com/office/drawing/2014/main" id="{99D81E78-475E-4F91-B44E-1AE76D493565}"/>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485" name="Graphique 484" descr="Monde avec un remplissage uni">
                <a:extLst>
                  <a:ext uri="{FF2B5EF4-FFF2-40B4-BE49-F238E27FC236}">
                    <a16:creationId xmlns:a16="http://schemas.microsoft.com/office/drawing/2014/main" id="{84D479BC-F304-4628-96DF-E5BFCA8AF916}"/>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grpSp>
          <p:nvGrpSpPr>
            <p:cNvPr id="486" name="Groupe 485">
              <a:extLst>
                <a:ext uri="{FF2B5EF4-FFF2-40B4-BE49-F238E27FC236}">
                  <a16:creationId xmlns:a16="http://schemas.microsoft.com/office/drawing/2014/main" id="{A93419C5-3F78-43E9-A23C-56FE4C72357A}"/>
                </a:ext>
              </a:extLst>
            </p:cNvPr>
            <p:cNvGrpSpPr/>
            <p:nvPr/>
          </p:nvGrpSpPr>
          <p:grpSpPr>
            <a:xfrm>
              <a:off x="10923408" y="5804150"/>
              <a:ext cx="352745" cy="379996"/>
              <a:chOff x="5046941" y="2636554"/>
              <a:chExt cx="550624" cy="593160"/>
            </a:xfrm>
          </p:grpSpPr>
          <p:pic>
            <p:nvPicPr>
              <p:cNvPr id="487" name="Graphique 486" descr="Monde avec un remplissage uni">
                <a:extLst>
                  <a:ext uri="{FF2B5EF4-FFF2-40B4-BE49-F238E27FC236}">
                    <a16:creationId xmlns:a16="http://schemas.microsoft.com/office/drawing/2014/main" id="{F227A023-200F-43AA-AC11-6A1BB2A685D8}"/>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488" name="Graphique 487" descr="Monde avec un remplissage uni">
                <a:extLst>
                  <a:ext uri="{FF2B5EF4-FFF2-40B4-BE49-F238E27FC236}">
                    <a16:creationId xmlns:a16="http://schemas.microsoft.com/office/drawing/2014/main" id="{855EDEDB-E5D3-4645-8291-DE725790D053}"/>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grpSp>
      <p:grpSp>
        <p:nvGrpSpPr>
          <p:cNvPr id="496" name="Groupe 495">
            <a:extLst>
              <a:ext uri="{FF2B5EF4-FFF2-40B4-BE49-F238E27FC236}">
                <a16:creationId xmlns:a16="http://schemas.microsoft.com/office/drawing/2014/main" id="{C8E8F2F9-4858-42FF-96F9-5C3440E8A397}"/>
              </a:ext>
            </a:extLst>
          </p:cNvPr>
          <p:cNvGrpSpPr/>
          <p:nvPr/>
        </p:nvGrpSpPr>
        <p:grpSpPr>
          <a:xfrm>
            <a:off x="324196" y="4275819"/>
            <a:ext cx="4128117" cy="2279544"/>
            <a:chOff x="7333936" y="3211394"/>
            <a:chExt cx="4128117" cy="2279544"/>
          </a:xfrm>
        </p:grpSpPr>
        <p:sp>
          <p:nvSpPr>
            <p:cNvPr id="497" name="Rectangle 496">
              <a:extLst>
                <a:ext uri="{FF2B5EF4-FFF2-40B4-BE49-F238E27FC236}">
                  <a16:creationId xmlns:a16="http://schemas.microsoft.com/office/drawing/2014/main" id="{9C4DE802-4998-4C53-8EB1-76E44636D8A4}"/>
                </a:ext>
              </a:extLst>
            </p:cNvPr>
            <p:cNvSpPr/>
            <p:nvPr/>
          </p:nvSpPr>
          <p:spPr>
            <a:xfrm>
              <a:off x="7333936" y="3211394"/>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98" name="Graphique 497" descr="Héroïne avec un remplissage uni">
              <a:extLst>
                <a:ext uri="{FF2B5EF4-FFF2-40B4-BE49-F238E27FC236}">
                  <a16:creationId xmlns:a16="http://schemas.microsoft.com/office/drawing/2014/main" id="{80E0231A-7B4D-4EF3-B2E0-6618C7094083}"/>
                </a:ext>
              </a:extLst>
            </p:cNvPr>
            <p:cNvPicPr>
              <a:picLocks noChangeAspect="1"/>
            </p:cNvPicPr>
            <p:nvPr/>
          </p:nvPicPr>
          <p:blipFill>
            <a:blip r:embed="rId118">
              <a:extLst>
                <a:ext uri="{28A0092B-C50C-407E-A947-70E740481C1C}">
                  <a14:useLocalDpi xmlns:a14="http://schemas.microsoft.com/office/drawing/2010/main" val="0"/>
                </a:ext>
                <a:ext uri="{96DAC541-7B7A-43D3-8B79-37D633B846F1}">
                  <asvg:svgBlip xmlns:asvg="http://schemas.microsoft.com/office/drawing/2016/SVG/main" r:embed="rId119"/>
                </a:ext>
              </a:extLst>
            </a:blip>
            <a:stretch>
              <a:fillRect/>
            </a:stretch>
          </p:blipFill>
          <p:spPr>
            <a:xfrm>
              <a:off x="7437307" y="4982367"/>
              <a:ext cx="501382" cy="501382"/>
            </a:xfrm>
            <a:prstGeom prst="rect">
              <a:avLst/>
            </a:prstGeom>
          </p:spPr>
        </p:pic>
        <p:grpSp>
          <p:nvGrpSpPr>
            <p:cNvPr id="499" name="Groupe 498">
              <a:extLst>
                <a:ext uri="{FF2B5EF4-FFF2-40B4-BE49-F238E27FC236}">
                  <a16:creationId xmlns:a16="http://schemas.microsoft.com/office/drawing/2014/main" id="{212E49E1-C3E1-4812-8F78-E5A602E30BBB}"/>
                </a:ext>
              </a:extLst>
            </p:cNvPr>
            <p:cNvGrpSpPr/>
            <p:nvPr/>
          </p:nvGrpSpPr>
          <p:grpSpPr>
            <a:xfrm>
              <a:off x="8911916" y="3316227"/>
              <a:ext cx="912157" cy="982623"/>
              <a:chOff x="5046941" y="2636554"/>
              <a:chExt cx="550624" cy="593160"/>
            </a:xfrm>
          </p:grpSpPr>
          <p:pic>
            <p:nvPicPr>
              <p:cNvPr id="505" name="Graphique 504" descr="Monde avec un remplissage uni">
                <a:extLst>
                  <a:ext uri="{FF2B5EF4-FFF2-40B4-BE49-F238E27FC236}">
                    <a16:creationId xmlns:a16="http://schemas.microsoft.com/office/drawing/2014/main" id="{38BDEBB9-0288-4BAA-BF8A-F28A0B1AED24}"/>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506" name="Graphique 505" descr="Monde avec un remplissage uni">
                <a:extLst>
                  <a:ext uri="{FF2B5EF4-FFF2-40B4-BE49-F238E27FC236}">
                    <a16:creationId xmlns:a16="http://schemas.microsoft.com/office/drawing/2014/main" id="{069E5118-5328-4591-BBD2-157F99E52242}"/>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sp>
          <p:nvSpPr>
            <p:cNvPr id="500" name="ZoneTexte 499">
              <a:extLst>
                <a:ext uri="{FF2B5EF4-FFF2-40B4-BE49-F238E27FC236}">
                  <a16:creationId xmlns:a16="http://schemas.microsoft.com/office/drawing/2014/main" id="{5B1EC00D-5510-4CBD-80FE-D6751947189D}"/>
                </a:ext>
              </a:extLst>
            </p:cNvPr>
            <p:cNvSpPr txBox="1"/>
            <p:nvPr/>
          </p:nvSpPr>
          <p:spPr>
            <a:xfrm>
              <a:off x="7821171" y="4235698"/>
              <a:ext cx="3093646" cy="307777"/>
            </a:xfrm>
            <a:prstGeom prst="rect">
              <a:avLst/>
            </a:prstGeom>
            <a:solidFill>
              <a:schemeClr val="bg1">
                <a:lumMod val="85000"/>
              </a:schemeClr>
            </a:solidFill>
          </p:spPr>
          <p:txBody>
            <a:bodyPr wrap="square" rtlCol="0">
              <a:spAutoFit/>
            </a:bodyPr>
            <a:lstStyle/>
            <a:p>
              <a:pPr algn="ctr"/>
              <a:r>
                <a:rPr lang="fr-FR" sz="1400" dirty="0" err="1">
                  <a:solidFill>
                    <a:srgbClr val="3494BA"/>
                  </a:solidFill>
                </a:rPr>
                <a:t>Xxxx</a:t>
              </a:r>
              <a:r>
                <a:rPr lang="fr-FR" sz="1400" dirty="0">
                  <a:solidFill>
                    <a:srgbClr val="3494BA"/>
                  </a:solidFill>
                </a:rPr>
                <a:t>  xx   </a:t>
              </a:r>
              <a:r>
                <a:rPr lang="fr-FR" sz="1400" dirty="0" err="1">
                  <a:solidFill>
                    <a:srgbClr val="3494BA"/>
                  </a:solidFill>
                </a:rPr>
                <a:t>xxxxx</a:t>
              </a:r>
              <a:r>
                <a:rPr lang="fr-FR" sz="1400" dirty="0">
                  <a:solidFill>
                    <a:srgbClr val="3494BA"/>
                  </a:solidFill>
                </a:rPr>
                <a:t>  </a:t>
              </a:r>
              <a:r>
                <a:rPr lang="fr-FR" sz="1400" dirty="0" err="1">
                  <a:solidFill>
                    <a:srgbClr val="3494BA"/>
                  </a:solidFill>
                </a:rPr>
                <a:t>xxxxxxxx</a:t>
              </a:r>
              <a:r>
                <a:rPr lang="fr-FR" sz="1400" dirty="0">
                  <a:solidFill>
                    <a:srgbClr val="3494BA"/>
                  </a:solidFill>
                </a:rPr>
                <a:t> </a:t>
              </a:r>
              <a:r>
                <a:rPr lang="fr-FR" sz="1400" dirty="0" err="1">
                  <a:solidFill>
                    <a:srgbClr val="3494BA"/>
                  </a:solidFill>
                </a:rPr>
                <a:t>xxxx</a:t>
              </a:r>
              <a:endParaRPr lang="fr-FR" sz="1400" dirty="0">
                <a:solidFill>
                  <a:srgbClr val="3494BA"/>
                </a:solidFill>
              </a:endParaRPr>
            </a:p>
          </p:txBody>
        </p:sp>
        <p:sp>
          <p:nvSpPr>
            <p:cNvPr id="501" name="Bulle narrative : ronde 500">
              <a:extLst>
                <a:ext uri="{FF2B5EF4-FFF2-40B4-BE49-F238E27FC236}">
                  <a16:creationId xmlns:a16="http://schemas.microsoft.com/office/drawing/2014/main" id="{06B543E4-03C7-42AB-A17F-FF838AAC4403}"/>
                </a:ext>
              </a:extLst>
            </p:cNvPr>
            <p:cNvSpPr/>
            <p:nvPr/>
          </p:nvSpPr>
          <p:spPr>
            <a:xfrm>
              <a:off x="7821170" y="4762486"/>
              <a:ext cx="2366769" cy="301895"/>
            </a:xfrm>
            <a:prstGeom prst="wedgeEllipseCallout">
              <a:avLst>
                <a:gd name="adj1" fmla="val -43692"/>
                <a:gd name="adj2" fmla="val 5492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dirty="0" err="1">
                  <a:solidFill>
                    <a:schemeClr val="bg1"/>
                  </a:solidFill>
                </a:rPr>
                <a:t>Xxxx</a:t>
              </a:r>
              <a:r>
                <a:rPr lang="fr-FR" sz="800" dirty="0">
                  <a:solidFill>
                    <a:schemeClr val="bg1"/>
                  </a:solidFill>
                </a:rPr>
                <a:t>  xx   </a:t>
              </a:r>
              <a:r>
                <a:rPr lang="fr-FR" sz="800" dirty="0" err="1">
                  <a:solidFill>
                    <a:schemeClr val="bg1"/>
                  </a:solidFill>
                </a:rPr>
                <a:t>xxxxx</a:t>
              </a:r>
              <a:r>
                <a:rPr lang="fr-FR" sz="800" dirty="0">
                  <a:solidFill>
                    <a:schemeClr val="bg1"/>
                  </a:solidFill>
                </a:rPr>
                <a:t>  </a:t>
              </a:r>
              <a:r>
                <a:rPr lang="fr-FR" sz="800" dirty="0" err="1">
                  <a:solidFill>
                    <a:schemeClr val="bg1"/>
                  </a:solidFill>
                </a:rPr>
                <a:t>xxxxxxxx</a:t>
              </a:r>
              <a:r>
                <a:rPr lang="fr-FR" sz="800" dirty="0">
                  <a:solidFill>
                    <a:schemeClr val="bg1"/>
                  </a:solidFill>
                </a:rPr>
                <a:t> </a:t>
              </a:r>
              <a:r>
                <a:rPr lang="fr-FR" sz="800" dirty="0" err="1">
                  <a:solidFill>
                    <a:schemeClr val="bg1"/>
                  </a:solidFill>
                </a:rPr>
                <a:t>xxxx</a:t>
              </a:r>
              <a:endParaRPr lang="fr-FR" sz="800" dirty="0">
                <a:solidFill>
                  <a:schemeClr val="bg1"/>
                </a:solidFill>
              </a:endParaRPr>
            </a:p>
          </p:txBody>
        </p:sp>
        <p:grpSp>
          <p:nvGrpSpPr>
            <p:cNvPr id="502" name="Groupe 501">
              <a:extLst>
                <a:ext uri="{FF2B5EF4-FFF2-40B4-BE49-F238E27FC236}">
                  <a16:creationId xmlns:a16="http://schemas.microsoft.com/office/drawing/2014/main" id="{8A94CB24-7823-4969-83AF-165280F96EB0}"/>
                </a:ext>
              </a:extLst>
            </p:cNvPr>
            <p:cNvGrpSpPr/>
            <p:nvPr/>
          </p:nvGrpSpPr>
          <p:grpSpPr>
            <a:xfrm>
              <a:off x="7918293" y="4661665"/>
              <a:ext cx="223601" cy="240875"/>
              <a:chOff x="5046941" y="2636554"/>
              <a:chExt cx="550624" cy="593160"/>
            </a:xfrm>
          </p:grpSpPr>
          <p:pic>
            <p:nvPicPr>
              <p:cNvPr id="503" name="Graphique 502" descr="Monde avec un remplissage uni">
                <a:extLst>
                  <a:ext uri="{FF2B5EF4-FFF2-40B4-BE49-F238E27FC236}">
                    <a16:creationId xmlns:a16="http://schemas.microsoft.com/office/drawing/2014/main" id="{B9342BC2-6E9F-4ACF-9A24-B8C6A31F2546}"/>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504" name="Graphique 503" descr="Monde avec un remplissage uni">
                <a:extLst>
                  <a:ext uri="{FF2B5EF4-FFF2-40B4-BE49-F238E27FC236}">
                    <a16:creationId xmlns:a16="http://schemas.microsoft.com/office/drawing/2014/main" id="{8257ADB7-17BB-4764-A2F0-AB568E89494D}"/>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grpSp>
      <p:grpSp>
        <p:nvGrpSpPr>
          <p:cNvPr id="570" name="Groupe 569">
            <a:extLst>
              <a:ext uri="{FF2B5EF4-FFF2-40B4-BE49-F238E27FC236}">
                <a16:creationId xmlns:a16="http://schemas.microsoft.com/office/drawing/2014/main" id="{AAC130E9-7FFD-4F1F-BE7D-8F444D710E7E}"/>
              </a:ext>
            </a:extLst>
          </p:cNvPr>
          <p:cNvGrpSpPr/>
          <p:nvPr/>
        </p:nvGrpSpPr>
        <p:grpSpPr>
          <a:xfrm>
            <a:off x="6643649" y="1243855"/>
            <a:ext cx="1591072" cy="878589"/>
            <a:chOff x="4856867" y="4459486"/>
            <a:chExt cx="4128117" cy="2279544"/>
          </a:xfrm>
        </p:grpSpPr>
        <p:sp>
          <p:nvSpPr>
            <p:cNvPr id="541" name="Rectangle 540">
              <a:extLst>
                <a:ext uri="{FF2B5EF4-FFF2-40B4-BE49-F238E27FC236}">
                  <a16:creationId xmlns:a16="http://schemas.microsoft.com/office/drawing/2014/main" id="{022FFDD3-45C0-4FC1-9865-8909263D8E7D}"/>
                </a:ext>
              </a:extLst>
            </p:cNvPr>
            <p:cNvSpPr/>
            <p:nvPr/>
          </p:nvSpPr>
          <p:spPr>
            <a:xfrm>
              <a:off x="4856867" y="4459486"/>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42" name="Groupe 541">
              <a:extLst>
                <a:ext uri="{FF2B5EF4-FFF2-40B4-BE49-F238E27FC236}">
                  <a16:creationId xmlns:a16="http://schemas.microsoft.com/office/drawing/2014/main" id="{2CFE665C-45E1-4B67-8960-0858D5C85304}"/>
                </a:ext>
              </a:extLst>
            </p:cNvPr>
            <p:cNvGrpSpPr/>
            <p:nvPr/>
          </p:nvGrpSpPr>
          <p:grpSpPr>
            <a:xfrm>
              <a:off x="5242491" y="4729078"/>
              <a:ext cx="358509" cy="386205"/>
              <a:chOff x="5046941" y="2636554"/>
              <a:chExt cx="550624" cy="593160"/>
            </a:xfrm>
          </p:grpSpPr>
          <p:pic>
            <p:nvPicPr>
              <p:cNvPr id="543" name="Graphique 542" descr="Monde avec un remplissage uni">
                <a:extLst>
                  <a:ext uri="{FF2B5EF4-FFF2-40B4-BE49-F238E27FC236}">
                    <a16:creationId xmlns:a16="http://schemas.microsoft.com/office/drawing/2014/main" id="{42A55DA9-DF60-42A4-B7A6-B8861E86FEC2}"/>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544" name="Graphique 543" descr="Monde avec un remplissage uni">
                <a:extLst>
                  <a:ext uri="{FF2B5EF4-FFF2-40B4-BE49-F238E27FC236}">
                    <a16:creationId xmlns:a16="http://schemas.microsoft.com/office/drawing/2014/main" id="{94FD668C-A1F1-4C38-BDC9-DC5C7364F903}"/>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pic>
          <p:nvPicPr>
            <p:cNvPr id="545" name="Graphique 544" descr="Salle de conseil avec un remplissage uni">
              <a:extLst>
                <a:ext uri="{FF2B5EF4-FFF2-40B4-BE49-F238E27FC236}">
                  <a16:creationId xmlns:a16="http://schemas.microsoft.com/office/drawing/2014/main" id="{32CE1D45-5E12-400C-86E4-6E0AA0046289}"/>
                </a:ext>
              </a:extLst>
            </p:cNvPr>
            <p:cNvPicPr>
              <a:picLocks noChangeAspect="1"/>
            </p:cNvPicPr>
            <p:nvPr/>
          </p:nvPicPr>
          <p:blipFill>
            <a:blip r:embed="rId120">
              <a:extLst>
                <a:ext uri="{28A0092B-C50C-407E-A947-70E740481C1C}">
                  <a14:useLocalDpi xmlns:a14="http://schemas.microsoft.com/office/drawing/2010/main" val="0"/>
                </a:ext>
                <a:ext uri="{96DAC541-7B7A-43D3-8B79-37D633B846F1}">
                  <asvg:svgBlip xmlns:asvg="http://schemas.microsoft.com/office/drawing/2016/SVG/main" r:embed="rId121"/>
                </a:ext>
              </a:extLst>
            </a:blip>
            <a:stretch>
              <a:fillRect/>
            </a:stretch>
          </p:blipFill>
          <p:spPr>
            <a:xfrm>
              <a:off x="7620717" y="5543550"/>
              <a:ext cx="914400" cy="914400"/>
            </a:xfrm>
            <a:prstGeom prst="rect">
              <a:avLst/>
            </a:prstGeom>
          </p:spPr>
        </p:pic>
        <p:pic>
          <p:nvPicPr>
            <p:cNvPr id="546" name="Graphique 545" descr="Culturiste avec un remplissage uni">
              <a:extLst>
                <a:ext uri="{FF2B5EF4-FFF2-40B4-BE49-F238E27FC236}">
                  <a16:creationId xmlns:a16="http://schemas.microsoft.com/office/drawing/2014/main" id="{F2715516-5807-4506-96CF-865F960D98E3}"/>
                </a:ext>
              </a:extLst>
            </p:cNvPr>
            <p:cNvPicPr>
              <a:picLocks noChangeAspect="1"/>
            </p:cNvPicPr>
            <p:nvPr/>
          </p:nvPicPr>
          <p:blipFill>
            <a:blip r:embed="rId122">
              <a:extLst>
                <a:ext uri="{28A0092B-C50C-407E-A947-70E740481C1C}">
                  <a14:useLocalDpi xmlns:a14="http://schemas.microsoft.com/office/drawing/2010/main" val="0"/>
                </a:ext>
                <a:ext uri="{96DAC541-7B7A-43D3-8B79-37D633B846F1}">
                  <asvg:svgBlip xmlns:asvg="http://schemas.microsoft.com/office/drawing/2016/SVG/main" r:embed="rId123"/>
                </a:ext>
              </a:extLst>
            </a:blip>
            <a:stretch>
              <a:fillRect/>
            </a:stretch>
          </p:blipFill>
          <p:spPr>
            <a:xfrm>
              <a:off x="7769008" y="4616441"/>
              <a:ext cx="914400" cy="914400"/>
            </a:xfrm>
            <a:prstGeom prst="rect">
              <a:avLst/>
            </a:prstGeom>
          </p:spPr>
        </p:pic>
        <p:pic>
          <p:nvPicPr>
            <p:cNvPr id="547" name="Graphique 546" descr="Homme ouvrier du bâtiment avec un remplissage uni">
              <a:extLst>
                <a:ext uri="{FF2B5EF4-FFF2-40B4-BE49-F238E27FC236}">
                  <a16:creationId xmlns:a16="http://schemas.microsoft.com/office/drawing/2014/main" id="{0C3998D7-0570-49DA-8632-0BE69B62A409}"/>
                </a:ext>
              </a:extLst>
            </p:cNvPr>
            <p:cNvPicPr>
              <a:picLocks noChangeAspect="1"/>
            </p:cNvPicPr>
            <p:nvPr/>
          </p:nvPicPr>
          <p:blipFill>
            <a:blip r:embed="rId124">
              <a:extLst>
                <a:ext uri="{28A0092B-C50C-407E-A947-70E740481C1C}">
                  <a14:useLocalDpi xmlns:a14="http://schemas.microsoft.com/office/drawing/2010/main" val="0"/>
                </a:ext>
                <a:ext uri="{96DAC541-7B7A-43D3-8B79-37D633B846F1}">
                  <asvg:svgBlip xmlns:asvg="http://schemas.microsoft.com/office/drawing/2016/SVG/main" r:embed="rId125"/>
                </a:ext>
              </a:extLst>
            </a:blip>
            <a:stretch>
              <a:fillRect/>
            </a:stretch>
          </p:blipFill>
          <p:spPr>
            <a:xfrm>
              <a:off x="6598243" y="4599980"/>
              <a:ext cx="914400" cy="914400"/>
            </a:xfrm>
            <a:prstGeom prst="rect">
              <a:avLst/>
            </a:prstGeom>
          </p:spPr>
        </p:pic>
        <p:pic>
          <p:nvPicPr>
            <p:cNvPr id="548" name="Graphique 547" descr="Calendrier journalier avec un remplissage uni">
              <a:extLst>
                <a:ext uri="{FF2B5EF4-FFF2-40B4-BE49-F238E27FC236}">
                  <a16:creationId xmlns:a16="http://schemas.microsoft.com/office/drawing/2014/main" id="{D77725FD-0382-4EE6-B6B0-6188E458111D}"/>
                </a:ext>
              </a:extLst>
            </p:cNvPr>
            <p:cNvPicPr>
              <a:picLocks noChangeAspect="1"/>
            </p:cNvPicPr>
            <p:nvPr/>
          </p:nvPicPr>
          <p:blipFill>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tretch>
              <a:fillRect/>
            </a:stretch>
          </p:blipFill>
          <p:spPr>
            <a:xfrm>
              <a:off x="6400560" y="5631451"/>
              <a:ext cx="914400" cy="914400"/>
            </a:xfrm>
            <a:prstGeom prst="rect">
              <a:avLst/>
            </a:prstGeom>
          </p:spPr>
        </p:pic>
        <p:pic>
          <p:nvPicPr>
            <p:cNvPr id="549" name="Graphique 548" descr="Base de données avec un remplissage uni">
              <a:extLst>
                <a:ext uri="{FF2B5EF4-FFF2-40B4-BE49-F238E27FC236}">
                  <a16:creationId xmlns:a16="http://schemas.microsoft.com/office/drawing/2014/main" id="{D8C621A4-8463-425B-8ADF-8241512DE831}"/>
                </a:ext>
              </a:extLst>
            </p:cNvPr>
            <p:cNvPicPr>
              <a:picLocks noChangeAspect="1"/>
            </p:cNvPicPr>
            <p:nvPr/>
          </p:nvPicPr>
          <p:blipFill>
            <a:blip r:embed="rId128">
              <a:extLst>
                <a:ext uri="{28A0092B-C50C-407E-A947-70E740481C1C}">
                  <a14:useLocalDpi xmlns:a14="http://schemas.microsoft.com/office/drawing/2010/main" val="0"/>
                </a:ext>
                <a:ext uri="{96DAC541-7B7A-43D3-8B79-37D633B846F1}">
                  <asvg:svgBlip xmlns:asvg="http://schemas.microsoft.com/office/drawing/2016/SVG/main" r:embed="rId129"/>
                </a:ext>
              </a:extLst>
            </a:blip>
            <a:stretch>
              <a:fillRect/>
            </a:stretch>
          </p:blipFill>
          <p:spPr>
            <a:xfrm>
              <a:off x="5637603" y="4884634"/>
              <a:ext cx="914400" cy="914400"/>
            </a:xfrm>
            <a:prstGeom prst="rect">
              <a:avLst/>
            </a:prstGeom>
          </p:spPr>
        </p:pic>
        <p:pic>
          <p:nvPicPr>
            <p:cNvPr id="550" name="Graphique 549" descr="Podium avec un remplissage uni">
              <a:extLst>
                <a:ext uri="{FF2B5EF4-FFF2-40B4-BE49-F238E27FC236}">
                  <a16:creationId xmlns:a16="http://schemas.microsoft.com/office/drawing/2014/main" id="{55943ACA-0610-4A93-9493-35F384763E5D}"/>
                </a:ext>
              </a:extLst>
            </p:cNvPr>
            <p:cNvPicPr>
              <a:picLocks noChangeAspect="1"/>
            </p:cNvPicPr>
            <p:nvPr/>
          </p:nvPicPr>
          <p:blipFill>
            <a:blip r:embed="rId130">
              <a:extLst>
                <a:ext uri="{28A0092B-C50C-407E-A947-70E740481C1C}">
                  <a14:useLocalDpi xmlns:a14="http://schemas.microsoft.com/office/drawing/2010/main" val="0"/>
                </a:ext>
                <a:ext uri="{96DAC541-7B7A-43D3-8B79-37D633B846F1}">
                  <asvg:svgBlip xmlns:asvg="http://schemas.microsoft.com/office/drawing/2016/SVG/main" r:embed="rId131"/>
                </a:ext>
              </a:extLst>
            </a:blip>
            <a:stretch>
              <a:fillRect/>
            </a:stretch>
          </p:blipFill>
          <p:spPr>
            <a:xfrm>
              <a:off x="5156867" y="5698165"/>
              <a:ext cx="914400" cy="914400"/>
            </a:xfrm>
            <a:prstGeom prst="rect">
              <a:avLst/>
            </a:prstGeom>
          </p:spPr>
        </p:pic>
        <p:grpSp>
          <p:nvGrpSpPr>
            <p:cNvPr id="551" name="Groupe 550">
              <a:extLst>
                <a:ext uri="{FF2B5EF4-FFF2-40B4-BE49-F238E27FC236}">
                  <a16:creationId xmlns:a16="http://schemas.microsoft.com/office/drawing/2014/main" id="{6821C8F8-8B71-4BC1-AD39-339AE93E99DD}"/>
                </a:ext>
              </a:extLst>
            </p:cNvPr>
            <p:cNvGrpSpPr/>
            <p:nvPr/>
          </p:nvGrpSpPr>
          <p:grpSpPr>
            <a:xfrm>
              <a:off x="7819235" y="4502775"/>
              <a:ext cx="437852" cy="471677"/>
              <a:chOff x="5046941" y="2636554"/>
              <a:chExt cx="550624" cy="593160"/>
            </a:xfrm>
          </p:grpSpPr>
          <p:pic>
            <p:nvPicPr>
              <p:cNvPr id="552" name="Graphique 551" descr="Monde avec un remplissage uni">
                <a:extLst>
                  <a:ext uri="{FF2B5EF4-FFF2-40B4-BE49-F238E27FC236}">
                    <a16:creationId xmlns:a16="http://schemas.microsoft.com/office/drawing/2014/main" id="{DEA2562A-FF12-428D-B507-A22459DF02AA}"/>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553" name="Graphique 552" descr="Monde avec un remplissage uni">
                <a:extLst>
                  <a:ext uri="{FF2B5EF4-FFF2-40B4-BE49-F238E27FC236}">
                    <a16:creationId xmlns:a16="http://schemas.microsoft.com/office/drawing/2014/main" id="{4FAA758E-B906-4C9B-8A12-D9A110EE919D}"/>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grpSp>
          <p:nvGrpSpPr>
            <p:cNvPr id="554" name="Groupe 553">
              <a:extLst>
                <a:ext uri="{FF2B5EF4-FFF2-40B4-BE49-F238E27FC236}">
                  <a16:creationId xmlns:a16="http://schemas.microsoft.com/office/drawing/2014/main" id="{D2712D4D-9434-487E-98CE-0E02E6614327}"/>
                </a:ext>
              </a:extLst>
            </p:cNvPr>
            <p:cNvGrpSpPr/>
            <p:nvPr/>
          </p:nvGrpSpPr>
          <p:grpSpPr>
            <a:xfrm>
              <a:off x="7142454" y="5073641"/>
              <a:ext cx="437852" cy="471677"/>
              <a:chOff x="5046941" y="2636554"/>
              <a:chExt cx="550624" cy="593160"/>
            </a:xfrm>
          </p:grpSpPr>
          <p:pic>
            <p:nvPicPr>
              <p:cNvPr id="555" name="Graphique 554" descr="Monde avec un remplissage uni">
                <a:extLst>
                  <a:ext uri="{FF2B5EF4-FFF2-40B4-BE49-F238E27FC236}">
                    <a16:creationId xmlns:a16="http://schemas.microsoft.com/office/drawing/2014/main" id="{78F6975B-87C8-4CC4-A4F4-C016C42B84EB}"/>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556" name="Graphique 555" descr="Monde avec un remplissage uni">
                <a:extLst>
                  <a:ext uri="{FF2B5EF4-FFF2-40B4-BE49-F238E27FC236}">
                    <a16:creationId xmlns:a16="http://schemas.microsoft.com/office/drawing/2014/main" id="{7BA30178-D6DE-4A33-8CAD-7616FAB0E9CC}"/>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grpSp>
          <p:nvGrpSpPr>
            <p:cNvPr id="557" name="Groupe 556">
              <a:extLst>
                <a:ext uri="{FF2B5EF4-FFF2-40B4-BE49-F238E27FC236}">
                  <a16:creationId xmlns:a16="http://schemas.microsoft.com/office/drawing/2014/main" id="{EBC74BA2-A913-4CF9-8AA1-0BF27FAFAE4D}"/>
                </a:ext>
              </a:extLst>
            </p:cNvPr>
            <p:cNvGrpSpPr/>
            <p:nvPr/>
          </p:nvGrpSpPr>
          <p:grpSpPr>
            <a:xfrm>
              <a:off x="7858991" y="5632266"/>
              <a:ext cx="437852" cy="471677"/>
              <a:chOff x="5046941" y="2636554"/>
              <a:chExt cx="550624" cy="593160"/>
            </a:xfrm>
          </p:grpSpPr>
          <p:pic>
            <p:nvPicPr>
              <p:cNvPr id="558" name="Graphique 557" descr="Monde avec un remplissage uni">
                <a:extLst>
                  <a:ext uri="{FF2B5EF4-FFF2-40B4-BE49-F238E27FC236}">
                    <a16:creationId xmlns:a16="http://schemas.microsoft.com/office/drawing/2014/main" id="{B85796C5-3763-4BDC-BC3F-BC57156BD712}"/>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559" name="Graphique 558" descr="Monde avec un remplissage uni">
                <a:extLst>
                  <a:ext uri="{FF2B5EF4-FFF2-40B4-BE49-F238E27FC236}">
                    <a16:creationId xmlns:a16="http://schemas.microsoft.com/office/drawing/2014/main" id="{3D1C0388-039B-423F-879A-F4C5901CA0B4}"/>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grpSp>
          <p:nvGrpSpPr>
            <p:cNvPr id="560" name="Groupe 559">
              <a:extLst>
                <a:ext uri="{FF2B5EF4-FFF2-40B4-BE49-F238E27FC236}">
                  <a16:creationId xmlns:a16="http://schemas.microsoft.com/office/drawing/2014/main" id="{021AB4F7-8940-42AD-9255-DB27510E6DBE}"/>
                </a:ext>
              </a:extLst>
            </p:cNvPr>
            <p:cNvGrpSpPr/>
            <p:nvPr/>
          </p:nvGrpSpPr>
          <p:grpSpPr>
            <a:xfrm>
              <a:off x="6903631" y="6113039"/>
              <a:ext cx="437852" cy="471677"/>
              <a:chOff x="5046941" y="2636554"/>
              <a:chExt cx="550624" cy="593160"/>
            </a:xfrm>
          </p:grpSpPr>
          <p:pic>
            <p:nvPicPr>
              <p:cNvPr id="561" name="Graphique 560" descr="Monde avec un remplissage uni">
                <a:extLst>
                  <a:ext uri="{FF2B5EF4-FFF2-40B4-BE49-F238E27FC236}">
                    <a16:creationId xmlns:a16="http://schemas.microsoft.com/office/drawing/2014/main" id="{0C8A25D2-C6B7-422A-959F-03AB217008BA}"/>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562" name="Graphique 561" descr="Monde avec un remplissage uni">
                <a:extLst>
                  <a:ext uri="{FF2B5EF4-FFF2-40B4-BE49-F238E27FC236}">
                    <a16:creationId xmlns:a16="http://schemas.microsoft.com/office/drawing/2014/main" id="{F16774AF-6089-49C3-B20E-3983E26C6599}"/>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grpSp>
          <p:nvGrpSpPr>
            <p:cNvPr id="563" name="Groupe 562">
              <a:extLst>
                <a:ext uri="{FF2B5EF4-FFF2-40B4-BE49-F238E27FC236}">
                  <a16:creationId xmlns:a16="http://schemas.microsoft.com/office/drawing/2014/main" id="{EC3B59E9-1000-4607-811A-1CFB1EFF667D}"/>
                </a:ext>
              </a:extLst>
            </p:cNvPr>
            <p:cNvGrpSpPr/>
            <p:nvPr/>
          </p:nvGrpSpPr>
          <p:grpSpPr>
            <a:xfrm>
              <a:off x="5867033" y="4664819"/>
              <a:ext cx="437852" cy="471677"/>
              <a:chOff x="5046941" y="2636554"/>
              <a:chExt cx="550624" cy="593160"/>
            </a:xfrm>
          </p:grpSpPr>
          <p:pic>
            <p:nvPicPr>
              <p:cNvPr id="564" name="Graphique 563" descr="Monde avec un remplissage uni">
                <a:extLst>
                  <a:ext uri="{FF2B5EF4-FFF2-40B4-BE49-F238E27FC236}">
                    <a16:creationId xmlns:a16="http://schemas.microsoft.com/office/drawing/2014/main" id="{D07489D9-ADF1-48FB-B18D-7E3ABCD96FA3}"/>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565" name="Graphique 564" descr="Monde avec un remplissage uni">
                <a:extLst>
                  <a:ext uri="{FF2B5EF4-FFF2-40B4-BE49-F238E27FC236}">
                    <a16:creationId xmlns:a16="http://schemas.microsoft.com/office/drawing/2014/main" id="{7346F584-A059-4044-B839-C0383208087B}"/>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grpSp>
          <p:nvGrpSpPr>
            <p:cNvPr id="566" name="Groupe 565">
              <a:extLst>
                <a:ext uri="{FF2B5EF4-FFF2-40B4-BE49-F238E27FC236}">
                  <a16:creationId xmlns:a16="http://schemas.microsoft.com/office/drawing/2014/main" id="{86254F48-E936-4ACE-AEA6-ACDB13123B5E}"/>
                </a:ext>
              </a:extLst>
            </p:cNvPr>
            <p:cNvGrpSpPr/>
            <p:nvPr/>
          </p:nvGrpSpPr>
          <p:grpSpPr>
            <a:xfrm>
              <a:off x="5395141" y="6201536"/>
              <a:ext cx="437852" cy="471677"/>
              <a:chOff x="5046941" y="2636554"/>
              <a:chExt cx="550624" cy="593160"/>
            </a:xfrm>
          </p:grpSpPr>
          <p:pic>
            <p:nvPicPr>
              <p:cNvPr id="567" name="Graphique 566" descr="Monde avec un remplissage uni">
                <a:extLst>
                  <a:ext uri="{FF2B5EF4-FFF2-40B4-BE49-F238E27FC236}">
                    <a16:creationId xmlns:a16="http://schemas.microsoft.com/office/drawing/2014/main" id="{00A75409-DC18-4CF7-833E-6ED055DA2D30}"/>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568" name="Graphique 567" descr="Monde avec un remplissage uni">
                <a:extLst>
                  <a:ext uri="{FF2B5EF4-FFF2-40B4-BE49-F238E27FC236}">
                    <a16:creationId xmlns:a16="http://schemas.microsoft.com/office/drawing/2014/main" id="{2DBB61DC-1329-41A7-AC37-7D43639970D7}"/>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pic>
          <p:nvPicPr>
            <p:cNvPr id="569" name="Graphique 568" descr="Architecture avec un remplissage uni">
              <a:extLst>
                <a:ext uri="{FF2B5EF4-FFF2-40B4-BE49-F238E27FC236}">
                  <a16:creationId xmlns:a16="http://schemas.microsoft.com/office/drawing/2014/main" id="{14ADDD0F-E06D-4E7E-B505-E2E94E73CB60}"/>
                </a:ext>
              </a:extLst>
            </p:cNvPr>
            <p:cNvPicPr>
              <a:picLocks noChangeAspect="1"/>
            </p:cNvPicPr>
            <p:nvPr/>
          </p:nvPicPr>
          <p:blipFill>
            <a:blip r:embed="rId132">
              <a:extLst>
                <a:ext uri="{28A0092B-C50C-407E-A947-70E740481C1C}">
                  <a14:useLocalDpi xmlns:a14="http://schemas.microsoft.com/office/drawing/2010/main" val="0"/>
                </a:ext>
                <a:ext uri="{96DAC541-7B7A-43D3-8B79-37D633B846F1}">
                  <asvg:svgBlip xmlns:asvg="http://schemas.microsoft.com/office/drawing/2016/SVG/main" r:embed="rId133"/>
                </a:ext>
              </a:extLst>
            </a:blip>
            <a:stretch>
              <a:fillRect/>
            </a:stretch>
          </p:blipFill>
          <p:spPr>
            <a:xfrm>
              <a:off x="5091224" y="4895802"/>
              <a:ext cx="509130" cy="509130"/>
            </a:xfrm>
            <a:prstGeom prst="rect">
              <a:avLst/>
            </a:prstGeom>
          </p:spPr>
        </p:pic>
      </p:grpSp>
      <p:grpSp>
        <p:nvGrpSpPr>
          <p:cNvPr id="595" name="Groupe 594">
            <a:extLst>
              <a:ext uri="{FF2B5EF4-FFF2-40B4-BE49-F238E27FC236}">
                <a16:creationId xmlns:a16="http://schemas.microsoft.com/office/drawing/2014/main" id="{D7EFF9E0-DA10-413A-AEE5-9F3E766F1AED}"/>
              </a:ext>
            </a:extLst>
          </p:cNvPr>
          <p:cNvGrpSpPr/>
          <p:nvPr/>
        </p:nvGrpSpPr>
        <p:grpSpPr>
          <a:xfrm>
            <a:off x="8465112" y="1260810"/>
            <a:ext cx="1512898" cy="842498"/>
            <a:chOff x="5856652" y="1392801"/>
            <a:chExt cx="4128117" cy="2298854"/>
          </a:xfrm>
        </p:grpSpPr>
        <p:sp>
          <p:nvSpPr>
            <p:cNvPr id="586" name="Rectangle 585">
              <a:extLst>
                <a:ext uri="{FF2B5EF4-FFF2-40B4-BE49-F238E27FC236}">
                  <a16:creationId xmlns:a16="http://schemas.microsoft.com/office/drawing/2014/main" id="{F67CCFC0-0490-4ACD-999E-289FAC4F59D1}"/>
                </a:ext>
              </a:extLst>
            </p:cNvPr>
            <p:cNvSpPr/>
            <p:nvPr/>
          </p:nvSpPr>
          <p:spPr>
            <a:xfrm>
              <a:off x="5856652" y="1412111"/>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87" name="Graphique 586" descr="Chiot avec un remplissage uni">
              <a:extLst>
                <a:ext uri="{FF2B5EF4-FFF2-40B4-BE49-F238E27FC236}">
                  <a16:creationId xmlns:a16="http://schemas.microsoft.com/office/drawing/2014/main" id="{3F07394C-A1F9-46D0-87FE-7D655FFE8A98}"/>
                </a:ext>
              </a:extLst>
            </p:cNvPr>
            <p:cNvPicPr>
              <a:picLocks noChangeAspect="1"/>
            </p:cNvPicPr>
            <p:nvPr/>
          </p:nvPicPr>
          <p:blipFill>
            <a:blip r:embed="rId134">
              <a:extLst>
                <a:ext uri="{28A0092B-C50C-407E-A947-70E740481C1C}">
                  <a14:useLocalDpi xmlns:a14="http://schemas.microsoft.com/office/drawing/2010/main" val="0"/>
                </a:ext>
                <a:ext uri="{96DAC541-7B7A-43D3-8B79-37D633B846F1}">
                  <asvg:svgBlip xmlns:asvg="http://schemas.microsoft.com/office/drawing/2016/SVG/main" r:embed="rId135"/>
                </a:ext>
              </a:extLst>
            </a:blip>
            <a:stretch>
              <a:fillRect/>
            </a:stretch>
          </p:blipFill>
          <p:spPr>
            <a:xfrm>
              <a:off x="7215313" y="2007699"/>
              <a:ext cx="1188322" cy="1188322"/>
            </a:xfrm>
            <a:prstGeom prst="rect">
              <a:avLst/>
            </a:prstGeom>
          </p:spPr>
        </p:pic>
        <p:pic>
          <p:nvPicPr>
            <p:cNvPr id="588" name="Graphique 587" descr="Pégase avec un remplissage uni">
              <a:extLst>
                <a:ext uri="{FF2B5EF4-FFF2-40B4-BE49-F238E27FC236}">
                  <a16:creationId xmlns:a16="http://schemas.microsoft.com/office/drawing/2014/main" id="{7049C08C-E220-4CC6-ABE7-F3BC7461A70E}"/>
                </a:ext>
              </a:extLst>
            </p:cNvPr>
            <p:cNvPicPr>
              <a:picLocks noChangeAspect="1"/>
            </p:cNvPicPr>
            <p:nvPr/>
          </p:nvPicPr>
          <p:blipFill>
            <a:blip r:embed="rId136">
              <a:extLst>
                <a:ext uri="{28A0092B-C50C-407E-A947-70E740481C1C}">
                  <a14:useLocalDpi xmlns:a14="http://schemas.microsoft.com/office/drawing/2010/main" val="0"/>
                </a:ext>
                <a:ext uri="{96DAC541-7B7A-43D3-8B79-37D633B846F1}">
                  <asvg:svgBlip xmlns:asvg="http://schemas.microsoft.com/office/drawing/2016/SVG/main" r:embed="rId137"/>
                </a:ext>
              </a:extLst>
            </a:blip>
            <a:stretch>
              <a:fillRect/>
            </a:stretch>
          </p:blipFill>
          <p:spPr>
            <a:xfrm>
              <a:off x="8150994" y="2635781"/>
              <a:ext cx="914400" cy="914400"/>
            </a:xfrm>
            <a:prstGeom prst="rect">
              <a:avLst/>
            </a:prstGeom>
          </p:spPr>
        </p:pic>
        <p:pic>
          <p:nvPicPr>
            <p:cNvPr id="589" name="Graphique 588" descr="Hibou avec un remplissage uni">
              <a:extLst>
                <a:ext uri="{FF2B5EF4-FFF2-40B4-BE49-F238E27FC236}">
                  <a16:creationId xmlns:a16="http://schemas.microsoft.com/office/drawing/2014/main" id="{79A763E5-3223-4F03-819D-8B2BF45E72E7}"/>
                </a:ext>
              </a:extLst>
            </p:cNvPr>
            <p:cNvPicPr>
              <a:picLocks noChangeAspect="1"/>
            </p:cNvPicPr>
            <p:nvPr/>
          </p:nvPicPr>
          <p:blipFill>
            <a:blip r:embed="rId138">
              <a:extLst>
                <a:ext uri="{28A0092B-C50C-407E-A947-70E740481C1C}">
                  <a14:useLocalDpi xmlns:a14="http://schemas.microsoft.com/office/drawing/2010/main" val="0"/>
                </a:ext>
                <a:ext uri="{96DAC541-7B7A-43D3-8B79-37D633B846F1}">
                  <asvg:svgBlip xmlns:asvg="http://schemas.microsoft.com/office/drawing/2016/SVG/main" r:embed="rId139"/>
                </a:ext>
              </a:extLst>
            </a:blip>
            <a:stretch>
              <a:fillRect/>
            </a:stretch>
          </p:blipFill>
          <p:spPr>
            <a:xfrm>
              <a:off x="5961609" y="1449462"/>
              <a:ext cx="914400" cy="914400"/>
            </a:xfrm>
            <a:prstGeom prst="rect">
              <a:avLst/>
            </a:prstGeom>
          </p:spPr>
        </p:pic>
        <p:pic>
          <p:nvPicPr>
            <p:cNvPr id="590" name="Graphique 589" descr="Caméléon avec un remplissage uni">
              <a:extLst>
                <a:ext uri="{FF2B5EF4-FFF2-40B4-BE49-F238E27FC236}">
                  <a16:creationId xmlns:a16="http://schemas.microsoft.com/office/drawing/2014/main" id="{8DBFFA68-25C9-4D2A-B278-05932871835C}"/>
                </a:ext>
              </a:extLst>
            </p:cNvPr>
            <p:cNvPicPr>
              <a:picLocks noChangeAspect="1"/>
            </p:cNvPicPr>
            <p:nvPr/>
          </p:nvPicPr>
          <p:blipFill>
            <a:blip r:embed="rId140">
              <a:extLst>
                <a:ext uri="{28A0092B-C50C-407E-A947-70E740481C1C}">
                  <a14:useLocalDpi xmlns:a14="http://schemas.microsoft.com/office/drawing/2010/main" val="0"/>
                </a:ext>
                <a:ext uri="{96DAC541-7B7A-43D3-8B79-37D633B846F1}">
                  <asvg:svgBlip xmlns:asvg="http://schemas.microsoft.com/office/drawing/2016/SVG/main" r:embed="rId141"/>
                </a:ext>
              </a:extLst>
            </a:blip>
            <a:stretch>
              <a:fillRect/>
            </a:stretch>
          </p:blipFill>
          <p:spPr>
            <a:xfrm>
              <a:off x="7424505" y="1416310"/>
              <a:ext cx="914400" cy="914400"/>
            </a:xfrm>
            <a:prstGeom prst="rect">
              <a:avLst/>
            </a:prstGeom>
          </p:spPr>
        </p:pic>
        <p:pic>
          <p:nvPicPr>
            <p:cNvPr id="591" name="Graphique 590" descr="Pingouin avec un remplissage uni">
              <a:extLst>
                <a:ext uri="{FF2B5EF4-FFF2-40B4-BE49-F238E27FC236}">
                  <a16:creationId xmlns:a16="http://schemas.microsoft.com/office/drawing/2014/main" id="{6B324D1A-C4FB-4301-A0F3-5AA82549F9B0}"/>
                </a:ext>
              </a:extLst>
            </p:cNvPr>
            <p:cNvPicPr>
              <a:picLocks noChangeAspect="1"/>
            </p:cNvPicPr>
            <p:nvPr/>
          </p:nvPicPr>
          <p:blipFill>
            <a:blip r:embed="rId142">
              <a:extLst>
                <a:ext uri="{28A0092B-C50C-407E-A947-70E740481C1C}">
                  <a14:useLocalDpi xmlns:a14="http://schemas.microsoft.com/office/drawing/2010/main" val="0"/>
                </a:ext>
                <a:ext uri="{96DAC541-7B7A-43D3-8B79-37D633B846F1}">
                  <asvg:svgBlip xmlns:asvg="http://schemas.microsoft.com/office/drawing/2016/SVG/main" r:embed="rId143"/>
                </a:ext>
              </a:extLst>
            </a:blip>
            <a:stretch>
              <a:fillRect/>
            </a:stretch>
          </p:blipFill>
          <p:spPr>
            <a:xfrm>
              <a:off x="9055121" y="2677203"/>
              <a:ext cx="914400" cy="914400"/>
            </a:xfrm>
            <a:prstGeom prst="rect">
              <a:avLst/>
            </a:prstGeom>
          </p:spPr>
        </p:pic>
        <p:pic>
          <p:nvPicPr>
            <p:cNvPr id="592" name="Graphique 591" descr="Paresseux avec un remplissage uni">
              <a:extLst>
                <a:ext uri="{FF2B5EF4-FFF2-40B4-BE49-F238E27FC236}">
                  <a16:creationId xmlns:a16="http://schemas.microsoft.com/office/drawing/2014/main" id="{0128BEE5-5AE9-498F-A288-DD451E756A47}"/>
                </a:ext>
              </a:extLst>
            </p:cNvPr>
            <p:cNvPicPr>
              <a:picLocks noChangeAspect="1"/>
            </p:cNvPicPr>
            <p:nvPr/>
          </p:nvPicPr>
          <p:blipFill>
            <a:blip r:embed="rId144">
              <a:extLst>
                <a:ext uri="{28A0092B-C50C-407E-A947-70E740481C1C}">
                  <a14:useLocalDpi xmlns:a14="http://schemas.microsoft.com/office/drawing/2010/main" val="0"/>
                </a:ext>
                <a:ext uri="{96DAC541-7B7A-43D3-8B79-37D633B846F1}">
                  <asvg:svgBlip xmlns:asvg="http://schemas.microsoft.com/office/drawing/2016/SVG/main" r:embed="rId145"/>
                </a:ext>
              </a:extLst>
            </a:blip>
            <a:stretch>
              <a:fillRect/>
            </a:stretch>
          </p:blipFill>
          <p:spPr>
            <a:xfrm>
              <a:off x="8924049" y="1392801"/>
              <a:ext cx="914400" cy="914400"/>
            </a:xfrm>
            <a:prstGeom prst="rect">
              <a:avLst/>
            </a:prstGeom>
          </p:spPr>
        </p:pic>
        <p:pic>
          <p:nvPicPr>
            <p:cNvPr id="593" name="Graphique 592" descr="Licorne avec un remplissage uni">
              <a:extLst>
                <a:ext uri="{FF2B5EF4-FFF2-40B4-BE49-F238E27FC236}">
                  <a16:creationId xmlns:a16="http://schemas.microsoft.com/office/drawing/2014/main" id="{7F6570AA-9FA7-49E9-9192-54D623E3E718}"/>
                </a:ext>
              </a:extLst>
            </p:cNvPr>
            <p:cNvPicPr>
              <a:picLocks noChangeAspect="1"/>
            </p:cNvPicPr>
            <p:nvPr/>
          </p:nvPicPr>
          <p:blipFill>
            <a:blip r:embed="rId146">
              <a:extLst>
                <a:ext uri="{28A0092B-C50C-407E-A947-70E740481C1C}">
                  <a14:useLocalDpi xmlns:a14="http://schemas.microsoft.com/office/drawing/2010/main" val="0"/>
                </a:ext>
                <a:ext uri="{96DAC541-7B7A-43D3-8B79-37D633B846F1}">
                  <asvg:svgBlip xmlns:asvg="http://schemas.microsoft.com/office/drawing/2016/SVG/main" r:embed="rId147"/>
                </a:ext>
              </a:extLst>
            </a:blip>
            <a:stretch>
              <a:fillRect/>
            </a:stretch>
          </p:blipFill>
          <p:spPr>
            <a:xfrm>
              <a:off x="6240002" y="2094683"/>
              <a:ext cx="914400" cy="914400"/>
            </a:xfrm>
            <a:prstGeom prst="rect">
              <a:avLst/>
            </a:prstGeom>
          </p:spPr>
        </p:pic>
        <p:pic>
          <p:nvPicPr>
            <p:cNvPr id="594" name="Graphique 593" descr="Panda avec un remplissage uni">
              <a:extLst>
                <a:ext uri="{FF2B5EF4-FFF2-40B4-BE49-F238E27FC236}">
                  <a16:creationId xmlns:a16="http://schemas.microsoft.com/office/drawing/2014/main" id="{7D8C2D5E-71C5-4C5C-A8CA-4F464B13FAC1}"/>
                </a:ext>
              </a:extLst>
            </p:cNvPr>
            <p:cNvPicPr>
              <a:picLocks noChangeAspect="1"/>
            </p:cNvPicPr>
            <p:nvPr/>
          </p:nvPicPr>
          <p:blipFill rotWithShape="1">
            <a:blip r:embed="rId148">
              <a:extLst>
                <a:ext uri="{28A0092B-C50C-407E-A947-70E740481C1C}">
                  <a14:useLocalDpi xmlns:a14="http://schemas.microsoft.com/office/drawing/2010/main" val="0"/>
                </a:ext>
                <a:ext uri="{96DAC541-7B7A-43D3-8B79-37D633B846F1}">
                  <asvg:svgBlip xmlns:asvg="http://schemas.microsoft.com/office/drawing/2016/SVG/main" r:embed="rId149"/>
                </a:ext>
              </a:extLst>
            </a:blip>
            <a:srcRect b="12965"/>
            <a:stretch/>
          </p:blipFill>
          <p:spPr>
            <a:xfrm>
              <a:off x="6499284" y="2884478"/>
              <a:ext cx="914400" cy="795843"/>
            </a:xfrm>
            <a:prstGeom prst="rect">
              <a:avLst/>
            </a:prstGeom>
          </p:spPr>
        </p:pic>
      </p:grpSp>
      <p:grpSp>
        <p:nvGrpSpPr>
          <p:cNvPr id="635" name="Groupe 634">
            <a:extLst>
              <a:ext uri="{FF2B5EF4-FFF2-40B4-BE49-F238E27FC236}">
                <a16:creationId xmlns:a16="http://schemas.microsoft.com/office/drawing/2014/main" id="{B9AF990C-ECB9-4A05-A4EF-E7389219C845}"/>
              </a:ext>
            </a:extLst>
          </p:cNvPr>
          <p:cNvGrpSpPr/>
          <p:nvPr/>
        </p:nvGrpSpPr>
        <p:grpSpPr>
          <a:xfrm>
            <a:off x="10299769" y="1210836"/>
            <a:ext cx="1521712" cy="840289"/>
            <a:chOff x="6246272" y="3226142"/>
            <a:chExt cx="4128117" cy="2279544"/>
          </a:xfrm>
        </p:grpSpPr>
        <p:sp>
          <p:nvSpPr>
            <p:cNvPr id="620" name="Rectangle 619">
              <a:extLst>
                <a:ext uri="{FF2B5EF4-FFF2-40B4-BE49-F238E27FC236}">
                  <a16:creationId xmlns:a16="http://schemas.microsoft.com/office/drawing/2014/main" id="{0604E4BE-5B17-4ABC-8411-6793994D2A54}"/>
                </a:ext>
              </a:extLst>
            </p:cNvPr>
            <p:cNvSpPr/>
            <p:nvPr/>
          </p:nvSpPr>
          <p:spPr>
            <a:xfrm>
              <a:off x="6246272" y="3226142"/>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21" name="Graphique 620" descr="Images avec un remplissage uni">
              <a:extLst>
                <a:ext uri="{FF2B5EF4-FFF2-40B4-BE49-F238E27FC236}">
                  <a16:creationId xmlns:a16="http://schemas.microsoft.com/office/drawing/2014/main" id="{011815EF-D35C-41E9-ACFF-069D245B7167}"/>
                </a:ext>
              </a:extLst>
            </p:cNvPr>
            <p:cNvPicPr>
              <a:picLocks noChangeAspect="1"/>
            </p:cNvPicPr>
            <p:nvPr/>
          </p:nvPicPr>
          <p:blipFill>
            <a:blip r:embed="rId150">
              <a:extLst>
                <a:ext uri="{28A0092B-C50C-407E-A947-70E740481C1C}">
                  <a14:useLocalDpi xmlns:a14="http://schemas.microsoft.com/office/drawing/2010/main" val="0"/>
                </a:ext>
                <a:ext uri="{96DAC541-7B7A-43D3-8B79-37D633B846F1}">
                  <asvg:svgBlip xmlns:asvg="http://schemas.microsoft.com/office/drawing/2016/SVG/main" r:embed="rId151"/>
                </a:ext>
              </a:extLst>
            </a:blip>
            <a:stretch>
              <a:fillRect/>
            </a:stretch>
          </p:blipFill>
          <p:spPr>
            <a:xfrm>
              <a:off x="6749544" y="3765082"/>
              <a:ext cx="502223" cy="502223"/>
            </a:xfrm>
            <a:prstGeom prst="rect">
              <a:avLst/>
            </a:prstGeom>
          </p:spPr>
        </p:pic>
        <p:sp>
          <p:nvSpPr>
            <p:cNvPr id="622" name="Rectangle 621">
              <a:extLst>
                <a:ext uri="{FF2B5EF4-FFF2-40B4-BE49-F238E27FC236}">
                  <a16:creationId xmlns:a16="http://schemas.microsoft.com/office/drawing/2014/main" id="{480E0936-C0DA-4A36-AEF1-E2AE103191DB}"/>
                </a:ext>
              </a:extLst>
            </p:cNvPr>
            <p:cNvSpPr/>
            <p:nvPr/>
          </p:nvSpPr>
          <p:spPr>
            <a:xfrm>
              <a:off x="6622154" y="3443748"/>
              <a:ext cx="739525" cy="93430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623" name="Groupe 622">
              <a:extLst>
                <a:ext uri="{FF2B5EF4-FFF2-40B4-BE49-F238E27FC236}">
                  <a16:creationId xmlns:a16="http://schemas.microsoft.com/office/drawing/2014/main" id="{C712C997-2347-4FD1-987E-C81DD0D91DE2}"/>
                </a:ext>
              </a:extLst>
            </p:cNvPr>
            <p:cNvGrpSpPr/>
            <p:nvPr/>
          </p:nvGrpSpPr>
          <p:grpSpPr>
            <a:xfrm>
              <a:off x="6639882" y="3456869"/>
              <a:ext cx="274393" cy="295590"/>
              <a:chOff x="5046941" y="2636554"/>
              <a:chExt cx="550624" cy="593160"/>
            </a:xfrm>
          </p:grpSpPr>
          <p:pic>
            <p:nvPicPr>
              <p:cNvPr id="624" name="Graphique 623" descr="Monde avec un remplissage uni">
                <a:extLst>
                  <a:ext uri="{FF2B5EF4-FFF2-40B4-BE49-F238E27FC236}">
                    <a16:creationId xmlns:a16="http://schemas.microsoft.com/office/drawing/2014/main" id="{B14C972A-3365-4296-97FC-7A6FE5D4D7B4}"/>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625" name="Graphique 624" descr="Monde avec un remplissage uni">
                <a:extLst>
                  <a:ext uri="{FF2B5EF4-FFF2-40B4-BE49-F238E27FC236}">
                    <a16:creationId xmlns:a16="http://schemas.microsoft.com/office/drawing/2014/main" id="{23276402-1084-4EBD-8689-A38F62B8A6FB}"/>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pic>
          <p:nvPicPr>
            <p:cNvPr id="626" name="Graphique 625" descr="Bureau avec un remplissage uni">
              <a:extLst>
                <a:ext uri="{FF2B5EF4-FFF2-40B4-BE49-F238E27FC236}">
                  <a16:creationId xmlns:a16="http://schemas.microsoft.com/office/drawing/2014/main" id="{2E4E7638-9C18-438F-BDF0-123ABE90678A}"/>
                </a:ext>
              </a:extLst>
            </p:cNvPr>
            <p:cNvPicPr>
              <a:picLocks noChangeAspect="1"/>
            </p:cNvPicPr>
            <p:nvPr/>
          </p:nvPicPr>
          <p:blipFill>
            <a:blip r:embed="rId152">
              <a:extLst>
                <a:ext uri="{28A0092B-C50C-407E-A947-70E740481C1C}">
                  <a14:useLocalDpi xmlns:a14="http://schemas.microsoft.com/office/drawing/2010/main" val="0"/>
                </a:ext>
                <a:ext uri="{96DAC541-7B7A-43D3-8B79-37D633B846F1}">
                  <asvg:svgBlip xmlns:asvg="http://schemas.microsoft.com/office/drawing/2016/SVG/main" r:embed="rId153"/>
                </a:ext>
              </a:extLst>
            </a:blip>
            <a:stretch>
              <a:fillRect/>
            </a:stretch>
          </p:blipFill>
          <p:spPr>
            <a:xfrm>
              <a:off x="7070114" y="4189448"/>
              <a:ext cx="1227102" cy="1227102"/>
            </a:xfrm>
            <a:prstGeom prst="rect">
              <a:avLst/>
            </a:prstGeom>
          </p:spPr>
        </p:pic>
        <p:pic>
          <p:nvPicPr>
            <p:cNvPr id="627" name="Graphique 626" descr="Ordinateur avec un remplissage uni">
              <a:extLst>
                <a:ext uri="{FF2B5EF4-FFF2-40B4-BE49-F238E27FC236}">
                  <a16:creationId xmlns:a16="http://schemas.microsoft.com/office/drawing/2014/main" id="{0FC426E6-AEBD-46C7-BA48-7A560A34386C}"/>
                </a:ext>
              </a:extLst>
            </p:cNvPr>
            <p:cNvPicPr>
              <a:picLocks noChangeAspect="1"/>
            </p:cNvPicPr>
            <p:nvPr/>
          </p:nvPicPr>
          <p:blipFill>
            <a:blip r:embed="rId154">
              <a:extLst>
                <a:ext uri="{28A0092B-C50C-407E-A947-70E740481C1C}">
                  <a14:useLocalDpi xmlns:a14="http://schemas.microsoft.com/office/drawing/2010/main" val="0"/>
                </a:ext>
                <a:ext uri="{96DAC541-7B7A-43D3-8B79-37D633B846F1}">
                  <asvg:svgBlip xmlns:asvg="http://schemas.microsoft.com/office/drawing/2016/SVG/main" r:embed="rId155"/>
                </a:ext>
              </a:extLst>
            </a:blip>
            <a:stretch>
              <a:fillRect/>
            </a:stretch>
          </p:blipFill>
          <p:spPr>
            <a:xfrm>
              <a:off x="8518449" y="3646606"/>
              <a:ext cx="1619099" cy="1619099"/>
            </a:xfrm>
            <a:prstGeom prst="rect">
              <a:avLst/>
            </a:prstGeom>
          </p:spPr>
        </p:pic>
        <p:cxnSp>
          <p:nvCxnSpPr>
            <p:cNvPr id="628" name="Connecteur droit 627">
              <a:extLst>
                <a:ext uri="{FF2B5EF4-FFF2-40B4-BE49-F238E27FC236}">
                  <a16:creationId xmlns:a16="http://schemas.microsoft.com/office/drawing/2014/main" id="{44BC0971-40E8-421C-BB6E-E6CF7BB33A67}"/>
                </a:ext>
              </a:extLst>
            </p:cNvPr>
            <p:cNvCxnSpPr/>
            <p:nvPr/>
          </p:nvCxnSpPr>
          <p:spPr>
            <a:xfrm>
              <a:off x="8391755" y="3366636"/>
              <a:ext cx="0" cy="2003187"/>
            </a:xfrm>
            <a:prstGeom prst="line">
              <a:avLst/>
            </a:prstGeom>
          </p:spPr>
          <p:style>
            <a:lnRef idx="1">
              <a:schemeClr val="accent1"/>
            </a:lnRef>
            <a:fillRef idx="0">
              <a:schemeClr val="accent1"/>
            </a:fillRef>
            <a:effectRef idx="0">
              <a:schemeClr val="accent1"/>
            </a:effectRef>
            <a:fontRef idx="minor">
              <a:schemeClr val="tx1"/>
            </a:fontRef>
          </p:style>
        </p:cxnSp>
        <p:grpSp>
          <p:nvGrpSpPr>
            <p:cNvPr id="629" name="Groupe 628">
              <a:extLst>
                <a:ext uri="{FF2B5EF4-FFF2-40B4-BE49-F238E27FC236}">
                  <a16:creationId xmlns:a16="http://schemas.microsoft.com/office/drawing/2014/main" id="{0A9213E9-92D6-4947-BC7F-D18682CED02A}"/>
                </a:ext>
              </a:extLst>
            </p:cNvPr>
            <p:cNvGrpSpPr/>
            <p:nvPr/>
          </p:nvGrpSpPr>
          <p:grpSpPr>
            <a:xfrm>
              <a:off x="9737489" y="4378054"/>
              <a:ext cx="259121" cy="269634"/>
              <a:chOff x="8612108" y="2454282"/>
              <a:chExt cx="456561" cy="475084"/>
            </a:xfrm>
          </p:grpSpPr>
          <p:sp>
            <p:nvSpPr>
              <p:cNvPr id="630" name="Rectangle 629">
                <a:extLst>
                  <a:ext uri="{FF2B5EF4-FFF2-40B4-BE49-F238E27FC236}">
                    <a16:creationId xmlns:a16="http://schemas.microsoft.com/office/drawing/2014/main" id="{91F09CAE-D729-49E9-A0D9-6040A98E76E3}"/>
                  </a:ext>
                </a:extLst>
              </p:cNvPr>
              <p:cNvSpPr/>
              <p:nvPr/>
            </p:nvSpPr>
            <p:spPr>
              <a:xfrm>
                <a:off x="8612108" y="2454282"/>
                <a:ext cx="456561" cy="46512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631" name="Groupe 630">
                <a:extLst>
                  <a:ext uri="{FF2B5EF4-FFF2-40B4-BE49-F238E27FC236}">
                    <a16:creationId xmlns:a16="http://schemas.microsoft.com/office/drawing/2014/main" id="{0AF4C4CD-603D-41CE-A360-C1D69A69706A}"/>
                  </a:ext>
                </a:extLst>
              </p:cNvPr>
              <p:cNvGrpSpPr/>
              <p:nvPr/>
            </p:nvGrpSpPr>
            <p:grpSpPr>
              <a:xfrm>
                <a:off x="8629836" y="2467403"/>
                <a:ext cx="274393" cy="295590"/>
                <a:chOff x="5046941" y="2636554"/>
                <a:chExt cx="550624" cy="593160"/>
              </a:xfrm>
            </p:grpSpPr>
            <p:pic>
              <p:nvPicPr>
                <p:cNvPr id="633" name="Graphique 632" descr="Monde avec un remplissage uni">
                  <a:extLst>
                    <a:ext uri="{FF2B5EF4-FFF2-40B4-BE49-F238E27FC236}">
                      <a16:creationId xmlns:a16="http://schemas.microsoft.com/office/drawing/2014/main" id="{E65F0EE1-1DAF-4645-BA20-49887CD0A655}"/>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634" name="Graphique 633" descr="Monde avec un remplissage uni">
                  <a:extLst>
                    <a:ext uri="{FF2B5EF4-FFF2-40B4-BE49-F238E27FC236}">
                      <a16:creationId xmlns:a16="http://schemas.microsoft.com/office/drawing/2014/main" id="{777941BA-FDBC-4B53-A1C7-68F7FE70AAC7}"/>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pic>
            <p:nvPicPr>
              <p:cNvPr id="632" name="Graphique 631" descr="Cœur transpercé d’une flèche avec un remplissage uni">
                <a:extLst>
                  <a:ext uri="{FF2B5EF4-FFF2-40B4-BE49-F238E27FC236}">
                    <a16:creationId xmlns:a16="http://schemas.microsoft.com/office/drawing/2014/main" id="{FF420546-8520-4AB3-B083-150E7CC3E18F}"/>
                  </a:ext>
                </a:extLst>
              </p:cNvPr>
              <p:cNvPicPr>
                <a:picLocks noChangeAspect="1"/>
              </p:cNvPicPr>
              <p:nvPr/>
            </p:nvPicPr>
            <p:blipFill>
              <a:blip r:embed="rId156">
                <a:extLst>
                  <a:ext uri="{28A0092B-C50C-407E-A947-70E740481C1C}">
                    <a14:useLocalDpi xmlns:a14="http://schemas.microsoft.com/office/drawing/2010/main" val="0"/>
                  </a:ext>
                  <a:ext uri="{96DAC541-7B7A-43D3-8B79-37D633B846F1}">
                    <asvg:svgBlip xmlns:asvg="http://schemas.microsoft.com/office/drawing/2016/SVG/main" r:embed="rId157"/>
                  </a:ext>
                </a:extLst>
              </a:blip>
              <a:stretch>
                <a:fillRect/>
              </a:stretch>
            </p:blipFill>
            <p:spPr>
              <a:xfrm>
                <a:off x="8839536" y="2708311"/>
                <a:ext cx="221055" cy="221055"/>
              </a:xfrm>
              <a:prstGeom prst="rect">
                <a:avLst/>
              </a:prstGeom>
            </p:spPr>
          </p:pic>
        </p:grpSp>
      </p:grpSp>
      <p:grpSp>
        <p:nvGrpSpPr>
          <p:cNvPr id="649" name="Groupe 648">
            <a:extLst>
              <a:ext uri="{FF2B5EF4-FFF2-40B4-BE49-F238E27FC236}">
                <a16:creationId xmlns:a16="http://schemas.microsoft.com/office/drawing/2014/main" id="{C913F957-086D-479D-BFBC-4A0190019148}"/>
              </a:ext>
            </a:extLst>
          </p:cNvPr>
          <p:cNvGrpSpPr/>
          <p:nvPr/>
        </p:nvGrpSpPr>
        <p:grpSpPr>
          <a:xfrm>
            <a:off x="10352719" y="5649244"/>
            <a:ext cx="1549012" cy="855363"/>
            <a:chOff x="7333936" y="3211394"/>
            <a:chExt cx="4128117" cy="2279544"/>
          </a:xfrm>
        </p:grpSpPr>
        <p:sp>
          <p:nvSpPr>
            <p:cNvPr id="650" name="Rectangle 649">
              <a:extLst>
                <a:ext uri="{FF2B5EF4-FFF2-40B4-BE49-F238E27FC236}">
                  <a16:creationId xmlns:a16="http://schemas.microsoft.com/office/drawing/2014/main" id="{28C077DA-1092-47A7-A3B8-BB4378D65D97}"/>
                </a:ext>
              </a:extLst>
            </p:cNvPr>
            <p:cNvSpPr/>
            <p:nvPr/>
          </p:nvSpPr>
          <p:spPr>
            <a:xfrm>
              <a:off x="7333936" y="3211394"/>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51" name="Graphique 650" descr="Chevalet contour">
              <a:extLst>
                <a:ext uri="{FF2B5EF4-FFF2-40B4-BE49-F238E27FC236}">
                  <a16:creationId xmlns:a16="http://schemas.microsoft.com/office/drawing/2014/main" id="{E724FD0D-533E-4F62-834D-63BBA026CBDF}"/>
                </a:ext>
              </a:extLst>
            </p:cNvPr>
            <p:cNvPicPr>
              <a:picLocks noChangeAspect="1"/>
            </p:cNvPicPr>
            <p:nvPr/>
          </p:nvPicPr>
          <p:blipFill>
            <a:blip r:embed="rId158">
              <a:extLst>
                <a:ext uri="{28A0092B-C50C-407E-A947-70E740481C1C}">
                  <a14:useLocalDpi xmlns:a14="http://schemas.microsoft.com/office/drawing/2010/main" val="0"/>
                </a:ext>
                <a:ext uri="{96DAC541-7B7A-43D3-8B79-37D633B846F1}">
                  <asvg:svgBlip xmlns:asvg="http://schemas.microsoft.com/office/drawing/2016/SVG/main" r:embed="rId159"/>
                </a:ext>
              </a:extLst>
            </a:blip>
            <a:stretch>
              <a:fillRect/>
            </a:stretch>
          </p:blipFill>
          <p:spPr>
            <a:xfrm>
              <a:off x="7864223" y="3320180"/>
              <a:ext cx="2020468" cy="2020468"/>
            </a:xfrm>
            <a:prstGeom prst="rect">
              <a:avLst/>
            </a:prstGeom>
          </p:spPr>
        </p:pic>
        <p:grpSp>
          <p:nvGrpSpPr>
            <p:cNvPr id="652" name="Groupe 651">
              <a:extLst>
                <a:ext uri="{FF2B5EF4-FFF2-40B4-BE49-F238E27FC236}">
                  <a16:creationId xmlns:a16="http://schemas.microsoft.com/office/drawing/2014/main" id="{10650FF1-3F6A-4FFC-A2B1-72B2BE870490}"/>
                </a:ext>
              </a:extLst>
            </p:cNvPr>
            <p:cNvGrpSpPr/>
            <p:nvPr/>
          </p:nvGrpSpPr>
          <p:grpSpPr>
            <a:xfrm>
              <a:off x="8606365" y="3855005"/>
              <a:ext cx="611101" cy="658310"/>
              <a:chOff x="5046941" y="2636554"/>
              <a:chExt cx="550624" cy="593160"/>
            </a:xfrm>
          </p:grpSpPr>
          <p:pic>
            <p:nvPicPr>
              <p:cNvPr id="656" name="Graphique 655" descr="Monde avec un remplissage uni">
                <a:extLst>
                  <a:ext uri="{FF2B5EF4-FFF2-40B4-BE49-F238E27FC236}">
                    <a16:creationId xmlns:a16="http://schemas.microsoft.com/office/drawing/2014/main" id="{1F6ECB41-395D-4CB6-BA24-D9FD1CDB77FE}"/>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657" name="Graphique 656" descr="Monde avec un remplissage uni">
                <a:extLst>
                  <a:ext uri="{FF2B5EF4-FFF2-40B4-BE49-F238E27FC236}">
                    <a16:creationId xmlns:a16="http://schemas.microsoft.com/office/drawing/2014/main" id="{B1D40EAC-0215-4BF1-A66A-90015368769C}"/>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pic>
          <p:nvPicPr>
            <p:cNvPr id="653" name="Graphique 652" descr="Une artiste avec un remplissage uni">
              <a:extLst>
                <a:ext uri="{FF2B5EF4-FFF2-40B4-BE49-F238E27FC236}">
                  <a16:creationId xmlns:a16="http://schemas.microsoft.com/office/drawing/2014/main" id="{9F4FF3F0-1011-492D-BE8F-9CF2F24045B4}"/>
                </a:ext>
              </a:extLst>
            </p:cNvPr>
            <p:cNvPicPr>
              <a:picLocks noChangeAspect="1"/>
            </p:cNvPicPr>
            <p:nvPr/>
          </p:nvPicPr>
          <p:blipFill>
            <a:blip r:embed="rId160">
              <a:extLst>
                <a:ext uri="{28A0092B-C50C-407E-A947-70E740481C1C}">
                  <a14:useLocalDpi xmlns:a14="http://schemas.microsoft.com/office/drawing/2010/main" val="0"/>
                </a:ext>
                <a:ext uri="{96DAC541-7B7A-43D3-8B79-37D633B846F1}">
                  <asvg:svgBlip xmlns:asvg="http://schemas.microsoft.com/office/drawing/2016/SVG/main" r:embed="rId161"/>
                </a:ext>
              </a:extLst>
            </a:blip>
            <a:stretch>
              <a:fillRect/>
            </a:stretch>
          </p:blipFill>
          <p:spPr>
            <a:xfrm>
              <a:off x="9948632" y="3886751"/>
              <a:ext cx="914400" cy="914400"/>
            </a:xfrm>
            <a:prstGeom prst="rect">
              <a:avLst/>
            </a:prstGeom>
          </p:spPr>
        </p:pic>
        <p:pic>
          <p:nvPicPr>
            <p:cNvPr id="654" name="Graphique 653" descr="Palette avec un remplissage uni">
              <a:extLst>
                <a:ext uri="{FF2B5EF4-FFF2-40B4-BE49-F238E27FC236}">
                  <a16:creationId xmlns:a16="http://schemas.microsoft.com/office/drawing/2014/main" id="{0DF2DD2A-A047-4B63-853A-E72B2D11A8AE}"/>
                </a:ext>
              </a:extLst>
            </p:cNvPr>
            <p:cNvPicPr>
              <a:picLocks noChangeAspect="1"/>
            </p:cNvPicPr>
            <p:nvPr/>
          </p:nvPicPr>
          <p:blipFill>
            <a:blip r:embed="rId162">
              <a:extLst>
                <a:ext uri="{28A0092B-C50C-407E-A947-70E740481C1C}">
                  <a14:useLocalDpi xmlns:a14="http://schemas.microsoft.com/office/drawing/2010/main" val="0"/>
                </a:ext>
                <a:ext uri="{96DAC541-7B7A-43D3-8B79-37D633B846F1}">
                  <asvg:svgBlip xmlns:asvg="http://schemas.microsoft.com/office/drawing/2016/SVG/main" r:embed="rId163"/>
                </a:ext>
              </a:extLst>
            </a:blip>
            <a:stretch>
              <a:fillRect/>
            </a:stretch>
          </p:blipFill>
          <p:spPr>
            <a:xfrm>
              <a:off x="10197967" y="4318524"/>
              <a:ext cx="914400" cy="914400"/>
            </a:xfrm>
            <a:prstGeom prst="rect">
              <a:avLst/>
            </a:prstGeom>
          </p:spPr>
        </p:pic>
        <p:pic>
          <p:nvPicPr>
            <p:cNvPr id="655" name="Graphique 654" descr="Pinceau avec un remplissage uni">
              <a:extLst>
                <a:ext uri="{FF2B5EF4-FFF2-40B4-BE49-F238E27FC236}">
                  <a16:creationId xmlns:a16="http://schemas.microsoft.com/office/drawing/2014/main" id="{DF85A13F-AAD5-4B53-91F9-F4E888FBA6D8}"/>
                </a:ext>
              </a:extLst>
            </p:cNvPr>
            <p:cNvPicPr>
              <a:picLocks noChangeAspect="1"/>
            </p:cNvPicPr>
            <p:nvPr/>
          </p:nvPicPr>
          <p:blipFill>
            <a:blip r:embed="rId164">
              <a:extLst>
                <a:ext uri="{28A0092B-C50C-407E-A947-70E740481C1C}">
                  <a14:useLocalDpi xmlns:a14="http://schemas.microsoft.com/office/drawing/2010/main" val="0"/>
                </a:ext>
                <a:ext uri="{96DAC541-7B7A-43D3-8B79-37D633B846F1}">
                  <asvg:svgBlip xmlns:asvg="http://schemas.microsoft.com/office/drawing/2016/SVG/main" r:embed="rId165"/>
                </a:ext>
              </a:extLst>
            </a:blip>
            <a:stretch>
              <a:fillRect/>
            </a:stretch>
          </p:blipFill>
          <p:spPr>
            <a:xfrm rot="6814333">
              <a:off x="9865993" y="4052337"/>
              <a:ext cx="562663" cy="562663"/>
            </a:xfrm>
            <a:prstGeom prst="rect">
              <a:avLst/>
            </a:prstGeom>
          </p:spPr>
        </p:pic>
      </p:grpSp>
    </p:spTree>
    <p:extLst>
      <p:ext uri="{BB962C8B-B14F-4D97-AF65-F5344CB8AC3E}">
        <p14:creationId xmlns:p14="http://schemas.microsoft.com/office/powerpoint/2010/main" val="144890496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B634FAB-5F6C-4855-87AD-02FF6CD26923}"/>
              </a:ext>
            </a:extLst>
          </p:cNvPr>
          <p:cNvSpPr/>
          <p:nvPr/>
        </p:nvSpPr>
        <p:spPr>
          <a:xfrm>
            <a:off x="8652437" y="3857835"/>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Rectangle 137">
            <a:extLst>
              <a:ext uri="{FF2B5EF4-FFF2-40B4-BE49-F238E27FC236}">
                <a16:creationId xmlns:a16="http://schemas.microsoft.com/office/drawing/2014/main" id="{36B96B42-B5D5-4AFC-BF72-AC9A58CF1369}"/>
              </a:ext>
            </a:extLst>
          </p:cNvPr>
          <p:cNvSpPr/>
          <p:nvPr/>
        </p:nvSpPr>
        <p:spPr>
          <a:xfrm>
            <a:off x="378966" y="5396575"/>
            <a:ext cx="2206219" cy="11861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9" name="Groupe 138">
            <a:extLst>
              <a:ext uri="{FF2B5EF4-FFF2-40B4-BE49-F238E27FC236}">
                <a16:creationId xmlns:a16="http://schemas.microsoft.com/office/drawing/2014/main" id="{9095EFF1-BAE9-414E-812F-E95C6F8CA83A}"/>
              </a:ext>
            </a:extLst>
          </p:cNvPr>
          <p:cNvGrpSpPr/>
          <p:nvPr/>
        </p:nvGrpSpPr>
        <p:grpSpPr>
          <a:xfrm>
            <a:off x="707434" y="5433366"/>
            <a:ext cx="1320570" cy="1109160"/>
            <a:chOff x="5075720" y="860927"/>
            <a:chExt cx="6603903" cy="5546683"/>
          </a:xfrm>
        </p:grpSpPr>
        <p:grpSp>
          <p:nvGrpSpPr>
            <p:cNvPr id="140" name="Groupe 139">
              <a:extLst>
                <a:ext uri="{FF2B5EF4-FFF2-40B4-BE49-F238E27FC236}">
                  <a16:creationId xmlns:a16="http://schemas.microsoft.com/office/drawing/2014/main" id="{EDBB2148-EFE2-47A1-AE51-7D8E35B463BE}"/>
                </a:ext>
              </a:extLst>
            </p:cNvPr>
            <p:cNvGrpSpPr/>
            <p:nvPr/>
          </p:nvGrpSpPr>
          <p:grpSpPr>
            <a:xfrm>
              <a:off x="5075720" y="860927"/>
              <a:ext cx="6603903" cy="5268335"/>
              <a:chOff x="5075720" y="860927"/>
              <a:chExt cx="6603903" cy="5268335"/>
            </a:xfrm>
          </p:grpSpPr>
          <p:sp>
            <p:nvSpPr>
              <p:cNvPr id="148" name="Flèche : haut 147">
                <a:extLst>
                  <a:ext uri="{FF2B5EF4-FFF2-40B4-BE49-F238E27FC236}">
                    <a16:creationId xmlns:a16="http://schemas.microsoft.com/office/drawing/2014/main" id="{78BF4DB4-FBF0-44D2-82DF-56EBD54B18D2}"/>
                  </a:ext>
                </a:extLst>
              </p:cNvPr>
              <p:cNvSpPr/>
              <p:nvPr/>
            </p:nvSpPr>
            <p:spPr>
              <a:xfrm rot="5400000">
                <a:off x="8677934" y="3019293"/>
                <a:ext cx="763480" cy="5192080"/>
              </a:xfrm>
              <a:prstGeom prst="upArrow">
                <a:avLst/>
              </a:prstGeom>
              <a:solidFill>
                <a:schemeClr val="bg1">
                  <a:lumMod val="5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Flèche : haut 148">
                <a:extLst>
                  <a:ext uri="{FF2B5EF4-FFF2-40B4-BE49-F238E27FC236}">
                    <a16:creationId xmlns:a16="http://schemas.microsoft.com/office/drawing/2014/main" id="{31095CDB-00C2-469F-ABD2-5FCE79A4ED45}"/>
                  </a:ext>
                </a:extLst>
              </p:cNvPr>
              <p:cNvSpPr/>
              <p:nvPr/>
            </p:nvSpPr>
            <p:spPr>
              <a:xfrm>
                <a:off x="5841374" y="860927"/>
                <a:ext cx="763480" cy="4539598"/>
              </a:xfrm>
              <a:prstGeom prst="upArrow">
                <a:avLst/>
              </a:prstGeom>
              <a:solidFill>
                <a:schemeClr val="bg1">
                  <a:lumMod val="5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Flèche : droite 149">
                <a:extLst>
                  <a:ext uri="{FF2B5EF4-FFF2-40B4-BE49-F238E27FC236}">
                    <a16:creationId xmlns:a16="http://schemas.microsoft.com/office/drawing/2014/main" id="{94226B4E-C53F-4205-B9C1-384E734579EE}"/>
                  </a:ext>
                </a:extLst>
              </p:cNvPr>
              <p:cNvSpPr/>
              <p:nvPr/>
            </p:nvSpPr>
            <p:spPr>
              <a:xfrm rot="16200000">
                <a:off x="5485204" y="1200190"/>
                <a:ext cx="1483741" cy="805216"/>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pic>
            <p:nvPicPr>
              <p:cNvPr id="151" name="Graphique 150" descr="Groupe avec un remplissage uni">
                <a:extLst>
                  <a:ext uri="{FF2B5EF4-FFF2-40B4-BE49-F238E27FC236}">
                    <a16:creationId xmlns:a16="http://schemas.microsoft.com/office/drawing/2014/main" id="{FF476436-CB62-4EEE-8998-60ADD3FF403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194151" y="4240444"/>
                <a:ext cx="647223" cy="647223"/>
              </a:xfrm>
              <a:prstGeom prst="rect">
                <a:avLst/>
              </a:prstGeom>
            </p:spPr>
          </p:pic>
          <p:grpSp>
            <p:nvGrpSpPr>
              <p:cNvPr id="152" name="Groupe 151">
                <a:extLst>
                  <a:ext uri="{FF2B5EF4-FFF2-40B4-BE49-F238E27FC236}">
                    <a16:creationId xmlns:a16="http://schemas.microsoft.com/office/drawing/2014/main" id="{D48853C1-2E35-46BA-B409-C610C93DCD03}"/>
                  </a:ext>
                </a:extLst>
              </p:cNvPr>
              <p:cNvGrpSpPr/>
              <p:nvPr/>
            </p:nvGrpSpPr>
            <p:grpSpPr>
              <a:xfrm>
                <a:off x="5213847" y="3088890"/>
                <a:ext cx="649373" cy="408529"/>
                <a:chOff x="6989470" y="1452253"/>
                <a:chExt cx="2968717" cy="1867662"/>
              </a:xfrm>
              <a:solidFill>
                <a:srgbClr val="ED7D31"/>
              </a:solidFill>
            </p:grpSpPr>
            <p:pic>
              <p:nvPicPr>
                <p:cNvPr id="182" name="Graphique 181" descr="Groupe de personnes avec un remplissage uni">
                  <a:extLst>
                    <a:ext uri="{FF2B5EF4-FFF2-40B4-BE49-F238E27FC236}">
                      <a16:creationId xmlns:a16="http://schemas.microsoft.com/office/drawing/2014/main" id="{D24CE1B7-D3E9-4F8C-A30C-86898BD9594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83" name="Graphique 182" descr="Groupe de personnes avec un remplissage uni">
                  <a:extLst>
                    <a:ext uri="{FF2B5EF4-FFF2-40B4-BE49-F238E27FC236}">
                      <a16:creationId xmlns:a16="http://schemas.microsoft.com/office/drawing/2014/main" id="{988DA4AF-4A98-415A-BF0A-B01C46665600}"/>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84" name="Graphique 183" descr="Groupe de personnes avec un remplissage uni">
                  <a:extLst>
                    <a:ext uri="{FF2B5EF4-FFF2-40B4-BE49-F238E27FC236}">
                      <a16:creationId xmlns:a16="http://schemas.microsoft.com/office/drawing/2014/main" id="{35E43C1D-4A77-4A2F-9B0C-C214C2B8FFD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316394" y="2091056"/>
                  <a:ext cx="1298123" cy="651367"/>
                </a:xfrm>
                <a:prstGeom prst="rect">
                  <a:avLst/>
                </a:prstGeom>
              </p:spPr>
            </p:pic>
            <p:pic>
              <p:nvPicPr>
                <p:cNvPr id="185" name="Graphique 184" descr="Groupe de personnes avec un remplissage uni">
                  <a:extLst>
                    <a:ext uri="{FF2B5EF4-FFF2-40B4-BE49-F238E27FC236}">
                      <a16:creationId xmlns:a16="http://schemas.microsoft.com/office/drawing/2014/main" id="{7384195F-05A8-48AD-8BDF-4947E06D1C8B}"/>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65831"/>
                <a:stretch/>
              </p:blipFill>
              <p:spPr>
                <a:xfrm>
                  <a:off x="6989470" y="1513565"/>
                  <a:ext cx="638169" cy="651367"/>
                </a:xfrm>
                <a:prstGeom prst="rect">
                  <a:avLst/>
                </a:prstGeom>
              </p:spPr>
            </p:pic>
            <p:pic>
              <p:nvPicPr>
                <p:cNvPr id="186" name="Graphique 185" descr="Groupe de personnes avec un remplissage uni">
                  <a:extLst>
                    <a:ext uri="{FF2B5EF4-FFF2-40B4-BE49-F238E27FC236}">
                      <a16:creationId xmlns:a16="http://schemas.microsoft.com/office/drawing/2014/main" id="{81AFFE29-AF0C-461F-B3F3-2123E422F38B}"/>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498660" y="2653414"/>
                  <a:ext cx="1298123" cy="651367"/>
                </a:xfrm>
                <a:prstGeom prst="rect">
                  <a:avLst/>
                </a:prstGeom>
              </p:spPr>
            </p:pic>
          </p:grpSp>
          <p:grpSp>
            <p:nvGrpSpPr>
              <p:cNvPr id="153" name="Groupe 152">
                <a:extLst>
                  <a:ext uri="{FF2B5EF4-FFF2-40B4-BE49-F238E27FC236}">
                    <a16:creationId xmlns:a16="http://schemas.microsoft.com/office/drawing/2014/main" id="{B3E7D3A4-2683-4B84-8663-26E147FB8D6D}"/>
                  </a:ext>
                </a:extLst>
              </p:cNvPr>
              <p:cNvGrpSpPr/>
              <p:nvPr/>
            </p:nvGrpSpPr>
            <p:grpSpPr>
              <a:xfrm>
                <a:off x="5075720" y="2411815"/>
                <a:ext cx="845887" cy="552586"/>
                <a:chOff x="560346" y="5288117"/>
                <a:chExt cx="522960" cy="341630"/>
              </a:xfrm>
              <a:solidFill>
                <a:srgbClr val="ED7D31"/>
              </a:solidFill>
            </p:grpSpPr>
            <p:grpSp>
              <p:nvGrpSpPr>
                <p:cNvPr id="164" name="Groupe 163">
                  <a:extLst>
                    <a:ext uri="{FF2B5EF4-FFF2-40B4-BE49-F238E27FC236}">
                      <a16:creationId xmlns:a16="http://schemas.microsoft.com/office/drawing/2014/main" id="{1E587A92-7295-4FDA-B6E9-C5B272495013}"/>
                    </a:ext>
                  </a:extLst>
                </p:cNvPr>
                <p:cNvGrpSpPr/>
                <p:nvPr/>
              </p:nvGrpSpPr>
              <p:grpSpPr>
                <a:xfrm>
                  <a:off x="560346" y="5458956"/>
                  <a:ext cx="271479" cy="170791"/>
                  <a:chOff x="6989470" y="1452253"/>
                  <a:chExt cx="2968717" cy="1867662"/>
                </a:xfrm>
                <a:grpFill/>
              </p:grpSpPr>
              <p:pic>
                <p:nvPicPr>
                  <p:cNvPr id="177" name="Graphique 176" descr="Groupe de personnes avec un remplissage uni">
                    <a:extLst>
                      <a:ext uri="{FF2B5EF4-FFF2-40B4-BE49-F238E27FC236}">
                        <a16:creationId xmlns:a16="http://schemas.microsoft.com/office/drawing/2014/main" id="{6FD323C4-5C48-4D1F-B13F-87FC742164B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78" name="Graphique 177" descr="Groupe de personnes avec un remplissage uni">
                    <a:extLst>
                      <a:ext uri="{FF2B5EF4-FFF2-40B4-BE49-F238E27FC236}">
                        <a16:creationId xmlns:a16="http://schemas.microsoft.com/office/drawing/2014/main" id="{C34E0DCB-0298-44F4-85A9-1E28B7EA2C3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79" name="Graphique 178" descr="Groupe de personnes avec un remplissage uni">
                    <a:extLst>
                      <a:ext uri="{FF2B5EF4-FFF2-40B4-BE49-F238E27FC236}">
                        <a16:creationId xmlns:a16="http://schemas.microsoft.com/office/drawing/2014/main" id="{15B0CA4F-B015-4327-9AC6-6D244F32494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316394" y="2091056"/>
                    <a:ext cx="1298123" cy="651367"/>
                  </a:xfrm>
                  <a:prstGeom prst="rect">
                    <a:avLst/>
                  </a:prstGeom>
                </p:spPr>
              </p:pic>
              <p:pic>
                <p:nvPicPr>
                  <p:cNvPr id="180" name="Graphique 179" descr="Groupe de personnes avec un remplissage uni">
                    <a:extLst>
                      <a:ext uri="{FF2B5EF4-FFF2-40B4-BE49-F238E27FC236}">
                        <a16:creationId xmlns:a16="http://schemas.microsoft.com/office/drawing/2014/main" id="{4FD745F4-EAE0-4DD7-BD21-D2A1CCA164D3}"/>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65831"/>
                  <a:stretch/>
                </p:blipFill>
                <p:spPr>
                  <a:xfrm>
                    <a:off x="6989470" y="1513565"/>
                    <a:ext cx="638169" cy="651367"/>
                  </a:xfrm>
                  <a:prstGeom prst="rect">
                    <a:avLst/>
                  </a:prstGeom>
                </p:spPr>
              </p:pic>
              <p:pic>
                <p:nvPicPr>
                  <p:cNvPr id="181" name="Graphique 180" descr="Groupe de personnes avec un remplissage uni">
                    <a:extLst>
                      <a:ext uri="{FF2B5EF4-FFF2-40B4-BE49-F238E27FC236}">
                        <a16:creationId xmlns:a16="http://schemas.microsoft.com/office/drawing/2014/main" id="{0AC15E1D-CBAD-4057-9430-E61C64E9B2CE}"/>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498660" y="2653414"/>
                    <a:ext cx="1298123" cy="651367"/>
                  </a:xfrm>
                  <a:prstGeom prst="rect">
                    <a:avLst/>
                  </a:prstGeom>
                </p:spPr>
              </p:pic>
            </p:grpSp>
            <p:grpSp>
              <p:nvGrpSpPr>
                <p:cNvPr id="165" name="Groupe 164">
                  <a:extLst>
                    <a:ext uri="{FF2B5EF4-FFF2-40B4-BE49-F238E27FC236}">
                      <a16:creationId xmlns:a16="http://schemas.microsoft.com/office/drawing/2014/main" id="{32467379-DF2D-4476-9C0F-3519A52A674F}"/>
                    </a:ext>
                  </a:extLst>
                </p:cNvPr>
                <p:cNvGrpSpPr/>
                <p:nvPr/>
              </p:nvGrpSpPr>
              <p:grpSpPr>
                <a:xfrm>
                  <a:off x="811827" y="5457524"/>
                  <a:ext cx="271479" cy="170791"/>
                  <a:chOff x="6989470" y="1452253"/>
                  <a:chExt cx="2968717" cy="1867662"/>
                </a:xfrm>
                <a:grpFill/>
              </p:grpSpPr>
              <p:pic>
                <p:nvPicPr>
                  <p:cNvPr id="172" name="Graphique 171" descr="Groupe de personnes avec un remplissage uni">
                    <a:extLst>
                      <a:ext uri="{FF2B5EF4-FFF2-40B4-BE49-F238E27FC236}">
                        <a16:creationId xmlns:a16="http://schemas.microsoft.com/office/drawing/2014/main" id="{EED6C72E-3274-46EF-B890-D70524F41C1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73" name="Graphique 172" descr="Groupe de personnes avec un remplissage uni">
                    <a:extLst>
                      <a:ext uri="{FF2B5EF4-FFF2-40B4-BE49-F238E27FC236}">
                        <a16:creationId xmlns:a16="http://schemas.microsoft.com/office/drawing/2014/main" id="{FD45642B-B87C-43CE-9A06-195397BA493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74" name="Graphique 173" descr="Groupe de personnes avec un remplissage uni">
                    <a:extLst>
                      <a:ext uri="{FF2B5EF4-FFF2-40B4-BE49-F238E27FC236}">
                        <a16:creationId xmlns:a16="http://schemas.microsoft.com/office/drawing/2014/main" id="{D5CE1EFC-F27C-4919-B0C4-490DCD7A92FC}"/>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316394" y="2091056"/>
                    <a:ext cx="1298123" cy="651367"/>
                  </a:xfrm>
                  <a:prstGeom prst="rect">
                    <a:avLst/>
                  </a:prstGeom>
                </p:spPr>
              </p:pic>
              <p:pic>
                <p:nvPicPr>
                  <p:cNvPr id="175" name="Graphique 174" descr="Groupe de personnes avec un remplissage uni">
                    <a:extLst>
                      <a:ext uri="{FF2B5EF4-FFF2-40B4-BE49-F238E27FC236}">
                        <a16:creationId xmlns:a16="http://schemas.microsoft.com/office/drawing/2014/main" id="{63F1AFDA-3117-4DC7-90B1-FE104C23CCFB}"/>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65831"/>
                  <a:stretch/>
                </p:blipFill>
                <p:spPr>
                  <a:xfrm>
                    <a:off x="6989470" y="1513565"/>
                    <a:ext cx="638169" cy="651367"/>
                  </a:xfrm>
                  <a:prstGeom prst="rect">
                    <a:avLst/>
                  </a:prstGeom>
                </p:spPr>
              </p:pic>
              <p:pic>
                <p:nvPicPr>
                  <p:cNvPr id="176" name="Graphique 175" descr="Groupe de personnes avec un remplissage uni">
                    <a:extLst>
                      <a:ext uri="{FF2B5EF4-FFF2-40B4-BE49-F238E27FC236}">
                        <a16:creationId xmlns:a16="http://schemas.microsoft.com/office/drawing/2014/main" id="{D080D23F-BEAC-47FC-8A7E-C6D9C8D490B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498660" y="2653414"/>
                    <a:ext cx="1298123" cy="651367"/>
                  </a:xfrm>
                  <a:prstGeom prst="rect">
                    <a:avLst/>
                  </a:prstGeom>
                </p:spPr>
              </p:pic>
            </p:grpSp>
            <p:grpSp>
              <p:nvGrpSpPr>
                <p:cNvPr id="166" name="Groupe 165">
                  <a:extLst>
                    <a:ext uri="{FF2B5EF4-FFF2-40B4-BE49-F238E27FC236}">
                      <a16:creationId xmlns:a16="http://schemas.microsoft.com/office/drawing/2014/main" id="{6B4E8CA9-871F-4FAC-8FD9-7643B3DE8331}"/>
                    </a:ext>
                  </a:extLst>
                </p:cNvPr>
                <p:cNvGrpSpPr/>
                <p:nvPr/>
              </p:nvGrpSpPr>
              <p:grpSpPr>
                <a:xfrm>
                  <a:off x="714070" y="5288117"/>
                  <a:ext cx="271479" cy="170791"/>
                  <a:chOff x="6989470" y="1452253"/>
                  <a:chExt cx="2968717" cy="1867662"/>
                </a:xfrm>
                <a:grpFill/>
              </p:grpSpPr>
              <p:pic>
                <p:nvPicPr>
                  <p:cNvPr id="167" name="Graphique 166" descr="Groupe de personnes avec un remplissage uni">
                    <a:extLst>
                      <a:ext uri="{FF2B5EF4-FFF2-40B4-BE49-F238E27FC236}">
                        <a16:creationId xmlns:a16="http://schemas.microsoft.com/office/drawing/2014/main" id="{DFC7C347-6E26-4D46-A73F-8D89B2BE04A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68" name="Graphique 167" descr="Groupe de personnes avec un remplissage uni">
                    <a:extLst>
                      <a:ext uri="{FF2B5EF4-FFF2-40B4-BE49-F238E27FC236}">
                        <a16:creationId xmlns:a16="http://schemas.microsoft.com/office/drawing/2014/main" id="{D7C3E62C-0740-4FFE-8F6E-207B3EA38AC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69" name="Graphique 168" descr="Groupe de personnes avec un remplissage uni">
                    <a:extLst>
                      <a:ext uri="{FF2B5EF4-FFF2-40B4-BE49-F238E27FC236}">
                        <a16:creationId xmlns:a16="http://schemas.microsoft.com/office/drawing/2014/main" id="{6AF1361D-41A2-4101-A6ED-10C85AD8FFF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316394" y="2091056"/>
                    <a:ext cx="1298123" cy="651367"/>
                  </a:xfrm>
                  <a:prstGeom prst="rect">
                    <a:avLst/>
                  </a:prstGeom>
                </p:spPr>
              </p:pic>
              <p:pic>
                <p:nvPicPr>
                  <p:cNvPr id="170" name="Graphique 169" descr="Groupe de personnes avec un remplissage uni">
                    <a:extLst>
                      <a:ext uri="{FF2B5EF4-FFF2-40B4-BE49-F238E27FC236}">
                        <a16:creationId xmlns:a16="http://schemas.microsoft.com/office/drawing/2014/main" id="{9461DAD6-F40E-427B-9F4E-4F94521C221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65831"/>
                  <a:stretch/>
                </p:blipFill>
                <p:spPr>
                  <a:xfrm>
                    <a:off x="6989470" y="1513565"/>
                    <a:ext cx="638169" cy="651367"/>
                  </a:xfrm>
                  <a:prstGeom prst="rect">
                    <a:avLst/>
                  </a:prstGeom>
                </p:spPr>
              </p:pic>
              <p:pic>
                <p:nvPicPr>
                  <p:cNvPr id="171" name="Graphique 170" descr="Groupe de personnes avec un remplissage uni">
                    <a:extLst>
                      <a:ext uri="{FF2B5EF4-FFF2-40B4-BE49-F238E27FC236}">
                        <a16:creationId xmlns:a16="http://schemas.microsoft.com/office/drawing/2014/main" id="{84729E4E-B607-44B3-87AF-21266F6646A4}"/>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498660" y="2653414"/>
                    <a:ext cx="1298123" cy="651367"/>
                  </a:xfrm>
                  <a:prstGeom prst="rect">
                    <a:avLst/>
                  </a:prstGeom>
                </p:spPr>
              </p:pic>
            </p:grpSp>
          </p:grpSp>
          <p:grpSp>
            <p:nvGrpSpPr>
              <p:cNvPr id="154" name="Groupe 153">
                <a:extLst>
                  <a:ext uri="{FF2B5EF4-FFF2-40B4-BE49-F238E27FC236}">
                    <a16:creationId xmlns:a16="http://schemas.microsoft.com/office/drawing/2014/main" id="{2D4DFEAC-4D2F-47BB-93AF-E3EAEC298333}"/>
                  </a:ext>
                </a:extLst>
              </p:cNvPr>
              <p:cNvGrpSpPr/>
              <p:nvPr/>
            </p:nvGrpSpPr>
            <p:grpSpPr>
              <a:xfrm>
                <a:off x="5095605" y="3554067"/>
                <a:ext cx="795834" cy="685354"/>
                <a:chOff x="580554" y="3987276"/>
                <a:chExt cx="555788" cy="478632"/>
              </a:xfrm>
              <a:solidFill>
                <a:srgbClr val="ED7D31"/>
              </a:solidFill>
            </p:grpSpPr>
            <p:pic>
              <p:nvPicPr>
                <p:cNvPr id="161" name="Graphique 160" descr="Groupe avec un remplissage uni">
                  <a:extLst>
                    <a:ext uri="{FF2B5EF4-FFF2-40B4-BE49-F238E27FC236}">
                      <a16:creationId xmlns:a16="http://schemas.microsoft.com/office/drawing/2014/main" id="{86065D19-A551-4DC8-8EDA-51286CDB617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6167" y="3987276"/>
                  <a:ext cx="285305" cy="285305"/>
                </a:xfrm>
                <a:prstGeom prst="rect">
                  <a:avLst/>
                </a:prstGeom>
              </p:spPr>
            </p:pic>
            <p:pic>
              <p:nvPicPr>
                <p:cNvPr id="162" name="Graphique 161" descr="Groupe avec un remplissage uni">
                  <a:extLst>
                    <a:ext uri="{FF2B5EF4-FFF2-40B4-BE49-F238E27FC236}">
                      <a16:creationId xmlns:a16="http://schemas.microsoft.com/office/drawing/2014/main" id="{32E6A741-7AD9-4404-81DA-7776543CCE9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80554" y="4180603"/>
                  <a:ext cx="285305" cy="285305"/>
                </a:xfrm>
                <a:prstGeom prst="rect">
                  <a:avLst/>
                </a:prstGeom>
              </p:spPr>
            </p:pic>
            <p:pic>
              <p:nvPicPr>
                <p:cNvPr id="163" name="Graphique 162" descr="Groupe avec un remplissage uni">
                  <a:extLst>
                    <a:ext uri="{FF2B5EF4-FFF2-40B4-BE49-F238E27FC236}">
                      <a16:creationId xmlns:a16="http://schemas.microsoft.com/office/drawing/2014/main" id="{52A428F5-2C18-4DBC-8AEA-673CEA7661D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51037" y="4180602"/>
                  <a:ext cx="285305" cy="285305"/>
                </a:xfrm>
                <a:prstGeom prst="rect">
                  <a:avLst/>
                </a:prstGeom>
              </p:spPr>
            </p:pic>
          </p:grpSp>
          <p:pic>
            <p:nvPicPr>
              <p:cNvPr id="155" name="Graphique 154" descr="Personne confuse avec un remplissage uni">
                <a:extLst>
                  <a:ext uri="{FF2B5EF4-FFF2-40B4-BE49-F238E27FC236}">
                    <a16:creationId xmlns:a16="http://schemas.microsoft.com/office/drawing/2014/main" id="{747DA3C9-FE36-4720-B4AC-A00165D9BD3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296525" y="5005742"/>
                <a:ext cx="524287" cy="524287"/>
              </a:xfrm>
              <a:prstGeom prst="rect">
                <a:avLst/>
              </a:prstGeom>
            </p:spPr>
          </p:pic>
          <p:grpSp>
            <p:nvGrpSpPr>
              <p:cNvPr id="156" name="Groupe 155">
                <a:extLst>
                  <a:ext uri="{FF2B5EF4-FFF2-40B4-BE49-F238E27FC236}">
                    <a16:creationId xmlns:a16="http://schemas.microsoft.com/office/drawing/2014/main" id="{4CBB1C27-2BB2-4756-A8DD-A835ECA1AD73}"/>
                  </a:ext>
                </a:extLst>
              </p:cNvPr>
              <p:cNvGrpSpPr/>
              <p:nvPr/>
            </p:nvGrpSpPr>
            <p:grpSpPr>
              <a:xfrm>
                <a:off x="5276168" y="1797532"/>
                <a:ext cx="550624" cy="593160"/>
                <a:chOff x="5046941" y="2636554"/>
                <a:chExt cx="550624" cy="593160"/>
              </a:xfrm>
            </p:grpSpPr>
            <p:pic>
              <p:nvPicPr>
                <p:cNvPr id="159" name="Graphique 158" descr="Monde avec un remplissage uni">
                  <a:extLst>
                    <a:ext uri="{FF2B5EF4-FFF2-40B4-BE49-F238E27FC236}">
                      <a16:creationId xmlns:a16="http://schemas.microsoft.com/office/drawing/2014/main" id="{1E802B96-A630-48DD-AD67-0AEAE68FA650}"/>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7173" r="-1"/>
                <a:stretch/>
              </p:blipFill>
              <p:spPr>
                <a:xfrm>
                  <a:off x="5046941" y="2636554"/>
                  <a:ext cx="550624" cy="593160"/>
                </a:xfrm>
                <a:prstGeom prst="rect">
                  <a:avLst/>
                </a:prstGeom>
              </p:spPr>
            </p:pic>
            <p:pic>
              <p:nvPicPr>
                <p:cNvPr id="160" name="Graphique 159" descr="Monde avec un remplissage uni">
                  <a:extLst>
                    <a:ext uri="{FF2B5EF4-FFF2-40B4-BE49-F238E27FC236}">
                      <a16:creationId xmlns:a16="http://schemas.microsoft.com/office/drawing/2014/main" id="{D27662DB-F54E-4109-B20F-77013C5C2B3B}"/>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29716" t="30008" r="27849" b="30408"/>
                <a:stretch/>
              </p:blipFill>
              <p:spPr>
                <a:xfrm>
                  <a:off x="5180657" y="2809632"/>
                  <a:ext cx="251709" cy="234792"/>
                </a:xfrm>
                <a:prstGeom prst="rect">
                  <a:avLst/>
                </a:prstGeom>
              </p:spPr>
            </p:pic>
          </p:grpSp>
          <p:sp>
            <p:nvSpPr>
              <p:cNvPr id="157" name="Flèche : droite 156">
                <a:extLst>
                  <a:ext uri="{FF2B5EF4-FFF2-40B4-BE49-F238E27FC236}">
                    <a16:creationId xmlns:a16="http://schemas.microsoft.com/office/drawing/2014/main" id="{9CB0EDA5-24DA-41B0-84D9-CB9FFD9E5CDF}"/>
                  </a:ext>
                </a:extLst>
              </p:cNvPr>
              <p:cNvSpPr/>
              <p:nvPr/>
            </p:nvSpPr>
            <p:spPr>
              <a:xfrm>
                <a:off x="10195882" y="5212725"/>
                <a:ext cx="1483741" cy="805216"/>
              </a:xfrm>
              <a:prstGeom prst="rightArrow">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pic>
            <p:nvPicPr>
              <p:cNvPr id="158" name="Image 157">
                <a:extLst>
                  <a:ext uri="{FF2B5EF4-FFF2-40B4-BE49-F238E27FC236}">
                    <a16:creationId xmlns:a16="http://schemas.microsoft.com/office/drawing/2014/main" id="{1B4B03BC-F4A1-4554-BF88-D060D5D515E3}"/>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387729" y="5976849"/>
                <a:ext cx="164606" cy="152413"/>
              </a:xfrm>
              <a:prstGeom prst="rect">
                <a:avLst/>
              </a:prstGeom>
            </p:spPr>
          </p:pic>
        </p:grpSp>
        <p:pic>
          <p:nvPicPr>
            <p:cNvPr id="141" name="Image 140">
              <a:extLst>
                <a:ext uri="{FF2B5EF4-FFF2-40B4-BE49-F238E27FC236}">
                  <a16:creationId xmlns:a16="http://schemas.microsoft.com/office/drawing/2014/main" id="{BDFB23D5-DE85-45BC-AEB0-D4D1F5034BD1}"/>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247581" y="6017941"/>
              <a:ext cx="347502" cy="152413"/>
            </a:xfrm>
            <a:prstGeom prst="rect">
              <a:avLst/>
            </a:prstGeom>
          </p:spPr>
        </p:pic>
        <p:pic>
          <p:nvPicPr>
            <p:cNvPr id="142" name="Image 141" descr="Une image contenant coup de poing américain, roue&#10;&#10;Description générée automatiquement">
              <a:extLst>
                <a:ext uri="{FF2B5EF4-FFF2-40B4-BE49-F238E27FC236}">
                  <a16:creationId xmlns:a16="http://schemas.microsoft.com/office/drawing/2014/main" id="{EA9DC2E5-DEBE-40E8-8242-978830B7922D}"/>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7800451" y="5927325"/>
              <a:ext cx="353599" cy="317019"/>
            </a:xfrm>
            <a:prstGeom prst="rect">
              <a:avLst/>
            </a:prstGeom>
          </p:spPr>
        </p:pic>
        <p:pic>
          <p:nvPicPr>
            <p:cNvPr id="143" name="Image 142" descr="Une image contenant roue, coup de poing américain, transport, masque&#10;&#10;Description générée automatiquement">
              <a:extLst>
                <a:ext uri="{FF2B5EF4-FFF2-40B4-BE49-F238E27FC236}">
                  <a16:creationId xmlns:a16="http://schemas.microsoft.com/office/drawing/2014/main" id="{869ED561-4269-4050-ACB1-6745E665F216}"/>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8438830" y="5937465"/>
              <a:ext cx="359695" cy="353599"/>
            </a:xfrm>
            <a:prstGeom prst="rect">
              <a:avLst/>
            </a:prstGeom>
          </p:spPr>
        </p:pic>
        <p:pic>
          <p:nvPicPr>
            <p:cNvPr id="144" name="Image 143" descr="Une image contenant transport, roue&#10;&#10;Description générée automatiquement">
              <a:extLst>
                <a:ext uri="{FF2B5EF4-FFF2-40B4-BE49-F238E27FC236}">
                  <a16:creationId xmlns:a16="http://schemas.microsoft.com/office/drawing/2014/main" id="{6C6F2FA9-A493-45B7-AC28-68794C8CCE3D}"/>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9057528" y="5950498"/>
              <a:ext cx="420660" cy="420660"/>
            </a:xfrm>
            <a:prstGeom prst="rect">
              <a:avLst/>
            </a:prstGeom>
          </p:spPr>
        </p:pic>
        <p:pic>
          <p:nvPicPr>
            <p:cNvPr id="145" name="Image 144" descr="Une image contenant transport, roue, coup de poing américain, arme&#10;&#10;Description générée automatiquement">
              <a:extLst>
                <a:ext uri="{FF2B5EF4-FFF2-40B4-BE49-F238E27FC236}">
                  <a16:creationId xmlns:a16="http://schemas.microsoft.com/office/drawing/2014/main" id="{57D5D826-A1E2-4FAD-A6BA-E6509D1A38FA}"/>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9631119" y="5950370"/>
              <a:ext cx="347502" cy="457240"/>
            </a:xfrm>
            <a:prstGeom prst="rect">
              <a:avLst/>
            </a:prstGeom>
          </p:spPr>
        </p:pic>
        <p:pic>
          <p:nvPicPr>
            <p:cNvPr id="146" name="Image 145">
              <a:extLst>
                <a:ext uri="{FF2B5EF4-FFF2-40B4-BE49-F238E27FC236}">
                  <a16:creationId xmlns:a16="http://schemas.microsoft.com/office/drawing/2014/main" id="{37ED78B7-C56C-478B-86BA-01245DC4F4A7}"/>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10496626" y="5912696"/>
              <a:ext cx="432854" cy="420660"/>
            </a:xfrm>
            <a:prstGeom prst="rect">
              <a:avLst/>
            </a:prstGeom>
          </p:spPr>
        </p:pic>
        <p:pic>
          <p:nvPicPr>
            <p:cNvPr id="147" name="Image 146">
              <a:extLst>
                <a:ext uri="{FF2B5EF4-FFF2-40B4-BE49-F238E27FC236}">
                  <a16:creationId xmlns:a16="http://schemas.microsoft.com/office/drawing/2014/main" id="{E258DF46-C225-4887-BE47-23CA7306B52E}"/>
                </a:ext>
              </a:extLst>
            </p:cNvPr>
            <p:cNvPicPr>
              <a:picLocks noChangeAspect="1"/>
            </p:cNvPicPr>
            <p:nvPr/>
          </p:nvPicPr>
          <p:blipFill rotWithShape="1">
            <a:blip r:embed="rId13">
              <a:extLst>
                <a:ext uri="{28A0092B-C50C-407E-A947-70E740481C1C}">
                  <a14:useLocalDpi xmlns:a14="http://schemas.microsoft.com/office/drawing/2010/main" val="0"/>
                </a:ext>
              </a:extLst>
            </a:blip>
            <a:srcRect t="1" r="52632" b="-1"/>
            <a:stretch/>
          </p:blipFill>
          <p:spPr>
            <a:xfrm>
              <a:off x="6843867" y="6000323"/>
              <a:ext cx="164606" cy="152413"/>
            </a:xfrm>
            <a:prstGeom prst="rect">
              <a:avLst/>
            </a:prstGeom>
          </p:spPr>
        </p:pic>
      </p:grpSp>
      <p:grpSp>
        <p:nvGrpSpPr>
          <p:cNvPr id="187" name="Groupe 186">
            <a:extLst>
              <a:ext uri="{FF2B5EF4-FFF2-40B4-BE49-F238E27FC236}">
                <a16:creationId xmlns:a16="http://schemas.microsoft.com/office/drawing/2014/main" id="{8B21B38C-5979-46A8-BC58-AECEB3B1A7F5}"/>
              </a:ext>
            </a:extLst>
          </p:cNvPr>
          <p:cNvGrpSpPr/>
          <p:nvPr/>
        </p:nvGrpSpPr>
        <p:grpSpPr>
          <a:xfrm>
            <a:off x="999944" y="6284546"/>
            <a:ext cx="56951" cy="56951"/>
            <a:chOff x="5484964" y="3511896"/>
            <a:chExt cx="461468" cy="461468"/>
          </a:xfrm>
        </p:grpSpPr>
        <p:pic>
          <p:nvPicPr>
            <p:cNvPr id="188" name="Graphique 187" descr="Batterie chargée avec un remplissage uni">
              <a:extLst>
                <a:ext uri="{FF2B5EF4-FFF2-40B4-BE49-F238E27FC236}">
                  <a16:creationId xmlns:a16="http://schemas.microsoft.com/office/drawing/2014/main" id="{D60DBE2B-711E-45EA-A61F-C8DB40DB5A60}"/>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189" name="Graphique 188" descr="Éclair avec un remplissage uni">
              <a:extLst>
                <a:ext uri="{FF2B5EF4-FFF2-40B4-BE49-F238E27FC236}">
                  <a16:creationId xmlns:a16="http://schemas.microsoft.com/office/drawing/2014/main" id="{5DC470D9-A6C5-43EC-973C-71A5DBFE9996}"/>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grpSp>
        <p:nvGrpSpPr>
          <p:cNvPr id="190" name="Groupe 189">
            <a:extLst>
              <a:ext uri="{FF2B5EF4-FFF2-40B4-BE49-F238E27FC236}">
                <a16:creationId xmlns:a16="http://schemas.microsoft.com/office/drawing/2014/main" id="{54665162-E3B1-4D03-8B13-85D772B7CA3F}"/>
              </a:ext>
            </a:extLst>
          </p:cNvPr>
          <p:cNvGrpSpPr/>
          <p:nvPr/>
        </p:nvGrpSpPr>
        <p:grpSpPr>
          <a:xfrm>
            <a:off x="1127408" y="6262197"/>
            <a:ext cx="83817" cy="83817"/>
            <a:chOff x="5484964" y="3511896"/>
            <a:chExt cx="461468" cy="461468"/>
          </a:xfrm>
        </p:grpSpPr>
        <p:pic>
          <p:nvPicPr>
            <p:cNvPr id="191" name="Graphique 190" descr="Batterie chargée avec un remplissage uni">
              <a:extLst>
                <a:ext uri="{FF2B5EF4-FFF2-40B4-BE49-F238E27FC236}">
                  <a16:creationId xmlns:a16="http://schemas.microsoft.com/office/drawing/2014/main" id="{B0B7036D-F19F-4A13-BF1C-3FC251E9377E}"/>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192" name="Graphique 191" descr="Éclair avec un remplissage uni">
              <a:extLst>
                <a:ext uri="{FF2B5EF4-FFF2-40B4-BE49-F238E27FC236}">
                  <a16:creationId xmlns:a16="http://schemas.microsoft.com/office/drawing/2014/main" id="{D16D428B-B944-48FA-89F7-201834DA1A8F}"/>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grpSp>
        <p:nvGrpSpPr>
          <p:cNvPr id="193" name="Groupe 192">
            <a:extLst>
              <a:ext uri="{FF2B5EF4-FFF2-40B4-BE49-F238E27FC236}">
                <a16:creationId xmlns:a16="http://schemas.microsoft.com/office/drawing/2014/main" id="{DA7E56DD-B96D-4841-B830-3A04D734AA42}"/>
              </a:ext>
            </a:extLst>
          </p:cNvPr>
          <p:cNvGrpSpPr/>
          <p:nvPr/>
        </p:nvGrpSpPr>
        <p:grpSpPr>
          <a:xfrm>
            <a:off x="991651" y="6140425"/>
            <a:ext cx="83817" cy="83817"/>
            <a:chOff x="5484964" y="3511896"/>
            <a:chExt cx="461468" cy="461468"/>
          </a:xfrm>
        </p:grpSpPr>
        <p:pic>
          <p:nvPicPr>
            <p:cNvPr id="194" name="Graphique 193" descr="Batterie chargée avec un remplissage uni">
              <a:extLst>
                <a:ext uri="{FF2B5EF4-FFF2-40B4-BE49-F238E27FC236}">
                  <a16:creationId xmlns:a16="http://schemas.microsoft.com/office/drawing/2014/main" id="{1418F6B6-D4B9-4FC8-B2FD-EA427456054B}"/>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195" name="Graphique 194" descr="Éclair avec un remplissage uni">
              <a:extLst>
                <a:ext uri="{FF2B5EF4-FFF2-40B4-BE49-F238E27FC236}">
                  <a16:creationId xmlns:a16="http://schemas.microsoft.com/office/drawing/2014/main" id="{59FC9B99-5595-483A-83A9-296527D94513}"/>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grpSp>
        <p:nvGrpSpPr>
          <p:cNvPr id="196" name="Groupe 195">
            <a:extLst>
              <a:ext uri="{FF2B5EF4-FFF2-40B4-BE49-F238E27FC236}">
                <a16:creationId xmlns:a16="http://schemas.microsoft.com/office/drawing/2014/main" id="{2D6B5657-ED64-4BA7-BDEF-A1ABA4069707}"/>
              </a:ext>
            </a:extLst>
          </p:cNvPr>
          <p:cNvGrpSpPr/>
          <p:nvPr/>
        </p:nvGrpSpPr>
        <p:grpSpPr>
          <a:xfrm>
            <a:off x="970713" y="5960223"/>
            <a:ext cx="144093" cy="144093"/>
            <a:chOff x="5484964" y="3511896"/>
            <a:chExt cx="461468" cy="461468"/>
          </a:xfrm>
        </p:grpSpPr>
        <p:pic>
          <p:nvPicPr>
            <p:cNvPr id="197" name="Graphique 196" descr="Batterie chargée avec un remplissage uni">
              <a:extLst>
                <a:ext uri="{FF2B5EF4-FFF2-40B4-BE49-F238E27FC236}">
                  <a16:creationId xmlns:a16="http://schemas.microsoft.com/office/drawing/2014/main" id="{302E41E9-A676-4D0B-8D0B-B4A37ECF50DD}"/>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198" name="Graphique 197" descr="Éclair avec un remplissage uni">
              <a:extLst>
                <a:ext uri="{FF2B5EF4-FFF2-40B4-BE49-F238E27FC236}">
                  <a16:creationId xmlns:a16="http://schemas.microsoft.com/office/drawing/2014/main" id="{509B178C-AE59-4486-952B-28970BE89DF2}"/>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grpSp>
        <p:nvGrpSpPr>
          <p:cNvPr id="199" name="Groupe 198">
            <a:extLst>
              <a:ext uri="{FF2B5EF4-FFF2-40B4-BE49-F238E27FC236}">
                <a16:creationId xmlns:a16="http://schemas.microsoft.com/office/drawing/2014/main" id="{FE70B02D-8E45-471F-8D78-1728607DE8E4}"/>
              </a:ext>
            </a:extLst>
          </p:cNvPr>
          <p:cNvGrpSpPr/>
          <p:nvPr/>
        </p:nvGrpSpPr>
        <p:grpSpPr>
          <a:xfrm>
            <a:off x="1105898" y="6083797"/>
            <a:ext cx="144093" cy="144093"/>
            <a:chOff x="5484964" y="3511896"/>
            <a:chExt cx="461468" cy="461468"/>
          </a:xfrm>
        </p:grpSpPr>
        <p:pic>
          <p:nvPicPr>
            <p:cNvPr id="200" name="Graphique 199" descr="Batterie chargée avec un remplissage uni">
              <a:extLst>
                <a:ext uri="{FF2B5EF4-FFF2-40B4-BE49-F238E27FC236}">
                  <a16:creationId xmlns:a16="http://schemas.microsoft.com/office/drawing/2014/main" id="{3AADD6CF-826A-4BBE-A784-F0522BA3C5B2}"/>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201" name="Graphique 200" descr="Éclair avec un remplissage uni">
              <a:extLst>
                <a:ext uri="{FF2B5EF4-FFF2-40B4-BE49-F238E27FC236}">
                  <a16:creationId xmlns:a16="http://schemas.microsoft.com/office/drawing/2014/main" id="{749C9EAA-AEB7-4B24-A15F-D9E4271FFBF3}"/>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grpSp>
        <p:nvGrpSpPr>
          <p:cNvPr id="202" name="Groupe 201">
            <a:extLst>
              <a:ext uri="{FF2B5EF4-FFF2-40B4-BE49-F238E27FC236}">
                <a16:creationId xmlns:a16="http://schemas.microsoft.com/office/drawing/2014/main" id="{1DD235AC-9E57-441D-BFCB-E80AA2B70D2A}"/>
              </a:ext>
            </a:extLst>
          </p:cNvPr>
          <p:cNvGrpSpPr/>
          <p:nvPr/>
        </p:nvGrpSpPr>
        <p:grpSpPr>
          <a:xfrm>
            <a:off x="1220591" y="6204207"/>
            <a:ext cx="144093" cy="144093"/>
            <a:chOff x="5484964" y="3511896"/>
            <a:chExt cx="461468" cy="461468"/>
          </a:xfrm>
        </p:grpSpPr>
        <p:pic>
          <p:nvPicPr>
            <p:cNvPr id="203" name="Graphique 202" descr="Batterie chargée avec un remplissage uni">
              <a:extLst>
                <a:ext uri="{FF2B5EF4-FFF2-40B4-BE49-F238E27FC236}">
                  <a16:creationId xmlns:a16="http://schemas.microsoft.com/office/drawing/2014/main" id="{9DFC30A6-E736-45CF-9428-126B1A4AB7F5}"/>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204" name="Graphique 203" descr="Éclair avec un remplissage uni">
              <a:extLst>
                <a:ext uri="{FF2B5EF4-FFF2-40B4-BE49-F238E27FC236}">
                  <a16:creationId xmlns:a16="http://schemas.microsoft.com/office/drawing/2014/main" id="{8DC5508B-D7EA-45D4-A16C-017668B8CDA8}"/>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grpSp>
        <p:nvGrpSpPr>
          <p:cNvPr id="205" name="Groupe 204">
            <a:extLst>
              <a:ext uri="{FF2B5EF4-FFF2-40B4-BE49-F238E27FC236}">
                <a16:creationId xmlns:a16="http://schemas.microsoft.com/office/drawing/2014/main" id="{3F2EBC8A-7345-4A5A-91B2-1EEE6BB338DA}"/>
              </a:ext>
            </a:extLst>
          </p:cNvPr>
          <p:cNvGrpSpPr/>
          <p:nvPr/>
        </p:nvGrpSpPr>
        <p:grpSpPr>
          <a:xfrm>
            <a:off x="1350692" y="6178023"/>
            <a:ext cx="168768" cy="168768"/>
            <a:chOff x="5484964" y="3511896"/>
            <a:chExt cx="461468" cy="461468"/>
          </a:xfrm>
        </p:grpSpPr>
        <p:pic>
          <p:nvPicPr>
            <p:cNvPr id="206" name="Graphique 205" descr="Batterie chargée avec un remplissage uni">
              <a:extLst>
                <a:ext uri="{FF2B5EF4-FFF2-40B4-BE49-F238E27FC236}">
                  <a16:creationId xmlns:a16="http://schemas.microsoft.com/office/drawing/2014/main" id="{2BF56939-20D5-441B-A294-7F91D136CE3D}"/>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207" name="Graphique 206" descr="Éclair avec un remplissage uni">
              <a:extLst>
                <a:ext uri="{FF2B5EF4-FFF2-40B4-BE49-F238E27FC236}">
                  <a16:creationId xmlns:a16="http://schemas.microsoft.com/office/drawing/2014/main" id="{12B4ECD2-45A7-48AA-95A8-8193D30ABEBF}"/>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grpSp>
        <p:nvGrpSpPr>
          <p:cNvPr id="208" name="Groupe 207">
            <a:extLst>
              <a:ext uri="{FF2B5EF4-FFF2-40B4-BE49-F238E27FC236}">
                <a16:creationId xmlns:a16="http://schemas.microsoft.com/office/drawing/2014/main" id="{9E5F6C61-E3F6-4CE1-9C3E-A1281189D0A5}"/>
              </a:ext>
            </a:extLst>
          </p:cNvPr>
          <p:cNvGrpSpPr/>
          <p:nvPr/>
        </p:nvGrpSpPr>
        <p:grpSpPr>
          <a:xfrm>
            <a:off x="1214969" y="6006449"/>
            <a:ext cx="168768" cy="168768"/>
            <a:chOff x="5484964" y="3511896"/>
            <a:chExt cx="461468" cy="461468"/>
          </a:xfrm>
        </p:grpSpPr>
        <p:pic>
          <p:nvPicPr>
            <p:cNvPr id="209" name="Graphique 208" descr="Batterie chargée avec un remplissage uni">
              <a:extLst>
                <a:ext uri="{FF2B5EF4-FFF2-40B4-BE49-F238E27FC236}">
                  <a16:creationId xmlns:a16="http://schemas.microsoft.com/office/drawing/2014/main" id="{FA72BDA4-0ED5-4209-8FDC-4F5AFFCBBEB1}"/>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210" name="Graphique 209" descr="Éclair avec un remplissage uni">
              <a:extLst>
                <a:ext uri="{FF2B5EF4-FFF2-40B4-BE49-F238E27FC236}">
                  <a16:creationId xmlns:a16="http://schemas.microsoft.com/office/drawing/2014/main" id="{CA9FD0EA-880C-4CE7-8965-AA5673EC2E38}"/>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grpSp>
        <p:nvGrpSpPr>
          <p:cNvPr id="211" name="Groupe 210">
            <a:extLst>
              <a:ext uri="{FF2B5EF4-FFF2-40B4-BE49-F238E27FC236}">
                <a16:creationId xmlns:a16="http://schemas.microsoft.com/office/drawing/2014/main" id="{4A55CAE7-1AB7-4617-903A-92790236DD5C}"/>
              </a:ext>
            </a:extLst>
          </p:cNvPr>
          <p:cNvGrpSpPr/>
          <p:nvPr/>
        </p:nvGrpSpPr>
        <p:grpSpPr>
          <a:xfrm>
            <a:off x="1084893" y="5889958"/>
            <a:ext cx="168768" cy="168768"/>
            <a:chOff x="5484964" y="3511896"/>
            <a:chExt cx="461468" cy="461468"/>
          </a:xfrm>
        </p:grpSpPr>
        <p:pic>
          <p:nvPicPr>
            <p:cNvPr id="212" name="Graphique 211" descr="Batterie chargée avec un remplissage uni">
              <a:extLst>
                <a:ext uri="{FF2B5EF4-FFF2-40B4-BE49-F238E27FC236}">
                  <a16:creationId xmlns:a16="http://schemas.microsoft.com/office/drawing/2014/main" id="{DAD27368-35B4-40CC-9A01-E43685F0AD01}"/>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213" name="Graphique 212" descr="Éclair avec un remplissage uni">
              <a:extLst>
                <a:ext uri="{FF2B5EF4-FFF2-40B4-BE49-F238E27FC236}">
                  <a16:creationId xmlns:a16="http://schemas.microsoft.com/office/drawing/2014/main" id="{5CC19C05-8242-4335-8612-6B1B36529259}"/>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grpSp>
        <p:nvGrpSpPr>
          <p:cNvPr id="214" name="Groupe 213">
            <a:extLst>
              <a:ext uri="{FF2B5EF4-FFF2-40B4-BE49-F238E27FC236}">
                <a16:creationId xmlns:a16="http://schemas.microsoft.com/office/drawing/2014/main" id="{DFBA0332-85BC-42B9-91EE-2FDBD781C39A}"/>
              </a:ext>
            </a:extLst>
          </p:cNvPr>
          <p:cNvGrpSpPr/>
          <p:nvPr/>
        </p:nvGrpSpPr>
        <p:grpSpPr>
          <a:xfrm>
            <a:off x="969189" y="5783960"/>
            <a:ext cx="168768" cy="168768"/>
            <a:chOff x="5484964" y="3511896"/>
            <a:chExt cx="461468" cy="461468"/>
          </a:xfrm>
        </p:grpSpPr>
        <p:pic>
          <p:nvPicPr>
            <p:cNvPr id="215" name="Graphique 214" descr="Batterie chargée avec un remplissage uni">
              <a:extLst>
                <a:ext uri="{FF2B5EF4-FFF2-40B4-BE49-F238E27FC236}">
                  <a16:creationId xmlns:a16="http://schemas.microsoft.com/office/drawing/2014/main" id="{0D0ED2AF-115A-4E4B-8883-4F5D25A2EEA1}"/>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216" name="Graphique 215" descr="Éclair avec un remplissage uni">
              <a:extLst>
                <a:ext uri="{FF2B5EF4-FFF2-40B4-BE49-F238E27FC236}">
                  <a16:creationId xmlns:a16="http://schemas.microsoft.com/office/drawing/2014/main" id="{91489B67-3E03-400F-AAA2-5E1B30FECB2F}"/>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grpSp>
        <p:nvGrpSpPr>
          <p:cNvPr id="217" name="Groupe 216">
            <a:extLst>
              <a:ext uri="{FF2B5EF4-FFF2-40B4-BE49-F238E27FC236}">
                <a16:creationId xmlns:a16="http://schemas.microsoft.com/office/drawing/2014/main" id="{CC95DABA-71ED-4D64-AA5E-792CE6935D3D}"/>
              </a:ext>
            </a:extLst>
          </p:cNvPr>
          <p:cNvGrpSpPr/>
          <p:nvPr/>
        </p:nvGrpSpPr>
        <p:grpSpPr>
          <a:xfrm>
            <a:off x="948868" y="5523451"/>
            <a:ext cx="236605" cy="236606"/>
            <a:chOff x="5484964" y="3511896"/>
            <a:chExt cx="461468" cy="461468"/>
          </a:xfrm>
        </p:grpSpPr>
        <p:pic>
          <p:nvPicPr>
            <p:cNvPr id="218" name="Graphique 217" descr="Batterie chargée avec un remplissage uni">
              <a:extLst>
                <a:ext uri="{FF2B5EF4-FFF2-40B4-BE49-F238E27FC236}">
                  <a16:creationId xmlns:a16="http://schemas.microsoft.com/office/drawing/2014/main" id="{FFFC12F5-4055-4B6E-B456-10C370F3D9E1}"/>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219" name="Graphique 218" descr="Éclair avec un remplissage uni">
              <a:extLst>
                <a:ext uri="{FF2B5EF4-FFF2-40B4-BE49-F238E27FC236}">
                  <a16:creationId xmlns:a16="http://schemas.microsoft.com/office/drawing/2014/main" id="{75BC23F8-DCE9-43B5-B95B-1E0445111CA6}"/>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grpSp>
        <p:nvGrpSpPr>
          <p:cNvPr id="220" name="Groupe 219">
            <a:extLst>
              <a:ext uri="{FF2B5EF4-FFF2-40B4-BE49-F238E27FC236}">
                <a16:creationId xmlns:a16="http://schemas.microsoft.com/office/drawing/2014/main" id="{9889F2D2-70E9-43BC-BBA3-33A245A23502}"/>
              </a:ext>
            </a:extLst>
          </p:cNvPr>
          <p:cNvGrpSpPr/>
          <p:nvPr/>
        </p:nvGrpSpPr>
        <p:grpSpPr>
          <a:xfrm>
            <a:off x="1087033" y="5628759"/>
            <a:ext cx="236605" cy="236606"/>
            <a:chOff x="5484964" y="3511896"/>
            <a:chExt cx="461468" cy="461468"/>
          </a:xfrm>
        </p:grpSpPr>
        <p:pic>
          <p:nvPicPr>
            <p:cNvPr id="221" name="Graphique 220" descr="Batterie chargée avec un remplissage uni">
              <a:extLst>
                <a:ext uri="{FF2B5EF4-FFF2-40B4-BE49-F238E27FC236}">
                  <a16:creationId xmlns:a16="http://schemas.microsoft.com/office/drawing/2014/main" id="{8D867172-F165-4996-B51C-AA9EAD36264D}"/>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222" name="Graphique 221" descr="Éclair avec un remplissage uni">
              <a:extLst>
                <a:ext uri="{FF2B5EF4-FFF2-40B4-BE49-F238E27FC236}">
                  <a16:creationId xmlns:a16="http://schemas.microsoft.com/office/drawing/2014/main" id="{63AA3CBC-B4DA-4F0A-90CC-E9EE0C967FF5}"/>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grpSp>
        <p:nvGrpSpPr>
          <p:cNvPr id="223" name="Groupe 222">
            <a:extLst>
              <a:ext uri="{FF2B5EF4-FFF2-40B4-BE49-F238E27FC236}">
                <a16:creationId xmlns:a16="http://schemas.microsoft.com/office/drawing/2014/main" id="{A280A481-70F0-4A46-AF73-CEFC9BA6B193}"/>
              </a:ext>
            </a:extLst>
          </p:cNvPr>
          <p:cNvGrpSpPr/>
          <p:nvPr/>
        </p:nvGrpSpPr>
        <p:grpSpPr>
          <a:xfrm>
            <a:off x="1222206" y="5743494"/>
            <a:ext cx="236605" cy="236606"/>
            <a:chOff x="5484964" y="3511896"/>
            <a:chExt cx="461468" cy="461468"/>
          </a:xfrm>
        </p:grpSpPr>
        <p:pic>
          <p:nvPicPr>
            <p:cNvPr id="224" name="Graphique 223" descr="Batterie chargée avec un remplissage uni">
              <a:extLst>
                <a:ext uri="{FF2B5EF4-FFF2-40B4-BE49-F238E27FC236}">
                  <a16:creationId xmlns:a16="http://schemas.microsoft.com/office/drawing/2014/main" id="{17145D7D-D50A-492C-B0D9-D1E301644AA0}"/>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225" name="Graphique 224" descr="Éclair avec un remplissage uni">
              <a:extLst>
                <a:ext uri="{FF2B5EF4-FFF2-40B4-BE49-F238E27FC236}">
                  <a16:creationId xmlns:a16="http://schemas.microsoft.com/office/drawing/2014/main" id="{E662E8C4-B45A-474B-8776-525C90354E9E}"/>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grpSp>
        <p:nvGrpSpPr>
          <p:cNvPr id="226" name="Groupe 225">
            <a:extLst>
              <a:ext uri="{FF2B5EF4-FFF2-40B4-BE49-F238E27FC236}">
                <a16:creationId xmlns:a16="http://schemas.microsoft.com/office/drawing/2014/main" id="{250EF65B-A22A-4ED4-A470-871A215BA0B2}"/>
              </a:ext>
            </a:extLst>
          </p:cNvPr>
          <p:cNvGrpSpPr/>
          <p:nvPr/>
        </p:nvGrpSpPr>
        <p:grpSpPr>
          <a:xfrm>
            <a:off x="1353823" y="5901991"/>
            <a:ext cx="236605" cy="236606"/>
            <a:chOff x="5484964" y="3511896"/>
            <a:chExt cx="461468" cy="461468"/>
          </a:xfrm>
        </p:grpSpPr>
        <p:pic>
          <p:nvPicPr>
            <p:cNvPr id="227" name="Graphique 226" descr="Batterie chargée avec un remplissage uni">
              <a:extLst>
                <a:ext uri="{FF2B5EF4-FFF2-40B4-BE49-F238E27FC236}">
                  <a16:creationId xmlns:a16="http://schemas.microsoft.com/office/drawing/2014/main" id="{90C50670-6CB7-4C7A-9A08-C37F799A5766}"/>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228" name="Graphique 227" descr="Éclair avec un remplissage uni">
              <a:extLst>
                <a:ext uri="{FF2B5EF4-FFF2-40B4-BE49-F238E27FC236}">
                  <a16:creationId xmlns:a16="http://schemas.microsoft.com/office/drawing/2014/main" id="{196CC5BD-C6BA-4E1B-A1F2-409B4C96FBC2}"/>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grpSp>
        <p:nvGrpSpPr>
          <p:cNvPr id="229" name="Groupe 228">
            <a:extLst>
              <a:ext uri="{FF2B5EF4-FFF2-40B4-BE49-F238E27FC236}">
                <a16:creationId xmlns:a16="http://schemas.microsoft.com/office/drawing/2014/main" id="{B700A622-8A99-4FA3-8E1A-B807DEDF924D}"/>
              </a:ext>
            </a:extLst>
          </p:cNvPr>
          <p:cNvGrpSpPr/>
          <p:nvPr/>
        </p:nvGrpSpPr>
        <p:grpSpPr>
          <a:xfrm>
            <a:off x="1492627" y="6084578"/>
            <a:ext cx="236605" cy="236606"/>
            <a:chOff x="5484964" y="3511896"/>
            <a:chExt cx="461468" cy="461468"/>
          </a:xfrm>
        </p:grpSpPr>
        <p:pic>
          <p:nvPicPr>
            <p:cNvPr id="230" name="Graphique 229" descr="Batterie chargée avec un remplissage uni">
              <a:extLst>
                <a:ext uri="{FF2B5EF4-FFF2-40B4-BE49-F238E27FC236}">
                  <a16:creationId xmlns:a16="http://schemas.microsoft.com/office/drawing/2014/main" id="{DB0D21DD-EAAC-45A7-BE5F-35F99D3DC473}"/>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231" name="Graphique 230" descr="Éclair avec un remplissage uni">
              <a:extLst>
                <a:ext uri="{FF2B5EF4-FFF2-40B4-BE49-F238E27FC236}">
                  <a16:creationId xmlns:a16="http://schemas.microsoft.com/office/drawing/2014/main" id="{057E170F-B55C-4214-ABD1-2AFB69FFD0A7}"/>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grpSp>
        <p:nvGrpSpPr>
          <p:cNvPr id="232" name="Groupe 231">
            <a:extLst>
              <a:ext uri="{FF2B5EF4-FFF2-40B4-BE49-F238E27FC236}">
                <a16:creationId xmlns:a16="http://schemas.microsoft.com/office/drawing/2014/main" id="{49C76B2B-D5B8-47EC-9C7F-23CE1C486361}"/>
              </a:ext>
            </a:extLst>
          </p:cNvPr>
          <p:cNvGrpSpPr/>
          <p:nvPr/>
        </p:nvGrpSpPr>
        <p:grpSpPr>
          <a:xfrm>
            <a:off x="1423800" y="5418906"/>
            <a:ext cx="610038" cy="610038"/>
            <a:chOff x="5484964" y="3511896"/>
            <a:chExt cx="461468" cy="461468"/>
          </a:xfrm>
        </p:grpSpPr>
        <p:pic>
          <p:nvPicPr>
            <p:cNvPr id="233" name="Graphique 232" descr="Batterie chargée avec un remplissage uni">
              <a:extLst>
                <a:ext uri="{FF2B5EF4-FFF2-40B4-BE49-F238E27FC236}">
                  <a16:creationId xmlns:a16="http://schemas.microsoft.com/office/drawing/2014/main" id="{AD2C38D4-3929-49CF-927A-1BD237575805}"/>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234" name="Graphique 233" descr="Éclair avec un remplissage uni">
              <a:extLst>
                <a:ext uri="{FF2B5EF4-FFF2-40B4-BE49-F238E27FC236}">
                  <a16:creationId xmlns:a16="http://schemas.microsoft.com/office/drawing/2014/main" id="{9DBDB529-A3D3-448C-8FD6-4D8B22C4462A}"/>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grpSp>
        <p:nvGrpSpPr>
          <p:cNvPr id="281" name="Groupe 280">
            <a:extLst>
              <a:ext uri="{FF2B5EF4-FFF2-40B4-BE49-F238E27FC236}">
                <a16:creationId xmlns:a16="http://schemas.microsoft.com/office/drawing/2014/main" id="{AFBCA18E-53C8-40C0-A128-1BC798D41177}"/>
              </a:ext>
            </a:extLst>
          </p:cNvPr>
          <p:cNvGrpSpPr/>
          <p:nvPr/>
        </p:nvGrpSpPr>
        <p:grpSpPr>
          <a:xfrm>
            <a:off x="270955" y="3477493"/>
            <a:ext cx="2549545" cy="1370716"/>
            <a:chOff x="498455" y="2473373"/>
            <a:chExt cx="4128117" cy="2219407"/>
          </a:xfrm>
        </p:grpSpPr>
        <p:sp>
          <p:nvSpPr>
            <p:cNvPr id="264" name="Rectangle 263">
              <a:extLst>
                <a:ext uri="{FF2B5EF4-FFF2-40B4-BE49-F238E27FC236}">
                  <a16:creationId xmlns:a16="http://schemas.microsoft.com/office/drawing/2014/main" id="{14E3BAA5-EB2A-47DF-8DB6-3B41451AE994}"/>
                </a:ext>
              </a:extLst>
            </p:cNvPr>
            <p:cNvSpPr/>
            <p:nvPr/>
          </p:nvSpPr>
          <p:spPr>
            <a:xfrm>
              <a:off x="498455" y="2473373"/>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5" name="Groupe 264">
              <a:extLst>
                <a:ext uri="{FF2B5EF4-FFF2-40B4-BE49-F238E27FC236}">
                  <a16:creationId xmlns:a16="http://schemas.microsoft.com/office/drawing/2014/main" id="{773C20A0-0457-43B6-AA81-2F3C2892D561}"/>
                </a:ext>
              </a:extLst>
            </p:cNvPr>
            <p:cNvGrpSpPr/>
            <p:nvPr/>
          </p:nvGrpSpPr>
          <p:grpSpPr>
            <a:xfrm flipH="1">
              <a:off x="2618502" y="3462657"/>
              <a:ext cx="1595237" cy="972320"/>
              <a:chOff x="6989470" y="1452253"/>
              <a:chExt cx="2625047" cy="1867662"/>
            </a:xfrm>
            <a:solidFill>
              <a:srgbClr val="ED7D31"/>
            </a:solidFill>
          </p:grpSpPr>
          <p:pic>
            <p:nvPicPr>
              <p:cNvPr id="266" name="Graphique 265" descr="Groupe de personnes avec un remplissage uni">
                <a:extLst>
                  <a:ext uri="{FF2B5EF4-FFF2-40B4-BE49-F238E27FC236}">
                    <a16:creationId xmlns:a16="http://schemas.microsoft.com/office/drawing/2014/main" id="{DF96F61D-D0CF-4A63-AA62-1A5C59372D1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267" name="Graphique 266" descr="Groupe de personnes avec un remplissage uni">
                <a:extLst>
                  <a:ext uri="{FF2B5EF4-FFF2-40B4-BE49-F238E27FC236}">
                    <a16:creationId xmlns:a16="http://schemas.microsoft.com/office/drawing/2014/main" id="{310D1CC2-CFDB-475B-A187-1B13C751F74E}"/>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20687"/>
              <a:stretch/>
            </p:blipFill>
            <p:spPr>
              <a:xfrm>
                <a:off x="8090525" y="1513565"/>
                <a:ext cx="1481311" cy="651367"/>
              </a:xfrm>
              <a:prstGeom prst="rect">
                <a:avLst/>
              </a:prstGeom>
            </p:spPr>
          </p:pic>
          <p:pic>
            <p:nvPicPr>
              <p:cNvPr id="268" name="Graphique 267" descr="Groupe de personnes avec un remplissage uni">
                <a:extLst>
                  <a:ext uri="{FF2B5EF4-FFF2-40B4-BE49-F238E27FC236}">
                    <a16:creationId xmlns:a16="http://schemas.microsoft.com/office/drawing/2014/main" id="{B45D4A1F-B434-4E6A-9090-248A00070754}"/>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316394" y="2091056"/>
                <a:ext cx="1298123" cy="651367"/>
              </a:xfrm>
              <a:prstGeom prst="rect">
                <a:avLst/>
              </a:prstGeom>
            </p:spPr>
          </p:pic>
          <p:pic>
            <p:nvPicPr>
              <p:cNvPr id="269" name="Graphique 268" descr="Groupe de personnes avec un remplissage uni">
                <a:extLst>
                  <a:ext uri="{FF2B5EF4-FFF2-40B4-BE49-F238E27FC236}">
                    <a16:creationId xmlns:a16="http://schemas.microsoft.com/office/drawing/2014/main" id="{FC4ACF39-2326-41D0-9165-C1D1A8859383}"/>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65831"/>
              <a:stretch/>
            </p:blipFill>
            <p:spPr>
              <a:xfrm>
                <a:off x="6989470" y="1513565"/>
                <a:ext cx="638169" cy="651367"/>
              </a:xfrm>
              <a:prstGeom prst="rect">
                <a:avLst/>
              </a:prstGeom>
            </p:spPr>
          </p:pic>
          <p:pic>
            <p:nvPicPr>
              <p:cNvPr id="270" name="Graphique 269" descr="Groupe de personnes avec un remplissage uni">
                <a:extLst>
                  <a:ext uri="{FF2B5EF4-FFF2-40B4-BE49-F238E27FC236}">
                    <a16:creationId xmlns:a16="http://schemas.microsoft.com/office/drawing/2014/main" id="{6F3BCE1D-4849-43E6-858A-629833CBCCA7}"/>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 t="65384" r="42539"/>
              <a:stretch/>
            </p:blipFill>
            <p:spPr>
              <a:xfrm>
                <a:off x="8498660" y="2653414"/>
                <a:ext cx="1073176" cy="651367"/>
              </a:xfrm>
              <a:prstGeom prst="rect">
                <a:avLst/>
              </a:prstGeom>
            </p:spPr>
          </p:pic>
        </p:grpSp>
        <p:pic>
          <p:nvPicPr>
            <p:cNvPr id="271" name="Graphique 270" descr="Personne confuse avec un remplissage uni">
              <a:extLst>
                <a:ext uri="{FF2B5EF4-FFF2-40B4-BE49-F238E27FC236}">
                  <a16:creationId xmlns:a16="http://schemas.microsoft.com/office/drawing/2014/main" id="{073C9F2E-21B9-437A-92C5-ACD7C3E51005}"/>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800346" y="3966234"/>
              <a:ext cx="446303" cy="446303"/>
            </a:xfrm>
            <a:prstGeom prst="rect">
              <a:avLst/>
            </a:prstGeom>
          </p:spPr>
        </p:pic>
        <p:grpSp>
          <p:nvGrpSpPr>
            <p:cNvPr id="272" name="Groupe 271">
              <a:extLst>
                <a:ext uri="{FF2B5EF4-FFF2-40B4-BE49-F238E27FC236}">
                  <a16:creationId xmlns:a16="http://schemas.microsoft.com/office/drawing/2014/main" id="{0798A4F5-F2EC-42E1-9861-AA2B319D508F}"/>
                </a:ext>
              </a:extLst>
            </p:cNvPr>
            <p:cNvGrpSpPr/>
            <p:nvPr/>
          </p:nvGrpSpPr>
          <p:grpSpPr>
            <a:xfrm>
              <a:off x="1788185" y="2831718"/>
              <a:ext cx="366761" cy="1549194"/>
              <a:chOff x="8885725" y="4528340"/>
              <a:chExt cx="311582" cy="1316119"/>
            </a:xfrm>
          </p:grpSpPr>
          <p:pic>
            <p:nvPicPr>
              <p:cNvPr id="273" name="Image 272">
                <a:extLst>
                  <a:ext uri="{FF2B5EF4-FFF2-40B4-BE49-F238E27FC236}">
                    <a16:creationId xmlns:a16="http://schemas.microsoft.com/office/drawing/2014/main" id="{F6285AE7-1005-4BED-B11B-37B3969F6ABA}"/>
                  </a:ext>
                </a:extLst>
              </p:cNvPr>
              <p:cNvPicPr>
                <a:picLocks noChangeAspect="1"/>
              </p:cNvPicPr>
              <p:nvPr/>
            </p:nvPicPr>
            <p:blipFill>
              <a:blip r:embed="rId25">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8886406" y="4528340"/>
                <a:ext cx="310441" cy="171499"/>
              </a:xfrm>
              <a:prstGeom prst="rect">
                <a:avLst/>
              </a:prstGeom>
              <a:ln>
                <a:solidFill>
                  <a:srgbClr val="3494BA"/>
                </a:solidFill>
              </a:ln>
            </p:spPr>
          </p:pic>
          <p:pic>
            <p:nvPicPr>
              <p:cNvPr id="274" name="Image 273">
                <a:extLst>
                  <a:ext uri="{FF2B5EF4-FFF2-40B4-BE49-F238E27FC236}">
                    <a16:creationId xmlns:a16="http://schemas.microsoft.com/office/drawing/2014/main" id="{D0A6F70F-530B-4E70-AF16-5321579DC7A7}"/>
                  </a:ext>
                </a:extLst>
              </p:cNvPr>
              <p:cNvPicPr>
                <a:picLocks noChangeAspect="1"/>
              </p:cNvPicPr>
              <p:nvPr/>
            </p:nvPicPr>
            <p:blipFill>
              <a:blip r:embed="rId26">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8886406" y="4710978"/>
                <a:ext cx="310441" cy="171499"/>
              </a:xfrm>
              <a:prstGeom prst="rect">
                <a:avLst/>
              </a:prstGeom>
              <a:ln>
                <a:solidFill>
                  <a:srgbClr val="3494BA"/>
                </a:solidFill>
              </a:ln>
            </p:spPr>
          </p:pic>
          <p:pic>
            <p:nvPicPr>
              <p:cNvPr id="275" name="Image 274">
                <a:extLst>
                  <a:ext uri="{FF2B5EF4-FFF2-40B4-BE49-F238E27FC236}">
                    <a16:creationId xmlns:a16="http://schemas.microsoft.com/office/drawing/2014/main" id="{3D29140E-0B28-416F-BAFD-8F026AC963A7}"/>
                  </a:ext>
                </a:extLst>
              </p:cNvPr>
              <p:cNvPicPr>
                <a:picLocks noChangeAspect="1"/>
              </p:cNvPicPr>
              <p:nvPr/>
            </p:nvPicPr>
            <p:blipFill>
              <a:blip r:embed="rId27">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8886407" y="4904754"/>
                <a:ext cx="310441" cy="171499"/>
              </a:xfrm>
              <a:prstGeom prst="rect">
                <a:avLst/>
              </a:prstGeom>
              <a:ln>
                <a:solidFill>
                  <a:srgbClr val="3494BA"/>
                </a:solidFill>
              </a:ln>
            </p:spPr>
          </p:pic>
          <p:pic>
            <p:nvPicPr>
              <p:cNvPr id="276" name="Image 275">
                <a:extLst>
                  <a:ext uri="{FF2B5EF4-FFF2-40B4-BE49-F238E27FC236}">
                    <a16:creationId xmlns:a16="http://schemas.microsoft.com/office/drawing/2014/main" id="{90C7519E-145F-42F0-B7E4-A714B834012F}"/>
                  </a:ext>
                </a:extLst>
              </p:cNvPr>
              <p:cNvPicPr>
                <a:picLocks noChangeAspect="1"/>
              </p:cNvPicPr>
              <p:nvPr/>
            </p:nvPicPr>
            <p:blipFill>
              <a:blip r:embed="rId28">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8886407" y="5098530"/>
                <a:ext cx="310899" cy="171499"/>
              </a:xfrm>
              <a:prstGeom prst="rect">
                <a:avLst/>
              </a:prstGeom>
              <a:ln>
                <a:solidFill>
                  <a:srgbClr val="3494BA"/>
                </a:solidFill>
              </a:ln>
            </p:spPr>
          </p:pic>
          <p:pic>
            <p:nvPicPr>
              <p:cNvPr id="277" name="Image 276">
                <a:extLst>
                  <a:ext uri="{FF2B5EF4-FFF2-40B4-BE49-F238E27FC236}">
                    <a16:creationId xmlns:a16="http://schemas.microsoft.com/office/drawing/2014/main" id="{8131305F-33FD-48CA-99D5-94CE1978CADE}"/>
                  </a:ext>
                </a:extLst>
              </p:cNvPr>
              <p:cNvPicPr>
                <a:picLocks noChangeAspect="1"/>
              </p:cNvPicPr>
              <p:nvPr/>
            </p:nvPicPr>
            <p:blipFill>
              <a:blip r:embed="rId29">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8886408" y="5291149"/>
                <a:ext cx="310899" cy="171499"/>
              </a:xfrm>
              <a:prstGeom prst="rect">
                <a:avLst/>
              </a:prstGeom>
              <a:ln>
                <a:solidFill>
                  <a:srgbClr val="3494BA"/>
                </a:solidFill>
              </a:ln>
            </p:spPr>
          </p:pic>
          <p:pic>
            <p:nvPicPr>
              <p:cNvPr id="278" name="Image 277" descr="Une image contenant texte&#10;&#10;Description générée automatiquement">
                <a:extLst>
                  <a:ext uri="{FF2B5EF4-FFF2-40B4-BE49-F238E27FC236}">
                    <a16:creationId xmlns:a16="http://schemas.microsoft.com/office/drawing/2014/main" id="{DE6F4394-A90B-4F0D-8B06-7F6189957716}"/>
                  </a:ext>
                </a:extLst>
              </p:cNvPr>
              <p:cNvPicPr>
                <a:picLocks noChangeAspect="1"/>
              </p:cNvPicPr>
              <p:nvPr/>
            </p:nvPicPr>
            <p:blipFill>
              <a:blip r:embed="rId30">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8885725" y="5478731"/>
                <a:ext cx="310899" cy="171499"/>
              </a:xfrm>
              <a:prstGeom prst="rect">
                <a:avLst/>
              </a:prstGeom>
              <a:ln>
                <a:solidFill>
                  <a:srgbClr val="3494BA"/>
                </a:solidFill>
              </a:ln>
            </p:spPr>
          </p:pic>
          <p:pic>
            <p:nvPicPr>
              <p:cNvPr id="279" name="Image 278">
                <a:extLst>
                  <a:ext uri="{FF2B5EF4-FFF2-40B4-BE49-F238E27FC236}">
                    <a16:creationId xmlns:a16="http://schemas.microsoft.com/office/drawing/2014/main" id="{7E52838B-6324-48BB-A2FB-BB596F82E10F}"/>
                  </a:ext>
                </a:extLst>
              </p:cNvPr>
              <p:cNvPicPr>
                <a:picLocks noChangeAspect="1"/>
              </p:cNvPicPr>
              <p:nvPr/>
            </p:nvPicPr>
            <p:blipFill>
              <a:blip r:embed="rId31">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8886406" y="5672960"/>
                <a:ext cx="310899" cy="171499"/>
              </a:xfrm>
              <a:prstGeom prst="rect">
                <a:avLst/>
              </a:prstGeom>
              <a:ln>
                <a:solidFill>
                  <a:srgbClr val="3494BA"/>
                </a:solidFill>
              </a:ln>
            </p:spPr>
          </p:pic>
        </p:grpSp>
        <p:cxnSp>
          <p:nvCxnSpPr>
            <p:cNvPr id="280" name="Connecteur droit 279">
              <a:extLst>
                <a:ext uri="{FF2B5EF4-FFF2-40B4-BE49-F238E27FC236}">
                  <a16:creationId xmlns:a16="http://schemas.microsoft.com/office/drawing/2014/main" id="{692DD28F-725E-4FE8-BB34-3DDF2B4B5F9C}"/>
                </a:ext>
              </a:extLst>
            </p:cNvPr>
            <p:cNvCxnSpPr/>
            <p:nvPr/>
          </p:nvCxnSpPr>
          <p:spPr>
            <a:xfrm>
              <a:off x="800346" y="4396724"/>
              <a:ext cx="3636312" cy="0"/>
            </a:xfrm>
            <a:prstGeom prst="line">
              <a:avLst/>
            </a:prstGeom>
          </p:spPr>
          <p:style>
            <a:lnRef idx="1">
              <a:schemeClr val="dk1"/>
            </a:lnRef>
            <a:fillRef idx="0">
              <a:schemeClr val="dk1"/>
            </a:fillRef>
            <a:effectRef idx="0">
              <a:schemeClr val="dk1"/>
            </a:effectRef>
            <a:fontRef idx="minor">
              <a:schemeClr val="tx1"/>
            </a:fontRef>
          </p:style>
        </p:cxnSp>
      </p:grpSp>
      <p:grpSp>
        <p:nvGrpSpPr>
          <p:cNvPr id="318" name="Groupe 317">
            <a:extLst>
              <a:ext uri="{FF2B5EF4-FFF2-40B4-BE49-F238E27FC236}">
                <a16:creationId xmlns:a16="http://schemas.microsoft.com/office/drawing/2014/main" id="{94AEE61F-32D1-4DA0-B1FA-1F6EEA0B7247}"/>
              </a:ext>
            </a:extLst>
          </p:cNvPr>
          <p:cNvGrpSpPr/>
          <p:nvPr/>
        </p:nvGrpSpPr>
        <p:grpSpPr>
          <a:xfrm>
            <a:off x="317741" y="1857748"/>
            <a:ext cx="2502759" cy="1345562"/>
            <a:chOff x="3196657" y="1604078"/>
            <a:chExt cx="4128117" cy="2219407"/>
          </a:xfrm>
        </p:grpSpPr>
        <p:sp>
          <p:nvSpPr>
            <p:cNvPr id="300" name="Rectangle 299">
              <a:extLst>
                <a:ext uri="{FF2B5EF4-FFF2-40B4-BE49-F238E27FC236}">
                  <a16:creationId xmlns:a16="http://schemas.microsoft.com/office/drawing/2014/main" id="{9693917C-A591-4F4E-B895-ACE5888FE016}"/>
                </a:ext>
              </a:extLst>
            </p:cNvPr>
            <p:cNvSpPr/>
            <p:nvPr/>
          </p:nvSpPr>
          <p:spPr>
            <a:xfrm>
              <a:off x="3196657" y="1604078"/>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1" name="Groupe 300">
              <a:extLst>
                <a:ext uri="{FF2B5EF4-FFF2-40B4-BE49-F238E27FC236}">
                  <a16:creationId xmlns:a16="http://schemas.microsoft.com/office/drawing/2014/main" id="{4600BB8A-CF0D-4549-A0FD-E6B1415F4F4C}"/>
                </a:ext>
              </a:extLst>
            </p:cNvPr>
            <p:cNvGrpSpPr/>
            <p:nvPr/>
          </p:nvGrpSpPr>
          <p:grpSpPr>
            <a:xfrm>
              <a:off x="4201495" y="2523817"/>
              <a:ext cx="503201" cy="503201"/>
              <a:chOff x="5484964" y="3511896"/>
              <a:chExt cx="461468" cy="461468"/>
            </a:xfrm>
          </p:grpSpPr>
          <p:pic>
            <p:nvPicPr>
              <p:cNvPr id="302" name="Graphique 301" descr="Batterie chargée avec un remplissage uni">
                <a:extLst>
                  <a:ext uri="{FF2B5EF4-FFF2-40B4-BE49-F238E27FC236}">
                    <a16:creationId xmlns:a16="http://schemas.microsoft.com/office/drawing/2014/main" id="{954EC04E-87FD-49AE-8DC1-19E81BB2AA40}"/>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303" name="Graphique 302" descr="Éclair avec un remplissage uni">
                <a:extLst>
                  <a:ext uri="{FF2B5EF4-FFF2-40B4-BE49-F238E27FC236}">
                    <a16:creationId xmlns:a16="http://schemas.microsoft.com/office/drawing/2014/main" id="{073B397B-222F-40FA-B862-2952C161FA73}"/>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pic>
          <p:nvPicPr>
            <p:cNvPr id="304" name="Graphique 303" descr="Signe pouce en haut avec un remplissage uni">
              <a:extLst>
                <a:ext uri="{FF2B5EF4-FFF2-40B4-BE49-F238E27FC236}">
                  <a16:creationId xmlns:a16="http://schemas.microsoft.com/office/drawing/2014/main" id="{0A6E9BB0-810A-4371-8577-630066A33CBB}"/>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3737481" y="2579997"/>
              <a:ext cx="351776" cy="351776"/>
            </a:xfrm>
            <a:prstGeom prst="rect">
              <a:avLst/>
            </a:prstGeom>
          </p:spPr>
        </p:pic>
        <p:pic>
          <p:nvPicPr>
            <p:cNvPr id="305" name="Graphique 304" descr="Signe pouce en haut avec un remplissage uni">
              <a:extLst>
                <a:ext uri="{FF2B5EF4-FFF2-40B4-BE49-F238E27FC236}">
                  <a16:creationId xmlns:a16="http://schemas.microsoft.com/office/drawing/2014/main" id="{260C6494-89B8-4CBC-9366-E3F385484705}"/>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4869938" y="2501103"/>
              <a:ext cx="503200" cy="503200"/>
            </a:xfrm>
            <a:prstGeom prst="rect">
              <a:avLst/>
            </a:prstGeom>
          </p:spPr>
        </p:pic>
        <p:pic>
          <p:nvPicPr>
            <p:cNvPr id="306" name="Graphique 305" descr="Signe pouce en haut avec un remplissage uni">
              <a:extLst>
                <a:ext uri="{FF2B5EF4-FFF2-40B4-BE49-F238E27FC236}">
                  <a16:creationId xmlns:a16="http://schemas.microsoft.com/office/drawing/2014/main" id="{2BD69EE2-681A-40EF-B22D-CF36E06DAE15}"/>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6282441" y="2204993"/>
              <a:ext cx="930809" cy="930809"/>
            </a:xfrm>
            <a:prstGeom prst="rect">
              <a:avLst/>
            </a:prstGeom>
          </p:spPr>
        </p:pic>
        <p:grpSp>
          <p:nvGrpSpPr>
            <p:cNvPr id="307" name="Groupe 306">
              <a:extLst>
                <a:ext uri="{FF2B5EF4-FFF2-40B4-BE49-F238E27FC236}">
                  <a16:creationId xmlns:a16="http://schemas.microsoft.com/office/drawing/2014/main" id="{793853C6-8753-4FC9-BE33-44CA82EB93FC}"/>
                </a:ext>
              </a:extLst>
            </p:cNvPr>
            <p:cNvGrpSpPr/>
            <p:nvPr/>
          </p:nvGrpSpPr>
          <p:grpSpPr>
            <a:xfrm>
              <a:off x="5538380" y="2343847"/>
              <a:ext cx="739868" cy="739868"/>
              <a:chOff x="5484964" y="3511896"/>
              <a:chExt cx="461468" cy="461468"/>
            </a:xfrm>
          </p:grpSpPr>
          <p:pic>
            <p:nvPicPr>
              <p:cNvPr id="308" name="Graphique 307" descr="Batterie chargée avec un remplissage uni">
                <a:extLst>
                  <a:ext uri="{FF2B5EF4-FFF2-40B4-BE49-F238E27FC236}">
                    <a16:creationId xmlns:a16="http://schemas.microsoft.com/office/drawing/2014/main" id="{867F0DEA-17EF-476E-97C7-686348B3DE1A}"/>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309" name="Graphique 308" descr="Éclair avec un remplissage uni">
                <a:extLst>
                  <a:ext uri="{FF2B5EF4-FFF2-40B4-BE49-F238E27FC236}">
                    <a16:creationId xmlns:a16="http://schemas.microsoft.com/office/drawing/2014/main" id="{A91384B5-4B90-4E18-9A86-1ADAA69F8478}"/>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grpSp>
          <p:nvGrpSpPr>
            <p:cNvPr id="310" name="Groupe 309">
              <a:extLst>
                <a:ext uri="{FF2B5EF4-FFF2-40B4-BE49-F238E27FC236}">
                  <a16:creationId xmlns:a16="http://schemas.microsoft.com/office/drawing/2014/main" id="{65A5E527-58CA-4DCF-865F-BB0F04CB9497}"/>
                </a:ext>
              </a:extLst>
            </p:cNvPr>
            <p:cNvGrpSpPr/>
            <p:nvPr/>
          </p:nvGrpSpPr>
          <p:grpSpPr>
            <a:xfrm>
              <a:off x="3281780" y="2651401"/>
              <a:ext cx="340539" cy="340539"/>
              <a:chOff x="5484964" y="3511896"/>
              <a:chExt cx="461468" cy="461468"/>
            </a:xfrm>
          </p:grpSpPr>
          <p:pic>
            <p:nvPicPr>
              <p:cNvPr id="311" name="Graphique 310" descr="Batterie chargée avec un remplissage uni">
                <a:extLst>
                  <a:ext uri="{FF2B5EF4-FFF2-40B4-BE49-F238E27FC236}">
                    <a16:creationId xmlns:a16="http://schemas.microsoft.com/office/drawing/2014/main" id="{73673B36-CE2A-4641-B917-5CBB7076B01D}"/>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312" name="Graphique 311" descr="Éclair avec un remplissage uni">
                <a:extLst>
                  <a:ext uri="{FF2B5EF4-FFF2-40B4-BE49-F238E27FC236}">
                    <a16:creationId xmlns:a16="http://schemas.microsoft.com/office/drawing/2014/main" id="{C1CB7B9E-3240-4E0A-B9A2-B6DFF42B492C}"/>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sp>
          <p:nvSpPr>
            <p:cNvPr id="313" name="Flèche : droite 312">
              <a:extLst>
                <a:ext uri="{FF2B5EF4-FFF2-40B4-BE49-F238E27FC236}">
                  <a16:creationId xmlns:a16="http://schemas.microsoft.com/office/drawing/2014/main" id="{A32B8A83-52E0-437B-9DAD-746EF313973A}"/>
                </a:ext>
              </a:extLst>
            </p:cNvPr>
            <p:cNvSpPr/>
            <p:nvPr/>
          </p:nvSpPr>
          <p:spPr>
            <a:xfrm>
              <a:off x="3575932" y="2696896"/>
              <a:ext cx="143502" cy="25533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4" name="Flèche : droite 313">
              <a:extLst>
                <a:ext uri="{FF2B5EF4-FFF2-40B4-BE49-F238E27FC236}">
                  <a16:creationId xmlns:a16="http://schemas.microsoft.com/office/drawing/2014/main" id="{1CDEA584-FCCE-4E37-89C1-31A204EE7509}"/>
                </a:ext>
              </a:extLst>
            </p:cNvPr>
            <p:cNvSpPr/>
            <p:nvPr/>
          </p:nvSpPr>
          <p:spPr>
            <a:xfrm>
              <a:off x="4652521" y="2694004"/>
              <a:ext cx="143502" cy="25533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5" name="Flèche : droite 314">
              <a:extLst>
                <a:ext uri="{FF2B5EF4-FFF2-40B4-BE49-F238E27FC236}">
                  <a16:creationId xmlns:a16="http://schemas.microsoft.com/office/drawing/2014/main" id="{D1C2298B-D852-477F-9970-2B679A8274CF}"/>
                </a:ext>
              </a:extLst>
            </p:cNvPr>
            <p:cNvSpPr/>
            <p:nvPr/>
          </p:nvSpPr>
          <p:spPr>
            <a:xfrm>
              <a:off x="6159631" y="2670397"/>
              <a:ext cx="143502" cy="25533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6" name="Flèche : droite 315">
              <a:extLst>
                <a:ext uri="{FF2B5EF4-FFF2-40B4-BE49-F238E27FC236}">
                  <a16:creationId xmlns:a16="http://schemas.microsoft.com/office/drawing/2014/main" id="{0CB06BA5-E317-48E6-8126-9E1C60F4AAD9}"/>
                </a:ext>
              </a:extLst>
            </p:cNvPr>
            <p:cNvSpPr/>
            <p:nvPr/>
          </p:nvSpPr>
          <p:spPr>
            <a:xfrm>
              <a:off x="5464533" y="2664941"/>
              <a:ext cx="143502" cy="255332"/>
            </a:xfrm>
            <a:prstGeom prst="rightArrow">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7" name="Flèche : droite 316">
              <a:extLst>
                <a:ext uri="{FF2B5EF4-FFF2-40B4-BE49-F238E27FC236}">
                  <a16:creationId xmlns:a16="http://schemas.microsoft.com/office/drawing/2014/main" id="{006E3531-9E27-4E78-8279-110F2F46118D}"/>
                </a:ext>
              </a:extLst>
            </p:cNvPr>
            <p:cNvSpPr/>
            <p:nvPr/>
          </p:nvSpPr>
          <p:spPr>
            <a:xfrm>
              <a:off x="4131906" y="2688108"/>
              <a:ext cx="143502" cy="255332"/>
            </a:xfrm>
            <a:prstGeom prst="rightArrow">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345" name="Groupe 344">
            <a:extLst>
              <a:ext uri="{FF2B5EF4-FFF2-40B4-BE49-F238E27FC236}">
                <a16:creationId xmlns:a16="http://schemas.microsoft.com/office/drawing/2014/main" id="{0998A17E-3EA7-4075-B794-45D826F74594}"/>
              </a:ext>
            </a:extLst>
          </p:cNvPr>
          <p:cNvGrpSpPr/>
          <p:nvPr/>
        </p:nvGrpSpPr>
        <p:grpSpPr>
          <a:xfrm>
            <a:off x="2988841" y="1973346"/>
            <a:ext cx="2502758" cy="1345562"/>
            <a:chOff x="4436354" y="2530175"/>
            <a:chExt cx="4128117" cy="2219407"/>
          </a:xfrm>
        </p:grpSpPr>
        <p:sp>
          <p:nvSpPr>
            <p:cNvPr id="336" name="Rectangle 335">
              <a:extLst>
                <a:ext uri="{FF2B5EF4-FFF2-40B4-BE49-F238E27FC236}">
                  <a16:creationId xmlns:a16="http://schemas.microsoft.com/office/drawing/2014/main" id="{7FE686DE-2F4F-48CF-9AF2-AA490FC60684}"/>
                </a:ext>
              </a:extLst>
            </p:cNvPr>
            <p:cNvSpPr/>
            <p:nvPr/>
          </p:nvSpPr>
          <p:spPr>
            <a:xfrm>
              <a:off x="4436354" y="2530175"/>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37" name="Graphique 336" descr="Dé avec un remplissage uni">
              <a:extLst>
                <a:ext uri="{FF2B5EF4-FFF2-40B4-BE49-F238E27FC236}">
                  <a16:creationId xmlns:a16="http://schemas.microsoft.com/office/drawing/2014/main" id="{DB87F49A-9CF6-41D4-9AB7-3B3F1F1A5E4A}"/>
                </a:ext>
              </a:extLst>
            </p:cNvPr>
            <p:cNvPicPr>
              <a:picLocks noChangeAspect="1"/>
            </p:cNvPicPr>
            <p:nvPr/>
          </p:nvPicPr>
          <p:blipFill rotWithShape="1">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rcRect l="9975" t="8576" r="49992" b="50385"/>
            <a:stretch/>
          </p:blipFill>
          <p:spPr>
            <a:xfrm>
              <a:off x="6008052" y="3154048"/>
              <a:ext cx="878039" cy="900081"/>
            </a:xfrm>
            <a:prstGeom prst="rect">
              <a:avLst/>
            </a:prstGeom>
          </p:spPr>
        </p:pic>
        <p:pic>
          <p:nvPicPr>
            <p:cNvPr id="338" name="Graphique 337" descr="Curseur avec un remplissage uni">
              <a:extLst>
                <a:ext uri="{FF2B5EF4-FFF2-40B4-BE49-F238E27FC236}">
                  <a16:creationId xmlns:a16="http://schemas.microsoft.com/office/drawing/2014/main" id="{14470B96-291F-4D13-9E6B-B2F856896814}"/>
                </a:ext>
              </a:extLst>
            </p:cNvPr>
            <p:cNvPicPr>
              <a:picLocks noChangeAspect="1"/>
            </p:cNvPicPr>
            <p:nvPr/>
          </p:nvPicPr>
          <p:blipFill>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tretch>
              <a:fillRect/>
            </a:stretch>
          </p:blipFill>
          <p:spPr>
            <a:xfrm>
              <a:off x="4629248" y="2731645"/>
              <a:ext cx="768534" cy="768534"/>
            </a:xfrm>
            <a:prstGeom prst="rect">
              <a:avLst/>
            </a:prstGeom>
          </p:spPr>
        </p:pic>
        <p:pic>
          <p:nvPicPr>
            <p:cNvPr id="339" name="Graphique 338" descr="Engrenage avec un remplissage uni">
              <a:extLst>
                <a:ext uri="{FF2B5EF4-FFF2-40B4-BE49-F238E27FC236}">
                  <a16:creationId xmlns:a16="http://schemas.microsoft.com/office/drawing/2014/main" id="{F448636A-27F6-4F0D-BAC9-3AF03E50527F}"/>
                </a:ext>
              </a:extLst>
            </p:cNvPr>
            <p:cNvPicPr>
              <a:picLocks noChangeAspect="1"/>
            </p:cNvPicPr>
            <p:nvPr/>
          </p:nvPicPr>
          <p:blipFill>
            <a:blip r:embed="rId38">
              <a:extLst>
                <a:ext uri="{28A0092B-C50C-407E-A947-70E740481C1C}">
                  <a14:useLocalDpi xmlns:a14="http://schemas.microsoft.com/office/drawing/2010/main" val="0"/>
                </a:ext>
                <a:ext uri="{96DAC541-7B7A-43D3-8B79-37D633B846F1}">
                  <asvg:svgBlip xmlns:asvg="http://schemas.microsoft.com/office/drawing/2016/SVG/main" r:embed="rId39"/>
                </a:ext>
              </a:extLst>
            </a:blip>
            <a:stretch>
              <a:fillRect/>
            </a:stretch>
          </p:blipFill>
          <p:spPr>
            <a:xfrm>
              <a:off x="4747293" y="3390315"/>
              <a:ext cx="622668" cy="622668"/>
            </a:xfrm>
            <a:prstGeom prst="rect">
              <a:avLst/>
            </a:prstGeom>
          </p:spPr>
        </p:pic>
        <p:pic>
          <p:nvPicPr>
            <p:cNvPr id="340" name="Graphique 339" descr="Calendrier journalier avec un remplissage uni">
              <a:extLst>
                <a:ext uri="{FF2B5EF4-FFF2-40B4-BE49-F238E27FC236}">
                  <a16:creationId xmlns:a16="http://schemas.microsoft.com/office/drawing/2014/main" id="{7093F572-D9CE-45A4-9C0D-03452F8BA730}"/>
                </a:ext>
              </a:extLst>
            </p:cNvPr>
            <p:cNvPicPr>
              <a:picLocks noChangeAspect="1"/>
            </p:cNvPicPr>
            <p:nvPr/>
          </p:nvPicPr>
          <p:blipFill>
            <a:blip r:embed="rId40">
              <a:extLst>
                <a:ext uri="{28A0092B-C50C-407E-A947-70E740481C1C}">
                  <a14:useLocalDpi xmlns:a14="http://schemas.microsoft.com/office/drawing/2010/main" val="0"/>
                </a:ext>
                <a:ext uri="{96DAC541-7B7A-43D3-8B79-37D633B846F1}">
                  <asvg:svgBlip xmlns:asvg="http://schemas.microsoft.com/office/drawing/2016/SVG/main" r:embed="rId41"/>
                </a:ext>
              </a:extLst>
            </a:blip>
            <a:stretch>
              <a:fillRect/>
            </a:stretch>
          </p:blipFill>
          <p:spPr>
            <a:xfrm>
              <a:off x="4747293" y="3953499"/>
              <a:ext cx="622668" cy="622668"/>
            </a:xfrm>
            <a:prstGeom prst="rect">
              <a:avLst/>
            </a:prstGeom>
          </p:spPr>
        </p:pic>
        <p:sp>
          <p:nvSpPr>
            <p:cNvPr id="341" name="Flèche : droite 340">
              <a:extLst>
                <a:ext uri="{FF2B5EF4-FFF2-40B4-BE49-F238E27FC236}">
                  <a16:creationId xmlns:a16="http://schemas.microsoft.com/office/drawing/2014/main" id="{3E9FFBF5-D59D-44CE-9DC0-A746D2D9905A}"/>
                </a:ext>
              </a:extLst>
            </p:cNvPr>
            <p:cNvSpPr/>
            <p:nvPr/>
          </p:nvSpPr>
          <p:spPr>
            <a:xfrm>
              <a:off x="5616236" y="3392581"/>
              <a:ext cx="336174" cy="49459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2" name="Flèche : droite 341">
              <a:extLst>
                <a:ext uri="{FF2B5EF4-FFF2-40B4-BE49-F238E27FC236}">
                  <a16:creationId xmlns:a16="http://schemas.microsoft.com/office/drawing/2014/main" id="{30726AA0-8F29-493B-834E-AF375CB0FCF6}"/>
                </a:ext>
              </a:extLst>
            </p:cNvPr>
            <p:cNvSpPr/>
            <p:nvPr/>
          </p:nvSpPr>
          <p:spPr>
            <a:xfrm>
              <a:off x="7160187" y="3392581"/>
              <a:ext cx="336174" cy="49459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43" name="Graphique 342" descr="Fermer avec un remplissage uni">
              <a:extLst>
                <a:ext uri="{FF2B5EF4-FFF2-40B4-BE49-F238E27FC236}">
                  <a16:creationId xmlns:a16="http://schemas.microsoft.com/office/drawing/2014/main" id="{F3AE92B0-FA6C-4213-98A9-23776C0763DA}"/>
                </a:ext>
              </a:extLst>
            </p:cNvPr>
            <p:cNvPicPr>
              <a:picLocks noChangeAspect="1"/>
            </p:cNvPicPr>
            <p:nvPr/>
          </p:nvPicPr>
          <p:blipFill>
            <a:blip r:embed="rId42">
              <a:extLst>
                <a:ext uri="{28A0092B-C50C-407E-A947-70E740481C1C}">
                  <a14:useLocalDpi xmlns:a14="http://schemas.microsoft.com/office/drawing/2010/main" val="0"/>
                </a:ext>
                <a:ext uri="{96DAC541-7B7A-43D3-8B79-37D633B846F1}">
                  <asvg:svgBlip xmlns:asvg="http://schemas.microsoft.com/office/drawing/2016/SVG/main" r:embed="rId43"/>
                </a:ext>
              </a:extLst>
            </a:blip>
            <a:stretch>
              <a:fillRect/>
            </a:stretch>
          </p:blipFill>
          <p:spPr>
            <a:xfrm>
              <a:off x="7649257" y="3726850"/>
              <a:ext cx="484175" cy="484175"/>
            </a:xfrm>
            <a:prstGeom prst="rect">
              <a:avLst/>
            </a:prstGeom>
          </p:spPr>
        </p:pic>
        <p:pic>
          <p:nvPicPr>
            <p:cNvPr id="344" name="Graphique 343" descr="Coche avec un remplissage uni">
              <a:extLst>
                <a:ext uri="{FF2B5EF4-FFF2-40B4-BE49-F238E27FC236}">
                  <a16:creationId xmlns:a16="http://schemas.microsoft.com/office/drawing/2014/main" id="{EB74A602-2B6B-47DC-BD33-5CC93F87538B}"/>
                </a:ext>
              </a:extLst>
            </p:cNvPr>
            <p:cNvPicPr>
              <a:picLocks noChangeAspect="1"/>
            </p:cNvPicPr>
            <p:nvPr/>
          </p:nvPicPr>
          <p:blipFill>
            <a:blip r:embed="rId44">
              <a:extLst>
                <a:ext uri="{28A0092B-C50C-407E-A947-70E740481C1C}">
                  <a14:useLocalDpi xmlns:a14="http://schemas.microsoft.com/office/drawing/2010/main" val="0"/>
                </a:ext>
                <a:ext uri="{96DAC541-7B7A-43D3-8B79-37D633B846F1}">
                  <asvg:svgBlip xmlns:asvg="http://schemas.microsoft.com/office/drawing/2016/SVG/main" r:embed="rId45"/>
                </a:ext>
              </a:extLst>
            </a:blip>
            <a:stretch>
              <a:fillRect/>
            </a:stretch>
          </p:blipFill>
          <p:spPr>
            <a:xfrm>
              <a:off x="7679020" y="3188294"/>
              <a:ext cx="484175" cy="484175"/>
            </a:xfrm>
            <a:prstGeom prst="rect">
              <a:avLst/>
            </a:prstGeom>
          </p:spPr>
        </p:pic>
      </p:grpSp>
      <p:grpSp>
        <p:nvGrpSpPr>
          <p:cNvPr id="361" name="Groupe 360">
            <a:extLst>
              <a:ext uri="{FF2B5EF4-FFF2-40B4-BE49-F238E27FC236}">
                <a16:creationId xmlns:a16="http://schemas.microsoft.com/office/drawing/2014/main" id="{C8D3E597-014F-4044-9B15-AFCE8985A45A}"/>
              </a:ext>
            </a:extLst>
          </p:cNvPr>
          <p:cNvGrpSpPr/>
          <p:nvPr/>
        </p:nvGrpSpPr>
        <p:grpSpPr>
          <a:xfrm>
            <a:off x="2959231" y="3477494"/>
            <a:ext cx="2549544" cy="1370716"/>
            <a:chOff x="2959230" y="3477493"/>
            <a:chExt cx="4128117" cy="2219407"/>
          </a:xfrm>
        </p:grpSpPr>
        <p:sp>
          <p:nvSpPr>
            <p:cNvPr id="352" name="Rectangle 351">
              <a:extLst>
                <a:ext uri="{FF2B5EF4-FFF2-40B4-BE49-F238E27FC236}">
                  <a16:creationId xmlns:a16="http://schemas.microsoft.com/office/drawing/2014/main" id="{D2CD3D17-3842-48D3-A1DD-09AC01518C5D}"/>
                </a:ext>
              </a:extLst>
            </p:cNvPr>
            <p:cNvSpPr/>
            <p:nvPr/>
          </p:nvSpPr>
          <p:spPr>
            <a:xfrm>
              <a:off x="2959230" y="3477493"/>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53" name="Graphique 352" descr="Dé avec un remplissage uni">
              <a:extLst>
                <a:ext uri="{FF2B5EF4-FFF2-40B4-BE49-F238E27FC236}">
                  <a16:creationId xmlns:a16="http://schemas.microsoft.com/office/drawing/2014/main" id="{8ABF80CE-A76D-48EE-9DA4-156DF12111AF}"/>
                </a:ext>
              </a:extLst>
            </p:cNvPr>
            <p:cNvPicPr>
              <a:picLocks noChangeAspect="1"/>
            </p:cNvPicPr>
            <p:nvPr/>
          </p:nvPicPr>
          <p:blipFill rotWithShape="1">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rcRect l="9975" t="8576" r="49992" b="50385"/>
            <a:stretch/>
          </p:blipFill>
          <p:spPr>
            <a:xfrm>
              <a:off x="4530928" y="4101366"/>
              <a:ext cx="878039" cy="900081"/>
            </a:xfrm>
            <a:prstGeom prst="rect">
              <a:avLst/>
            </a:prstGeom>
          </p:spPr>
        </p:pic>
        <p:sp>
          <p:nvSpPr>
            <p:cNvPr id="354" name="Flèche : droite 353">
              <a:extLst>
                <a:ext uri="{FF2B5EF4-FFF2-40B4-BE49-F238E27FC236}">
                  <a16:creationId xmlns:a16="http://schemas.microsoft.com/office/drawing/2014/main" id="{E02A9930-9A18-48F7-B55E-DF9FF6E858BD}"/>
                </a:ext>
              </a:extLst>
            </p:cNvPr>
            <p:cNvSpPr/>
            <p:nvPr/>
          </p:nvSpPr>
          <p:spPr>
            <a:xfrm>
              <a:off x="4139112" y="4339899"/>
              <a:ext cx="336174" cy="49459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5" name="Flèche : droite 354">
              <a:extLst>
                <a:ext uri="{FF2B5EF4-FFF2-40B4-BE49-F238E27FC236}">
                  <a16:creationId xmlns:a16="http://schemas.microsoft.com/office/drawing/2014/main" id="{64045841-D2D7-4C1A-968E-D7B83BBE6AA4}"/>
                </a:ext>
              </a:extLst>
            </p:cNvPr>
            <p:cNvSpPr/>
            <p:nvPr/>
          </p:nvSpPr>
          <p:spPr>
            <a:xfrm>
              <a:off x="5683063" y="4339899"/>
              <a:ext cx="336174" cy="49459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56" name="Graphique 355" descr="Utilisateur avec un remplissage uni">
              <a:extLst>
                <a:ext uri="{FF2B5EF4-FFF2-40B4-BE49-F238E27FC236}">
                  <a16:creationId xmlns:a16="http://schemas.microsoft.com/office/drawing/2014/main" id="{69AE7882-CB04-4DF1-8F38-7F33920BCFFB}"/>
                </a:ext>
              </a:extLst>
            </p:cNvPr>
            <p:cNvPicPr>
              <a:picLocks noChangeAspect="1"/>
            </p:cNvPicPr>
            <p:nvPr/>
          </p:nvPicPr>
          <p:blipFill>
            <a:blip r:embed="rId46">
              <a:extLst>
                <a:ext uri="{28A0092B-C50C-407E-A947-70E740481C1C}">
                  <a14:useLocalDpi xmlns:a14="http://schemas.microsoft.com/office/drawing/2010/main" val="0"/>
                </a:ext>
                <a:ext uri="{96DAC541-7B7A-43D3-8B79-37D633B846F1}">
                  <asvg:svgBlip xmlns:asvg="http://schemas.microsoft.com/office/drawing/2016/SVG/main" r:embed="rId47"/>
                </a:ext>
              </a:extLst>
            </a:blip>
            <a:stretch>
              <a:fillRect/>
            </a:stretch>
          </p:blipFill>
          <p:spPr>
            <a:xfrm>
              <a:off x="3215252" y="4028269"/>
              <a:ext cx="914400" cy="914400"/>
            </a:xfrm>
            <a:prstGeom prst="rect">
              <a:avLst/>
            </a:prstGeom>
          </p:spPr>
        </p:pic>
        <p:pic>
          <p:nvPicPr>
            <p:cNvPr id="357" name="Graphique 356" descr="Utilisateur avec un remplissage uni">
              <a:extLst>
                <a:ext uri="{FF2B5EF4-FFF2-40B4-BE49-F238E27FC236}">
                  <a16:creationId xmlns:a16="http://schemas.microsoft.com/office/drawing/2014/main" id="{186F4FEB-FA9A-42C7-86D6-8A07017F84EC}"/>
                </a:ext>
              </a:extLst>
            </p:cNvPr>
            <p:cNvPicPr>
              <a:picLocks noChangeAspect="1"/>
            </p:cNvPicPr>
            <p:nvPr/>
          </p:nvPicPr>
          <p:blipFill>
            <a:blip r:embed="rId48">
              <a:extLst>
                <a:ext uri="{28A0092B-C50C-407E-A947-70E740481C1C}">
                  <a14:useLocalDpi xmlns:a14="http://schemas.microsoft.com/office/drawing/2010/main" val="0"/>
                </a:ext>
                <a:ext uri="{96DAC541-7B7A-43D3-8B79-37D633B846F1}">
                  <asvg:svgBlip xmlns:asvg="http://schemas.microsoft.com/office/drawing/2016/SVG/main" r:embed="rId49"/>
                </a:ext>
              </a:extLst>
            </a:blip>
            <a:stretch>
              <a:fillRect/>
            </a:stretch>
          </p:blipFill>
          <p:spPr>
            <a:xfrm>
              <a:off x="6046984" y="3593231"/>
              <a:ext cx="914400" cy="914400"/>
            </a:xfrm>
            <a:prstGeom prst="rect">
              <a:avLst/>
            </a:prstGeom>
          </p:spPr>
        </p:pic>
        <p:pic>
          <p:nvPicPr>
            <p:cNvPr id="358" name="Graphique 357" descr="Utilisateur avec un remplissage uni">
              <a:extLst>
                <a:ext uri="{FF2B5EF4-FFF2-40B4-BE49-F238E27FC236}">
                  <a16:creationId xmlns:a16="http://schemas.microsoft.com/office/drawing/2014/main" id="{9DD8884D-0176-4DA6-8353-258CA5E7CC93}"/>
                </a:ext>
              </a:extLst>
            </p:cNvPr>
            <p:cNvPicPr>
              <a:picLocks noChangeAspect="1"/>
            </p:cNvPicPr>
            <p:nvPr/>
          </p:nvPicPr>
          <p:blipFill>
            <a:blip r:embed="rId46">
              <a:extLst>
                <a:ext uri="{28A0092B-C50C-407E-A947-70E740481C1C}">
                  <a14:useLocalDpi xmlns:a14="http://schemas.microsoft.com/office/drawing/2010/main" val="0"/>
                </a:ext>
                <a:ext uri="{96DAC541-7B7A-43D3-8B79-37D633B846F1}">
                  <asvg:svgBlip xmlns:asvg="http://schemas.microsoft.com/office/drawing/2016/SVG/main" r:embed="rId47"/>
                </a:ext>
              </a:extLst>
            </a:blip>
            <a:stretch>
              <a:fillRect/>
            </a:stretch>
          </p:blipFill>
          <p:spPr>
            <a:xfrm>
              <a:off x="6074946" y="4462621"/>
              <a:ext cx="914400" cy="914400"/>
            </a:xfrm>
            <a:prstGeom prst="rect">
              <a:avLst/>
            </a:prstGeom>
          </p:spPr>
        </p:pic>
        <p:pic>
          <p:nvPicPr>
            <p:cNvPr id="359" name="Graphique 358" descr="Fermer avec un remplissage uni">
              <a:extLst>
                <a:ext uri="{FF2B5EF4-FFF2-40B4-BE49-F238E27FC236}">
                  <a16:creationId xmlns:a16="http://schemas.microsoft.com/office/drawing/2014/main" id="{0FD50F3F-353D-424A-AA95-C68F667C8A4B}"/>
                </a:ext>
              </a:extLst>
            </p:cNvPr>
            <p:cNvPicPr>
              <a:picLocks noChangeAspect="1"/>
            </p:cNvPicPr>
            <p:nvPr/>
          </p:nvPicPr>
          <p:blipFill>
            <a:blip r:embed="rId50">
              <a:extLst>
                <a:ext uri="{28A0092B-C50C-407E-A947-70E740481C1C}">
                  <a14:useLocalDpi xmlns:a14="http://schemas.microsoft.com/office/drawing/2010/main" val="0"/>
                </a:ext>
                <a:ext uri="{96DAC541-7B7A-43D3-8B79-37D633B846F1}">
                  <asvg:svgBlip xmlns:asvg="http://schemas.microsoft.com/office/drawing/2016/SVG/main" r:embed="rId51"/>
                </a:ext>
              </a:extLst>
            </a:blip>
            <a:stretch>
              <a:fillRect/>
            </a:stretch>
          </p:blipFill>
          <p:spPr>
            <a:xfrm>
              <a:off x="6481467" y="4894758"/>
              <a:ext cx="484175" cy="484175"/>
            </a:xfrm>
            <a:prstGeom prst="rect">
              <a:avLst/>
            </a:prstGeom>
          </p:spPr>
        </p:pic>
        <p:pic>
          <p:nvPicPr>
            <p:cNvPr id="360" name="Graphique 359" descr="Coche avec un remplissage uni">
              <a:extLst>
                <a:ext uri="{FF2B5EF4-FFF2-40B4-BE49-F238E27FC236}">
                  <a16:creationId xmlns:a16="http://schemas.microsoft.com/office/drawing/2014/main" id="{FE28C20B-EFDB-4F68-BE84-D1107F305F3C}"/>
                </a:ext>
              </a:extLst>
            </p:cNvPr>
            <p:cNvPicPr>
              <a:picLocks noChangeAspect="1"/>
            </p:cNvPicPr>
            <p:nvPr/>
          </p:nvPicPr>
          <p:blipFill>
            <a:blip r:embed="rId52">
              <a:extLst>
                <a:ext uri="{28A0092B-C50C-407E-A947-70E740481C1C}">
                  <a14:useLocalDpi xmlns:a14="http://schemas.microsoft.com/office/drawing/2010/main" val="0"/>
                </a:ext>
                <a:ext uri="{96DAC541-7B7A-43D3-8B79-37D633B846F1}">
                  <asvg:svgBlip xmlns:asvg="http://schemas.microsoft.com/office/drawing/2016/SVG/main" r:embed="rId53"/>
                </a:ext>
              </a:extLst>
            </a:blip>
            <a:stretch>
              <a:fillRect/>
            </a:stretch>
          </p:blipFill>
          <p:spPr>
            <a:xfrm>
              <a:off x="6533133" y="4004219"/>
              <a:ext cx="484175" cy="484175"/>
            </a:xfrm>
            <a:prstGeom prst="rect">
              <a:avLst/>
            </a:prstGeom>
          </p:spPr>
        </p:pic>
      </p:grpSp>
      <p:grpSp>
        <p:nvGrpSpPr>
          <p:cNvPr id="379" name="Groupe 378">
            <a:extLst>
              <a:ext uri="{FF2B5EF4-FFF2-40B4-BE49-F238E27FC236}">
                <a16:creationId xmlns:a16="http://schemas.microsoft.com/office/drawing/2014/main" id="{DB8FF3DD-523B-4F9A-9932-F691AEA1F255}"/>
              </a:ext>
            </a:extLst>
          </p:cNvPr>
          <p:cNvGrpSpPr/>
          <p:nvPr/>
        </p:nvGrpSpPr>
        <p:grpSpPr>
          <a:xfrm>
            <a:off x="2956034" y="5089470"/>
            <a:ext cx="2549546" cy="1370717"/>
            <a:chOff x="2956033" y="5089470"/>
            <a:chExt cx="4128117" cy="2219407"/>
          </a:xfrm>
        </p:grpSpPr>
        <p:sp>
          <p:nvSpPr>
            <p:cNvPr id="370" name="Rectangle 369">
              <a:extLst>
                <a:ext uri="{FF2B5EF4-FFF2-40B4-BE49-F238E27FC236}">
                  <a16:creationId xmlns:a16="http://schemas.microsoft.com/office/drawing/2014/main" id="{EA2A4634-249A-4B71-8EE1-4491DCB26C35}"/>
                </a:ext>
              </a:extLst>
            </p:cNvPr>
            <p:cNvSpPr/>
            <p:nvPr/>
          </p:nvSpPr>
          <p:spPr>
            <a:xfrm>
              <a:off x="2956033" y="5089470"/>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71" name="Graphique 370" descr="Dé avec un remplissage uni">
              <a:extLst>
                <a:ext uri="{FF2B5EF4-FFF2-40B4-BE49-F238E27FC236}">
                  <a16:creationId xmlns:a16="http://schemas.microsoft.com/office/drawing/2014/main" id="{1289F433-88D3-4F05-8930-25DA68733B13}"/>
                </a:ext>
              </a:extLst>
            </p:cNvPr>
            <p:cNvPicPr>
              <a:picLocks noChangeAspect="1"/>
            </p:cNvPicPr>
            <p:nvPr/>
          </p:nvPicPr>
          <p:blipFill rotWithShape="1">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rcRect l="9975" t="8576" r="49992" b="50385"/>
            <a:stretch/>
          </p:blipFill>
          <p:spPr>
            <a:xfrm>
              <a:off x="4527731" y="5713343"/>
              <a:ext cx="878039" cy="900081"/>
            </a:xfrm>
            <a:prstGeom prst="rect">
              <a:avLst/>
            </a:prstGeom>
          </p:spPr>
        </p:pic>
        <p:sp>
          <p:nvSpPr>
            <p:cNvPr id="372" name="Flèche : droite 371">
              <a:extLst>
                <a:ext uri="{FF2B5EF4-FFF2-40B4-BE49-F238E27FC236}">
                  <a16:creationId xmlns:a16="http://schemas.microsoft.com/office/drawing/2014/main" id="{B1FE344E-DA63-4145-8C6F-04DA4499BE77}"/>
                </a:ext>
              </a:extLst>
            </p:cNvPr>
            <p:cNvSpPr/>
            <p:nvPr/>
          </p:nvSpPr>
          <p:spPr>
            <a:xfrm>
              <a:off x="4135915" y="5951876"/>
              <a:ext cx="336174" cy="49459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3" name="Flèche : droite 372">
              <a:extLst>
                <a:ext uri="{FF2B5EF4-FFF2-40B4-BE49-F238E27FC236}">
                  <a16:creationId xmlns:a16="http://schemas.microsoft.com/office/drawing/2014/main" id="{3550913F-2B12-467A-939F-AC4BA769D953}"/>
                </a:ext>
              </a:extLst>
            </p:cNvPr>
            <p:cNvSpPr/>
            <p:nvPr/>
          </p:nvSpPr>
          <p:spPr>
            <a:xfrm>
              <a:off x="5679866" y="5951876"/>
              <a:ext cx="336174" cy="49459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74" name="Graphique 373" descr="Cœur brisé avec un remplissage uni">
              <a:extLst>
                <a:ext uri="{FF2B5EF4-FFF2-40B4-BE49-F238E27FC236}">
                  <a16:creationId xmlns:a16="http://schemas.microsoft.com/office/drawing/2014/main" id="{C35F0B78-2B69-44CD-BCD3-26A8ACD0D27E}"/>
                </a:ext>
              </a:extLst>
            </p:cNvPr>
            <p:cNvPicPr>
              <a:picLocks noChangeAspect="1"/>
            </p:cNvPicPr>
            <p:nvPr/>
          </p:nvPicPr>
          <p:blipFill>
            <a:blip r:embed="rId54">
              <a:extLst>
                <a:ext uri="{28A0092B-C50C-407E-A947-70E740481C1C}">
                  <a14:useLocalDpi xmlns:a14="http://schemas.microsoft.com/office/drawing/2010/main" val="0"/>
                </a:ext>
                <a:ext uri="{96DAC541-7B7A-43D3-8B79-37D633B846F1}">
                  <asvg:svgBlip xmlns:asvg="http://schemas.microsoft.com/office/drawing/2016/SVG/main" r:embed="rId55"/>
                </a:ext>
              </a:extLst>
            </a:blip>
            <a:stretch>
              <a:fillRect/>
            </a:stretch>
          </p:blipFill>
          <p:spPr>
            <a:xfrm>
              <a:off x="6016040" y="6190794"/>
              <a:ext cx="914400" cy="914400"/>
            </a:xfrm>
            <a:prstGeom prst="rect">
              <a:avLst/>
            </a:prstGeom>
          </p:spPr>
        </p:pic>
        <p:pic>
          <p:nvPicPr>
            <p:cNvPr id="375" name="Graphique 374" descr="Cœur étincelant avec un remplissage uni">
              <a:extLst>
                <a:ext uri="{FF2B5EF4-FFF2-40B4-BE49-F238E27FC236}">
                  <a16:creationId xmlns:a16="http://schemas.microsoft.com/office/drawing/2014/main" id="{A9CD5770-1041-401B-B48E-58FA6149069D}"/>
                </a:ext>
              </a:extLst>
            </p:cNvPr>
            <p:cNvPicPr>
              <a:picLocks noChangeAspect="1"/>
            </p:cNvPicPr>
            <p:nvPr/>
          </p:nvPicPr>
          <p:blipFill>
            <a:blip r:embed="rId56">
              <a:extLst>
                <a:ext uri="{28A0092B-C50C-407E-A947-70E740481C1C}">
                  <a14:useLocalDpi xmlns:a14="http://schemas.microsoft.com/office/drawing/2010/main" val="0"/>
                </a:ext>
                <a:ext uri="{96DAC541-7B7A-43D3-8B79-37D633B846F1}">
                  <asvg:svgBlip xmlns:asvg="http://schemas.microsoft.com/office/drawing/2016/SVG/main" r:embed="rId57"/>
                </a:ext>
              </a:extLst>
            </a:blip>
            <a:stretch>
              <a:fillRect/>
            </a:stretch>
          </p:blipFill>
          <p:spPr>
            <a:xfrm>
              <a:off x="6021070" y="5284772"/>
              <a:ext cx="914400" cy="914400"/>
            </a:xfrm>
            <a:prstGeom prst="rect">
              <a:avLst/>
            </a:prstGeom>
          </p:spPr>
        </p:pic>
        <p:pic>
          <p:nvPicPr>
            <p:cNvPr id="376" name="Graphique 375" descr="Cœur avec un remplissage uni">
              <a:extLst>
                <a:ext uri="{FF2B5EF4-FFF2-40B4-BE49-F238E27FC236}">
                  <a16:creationId xmlns:a16="http://schemas.microsoft.com/office/drawing/2014/main" id="{548A34B6-860F-4C85-94F9-D8C8A10A388C}"/>
                </a:ext>
              </a:extLst>
            </p:cNvPr>
            <p:cNvPicPr>
              <a:picLocks noChangeAspect="1"/>
            </p:cNvPicPr>
            <p:nvPr/>
          </p:nvPicPr>
          <p:blipFill>
            <a:blip r:embed="rId58">
              <a:extLst>
                <a:ext uri="{28A0092B-C50C-407E-A947-70E740481C1C}">
                  <a14:useLocalDpi xmlns:a14="http://schemas.microsoft.com/office/drawing/2010/main" val="0"/>
                </a:ext>
                <a:ext uri="{96DAC541-7B7A-43D3-8B79-37D633B846F1}">
                  <asvg:svgBlip xmlns:asvg="http://schemas.microsoft.com/office/drawing/2016/SVG/main" r:embed="rId59"/>
                </a:ext>
              </a:extLst>
            </a:blip>
            <a:stretch>
              <a:fillRect/>
            </a:stretch>
          </p:blipFill>
          <p:spPr>
            <a:xfrm>
              <a:off x="3151476" y="5774151"/>
              <a:ext cx="914400" cy="914400"/>
            </a:xfrm>
            <a:prstGeom prst="rect">
              <a:avLst/>
            </a:prstGeom>
          </p:spPr>
        </p:pic>
        <p:pic>
          <p:nvPicPr>
            <p:cNvPr id="377" name="Graphique 376" descr="Fermer avec un remplissage uni">
              <a:extLst>
                <a:ext uri="{FF2B5EF4-FFF2-40B4-BE49-F238E27FC236}">
                  <a16:creationId xmlns:a16="http://schemas.microsoft.com/office/drawing/2014/main" id="{1027291E-9B90-4512-9505-A1645FB6629A}"/>
                </a:ext>
              </a:extLst>
            </p:cNvPr>
            <p:cNvPicPr>
              <a:picLocks noChangeAspect="1"/>
            </p:cNvPicPr>
            <p:nvPr/>
          </p:nvPicPr>
          <p:blipFill>
            <a:blip r:embed="rId50">
              <a:extLst>
                <a:ext uri="{28A0092B-C50C-407E-A947-70E740481C1C}">
                  <a14:useLocalDpi xmlns:a14="http://schemas.microsoft.com/office/drawing/2010/main" val="0"/>
                </a:ext>
                <a:ext uri="{96DAC541-7B7A-43D3-8B79-37D633B846F1}">
                  <asvg:svgBlip xmlns:asvg="http://schemas.microsoft.com/office/drawing/2016/SVG/main" r:embed="rId51"/>
                </a:ext>
              </a:extLst>
            </a:blip>
            <a:stretch>
              <a:fillRect/>
            </a:stretch>
          </p:blipFill>
          <p:spPr>
            <a:xfrm>
              <a:off x="6473239" y="6621019"/>
              <a:ext cx="484175" cy="484175"/>
            </a:xfrm>
            <a:prstGeom prst="rect">
              <a:avLst/>
            </a:prstGeom>
          </p:spPr>
        </p:pic>
        <p:pic>
          <p:nvPicPr>
            <p:cNvPr id="378" name="Graphique 377" descr="Coche avec un remplissage uni">
              <a:extLst>
                <a:ext uri="{FF2B5EF4-FFF2-40B4-BE49-F238E27FC236}">
                  <a16:creationId xmlns:a16="http://schemas.microsoft.com/office/drawing/2014/main" id="{AEDD0B64-E04C-482D-BF93-7BC667FBFFEA}"/>
                </a:ext>
              </a:extLst>
            </p:cNvPr>
            <p:cNvPicPr>
              <a:picLocks noChangeAspect="1"/>
            </p:cNvPicPr>
            <p:nvPr/>
          </p:nvPicPr>
          <p:blipFill>
            <a:blip r:embed="rId52">
              <a:extLst>
                <a:ext uri="{28A0092B-C50C-407E-A947-70E740481C1C}">
                  <a14:useLocalDpi xmlns:a14="http://schemas.microsoft.com/office/drawing/2010/main" val="0"/>
                </a:ext>
                <a:ext uri="{96DAC541-7B7A-43D3-8B79-37D633B846F1}">
                  <asvg:svgBlip xmlns:asvg="http://schemas.microsoft.com/office/drawing/2016/SVG/main" r:embed="rId53"/>
                </a:ext>
              </a:extLst>
            </a:blip>
            <a:stretch>
              <a:fillRect/>
            </a:stretch>
          </p:blipFill>
          <p:spPr>
            <a:xfrm>
              <a:off x="6473240" y="5673093"/>
              <a:ext cx="484175" cy="484175"/>
            </a:xfrm>
            <a:prstGeom prst="rect">
              <a:avLst/>
            </a:prstGeom>
          </p:spPr>
        </p:pic>
      </p:grpSp>
      <p:grpSp>
        <p:nvGrpSpPr>
          <p:cNvPr id="410" name="Groupe 409">
            <a:extLst>
              <a:ext uri="{FF2B5EF4-FFF2-40B4-BE49-F238E27FC236}">
                <a16:creationId xmlns:a16="http://schemas.microsoft.com/office/drawing/2014/main" id="{A0608FD6-72AE-4A0C-93E2-2FD3C27D0382}"/>
              </a:ext>
            </a:extLst>
          </p:cNvPr>
          <p:cNvGrpSpPr/>
          <p:nvPr/>
        </p:nvGrpSpPr>
        <p:grpSpPr>
          <a:xfrm>
            <a:off x="2995105" y="455289"/>
            <a:ext cx="2502755" cy="1345561"/>
            <a:chOff x="6326422" y="983903"/>
            <a:chExt cx="4128117" cy="2219407"/>
          </a:xfrm>
        </p:grpSpPr>
        <p:sp>
          <p:nvSpPr>
            <p:cNvPr id="397" name="Rectangle 396">
              <a:extLst>
                <a:ext uri="{FF2B5EF4-FFF2-40B4-BE49-F238E27FC236}">
                  <a16:creationId xmlns:a16="http://schemas.microsoft.com/office/drawing/2014/main" id="{7F0CA054-6F60-4510-984A-F801D5069DF4}"/>
                </a:ext>
              </a:extLst>
            </p:cNvPr>
            <p:cNvSpPr/>
            <p:nvPr/>
          </p:nvSpPr>
          <p:spPr>
            <a:xfrm>
              <a:off x="6326422" y="983903"/>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98" name="Graphique 397" descr="Dé avec un remplissage uni">
              <a:extLst>
                <a:ext uri="{FF2B5EF4-FFF2-40B4-BE49-F238E27FC236}">
                  <a16:creationId xmlns:a16="http://schemas.microsoft.com/office/drawing/2014/main" id="{7EAC032F-C336-4DB3-9864-4563BDC63C20}"/>
                </a:ext>
              </a:extLst>
            </p:cNvPr>
            <p:cNvPicPr>
              <a:picLocks noChangeAspect="1"/>
            </p:cNvPicPr>
            <p:nvPr/>
          </p:nvPicPr>
          <p:blipFill rotWithShape="1">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rcRect l="9975" t="8576" r="49992" b="50385"/>
            <a:stretch/>
          </p:blipFill>
          <p:spPr>
            <a:xfrm>
              <a:off x="7898120" y="1607776"/>
              <a:ext cx="878039" cy="900081"/>
            </a:xfrm>
            <a:prstGeom prst="rect">
              <a:avLst/>
            </a:prstGeom>
          </p:spPr>
        </p:pic>
        <p:sp>
          <p:nvSpPr>
            <p:cNvPr id="399" name="Flèche : droite 398">
              <a:extLst>
                <a:ext uri="{FF2B5EF4-FFF2-40B4-BE49-F238E27FC236}">
                  <a16:creationId xmlns:a16="http://schemas.microsoft.com/office/drawing/2014/main" id="{DD9A73E6-7227-44E4-A8CD-5C285DDE6EE9}"/>
                </a:ext>
              </a:extLst>
            </p:cNvPr>
            <p:cNvSpPr/>
            <p:nvPr/>
          </p:nvSpPr>
          <p:spPr>
            <a:xfrm>
              <a:off x="7506304" y="1846309"/>
              <a:ext cx="336174" cy="49459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00" name="Flèche : droite 399">
              <a:extLst>
                <a:ext uri="{FF2B5EF4-FFF2-40B4-BE49-F238E27FC236}">
                  <a16:creationId xmlns:a16="http://schemas.microsoft.com/office/drawing/2014/main" id="{2665B677-AFDF-42B2-B4BF-545ADDE96E7C}"/>
                </a:ext>
              </a:extLst>
            </p:cNvPr>
            <p:cNvSpPr/>
            <p:nvPr/>
          </p:nvSpPr>
          <p:spPr>
            <a:xfrm>
              <a:off x="9050255" y="1846309"/>
              <a:ext cx="336174" cy="49459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401" name="Groupe 400">
              <a:extLst>
                <a:ext uri="{FF2B5EF4-FFF2-40B4-BE49-F238E27FC236}">
                  <a16:creationId xmlns:a16="http://schemas.microsoft.com/office/drawing/2014/main" id="{45233069-9561-4EE0-BB66-64070435516D}"/>
                </a:ext>
              </a:extLst>
            </p:cNvPr>
            <p:cNvGrpSpPr/>
            <p:nvPr/>
          </p:nvGrpSpPr>
          <p:grpSpPr>
            <a:xfrm>
              <a:off x="6521952" y="1606542"/>
              <a:ext cx="918968" cy="918968"/>
              <a:chOff x="5484964" y="3511896"/>
              <a:chExt cx="461468" cy="461468"/>
            </a:xfrm>
          </p:grpSpPr>
          <p:pic>
            <p:nvPicPr>
              <p:cNvPr id="402" name="Graphique 401" descr="Batterie chargée avec un remplissage uni">
                <a:extLst>
                  <a:ext uri="{FF2B5EF4-FFF2-40B4-BE49-F238E27FC236}">
                    <a16:creationId xmlns:a16="http://schemas.microsoft.com/office/drawing/2014/main" id="{5EE6A9A1-8A61-4E3C-9133-DAC1C675D840}"/>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403" name="Graphique 402" descr="Éclair avec un remplissage uni">
                <a:extLst>
                  <a:ext uri="{FF2B5EF4-FFF2-40B4-BE49-F238E27FC236}">
                    <a16:creationId xmlns:a16="http://schemas.microsoft.com/office/drawing/2014/main" id="{06EC804F-9E77-4E16-B00B-AFEAC3D3AFEC}"/>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grpSp>
          <p:nvGrpSpPr>
            <p:cNvPr id="404" name="Groupe 403">
              <a:extLst>
                <a:ext uri="{FF2B5EF4-FFF2-40B4-BE49-F238E27FC236}">
                  <a16:creationId xmlns:a16="http://schemas.microsoft.com/office/drawing/2014/main" id="{7630239F-8EB2-4B45-92F6-7A6D7292D805}"/>
                </a:ext>
              </a:extLst>
            </p:cNvPr>
            <p:cNvGrpSpPr/>
            <p:nvPr/>
          </p:nvGrpSpPr>
          <p:grpSpPr>
            <a:xfrm>
              <a:off x="9384144" y="1132733"/>
              <a:ext cx="918968" cy="918968"/>
              <a:chOff x="5484964" y="3511896"/>
              <a:chExt cx="461468" cy="461468"/>
            </a:xfrm>
          </p:grpSpPr>
          <p:pic>
            <p:nvPicPr>
              <p:cNvPr id="405" name="Graphique 404" descr="Batterie chargée avec un remplissage uni">
                <a:extLst>
                  <a:ext uri="{FF2B5EF4-FFF2-40B4-BE49-F238E27FC236}">
                    <a16:creationId xmlns:a16="http://schemas.microsoft.com/office/drawing/2014/main" id="{95E02266-C92C-421A-898F-3C625057FB5F}"/>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406" name="Graphique 405" descr="Éclair avec un remplissage uni">
                <a:extLst>
                  <a:ext uri="{FF2B5EF4-FFF2-40B4-BE49-F238E27FC236}">
                    <a16:creationId xmlns:a16="http://schemas.microsoft.com/office/drawing/2014/main" id="{E4E93148-7981-443F-8920-E17494410EF0}"/>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pic>
          <p:nvPicPr>
            <p:cNvPr id="407" name="Graphique 406" descr="Batterie plate avec un remplissage uni">
              <a:extLst>
                <a:ext uri="{FF2B5EF4-FFF2-40B4-BE49-F238E27FC236}">
                  <a16:creationId xmlns:a16="http://schemas.microsoft.com/office/drawing/2014/main" id="{E79A9E1F-E113-4D98-851E-C310BABE0C1C}"/>
                </a:ext>
              </a:extLst>
            </p:cNvPr>
            <p:cNvPicPr>
              <a:picLocks noChangeAspect="1"/>
            </p:cNvPicPr>
            <p:nvPr/>
          </p:nvPicPr>
          <p:blipFill>
            <a:blip r:embed="rId60">
              <a:extLst>
                <a:ext uri="{28A0092B-C50C-407E-A947-70E740481C1C}">
                  <a14:useLocalDpi xmlns:a14="http://schemas.microsoft.com/office/drawing/2010/main" val="0"/>
                </a:ext>
                <a:ext uri="{96DAC541-7B7A-43D3-8B79-37D633B846F1}">
                  <asvg:svgBlip xmlns:asvg="http://schemas.microsoft.com/office/drawing/2016/SVG/main" r:embed="rId61"/>
                </a:ext>
              </a:extLst>
            </a:blip>
            <a:stretch>
              <a:fillRect/>
            </a:stretch>
          </p:blipFill>
          <p:spPr>
            <a:xfrm rot="16200000">
              <a:off x="9397434" y="2102767"/>
              <a:ext cx="914400" cy="914400"/>
            </a:xfrm>
            <a:prstGeom prst="rect">
              <a:avLst/>
            </a:prstGeom>
          </p:spPr>
        </p:pic>
        <p:pic>
          <p:nvPicPr>
            <p:cNvPr id="408" name="Graphique 407" descr="Fermer avec un remplissage uni">
              <a:extLst>
                <a:ext uri="{FF2B5EF4-FFF2-40B4-BE49-F238E27FC236}">
                  <a16:creationId xmlns:a16="http://schemas.microsoft.com/office/drawing/2014/main" id="{B4166666-5C10-408F-8831-BD33BA3AA084}"/>
                </a:ext>
              </a:extLst>
            </p:cNvPr>
            <p:cNvPicPr>
              <a:picLocks noChangeAspect="1"/>
            </p:cNvPicPr>
            <p:nvPr/>
          </p:nvPicPr>
          <p:blipFill>
            <a:blip r:embed="rId50">
              <a:extLst>
                <a:ext uri="{28A0092B-C50C-407E-A947-70E740481C1C}">
                  <a14:useLocalDpi xmlns:a14="http://schemas.microsoft.com/office/drawing/2010/main" val="0"/>
                </a:ext>
                <a:ext uri="{96DAC541-7B7A-43D3-8B79-37D633B846F1}">
                  <asvg:svgBlip xmlns:asvg="http://schemas.microsoft.com/office/drawing/2016/SVG/main" r:embed="rId51"/>
                </a:ext>
              </a:extLst>
            </a:blip>
            <a:stretch>
              <a:fillRect/>
            </a:stretch>
          </p:blipFill>
          <p:spPr>
            <a:xfrm>
              <a:off x="9843628" y="2515452"/>
              <a:ext cx="484175" cy="484175"/>
            </a:xfrm>
            <a:prstGeom prst="rect">
              <a:avLst/>
            </a:prstGeom>
          </p:spPr>
        </p:pic>
        <p:pic>
          <p:nvPicPr>
            <p:cNvPr id="409" name="Graphique 408" descr="Coche avec un remplissage uni">
              <a:extLst>
                <a:ext uri="{FF2B5EF4-FFF2-40B4-BE49-F238E27FC236}">
                  <a16:creationId xmlns:a16="http://schemas.microsoft.com/office/drawing/2014/main" id="{4992502C-E427-4D59-A63F-620EACAA19ED}"/>
                </a:ext>
              </a:extLst>
            </p:cNvPr>
            <p:cNvPicPr>
              <a:picLocks noChangeAspect="1"/>
            </p:cNvPicPr>
            <p:nvPr/>
          </p:nvPicPr>
          <p:blipFill>
            <a:blip r:embed="rId52">
              <a:extLst>
                <a:ext uri="{28A0092B-C50C-407E-A947-70E740481C1C}">
                  <a14:useLocalDpi xmlns:a14="http://schemas.microsoft.com/office/drawing/2010/main" val="0"/>
                </a:ext>
                <a:ext uri="{96DAC541-7B7A-43D3-8B79-37D633B846F1}">
                  <asvg:svgBlip xmlns:asvg="http://schemas.microsoft.com/office/drawing/2016/SVG/main" r:embed="rId53"/>
                </a:ext>
              </a:extLst>
            </a:blip>
            <a:stretch>
              <a:fillRect/>
            </a:stretch>
          </p:blipFill>
          <p:spPr>
            <a:xfrm>
              <a:off x="9843629" y="1567526"/>
              <a:ext cx="484175" cy="484175"/>
            </a:xfrm>
            <a:prstGeom prst="rect">
              <a:avLst/>
            </a:prstGeom>
          </p:spPr>
        </p:pic>
      </p:grpSp>
      <p:grpSp>
        <p:nvGrpSpPr>
          <p:cNvPr id="669" name="Groupe 668">
            <a:extLst>
              <a:ext uri="{FF2B5EF4-FFF2-40B4-BE49-F238E27FC236}">
                <a16:creationId xmlns:a16="http://schemas.microsoft.com/office/drawing/2014/main" id="{21425445-E062-42F0-9955-30CF307AA704}"/>
              </a:ext>
            </a:extLst>
          </p:cNvPr>
          <p:cNvGrpSpPr/>
          <p:nvPr/>
        </p:nvGrpSpPr>
        <p:grpSpPr>
          <a:xfrm>
            <a:off x="128511" y="268941"/>
            <a:ext cx="2721054" cy="1462925"/>
            <a:chOff x="5892073" y="1291884"/>
            <a:chExt cx="4128117" cy="2219407"/>
          </a:xfrm>
        </p:grpSpPr>
        <p:sp>
          <p:nvSpPr>
            <p:cNvPr id="542" name="Rectangle 541">
              <a:extLst>
                <a:ext uri="{FF2B5EF4-FFF2-40B4-BE49-F238E27FC236}">
                  <a16:creationId xmlns:a16="http://schemas.microsoft.com/office/drawing/2014/main" id="{24F3CAE5-6AE8-492D-AED5-EB33EC2C7DCB}"/>
                </a:ext>
              </a:extLst>
            </p:cNvPr>
            <p:cNvSpPr/>
            <p:nvPr/>
          </p:nvSpPr>
          <p:spPr>
            <a:xfrm>
              <a:off x="5892073" y="1291884"/>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43" name="Groupe 542">
              <a:extLst>
                <a:ext uri="{FF2B5EF4-FFF2-40B4-BE49-F238E27FC236}">
                  <a16:creationId xmlns:a16="http://schemas.microsoft.com/office/drawing/2014/main" id="{DBA78744-BC6A-4FA2-8F88-ECD0513984D8}"/>
                </a:ext>
              </a:extLst>
            </p:cNvPr>
            <p:cNvGrpSpPr/>
            <p:nvPr/>
          </p:nvGrpSpPr>
          <p:grpSpPr>
            <a:xfrm>
              <a:off x="7451803" y="1602101"/>
              <a:ext cx="983444" cy="505508"/>
              <a:chOff x="6328736" y="2387478"/>
              <a:chExt cx="2753121" cy="1415152"/>
            </a:xfrm>
          </p:grpSpPr>
          <p:grpSp>
            <p:nvGrpSpPr>
              <p:cNvPr id="544" name="Groupe 543">
                <a:extLst>
                  <a:ext uri="{FF2B5EF4-FFF2-40B4-BE49-F238E27FC236}">
                    <a16:creationId xmlns:a16="http://schemas.microsoft.com/office/drawing/2014/main" id="{95D69A03-C3E5-4C90-9E1F-EAA993A7960D}"/>
                  </a:ext>
                </a:extLst>
              </p:cNvPr>
              <p:cNvGrpSpPr/>
              <p:nvPr/>
            </p:nvGrpSpPr>
            <p:grpSpPr>
              <a:xfrm>
                <a:off x="6696168" y="2394887"/>
                <a:ext cx="2385689" cy="1407743"/>
                <a:chOff x="6305550" y="2323866"/>
                <a:chExt cx="3104825" cy="1832090"/>
              </a:xfrm>
              <a:solidFill>
                <a:srgbClr val="EC7B2B"/>
              </a:solidFill>
            </p:grpSpPr>
            <p:cxnSp>
              <p:nvCxnSpPr>
                <p:cNvPr id="561" name="Connecteur droit 560">
                  <a:extLst>
                    <a:ext uri="{FF2B5EF4-FFF2-40B4-BE49-F238E27FC236}">
                      <a16:creationId xmlns:a16="http://schemas.microsoft.com/office/drawing/2014/main" id="{579D0702-0423-499D-8F72-2B02B8E56593}"/>
                    </a:ext>
                  </a:extLst>
                </p:cNvPr>
                <p:cNvCxnSpPr>
                  <a:cxnSpLocks/>
                </p:cNvCxnSpPr>
                <p:nvPr/>
              </p:nvCxnSpPr>
              <p:spPr>
                <a:xfrm flipH="1">
                  <a:off x="6305550" y="3124200"/>
                  <a:ext cx="3031453" cy="0"/>
                </a:xfrm>
                <a:prstGeom prst="line">
                  <a:avLst/>
                </a:prstGeom>
                <a:grpFill/>
                <a:ln w="571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62" name="Groupe 561">
                  <a:extLst>
                    <a:ext uri="{FF2B5EF4-FFF2-40B4-BE49-F238E27FC236}">
                      <a16:creationId xmlns:a16="http://schemas.microsoft.com/office/drawing/2014/main" id="{7C63D921-AD43-4EEE-9E91-B3ED34F3E9AC}"/>
                    </a:ext>
                  </a:extLst>
                </p:cNvPr>
                <p:cNvGrpSpPr/>
                <p:nvPr/>
              </p:nvGrpSpPr>
              <p:grpSpPr>
                <a:xfrm>
                  <a:off x="8533701" y="2323866"/>
                  <a:ext cx="876674" cy="1832090"/>
                  <a:chOff x="8451151" y="2336566"/>
                  <a:chExt cx="876674" cy="1832090"/>
                </a:xfrm>
                <a:grpFill/>
              </p:grpSpPr>
              <p:sp>
                <p:nvSpPr>
                  <p:cNvPr id="563" name="Ellipse 562">
                    <a:extLst>
                      <a:ext uri="{FF2B5EF4-FFF2-40B4-BE49-F238E27FC236}">
                        <a16:creationId xmlns:a16="http://schemas.microsoft.com/office/drawing/2014/main" id="{216CDC6F-A401-42AD-B4AD-297F3AA5D097}"/>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4" name="Rectangle : coins arrondis 563">
                    <a:extLst>
                      <a:ext uri="{FF2B5EF4-FFF2-40B4-BE49-F238E27FC236}">
                        <a16:creationId xmlns:a16="http://schemas.microsoft.com/office/drawing/2014/main" id="{BBF653BD-8E36-4BEB-A3F0-68A870A72FA7}"/>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5" name="Rectangle : coins arrondis 564">
                    <a:extLst>
                      <a:ext uri="{FF2B5EF4-FFF2-40B4-BE49-F238E27FC236}">
                        <a16:creationId xmlns:a16="http://schemas.microsoft.com/office/drawing/2014/main" id="{972929C1-4E23-4854-A9AC-A230DB2CA42A}"/>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6" name="Rectangle : coins arrondis 565">
                    <a:extLst>
                      <a:ext uri="{FF2B5EF4-FFF2-40B4-BE49-F238E27FC236}">
                        <a16:creationId xmlns:a16="http://schemas.microsoft.com/office/drawing/2014/main" id="{1111FC2F-BD2B-4C37-9C5A-31278FCBBEF5}"/>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7" name="Rectangle : coins arrondis 566">
                    <a:extLst>
                      <a:ext uri="{FF2B5EF4-FFF2-40B4-BE49-F238E27FC236}">
                        <a16:creationId xmlns:a16="http://schemas.microsoft.com/office/drawing/2014/main" id="{8E5C736E-9C6D-47B1-A12B-27E7A12C6322}"/>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8" name="Rectangle : coins arrondis 567">
                    <a:extLst>
                      <a:ext uri="{FF2B5EF4-FFF2-40B4-BE49-F238E27FC236}">
                        <a16:creationId xmlns:a16="http://schemas.microsoft.com/office/drawing/2014/main" id="{1A512BA8-1475-4A94-85B6-5658AC1CE5AC}"/>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9" name="Rectangle : coins arrondis 568">
                    <a:extLst>
                      <a:ext uri="{FF2B5EF4-FFF2-40B4-BE49-F238E27FC236}">
                        <a16:creationId xmlns:a16="http://schemas.microsoft.com/office/drawing/2014/main" id="{C506D7DC-7C05-4181-BC5B-585C1B3CA576}"/>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grpSp>
            <p:nvGrpSpPr>
              <p:cNvPr id="545" name="Groupe 544">
                <a:extLst>
                  <a:ext uri="{FF2B5EF4-FFF2-40B4-BE49-F238E27FC236}">
                    <a16:creationId xmlns:a16="http://schemas.microsoft.com/office/drawing/2014/main" id="{3D6FA7A7-0595-46E4-8827-35EEFCE46A6F}"/>
                  </a:ext>
                </a:extLst>
              </p:cNvPr>
              <p:cNvGrpSpPr/>
              <p:nvPr/>
            </p:nvGrpSpPr>
            <p:grpSpPr>
              <a:xfrm flipH="1">
                <a:off x="7037722" y="2394205"/>
                <a:ext cx="667094" cy="1407743"/>
                <a:chOff x="8451151" y="2336566"/>
                <a:chExt cx="876674" cy="1832090"/>
              </a:xfrm>
            </p:grpSpPr>
            <p:sp>
              <p:nvSpPr>
                <p:cNvPr id="554" name="Ellipse 553">
                  <a:extLst>
                    <a:ext uri="{FF2B5EF4-FFF2-40B4-BE49-F238E27FC236}">
                      <a16:creationId xmlns:a16="http://schemas.microsoft.com/office/drawing/2014/main" id="{A64F8AFA-08B6-4F02-9393-404ED0357C33}"/>
                    </a:ext>
                  </a:extLst>
                </p:cNvPr>
                <p:cNvSpPr/>
                <p:nvPr/>
              </p:nvSpPr>
              <p:spPr>
                <a:xfrm>
                  <a:off x="8781187" y="2336566"/>
                  <a:ext cx="310718" cy="31071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5" name="Rectangle : coins arrondis 554">
                  <a:extLst>
                    <a:ext uri="{FF2B5EF4-FFF2-40B4-BE49-F238E27FC236}">
                      <a16:creationId xmlns:a16="http://schemas.microsoft.com/office/drawing/2014/main" id="{2E6178F6-76B2-46EC-AD0F-4CDC448A65B8}"/>
                    </a:ext>
                  </a:extLst>
                </p:cNvPr>
                <p:cNvSpPr/>
                <p:nvPr/>
              </p:nvSpPr>
              <p:spPr>
                <a:xfrm rot="540983">
                  <a:off x="8815947" y="2699026"/>
                  <a:ext cx="241198" cy="872044"/>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6" name="Rectangle : coins arrondis 555">
                  <a:extLst>
                    <a:ext uri="{FF2B5EF4-FFF2-40B4-BE49-F238E27FC236}">
                      <a16:creationId xmlns:a16="http://schemas.microsoft.com/office/drawing/2014/main" id="{FBF9FEC2-AAAC-4635-A4F7-3E4B7DB211CE}"/>
                    </a:ext>
                  </a:extLst>
                </p:cNvPr>
                <p:cNvSpPr/>
                <p:nvPr/>
              </p:nvSpPr>
              <p:spPr>
                <a:xfrm rot="3022884">
                  <a:off x="8657810" y="3330205"/>
                  <a:ext cx="199939" cy="54216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7" name="Rectangle : coins arrondis 556">
                  <a:extLst>
                    <a:ext uri="{FF2B5EF4-FFF2-40B4-BE49-F238E27FC236}">
                      <a16:creationId xmlns:a16="http://schemas.microsoft.com/office/drawing/2014/main" id="{5659EDCB-E62C-4D3D-BEEB-4DFC9B4D027E}"/>
                    </a:ext>
                  </a:extLst>
                </p:cNvPr>
                <p:cNvSpPr/>
                <p:nvPr/>
              </p:nvSpPr>
              <p:spPr>
                <a:xfrm rot="466903">
                  <a:off x="8807493" y="3420736"/>
                  <a:ext cx="199939" cy="74792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8" name="Rectangle : coins arrondis 557">
                  <a:extLst>
                    <a:ext uri="{FF2B5EF4-FFF2-40B4-BE49-F238E27FC236}">
                      <a16:creationId xmlns:a16="http://schemas.microsoft.com/office/drawing/2014/main" id="{5E8A4E0F-5629-4B89-8B26-401696E61926}"/>
                    </a:ext>
                  </a:extLst>
                </p:cNvPr>
                <p:cNvSpPr/>
                <p:nvPr/>
              </p:nvSpPr>
              <p:spPr>
                <a:xfrm rot="1422362">
                  <a:off x="8451151" y="3618603"/>
                  <a:ext cx="199939" cy="54216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9" name="Rectangle : coins arrondis 558">
                  <a:extLst>
                    <a:ext uri="{FF2B5EF4-FFF2-40B4-BE49-F238E27FC236}">
                      <a16:creationId xmlns:a16="http://schemas.microsoft.com/office/drawing/2014/main" id="{E55BFEA2-3B59-4B71-9D2A-7A60F3CFDBF5}"/>
                    </a:ext>
                  </a:extLst>
                </p:cNvPr>
                <p:cNvSpPr/>
                <p:nvPr/>
              </p:nvSpPr>
              <p:spPr>
                <a:xfrm rot="8458199">
                  <a:off x="9047172" y="2634740"/>
                  <a:ext cx="153629" cy="588913"/>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0" name="Rectangle : coins arrondis 559">
                  <a:extLst>
                    <a:ext uri="{FF2B5EF4-FFF2-40B4-BE49-F238E27FC236}">
                      <a16:creationId xmlns:a16="http://schemas.microsoft.com/office/drawing/2014/main" id="{2BCD2717-8EE8-43C6-A8D0-9017586798AF}"/>
                    </a:ext>
                  </a:extLst>
                </p:cNvPr>
                <p:cNvSpPr/>
                <p:nvPr/>
              </p:nvSpPr>
              <p:spPr>
                <a:xfrm rot="5400000">
                  <a:off x="8889223" y="2787882"/>
                  <a:ext cx="153629" cy="723575"/>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546" name="Groupe 545">
                <a:extLst>
                  <a:ext uri="{FF2B5EF4-FFF2-40B4-BE49-F238E27FC236}">
                    <a16:creationId xmlns:a16="http://schemas.microsoft.com/office/drawing/2014/main" id="{69D05E99-8F3B-4D4C-B38F-C01631823C31}"/>
                  </a:ext>
                </a:extLst>
              </p:cNvPr>
              <p:cNvGrpSpPr/>
              <p:nvPr/>
            </p:nvGrpSpPr>
            <p:grpSpPr>
              <a:xfrm flipH="1">
                <a:off x="6328736" y="2387478"/>
                <a:ext cx="667094" cy="1407743"/>
                <a:chOff x="8451151" y="2336566"/>
                <a:chExt cx="876674" cy="1832090"/>
              </a:xfrm>
            </p:grpSpPr>
            <p:sp>
              <p:nvSpPr>
                <p:cNvPr id="547" name="Ellipse 546">
                  <a:extLst>
                    <a:ext uri="{FF2B5EF4-FFF2-40B4-BE49-F238E27FC236}">
                      <a16:creationId xmlns:a16="http://schemas.microsoft.com/office/drawing/2014/main" id="{17C89F0F-33F1-4556-BAC0-64874DC9143E}"/>
                    </a:ext>
                  </a:extLst>
                </p:cNvPr>
                <p:cNvSpPr/>
                <p:nvPr/>
              </p:nvSpPr>
              <p:spPr>
                <a:xfrm>
                  <a:off x="8781187" y="2336566"/>
                  <a:ext cx="310718" cy="31071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8" name="Rectangle : coins arrondis 547">
                  <a:extLst>
                    <a:ext uri="{FF2B5EF4-FFF2-40B4-BE49-F238E27FC236}">
                      <a16:creationId xmlns:a16="http://schemas.microsoft.com/office/drawing/2014/main" id="{9F0DBA51-2BAC-4831-8A8E-F0100DD9B806}"/>
                    </a:ext>
                  </a:extLst>
                </p:cNvPr>
                <p:cNvSpPr/>
                <p:nvPr/>
              </p:nvSpPr>
              <p:spPr>
                <a:xfrm rot="540983">
                  <a:off x="8815947" y="2699026"/>
                  <a:ext cx="241198" cy="872044"/>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9" name="Rectangle : coins arrondis 548">
                  <a:extLst>
                    <a:ext uri="{FF2B5EF4-FFF2-40B4-BE49-F238E27FC236}">
                      <a16:creationId xmlns:a16="http://schemas.microsoft.com/office/drawing/2014/main" id="{6F5AD58C-76A3-47F3-8058-9E4FDE251AB4}"/>
                    </a:ext>
                  </a:extLst>
                </p:cNvPr>
                <p:cNvSpPr/>
                <p:nvPr/>
              </p:nvSpPr>
              <p:spPr>
                <a:xfrm rot="3022884">
                  <a:off x="8657810" y="3330205"/>
                  <a:ext cx="199939" cy="54216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0" name="Rectangle : coins arrondis 549">
                  <a:extLst>
                    <a:ext uri="{FF2B5EF4-FFF2-40B4-BE49-F238E27FC236}">
                      <a16:creationId xmlns:a16="http://schemas.microsoft.com/office/drawing/2014/main" id="{3937758A-E8B4-47FB-9990-DC38F1C91E06}"/>
                    </a:ext>
                  </a:extLst>
                </p:cNvPr>
                <p:cNvSpPr/>
                <p:nvPr/>
              </p:nvSpPr>
              <p:spPr>
                <a:xfrm rot="466903">
                  <a:off x="8807493" y="3420736"/>
                  <a:ext cx="199939" cy="74792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1" name="Rectangle : coins arrondis 550">
                  <a:extLst>
                    <a:ext uri="{FF2B5EF4-FFF2-40B4-BE49-F238E27FC236}">
                      <a16:creationId xmlns:a16="http://schemas.microsoft.com/office/drawing/2014/main" id="{E19150F2-188A-4825-AFD7-8D22C5C22731}"/>
                    </a:ext>
                  </a:extLst>
                </p:cNvPr>
                <p:cNvSpPr/>
                <p:nvPr/>
              </p:nvSpPr>
              <p:spPr>
                <a:xfrm rot="1422362">
                  <a:off x="8451151" y="3618603"/>
                  <a:ext cx="199939" cy="54216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2" name="Rectangle : coins arrondis 551">
                  <a:extLst>
                    <a:ext uri="{FF2B5EF4-FFF2-40B4-BE49-F238E27FC236}">
                      <a16:creationId xmlns:a16="http://schemas.microsoft.com/office/drawing/2014/main" id="{95A6E13F-F725-4C94-B69A-D3AEC61FA563}"/>
                    </a:ext>
                  </a:extLst>
                </p:cNvPr>
                <p:cNvSpPr/>
                <p:nvPr/>
              </p:nvSpPr>
              <p:spPr>
                <a:xfrm rot="8458199">
                  <a:off x="9047172" y="2634740"/>
                  <a:ext cx="153629" cy="588913"/>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3" name="Rectangle : coins arrondis 552">
                  <a:extLst>
                    <a:ext uri="{FF2B5EF4-FFF2-40B4-BE49-F238E27FC236}">
                      <a16:creationId xmlns:a16="http://schemas.microsoft.com/office/drawing/2014/main" id="{D8A14C5D-8F37-438D-95F1-DDC610EC00F9}"/>
                    </a:ext>
                  </a:extLst>
                </p:cNvPr>
                <p:cNvSpPr/>
                <p:nvPr/>
              </p:nvSpPr>
              <p:spPr>
                <a:xfrm rot="5400000">
                  <a:off x="8889223" y="2787882"/>
                  <a:ext cx="153629" cy="723575"/>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grpSp>
          <p:nvGrpSpPr>
            <p:cNvPr id="570" name="Groupe 569">
              <a:extLst>
                <a:ext uri="{FF2B5EF4-FFF2-40B4-BE49-F238E27FC236}">
                  <a16:creationId xmlns:a16="http://schemas.microsoft.com/office/drawing/2014/main" id="{B15EA9E0-6F3C-4CE8-AEDA-95A2434AD325}"/>
                </a:ext>
              </a:extLst>
            </p:cNvPr>
            <p:cNvGrpSpPr/>
            <p:nvPr/>
          </p:nvGrpSpPr>
          <p:grpSpPr>
            <a:xfrm>
              <a:off x="6832077" y="2639910"/>
              <a:ext cx="2277795" cy="518370"/>
              <a:chOff x="6992179" y="3623834"/>
              <a:chExt cx="3267516" cy="743606"/>
            </a:xfrm>
          </p:grpSpPr>
          <p:cxnSp>
            <p:nvCxnSpPr>
              <p:cNvPr id="571" name="Connecteur droit 570">
                <a:extLst>
                  <a:ext uri="{FF2B5EF4-FFF2-40B4-BE49-F238E27FC236}">
                    <a16:creationId xmlns:a16="http://schemas.microsoft.com/office/drawing/2014/main" id="{464421BC-0277-4B60-B1E3-9E967B515923}"/>
                  </a:ext>
                </a:extLst>
              </p:cNvPr>
              <p:cNvCxnSpPr>
                <a:cxnSpLocks/>
              </p:cNvCxnSpPr>
              <p:nvPr/>
            </p:nvCxnSpPr>
            <p:spPr>
              <a:xfrm flipH="1">
                <a:off x="7186022" y="3934409"/>
                <a:ext cx="2880006" cy="41363"/>
              </a:xfrm>
              <a:prstGeom prst="line">
                <a:avLst/>
              </a:prstGeom>
              <a:solidFill>
                <a:schemeClr val="accent1">
                  <a:lumMod val="60000"/>
                  <a:lumOff val="40000"/>
                </a:schemeClr>
              </a:solidFill>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72" name="Groupe 571">
                <a:extLst>
                  <a:ext uri="{FF2B5EF4-FFF2-40B4-BE49-F238E27FC236}">
                    <a16:creationId xmlns:a16="http://schemas.microsoft.com/office/drawing/2014/main" id="{ED6BE309-76C0-49B0-982A-78F697B538D4}"/>
                  </a:ext>
                </a:extLst>
              </p:cNvPr>
              <p:cNvGrpSpPr/>
              <p:nvPr/>
            </p:nvGrpSpPr>
            <p:grpSpPr>
              <a:xfrm>
                <a:off x="9249598" y="3634121"/>
                <a:ext cx="345177" cy="721358"/>
                <a:chOff x="8451151" y="2336566"/>
                <a:chExt cx="876674" cy="1832090"/>
              </a:xfrm>
              <a:solidFill>
                <a:schemeClr val="accent1">
                  <a:lumMod val="60000"/>
                  <a:lumOff val="40000"/>
                </a:schemeClr>
              </a:solidFill>
            </p:grpSpPr>
            <p:sp>
              <p:nvSpPr>
                <p:cNvPr id="629" name="Ellipse 628">
                  <a:extLst>
                    <a:ext uri="{FF2B5EF4-FFF2-40B4-BE49-F238E27FC236}">
                      <a16:creationId xmlns:a16="http://schemas.microsoft.com/office/drawing/2014/main" id="{550F5D7F-4C2D-4894-A3F1-2F38C85B7470}"/>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30" name="Rectangle : coins arrondis 629">
                  <a:extLst>
                    <a:ext uri="{FF2B5EF4-FFF2-40B4-BE49-F238E27FC236}">
                      <a16:creationId xmlns:a16="http://schemas.microsoft.com/office/drawing/2014/main" id="{21F5C88F-A18B-4BFA-BE50-06DF44D225D3}"/>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31" name="Rectangle : coins arrondis 630">
                  <a:extLst>
                    <a:ext uri="{FF2B5EF4-FFF2-40B4-BE49-F238E27FC236}">
                      <a16:creationId xmlns:a16="http://schemas.microsoft.com/office/drawing/2014/main" id="{E12A0B86-5505-4905-B8CD-5351B25C552B}"/>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32" name="Rectangle : coins arrondis 631">
                  <a:extLst>
                    <a:ext uri="{FF2B5EF4-FFF2-40B4-BE49-F238E27FC236}">
                      <a16:creationId xmlns:a16="http://schemas.microsoft.com/office/drawing/2014/main" id="{6A86DB46-9807-4CE5-AFED-E325AE0EA0B4}"/>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33" name="Rectangle : coins arrondis 632">
                  <a:extLst>
                    <a:ext uri="{FF2B5EF4-FFF2-40B4-BE49-F238E27FC236}">
                      <a16:creationId xmlns:a16="http://schemas.microsoft.com/office/drawing/2014/main" id="{EC6E8183-08E9-4A7B-A06C-5598BDA83542}"/>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34" name="Rectangle : coins arrondis 633">
                  <a:extLst>
                    <a:ext uri="{FF2B5EF4-FFF2-40B4-BE49-F238E27FC236}">
                      <a16:creationId xmlns:a16="http://schemas.microsoft.com/office/drawing/2014/main" id="{7CDCB8F4-A1B3-44D6-881A-79C8A871477A}"/>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35" name="Rectangle : coins arrondis 634">
                  <a:extLst>
                    <a:ext uri="{FF2B5EF4-FFF2-40B4-BE49-F238E27FC236}">
                      <a16:creationId xmlns:a16="http://schemas.microsoft.com/office/drawing/2014/main" id="{62590A8B-BC68-4AF7-BFCC-7D01410506B2}"/>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573" name="Groupe 572">
                <a:extLst>
                  <a:ext uri="{FF2B5EF4-FFF2-40B4-BE49-F238E27FC236}">
                    <a16:creationId xmlns:a16="http://schemas.microsoft.com/office/drawing/2014/main" id="{A47EF6DD-E0ED-43F3-876E-BFFCAD99976F}"/>
                  </a:ext>
                </a:extLst>
              </p:cNvPr>
              <p:cNvGrpSpPr/>
              <p:nvPr/>
            </p:nvGrpSpPr>
            <p:grpSpPr>
              <a:xfrm flipH="1">
                <a:off x="8297322" y="3637832"/>
                <a:ext cx="341833" cy="721358"/>
                <a:chOff x="8451151" y="2336566"/>
                <a:chExt cx="876674" cy="1832090"/>
              </a:xfrm>
              <a:solidFill>
                <a:schemeClr val="accent2">
                  <a:lumMod val="40000"/>
                  <a:lumOff val="60000"/>
                </a:schemeClr>
              </a:solidFill>
            </p:grpSpPr>
            <p:sp>
              <p:nvSpPr>
                <p:cNvPr id="622" name="Ellipse 621">
                  <a:extLst>
                    <a:ext uri="{FF2B5EF4-FFF2-40B4-BE49-F238E27FC236}">
                      <a16:creationId xmlns:a16="http://schemas.microsoft.com/office/drawing/2014/main" id="{CD46C360-B361-4559-BDD3-21141A8ADED7}"/>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3" name="Rectangle : coins arrondis 622">
                  <a:extLst>
                    <a:ext uri="{FF2B5EF4-FFF2-40B4-BE49-F238E27FC236}">
                      <a16:creationId xmlns:a16="http://schemas.microsoft.com/office/drawing/2014/main" id="{D575A9B6-635B-4CD6-A03B-D6D479F83025}"/>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4" name="Rectangle : coins arrondis 623">
                  <a:extLst>
                    <a:ext uri="{FF2B5EF4-FFF2-40B4-BE49-F238E27FC236}">
                      <a16:creationId xmlns:a16="http://schemas.microsoft.com/office/drawing/2014/main" id="{1ED807E8-7BF8-4349-8C49-391CDE7C08C3}"/>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5" name="Rectangle : coins arrondis 624">
                  <a:extLst>
                    <a:ext uri="{FF2B5EF4-FFF2-40B4-BE49-F238E27FC236}">
                      <a16:creationId xmlns:a16="http://schemas.microsoft.com/office/drawing/2014/main" id="{78A8BCBF-4E14-4C6E-9FDF-BBC042CF2F0F}"/>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6" name="Rectangle : coins arrondis 625">
                  <a:extLst>
                    <a:ext uri="{FF2B5EF4-FFF2-40B4-BE49-F238E27FC236}">
                      <a16:creationId xmlns:a16="http://schemas.microsoft.com/office/drawing/2014/main" id="{235596EC-14D1-469F-AAAB-8930E3AF19B5}"/>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7" name="Rectangle : coins arrondis 626">
                  <a:extLst>
                    <a:ext uri="{FF2B5EF4-FFF2-40B4-BE49-F238E27FC236}">
                      <a16:creationId xmlns:a16="http://schemas.microsoft.com/office/drawing/2014/main" id="{DA6FFF27-46A2-46E2-9B10-7CBF62B64133}"/>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8" name="Rectangle : coins arrondis 627">
                  <a:extLst>
                    <a:ext uri="{FF2B5EF4-FFF2-40B4-BE49-F238E27FC236}">
                      <a16:creationId xmlns:a16="http://schemas.microsoft.com/office/drawing/2014/main" id="{8932AE66-6B65-4689-AD92-8E5CC0115866}"/>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574" name="Groupe 573">
                <a:extLst>
                  <a:ext uri="{FF2B5EF4-FFF2-40B4-BE49-F238E27FC236}">
                    <a16:creationId xmlns:a16="http://schemas.microsoft.com/office/drawing/2014/main" id="{EDCC117B-7BC3-4A50-A0E2-7AC16FEA3488}"/>
                  </a:ext>
                </a:extLst>
              </p:cNvPr>
              <p:cNvGrpSpPr/>
              <p:nvPr/>
            </p:nvGrpSpPr>
            <p:grpSpPr>
              <a:xfrm flipH="1">
                <a:off x="7979942" y="3642220"/>
                <a:ext cx="341833" cy="721358"/>
                <a:chOff x="8451151" y="2336566"/>
                <a:chExt cx="876674" cy="1832090"/>
              </a:xfrm>
              <a:solidFill>
                <a:schemeClr val="accent2">
                  <a:lumMod val="40000"/>
                  <a:lumOff val="60000"/>
                </a:schemeClr>
              </a:solidFill>
            </p:grpSpPr>
            <p:sp>
              <p:nvSpPr>
                <p:cNvPr id="615" name="Ellipse 614">
                  <a:extLst>
                    <a:ext uri="{FF2B5EF4-FFF2-40B4-BE49-F238E27FC236}">
                      <a16:creationId xmlns:a16="http://schemas.microsoft.com/office/drawing/2014/main" id="{F60F0316-B84A-485F-A64D-800C2AC9C5B3}"/>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6" name="Rectangle : coins arrondis 615">
                  <a:extLst>
                    <a:ext uri="{FF2B5EF4-FFF2-40B4-BE49-F238E27FC236}">
                      <a16:creationId xmlns:a16="http://schemas.microsoft.com/office/drawing/2014/main" id="{BAFA74AE-2636-426B-BAD7-B34D26C95B8D}"/>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7" name="Rectangle : coins arrondis 616">
                  <a:extLst>
                    <a:ext uri="{FF2B5EF4-FFF2-40B4-BE49-F238E27FC236}">
                      <a16:creationId xmlns:a16="http://schemas.microsoft.com/office/drawing/2014/main" id="{85D04927-B11D-4EE6-A7B0-1C6EE19D4C84}"/>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8" name="Rectangle : coins arrondis 617">
                  <a:extLst>
                    <a:ext uri="{FF2B5EF4-FFF2-40B4-BE49-F238E27FC236}">
                      <a16:creationId xmlns:a16="http://schemas.microsoft.com/office/drawing/2014/main" id="{457BBB78-0E26-4396-9337-5BEDBB2D26D5}"/>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9" name="Rectangle : coins arrondis 618">
                  <a:extLst>
                    <a:ext uri="{FF2B5EF4-FFF2-40B4-BE49-F238E27FC236}">
                      <a16:creationId xmlns:a16="http://schemas.microsoft.com/office/drawing/2014/main" id="{5538D1D0-B8F8-4911-91A2-C77553040329}"/>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0" name="Rectangle : coins arrondis 619">
                  <a:extLst>
                    <a:ext uri="{FF2B5EF4-FFF2-40B4-BE49-F238E27FC236}">
                      <a16:creationId xmlns:a16="http://schemas.microsoft.com/office/drawing/2014/main" id="{626C26BF-BAFB-4E80-9E3B-EC8197FD0135}"/>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1" name="Rectangle : coins arrondis 620">
                  <a:extLst>
                    <a:ext uri="{FF2B5EF4-FFF2-40B4-BE49-F238E27FC236}">
                      <a16:creationId xmlns:a16="http://schemas.microsoft.com/office/drawing/2014/main" id="{D4E4AD6A-28C6-4435-AB11-AE4D4D0FAEE5}"/>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575" name="Groupe 574">
                <a:extLst>
                  <a:ext uri="{FF2B5EF4-FFF2-40B4-BE49-F238E27FC236}">
                    <a16:creationId xmlns:a16="http://schemas.microsoft.com/office/drawing/2014/main" id="{0A72C2B3-2786-45BD-A3B4-79829F7E4F70}"/>
                  </a:ext>
                </a:extLst>
              </p:cNvPr>
              <p:cNvGrpSpPr/>
              <p:nvPr/>
            </p:nvGrpSpPr>
            <p:grpSpPr>
              <a:xfrm>
                <a:off x="9590608" y="3634121"/>
                <a:ext cx="345177" cy="721358"/>
                <a:chOff x="8451151" y="2336566"/>
                <a:chExt cx="876674" cy="1832090"/>
              </a:xfrm>
              <a:solidFill>
                <a:schemeClr val="accent1">
                  <a:lumMod val="60000"/>
                  <a:lumOff val="40000"/>
                </a:schemeClr>
              </a:solidFill>
            </p:grpSpPr>
            <p:sp>
              <p:nvSpPr>
                <p:cNvPr id="608" name="Ellipse 607">
                  <a:extLst>
                    <a:ext uri="{FF2B5EF4-FFF2-40B4-BE49-F238E27FC236}">
                      <a16:creationId xmlns:a16="http://schemas.microsoft.com/office/drawing/2014/main" id="{C0027BD1-5941-41AB-8512-70BEB63DF3DB}"/>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9" name="Rectangle : coins arrondis 608">
                  <a:extLst>
                    <a:ext uri="{FF2B5EF4-FFF2-40B4-BE49-F238E27FC236}">
                      <a16:creationId xmlns:a16="http://schemas.microsoft.com/office/drawing/2014/main" id="{6D06A084-A6E4-4FBE-B540-40C36CCB4BEE}"/>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0" name="Rectangle : coins arrondis 609">
                  <a:extLst>
                    <a:ext uri="{FF2B5EF4-FFF2-40B4-BE49-F238E27FC236}">
                      <a16:creationId xmlns:a16="http://schemas.microsoft.com/office/drawing/2014/main" id="{F632C04B-A17A-4422-96E4-B65196D6FD0B}"/>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1" name="Rectangle : coins arrondis 610">
                  <a:extLst>
                    <a:ext uri="{FF2B5EF4-FFF2-40B4-BE49-F238E27FC236}">
                      <a16:creationId xmlns:a16="http://schemas.microsoft.com/office/drawing/2014/main" id="{B14F0323-D13A-47B3-A8CD-F9DFEE069DC2}"/>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2" name="Rectangle : coins arrondis 611">
                  <a:extLst>
                    <a:ext uri="{FF2B5EF4-FFF2-40B4-BE49-F238E27FC236}">
                      <a16:creationId xmlns:a16="http://schemas.microsoft.com/office/drawing/2014/main" id="{FACF841E-B951-4870-BEB3-3E0474226FC5}"/>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3" name="Rectangle : coins arrondis 612">
                  <a:extLst>
                    <a:ext uri="{FF2B5EF4-FFF2-40B4-BE49-F238E27FC236}">
                      <a16:creationId xmlns:a16="http://schemas.microsoft.com/office/drawing/2014/main" id="{DA6BF980-9D15-44C6-9FF0-705AF6711747}"/>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4" name="Rectangle : coins arrondis 613">
                  <a:extLst>
                    <a:ext uri="{FF2B5EF4-FFF2-40B4-BE49-F238E27FC236}">
                      <a16:creationId xmlns:a16="http://schemas.microsoft.com/office/drawing/2014/main" id="{6647E6EE-DDD4-4A62-A354-D576E5A4DF0F}"/>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576" name="Groupe 575">
                <a:extLst>
                  <a:ext uri="{FF2B5EF4-FFF2-40B4-BE49-F238E27FC236}">
                    <a16:creationId xmlns:a16="http://schemas.microsoft.com/office/drawing/2014/main" id="{0FB49843-F612-41F8-9B29-76A6A70741BC}"/>
                  </a:ext>
                </a:extLst>
              </p:cNvPr>
              <p:cNvGrpSpPr/>
              <p:nvPr/>
            </p:nvGrpSpPr>
            <p:grpSpPr>
              <a:xfrm>
                <a:off x="9914518" y="3623834"/>
                <a:ext cx="345177" cy="721358"/>
                <a:chOff x="8451151" y="2336566"/>
                <a:chExt cx="876674" cy="1832090"/>
              </a:xfrm>
              <a:solidFill>
                <a:schemeClr val="accent1">
                  <a:lumMod val="60000"/>
                  <a:lumOff val="40000"/>
                </a:schemeClr>
              </a:solidFill>
            </p:grpSpPr>
            <p:sp>
              <p:nvSpPr>
                <p:cNvPr id="601" name="Ellipse 600">
                  <a:extLst>
                    <a:ext uri="{FF2B5EF4-FFF2-40B4-BE49-F238E27FC236}">
                      <a16:creationId xmlns:a16="http://schemas.microsoft.com/office/drawing/2014/main" id="{63A53682-3C9A-4970-9AAC-5357C75085EA}"/>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2" name="Rectangle : coins arrondis 601">
                  <a:extLst>
                    <a:ext uri="{FF2B5EF4-FFF2-40B4-BE49-F238E27FC236}">
                      <a16:creationId xmlns:a16="http://schemas.microsoft.com/office/drawing/2014/main" id="{AD51659C-AE3E-4C17-997B-C36A1948FFC5}"/>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3" name="Rectangle : coins arrondis 602">
                  <a:extLst>
                    <a:ext uri="{FF2B5EF4-FFF2-40B4-BE49-F238E27FC236}">
                      <a16:creationId xmlns:a16="http://schemas.microsoft.com/office/drawing/2014/main" id="{09E29958-9F7F-409C-92AB-261653B368AF}"/>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4" name="Rectangle : coins arrondis 603">
                  <a:extLst>
                    <a:ext uri="{FF2B5EF4-FFF2-40B4-BE49-F238E27FC236}">
                      <a16:creationId xmlns:a16="http://schemas.microsoft.com/office/drawing/2014/main" id="{3DF1DD38-15DC-4EA3-B57D-1A2D35D20BA3}"/>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5" name="Rectangle : coins arrondis 604">
                  <a:extLst>
                    <a:ext uri="{FF2B5EF4-FFF2-40B4-BE49-F238E27FC236}">
                      <a16:creationId xmlns:a16="http://schemas.microsoft.com/office/drawing/2014/main" id="{74723454-00ED-4DCA-96DB-A7BE558D5F27}"/>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6" name="Rectangle : coins arrondis 605">
                  <a:extLst>
                    <a:ext uri="{FF2B5EF4-FFF2-40B4-BE49-F238E27FC236}">
                      <a16:creationId xmlns:a16="http://schemas.microsoft.com/office/drawing/2014/main" id="{7B934509-C070-4EDF-93D9-CFEB42889BAC}"/>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7" name="Rectangle : coins arrondis 606">
                  <a:extLst>
                    <a:ext uri="{FF2B5EF4-FFF2-40B4-BE49-F238E27FC236}">
                      <a16:creationId xmlns:a16="http://schemas.microsoft.com/office/drawing/2014/main" id="{C0B1F338-ED44-4301-9284-99B7E0D865A3}"/>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577" name="Groupe 576">
                <a:extLst>
                  <a:ext uri="{FF2B5EF4-FFF2-40B4-BE49-F238E27FC236}">
                    <a16:creationId xmlns:a16="http://schemas.microsoft.com/office/drawing/2014/main" id="{BF991B87-D0C6-4C87-8112-E1AA3BABA83C}"/>
                  </a:ext>
                </a:extLst>
              </p:cNvPr>
              <p:cNvGrpSpPr/>
              <p:nvPr/>
            </p:nvGrpSpPr>
            <p:grpSpPr>
              <a:xfrm flipH="1">
                <a:off x="7649523" y="3631933"/>
                <a:ext cx="341833" cy="721358"/>
                <a:chOff x="8451151" y="2336566"/>
                <a:chExt cx="876674" cy="1832090"/>
              </a:xfrm>
              <a:solidFill>
                <a:schemeClr val="accent2">
                  <a:lumMod val="40000"/>
                  <a:lumOff val="60000"/>
                </a:schemeClr>
              </a:solidFill>
            </p:grpSpPr>
            <p:sp>
              <p:nvSpPr>
                <p:cNvPr id="594" name="Ellipse 593">
                  <a:extLst>
                    <a:ext uri="{FF2B5EF4-FFF2-40B4-BE49-F238E27FC236}">
                      <a16:creationId xmlns:a16="http://schemas.microsoft.com/office/drawing/2014/main" id="{3B21DEEB-AB2D-43C7-AED9-451BD555EECC}"/>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5" name="Rectangle : coins arrondis 594">
                  <a:extLst>
                    <a:ext uri="{FF2B5EF4-FFF2-40B4-BE49-F238E27FC236}">
                      <a16:creationId xmlns:a16="http://schemas.microsoft.com/office/drawing/2014/main" id="{28C5B03C-2EF7-4C3F-873A-DF7A116B2A65}"/>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6" name="Rectangle : coins arrondis 595">
                  <a:extLst>
                    <a:ext uri="{FF2B5EF4-FFF2-40B4-BE49-F238E27FC236}">
                      <a16:creationId xmlns:a16="http://schemas.microsoft.com/office/drawing/2014/main" id="{D1A57ED4-99B9-448C-A309-09492EBA3D23}"/>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7" name="Rectangle : coins arrondis 596">
                  <a:extLst>
                    <a:ext uri="{FF2B5EF4-FFF2-40B4-BE49-F238E27FC236}">
                      <a16:creationId xmlns:a16="http://schemas.microsoft.com/office/drawing/2014/main" id="{C1A6676D-FB09-4457-9019-887A5A5D1BCC}"/>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8" name="Rectangle : coins arrondis 597">
                  <a:extLst>
                    <a:ext uri="{FF2B5EF4-FFF2-40B4-BE49-F238E27FC236}">
                      <a16:creationId xmlns:a16="http://schemas.microsoft.com/office/drawing/2014/main" id="{E75B858D-42C2-4030-BA77-7CC130CC249E}"/>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9" name="Rectangle : coins arrondis 598">
                  <a:extLst>
                    <a:ext uri="{FF2B5EF4-FFF2-40B4-BE49-F238E27FC236}">
                      <a16:creationId xmlns:a16="http://schemas.microsoft.com/office/drawing/2014/main" id="{933EDDB5-AAB6-4CE3-9B37-CA3274A5963D}"/>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0" name="Rectangle : coins arrondis 599">
                  <a:extLst>
                    <a:ext uri="{FF2B5EF4-FFF2-40B4-BE49-F238E27FC236}">
                      <a16:creationId xmlns:a16="http://schemas.microsoft.com/office/drawing/2014/main" id="{991DA3FE-7F74-4BB4-BC80-0415AD247BCE}"/>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578" name="Groupe 577">
                <a:extLst>
                  <a:ext uri="{FF2B5EF4-FFF2-40B4-BE49-F238E27FC236}">
                    <a16:creationId xmlns:a16="http://schemas.microsoft.com/office/drawing/2014/main" id="{10883BD7-C229-4605-85D4-8A6E76E2956E}"/>
                  </a:ext>
                </a:extLst>
              </p:cNvPr>
              <p:cNvGrpSpPr/>
              <p:nvPr/>
            </p:nvGrpSpPr>
            <p:grpSpPr>
              <a:xfrm flipH="1">
                <a:off x="7335012" y="3627545"/>
                <a:ext cx="341833" cy="721358"/>
                <a:chOff x="8451151" y="2336566"/>
                <a:chExt cx="876674" cy="1832090"/>
              </a:xfrm>
              <a:solidFill>
                <a:schemeClr val="accent2">
                  <a:lumMod val="40000"/>
                  <a:lumOff val="60000"/>
                </a:schemeClr>
              </a:solidFill>
            </p:grpSpPr>
            <p:sp>
              <p:nvSpPr>
                <p:cNvPr id="587" name="Ellipse 586">
                  <a:extLst>
                    <a:ext uri="{FF2B5EF4-FFF2-40B4-BE49-F238E27FC236}">
                      <a16:creationId xmlns:a16="http://schemas.microsoft.com/office/drawing/2014/main" id="{21E1EA1A-9596-4ED2-92A1-3C6C84FCE37F}"/>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8" name="Rectangle : coins arrondis 587">
                  <a:extLst>
                    <a:ext uri="{FF2B5EF4-FFF2-40B4-BE49-F238E27FC236}">
                      <a16:creationId xmlns:a16="http://schemas.microsoft.com/office/drawing/2014/main" id="{CD8C34CD-550C-4C9C-881B-F833870516E4}"/>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9" name="Rectangle : coins arrondis 588">
                  <a:extLst>
                    <a:ext uri="{FF2B5EF4-FFF2-40B4-BE49-F238E27FC236}">
                      <a16:creationId xmlns:a16="http://schemas.microsoft.com/office/drawing/2014/main" id="{A683018F-D573-4772-BC3A-829B1448C058}"/>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0" name="Rectangle : coins arrondis 589">
                  <a:extLst>
                    <a:ext uri="{FF2B5EF4-FFF2-40B4-BE49-F238E27FC236}">
                      <a16:creationId xmlns:a16="http://schemas.microsoft.com/office/drawing/2014/main" id="{B3DB4661-80C4-4725-B566-2C3B4F7E4842}"/>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1" name="Rectangle : coins arrondis 590">
                  <a:extLst>
                    <a:ext uri="{FF2B5EF4-FFF2-40B4-BE49-F238E27FC236}">
                      <a16:creationId xmlns:a16="http://schemas.microsoft.com/office/drawing/2014/main" id="{7296C604-6B40-45C1-A6C9-2B4E58123AA9}"/>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2" name="Rectangle : coins arrondis 591">
                  <a:extLst>
                    <a:ext uri="{FF2B5EF4-FFF2-40B4-BE49-F238E27FC236}">
                      <a16:creationId xmlns:a16="http://schemas.microsoft.com/office/drawing/2014/main" id="{D667C679-8A2A-437B-953F-047B36DBDAA6}"/>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3" name="Rectangle : coins arrondis 592">
                  <a:extLst>
                    <a:ext uri="{FF2B5EF4-FFF2-40B4-BE49-F238E27FC236}">
                      <a16:creationId xmlns:a16="http://schemas.microsoft.com/office/drawing/2014/main" id="{FE6FC636-D311-4B4D-AE5F-784FEDB78ACC}"/>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579" name="Groupe 578">
                <a:extLst>
                  <a:ext uri="{FF2B5EF4-FFF2-40B4-BE49-F238E27FC236}">
                    <a16:creationId xmlns:a16="http://schemas.microsoft.com/office/drawing/2014/main" id="{7F8A11D4-2808-43BC-9612-C6F6C67D7938}"/>
                  </a:ext>
                </a:extLst>
              </p:cNvPr>
              <p:cNvGrpSpPr/>
              <p:nvPr/>
            </p:nvGrpSpPr>
            <p:grpSpPr>
              <a:xfrm flipH="1">
                <a:off x="6992179" y="3646082"/>
                <a:ext cx="341833" cy="721358"/>
                <a:chOff x="8451151" y="2336566"/>
                <a:chExt cx="876674" cy="1832090"/>
              </a:xfrm>
              <a:solidFill>
                <a:schemeClr val="accent2">
                  <a:lumMod val="40000"/>
                  <a:lumOff val="60000"/>
                </a:schemeClr>
              </a:solidFill>
            </p:grpSpPr>
            <p:sp>
              <p:nvSpPr>
                <p:cNvPr id="580" name="Ellipse 579">
                  <a:extLst>
                    <a:ext uri="{FF2B5EF4-FFF2-40B4-BE49-F238E27FC236}">
                      <a16:creationId xmlns:a16="http://schemas.microsoft.com/office/drawing/2014/main" id="{B5A4A49B-37CB-4526-B7C8-BADE296E473C}"/>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1" name="Rectangle : coins arrondis 580">
                  <a:extLst>
                    <a:ext uri="{FF2B5EF4-FFF2-40B4-BE49-F238E27FC236}">
                      <a16:creationId xmlns:a16="http://schemas.microsoft.com/office/drawing/2014/main" id="{B289CADD-6BA2-4A80-8091-C0528D96A549}"/>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2" name="Rectangle : coins arrondis 581">
                  <a:extLst>
                    <a:ext uri="{FF2B5EF4-FFF2-40B4-BE49-F238E27FC236}">
                      <a16:creationId xmlns:a16="http://schemas.microsoft.com/office/drawing/2014/main" id="{500EE68B-7742-4160-A0B2-B46BEBA2C13B}"/>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3" name="Rectangle : coins arrondis 582">
                  <a:extLst>
                    <a:ext uri="{FF2B5EF4-FFF2-40B4-BE49-F238E27FC236}">
                      <a16:creationId xmlns:a16="http://schemas.microsoft.com/office/drawing/2014/main" id="{AF2F8246-293F-4B37-8F72-88C37E30BCA7}"/>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4" name="Rectangle : coins arrondis 583">
                  <a:extLst>
                    <a:ext uri="{FF2B5EF4-FFF2-40B4-BE49-F238E27FC236}">
                      <a16:creationId xmlns:a16="http://schemas.microsoft.com/office/drawing/2014/main" id="{BAC181D5-D14B-4594-A64C-85504E9F06FE}"/>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5" name="Rectangle : coins arrondis 584">
                  <a:extLst>
                    <a:ext uri="{FF2B5EF4-FFF2-40B4-BE49-F238E27FC236}">
                      <a16:creationId xmlns:a16="http://schemas.microsoft.com/office/drawing/2014/main" id="{6004B15C-84AE-4A91-B03B-9767119B73E1}"/>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6" name="Rectangle : coins arrondis 585">
                  <a:extLst>
                    <a:ext uri="{FF2B5EF4-FFF2-40B4-BE49-F238E27FC236}">
                      <a16:creationId xmlns:a16="http://schemas.microsoft.com/office/drawing/2014/main" id="{362BFA69-1E02-4DA1-A2C2-51FB9092F27C}"/>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grpSp>
          <p:nvGrpSpPr>
            <p:cNvPr id="636" name="Groupe 635">
              <a:extLst>
                <a:ext uri="{FF2B5EF4-FFF2-40B4-BE49-F238E27FC236}">
                  <a16:creationId xmlns:a16="http://schemas.microsoft.com/office/drawing/2014/main" id="{F76706A8-4EE8-459C-9D78-7346E96981D6}"/>
                </a:ext>
              </a:extLst>
            </p:cNvPr>
            <p:cNvGrpSpPr/>
            <p:nvPr/>
          </p:nvGrpSpPr>
          <p:grpSpPr>
            <a:xfrm>
              <a:off x="8038464" y="2089163"/>
              <a:ext cx="475064" cy="475064"/>
              <a:chOff x="5484964" y="3511896"/>
              <a:chExt cx="461468" cy="461468"/>
            </a:xfrm>
            <a:solidFill>
              <a:srgbClr val="ED7D31"/>
            </a:solidFill>
          </p:grpSpPr>
          <p:pic>
            <p:nvPicPr>
              <p:cNvPr id="637" name="Graphique 636" descr="Batterie chargée avec un remplissage uni">
                <a:extLst>
                  <a:ext uri="{FF2B5EF4-FFF2-40B4-BE49-F238E27FC236}">
                    <a16:creationId xmlns:a16="http://schemas.microsoft.com/office/drawing/2014/main" id="{22B2B223-F0FD-47BC-9599-6A57F0B8BF38}"/>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rot="16200000">
                <a:off x="5484964" y="3511896"/>
                <a:ext cx="461468" cy="461468"/>
              </a:xfrm>
              <a:prstGeom prst="rect">
                <a:avLst/>
              </a:prstGeom>
            </p:spPr>
          </p:pic>
          <p:pic>
            <p:nvPicPr>
              <p:cNvPr id="638" name="Graphique 637" descr="Éclair avec un remplissage uni">
                <a:extLst>
                  <a:ext uri="{FF2B5EF4-FFF2-40B4-BE49-F238E27FC236}">
                    <a16:creationId xmlns:a16="http://schemas.microsoft.com/office/drawing/2014/main" id="{075DD439-B974-4B83-AE24-1D277F8A5288}"/>
                  </a:ext>
                </a:extLst>
              </p:cNvPr>
              <p:cNvPicPr>
                <a:picLocks noChangeAspect="1"/>
              </p:cNvPicPr>
              <p:nvPr/>
            </p:nvPicPr>
            <p:blipFill>
              <a:blip r:embed="rId64">
                <a:extLst>
                  <a:ext uri="{28A0092B-C50C-407E-A947-70E740481C1C}">
                    <a14:useLocalDpi xmlns:a14="http://schemas.microsoft.com/office/drawing/2010/main" val="0"/>
                  </a:ext>
                  <a:ext uri="{96DAC541-7B7A-43D3-8B79-37D633B846F1}">
                    <asvg:svgBlip xmlns:asvg="http://schemas.microsoft.com/office/drawing/2016/SVG/main" r:embed="rId65"/>
                  </a:ext>
                </a:extLst>
              </a:blip>
              <a:stretch>
                <a:fillRect/>
              </a:stretch>
            </p:blipFill>
            <p:spPr>
              <a:xfrm>
                <a:off x="5616565" y="3653734"/>
                <a:ext cx="209320" cy="209320"/>
              </a:xfrm>
              <a:prstGeom prst="rect">
                <a:avLst/>
              </a:prstGeom>
            </p:spPr>
          </p:pic>
        </p:grpSp>
        <p:grpSp>
          <p:nvGrpSpPr>
            <p:cNvPr id="639" name="Groupe 638">
              <a:extLst>
                <a:ext uri="{FF2B5EF4-FFF2-40B4-BE49-F238E27FC236}">
                  <a16:creationId xmlns:a16="http://schemas.microsoft.com/office/drawing/2014/main" id="{CF9F5629-76EE-4B8C-9DE2-F3684E7D470D}"/>
                </a:ext>
              </a:extLst>
            </p:cNvPr>
            <p:cNvGrpSpPr/>
            <p:nvPr/>
          </p:nvGrpSpPr>
          <p:grpSpPr>
            <a:xfrm>
              <a:off x="7430454" y="2107374"/>
              <a:ext cx="351222" cy="351222"/>
              <a:chOff x="5484964" y="3511896"/>
              <a:chExt cx="461468" cy="461468"/>
            </a:xfrm>
            <a:solidFill>
              <a:srgbClr val="ED7D31"/>
            </a:solidFill>
          </p:grpSpPr>
          <p:pic>
            <p:nvPicPr>
              <p:cNvPr id="640" name="Graphique 639" descr="Batterie chargée avec un remplissage uni">
                <a:extLst>
                  <a:ext uri="{FF2B5EF4-FFF2-40B4-BE49-F238E27FC236}">
                    <a16:creationId xmlns:a16="http://schemas.microsoft.com/office/drawing/2014/main" id="{9B334D5B-BE7A-4CDF-A10C-D501EF503D4A}"/>
                  </a:ext>
                </a:extLst>
              </p:cNvPr>
              <p:cNvPicPr>
                <a:picLocks noChangeAspect="1"/>
              </p:cNvPicPr>
              <p:nvPr/>
            </p:nvPicPr>
            <p:blipFill>
              <a:blip r:embed="rId66">
                <a:extLst>
                  <a:ext uri="{28A0092B-C50C-407E-A947-70E740481C1C}">
                    <a14:useLocalDpi xmlns:a14="http://schemas.microsoft.com/office/drawing/2010/main" val="0"/>
                  </a:ext>
                  <a:ext uri="{96DAC541-7B7A-43D3-8B79-37D633B846F1}">
                    <asvg:svgBlip xmlns:asvg="http://schemas.microsoft.com/office/drawing/2016/SVG/main" r:embed="rId67"/>
                  </a:ext>
                </a:extLst>
              </a:blip>
              <a:stretch>
                <a:fillRect/>
              </a:stretch>
            </p:blipFill>
            <p:spPr>
              <a:xfrm rot="16200000">
                <a:off x="5484964" y="3511896"/>
                <a:ext cx="461468" cy="461468"/>
              </a:xfrm>
              <a:prstGeom prst="rect">
                <a:avLst/>
              </a:prstGeom>
            </p:spPr>
          </p:pic>
          <p:pic>
            <p:nvPicPr>
              <p:cNvPr id="641" name="Graphique 640" descr="Éclair avec un remplissage uni">
                <a:extLst>
                  <a:ext uri="{FF2B5EF4-FFF2-40B4-BE49-F238E27FC236}">
                    <a16:creationId xmlns:a16="http://schemas.microsoft.com/office/drawing/2014/main" id="{DCD761B1-F137-4DE6-89B7-2BCC1FA32561}"/>
                  </a:ext>
                </a:extLst>
              </p:cNvPr>
              <p:cNvPicPr>
                <a:picLocks noChangeAspect="1"/>
              </p:cNvPicPr>
              <p:nvPr/>
            </p:nvPicPr>
            <p:blipFill>
              <a:blip r:embed="rId64">
                <a:extLst>
                  <a:ext uri="{28A0092B-C50C-407E-A947-70E740481C1C}">
                    <a14:useLocalDpi xmlns:a14="http://schemas.microsoft.com/office/drawing/2010/main" val="0"/>
                  </a:ext>
                  <a:ext uri="{96DAC541-7B7A-43D3-8B79-37D633B846F1}">
                    <asvg:svgBlip xmlns:asvg="http://schemas.microsoft.com/office/drawing/2016/SVG/main" r:embed="rId65"/>
                  </a:ext>
                </a:extLst>
              </a:blip>
              <a:stretch>
                <a:fillRect/>
              </a:stretch>
            </p:blipFill>
            <p:spPr>
              <a:xfrm>
                <a:off x="5616565" y="3653734"/>
                <a:ext cx="209320" cy="209320"/>
              </a:xfrm>
              <a:prstGeom prst="rect">
                <a:avLst/>
              </a:prstGeom>
            </p:spPr>
          </p:pic>
        </p:grpSp>
        <p:grpSp>
          <p:nvGrpSpPr>
            <p:cNvPr id="642" name="Groupe 641">
              <a:extLst>
                <a:ext uri="{FF2B5EF4-FFF2-40B4-BE49-F238E27FC236}">
                  <a16:creationId xmlns:a16="http://schemas.microsoft.com/office/drawing/2014/main" id="{BB7EFC49-3500-47F6-8EA5-F3E79E8909C4}"/>
                </a:ext>
              </a:extLst>
            </p:cNvPr>
            <p:cNvGrpSpPr/>
            <p:nvPr/>
          </p:nvGrpSpPr>
          <p:grpSpPr>
            <a:xfrm>
              <a:off x="7684266" y="2110388"/>
              <a:ext cx="351222" cy="351222"/>
              <a:chOff x="5484964" y="3511896"/>
              <a:chExt cx="461468" cy="461468"/>
            </a:xfrm>
            <a:solidFill>
              <a:srgbClr val="ED7D31"/>
            </a:solidFill>
          </p:grpSpPr>
          <p:pic>
            <p:nvPicPr>
              <p:cNvPr id="643" name="Graphique 642" descr="Batterie chargée avec un remplissage uni">
                <a:extLst>
                  <a:ext uri="{FF2B5EF4-FFF2-40B4-BE49-F238E27FC236}">
                    <a16:creationId xmlns:a16="http://schemas.microsoft.com/office/drawing/2014/main" id="{E685F87E-DEAB-408D-B163-66F4C8B42F4C}"/>
                  </a:ext>
                </a:extLst>
              </p:cNvPr>
              <p:cNvPicPr>
                <a:picLocks noChangeAspect="1"/>
              </p:cNvPicPr>
              <p:nvPr/>
            </p:nvPicPr>
            <p:blipFill>
              <a:blip r:embed="rId66">
                <a:extLst>
                  <a:ext uri="{28A0092B-C50C-407E-A947-70E740481C1C}">
                    <a14:useLocalDpi xmlns:a14="http://schemas.microsoft.com/office/drawing/2010/main" val="0"/>
                  </a:ext>
                  <a:ext uri="{96DAC541-7B7A-43D3-8B79-37D633B846F1}">
                    <asvg:svgBlip xmlns:asvg="http://schemas.microsoft.com/office/drawing/2016/SVG/main" r:embed="rId67"/>
                  </a:ext>
                </a:extLst>
              </a:blip>
              <a:stretch>
                <a:fillRect/>
              </a:stretch>
            </p:blipFill>
            <p:spPr>
              <a:xfrm rot="16200000">
                <a:off x="5484964" y="3511896"/>
                <a:ext cx="461468" cy="461468"/>
              </a:xfrm>
              <a:prstGeom prst="rect">
                <a:avLst/>
              </a:prstGeom>
            </p:spPr>
          </p:pic>
          <p:pic>
            <p:nvPicPr>
              <p:cNvPr id="644" name="Graphique 643" descr="Éclair avec un remplissage uni">
                <a:extLst>
                  <a:ext uri="{FF2B5EF4-FFF2-40B4-BE49-F238E27FC236}">
                    <a16:creationId xmlns:a16="http://schemas.microsoft.com/office/drawing/2014/main" id="{A7AB21C9-BF49-48B5-829E-A12ADF8B13FB}"/>
                  </a:ext>
                </a:extLst>
              </p:cNvPr>
              <p:cNvPicPr>
                <a:picLocks noChangeAspect="1"/>
              </p:cNvPicPr>
              <p:nvPr/>
            </p:nvPicPr>
            <p:blipFill>
              <a:blip r:embed="rId64">
                <a:extLst>
                  <a:ext uri="{28A0092B-C50C-407E-A947-70E740481C1C}">
                    <a14:useLocalDpi xmlns:a14="http://schemas.microsoft.com/office/drawing/2010/main" val="0"/>
                  </a:ext>
                  <a:ext uri="{96DAC541-7B7A-43D3-8B79-37D633B846F1}">
                    <asvg:svgBlip xmlns:asvg="http://schemas.microsoft.com/office/drawing/2016/SVG/main" r:embed="rId65"/>
                  </a:ext>
                </a:extLst>
              </a:blip>
              <a:stretch>
                <a:fillRect/>
              </a:stretch>
            </p:blipFill>
            <p:spPr>
              <a:xfrm>
                <a:off x="5616565" y="3653734"/>
                <a:ext cx="209320" cy="209320"/>
              </a:xfrm>
              <a:prstGeom prst="rect">
                <a:avLst/>
              </a:prstGeom>
            </p:spPr>
          </p:pic>
        </p:grpSp>
        <p:grpSp>
          <p:nvGrpSpPr>
            <p:cNvPr id="645" name="Groupe 644">
              <a:extLst>
                <a:ext uri="{FF2B5EF4-FFF2-40B4-BE49-F238E27FC236}">
                  <a16:creationId xmlns:a16="http://schemas.microsoft.com/office/drawing/2014/main" id="{119A46A3-EB2B-40C7-97E2-29C89CF6D664}"/>
                </a:ext>
              </a:extLst>
            </p:cNvPr>
            <p:cNvGrpSpPr/>
            <p:nvPr/>
          </p:nvGrpSpPr>
          <p:grpSpPr>
            <a:xfrm>
              <a:off x="8975721" y="3138550"/>
              <a:ext cx="228798" cy="228798"/>
              <a:chOff x="5484964" y="3511896"/>
              <a:chExt cx="461468" cy="461468"/>
            </a:xfrm>
            <a:solidFill>
              <a:srgbClr val="ED7D31"/>
            </a:solidFill>
          </p:grpSpPr>
          <p:pic>
            <p:nvPicPr>
              <p:cNvPr id="646" name="Graphique 645" descr="Batterie chargée avec un remplissage uni">
                <a:extLst>
                  <a:ext uri="{FF2B5EF4-FFF2-40B4-BE49-F238E27FC236}">
                    <a16:creationId xmlns:a16="http://schemas.microsoft.com/office/drawing/2014/main" id="{94CAE1FA-0FFD-46BF-9EBA-C4967DB94511}"/>
                  </a:ext>
                </a:extLst>
              </p:cNvPr>
              <p:cNvPicPr>
                <a:picLocks noChangeAspect="1"/>
              </p:cNvPicPr>
              <p:nvPr/>
            </p:nvPicPr>
            <p:blipFill>
              <a:blip r:embed="rId68">
                <a:extLst>
                  <a:ext uri="{28A0092B-C50C-407E-A947-70E740481C1C}">
                    <a14:useLocalDpi xmlns:a14="http://schemas.microsoft.com/office/drawing/2010/main" val="0"/>
                  </a:ext>
                  <a:ext uri="{96DAC541-7B7A-43D3-8B79-37D633B846F1}">
                    <asvg:svgBlip xmlns:asvg="http://schemas.microsoft.com/office/drawing/2016/SVG/main" r:embed="rId69"/>
                  </a:ext>
                </a:extLst>
              </a:blip>
              <a:stretch>
                <a:fillRect/>
              </a:stretch>
            </p:blipFill>
            <p:spPr>
              <a:xfrm rot="16200000">
                <a:off x="5484964" y="3511896"/>
                <a:ext cx="461468" cy="461468"/>
              </a:xfrm>
              <a:prstGeom prst="rect">
                <a:avLst/>
              </a:prstGeom>
            </p:spPr>
          </p:pic>
          <p:pic>
            <p:nvPicPr>
              <p:cNvPr id="647" name="Graphique 646" descr="Éclair avec un remplissage uni">
                <a:extLst>
                  <a:ext uri="{FF2B5EF4-FFF2-40B4-BE49-F238E27FC236}">
                    <a16:creationId xmlns:a16="http://schemas.microsoft.com/office/drawing/2014/main" id="{C38443A3-40F7-4897-9675-337569573BFB}"/>
                  </a:ext>
                </a:extLst>
              </p:cNvPr>
              <p:cNvPicPr>
                <a:picLocks noChangeAspect="1"/>
              </p:cNvPicPr>
              <p:nvPr/>
            </p:nvPicPr>
            <p:blipFill>
              <a:blip r:embed="rId64">
                <a:extLst>
                  <a:ext uri="{28A0092B-C50C-407E-A947-70E740481C1C}">
                    <a14:useLocalDpi xmlns:a14="http://schemas.microsoft.com/office/drawing/2010/main" val="0"/>
                  </a:ext>
                  <a:ext uri="{96DAC541-7B7A-43D3-8B79-37D633B846F1}">
                    <asvg:svgBlip xmlns:asvg="http://schemas.microsoft.com/office/drawing/2016/SVG/main" r:embed="rId65"/>
                  </a:ext>
                </a:extLst>
              </a:blip>
              <a:stretch>
                <a:fillRect/>
              </a:stretch>
            </p:blipFill>
            <p:spPr>
              <a:xfrm>
                <a:off x="5616565" y="3653734"/>
                <a:ext cx="209320" cy="209320"/>
              </a:xfrm>
              <a:prstGeom prst="rect">
                <a:avLst/>
              </a:prstGeom>
            </p:spPr>
          </p:pic>
        </p:grpSp>
        <p:grpSp>
          <p:nvGrpSpPr>
            <p:cNvPr id="648" name="Groupe 647">
              <a:extLst>
                <a:ext uri="{FF2B5EF4-FFF2-40B4-BE49-F238E27FC236}">
                  <a16:creationId xmlns:a16="http://schemas.microsoft.com/office/drawing/2014/main" id="{1D9CBCF6-1E8D-42FC-8DBB-B2699C08E701}"/>
                </a:ext>
              </a:extLst>
            </p:cNvPr>
            <p:cNvGrpSpPr/>
            <p:nvPr/>
          </p:nvGrpSpPr>
          <p:grpSpPr>
            <a:xfrm>
              <a:off x="8658482" y="3151732"/>
              <a:ext cx="228798" cy="228798"/>
              <a:chOff x="5484964" y="3511896"/>
              <a:chExt cx="461468" cy="461468"/>
            </a:xfrm>
            <a:solidFill>
              <a:srgbClr val="ED7D31"/>
            </a:solidFill>
          </p:grpSpPr>
          <p:pic>
            <p:nvPicPr>
              <p:cNvPr id="649" name="Graphique 648" descr="Batterie chargée avec un remplissage uni">
                <a:extLst>
                  <a:ext uri="{FF2B5EF4-FFF2-40B4-BE49-F238E27FC236}">
                    <a16:creationId xmlns:a16="http://schemas.microsoft.com/office/drawing/2014/main" id="{8E3DBF12-57F1-4D57-9B32-F15989BCED9B}"/>
                  </a:ext>
                </a:extLst>
              </p:cNvPr>
              <p:cNvPicPr>
                <a:picLocks noChangeAspect="1"/>
              </p:cNvPicPr>
              <p:nvPr/>
            </p:nvPicPr>
            <p:blipFill>
              <a:blip r:embed="rId68">
                <a:extLst>
                  <a:ext uri="{28A0092B-C50C-407E-A947-70E740481C1C}">
                    <a14:useLocalDpi xmlns:a14="http://schemas.microsoft.com/office/drawing/2010/main" val="0"/>
                  </a:ext>
                  <a:ext uri="{96DAC541-7B7A-43D3-8B79-37D633B846F1}">
                    <asvg:svgBlip xmlns:asvg="http://schemas.microsoft.com/office/drawing/2016/SVG/main" r:embed="rId69"/>
                  </a:ext>
                </a:extLst>
              </a:blip>
              <a:stretch>
                <a:fillRect/>
              </a:stretch>
            </p:blipFill>
            <p:spPr>
              <a:xfrm rot="16200000">
                <a:off x="5484964" y="3511896"/>
                <a:ext cx="461468" cy="461468"/>
              </a:xfrm>
              <a:prstGeom prst="rect">
                <a:avLst/>
              </a:prstGeom>
            </p:spPr>
          </p:pic>
          <p:pic>
            <p:nvPicPr>
              <p:cNvPr id="650" name="Graphique 649" descr="Éclair avec un remplissage uni">
                <a:extLst>
                  <a:ext uri="{FF2B5EF4-FFF2-40B4-BE49-F238E27FC236}">
                    <a16:creationId xmlns:a16="http://schemas.microsoft.com/office/drawing/2014/main" id="{373ABA02-053E-4FC5-AE2D-9988F1A6A577}"/>
                  </a:ext>
                </a:extLst>
              </p:cNvPr>
              <p:cNvPicPr>
                <a:picLocks noChangeAspect="1"/>
              </p:cNvPicPr>
              <p:nvPr/>
            </p:nvPicPr>
            <p:blipFill>
              <a:blip r:embed="rId64">
                <a:extLst>
                  <a:ext uri="{28A0092B-C50C-407E-A947-70E740481C1C}">
                    <a14:useLocalDpi xmlns:a14="http://schemas.microsoft.com/office/drawing/2010/main" val="0"/>
                  </a:ext>
                  <a:ext uri="{96DAC541-7B7A-43D3-8B79-37D633B846F1}">
                    <asvg:svgBlip xmlns:asvg="http://schemas.microsoft.com/office/drawing/2016/SVG/main" r:embed="rId65"/>
                  </a:ext>
                </a:extLst>
              </a:blip>
              <a:stretch>
                <a:fillRect/>
              </a:stretch>
            </p:blipFill>
            <p:spPr>
              <a:xfrm>
                <a:off x="5616565" y="3653734"/>
                <a:ext cx="209320" cy="209320"/>
              </a:xfrm>
              <a:prstGeom prst="rect">
                <a:avLst/>
              </a:prstGeom>
            </p:spPr>
          </p:pic>
        </p:grpSp>
        <p:grpSp>
          <p:nvGrpSpPr>
            <p:cNvPr id="651" name="Groupe 650">
              <a:extLst>
                <a:ext uri="{FF2B5EF4-FFF2-40B4-BE49-F238E27FC236}">
                  <a16:creationId xmlns:a16="http://schemas.microsoft.com/office/drawing/2014/main" id="{A399648F-2620-4A24-9D2D-89E82C46566F}"/>
                </a:ext>
              </a:extLst>
            </p:cNvPr>
            <p:cNvGrpSpPr/>
            <p:nvPr/>
          </p:nvGrpSpPr>
          <p:grpSpPr>
            <a:xfrm>
              <a:off x="8358464" y="3151732"/>
              <a:ext cx="228798" cy="228798"/>
              <a:chOff x="5484964" y="3511896"/>
              <a:chExt cx="461468" cy="461468"/>
            </a:xfrm>
            <a:solidFill>
              <a:srgbClr val="ED7D31"/>
            </a:solidFill>
          </p:grpSpPr>
          <p:pic>
            <p:nvPicPr>
              <p:cNvPr id="652" name="Graphique 651" descr="Batterie chargée avec un remplissage uni">
                <a:extLst>
                  <a:ext uri="{FF2B5EF4-FFF2-40B4-BE49-F238E27FC236}">
                    <a16:creationId xmlns:a16="http://schemas.microsoft.com/office/drawing/2014/main" id="{D0C8D9BC-C9AC-4158-90C3-A4C50E61B7E8}"/>
                  </a:ext>
                </a:extLst>
              </p:cNvPr>
              <p:cNvPicPr>
                <a:picLocks noChangeAspect="1"/>
              </p:cNvPicPr>
              <p:nvPr/>
            </p:nvPicPr>
            <p:blipFill>
              <a:blip r:embed="rId68">
                <a:extLst>
                  <a:ext uri="{28A0092B-C50C-407E-A947-70E740481C1C}">
                    <a14:useLocalDpi xmlns:a14="http://schemas.microsoft.com/office/drawing/2010/main" val="0"/>
                  </a:ext>
                  <a:ext uri="{96DAC541-7B7A-43D3-8B79-37D633B846F1}">
                    <asvg:svgBlip xmlns:asvg="http://schemas.microsoft.com/office/drawing/2016/SVG/main" r:embed="rId69"/>
                  </a:ext>
                </a:extLst>
              </a:blip>
              <a:stretch>
                <a:fillRect/>
              </a:stretch>
            </p:blipFill>
            <p:spPr>
              <a:xfrm rot="16200000">
                <a:off x="5484964" y="3511896"/>
                <a:ext cx="461468" cy="461468"/>
              </a:xfrm>
              <a:prstGeom prst="rect">
                <a:avLst/>
              </a:prstGeom>
            </p:spPr>
          </p:pic>
          <p:pic>
            <p:nvPicPr>
              <p:cNvPr id="653" name="Graphique 652" descr="Éclair avec un remplissage uni">
                <a:extLst>
                  <a:ext uri="{FF2B5EF4-FFF2-40B4-BE49-F238E27FC236}">
                    <a16:creationId xmlns:a16="http://schemas.microsoft.com/office/drawing/2014/main" id="{612BC82A-C779-42FD-A3DE-5A9A0105937E}"/>
                  </a:ext>
                </a:extLst>
              </p:cNvPr>
              <p:cNvPicPr>
                <a:picLocks noChangeAspect="1"/>
              </p:cNvPicPr>
              <p:nvPr/>
            </p:nvPicPr>
            <p:blipFill>
              <a:blip r:embed="rId64">
                <a:extLst>
                  <a:ext uri="{28A0092B-C50C-407E-A947-70E740481C1C}">
                    <a14:useLocalDpi xmlns:a14="http://schemas.microsoft.com/office/drawing/2010/main" val="0"/>
                  </a:ext>
                  <a:ext uri="{96DAC541-7B7A-43D3-8B79-37D633B846F1}">
                    <asvg:svgBlip xmlns:asvg="http://schemas.microsoft.com/office/drawing/2016/SVG/main" r:embed="rId65"/>
                  </a:ext>
                </a:extLst>
              </a:blip>
              <a:stretch>
                <a:fillRect/>
              </a:stretch>
            </p:blipFill>
            <p:spPr>
              <a:xfrm>
                <a:off x="5616565" y="3653734"/>
                <a:ext cx="209320" cy="209320"/>
              </a:xfrm>
              <a:prstGeom prst="rect">
                <a:avLst/>
              </a:prstGeom>
            </p:spPr>
          </p:pic>
        </p:grpSp>
        <p:grpSp>
          <p:nvGrpSpPr>
            <p:cNvPr id="654" name="Groupe 653">
              <a:extLst>
                <a:ext uri="{FF2B5EF4-FFF2-40B4-BE49-F238E27FC236}">
                  <a16:creationId xmlns:a16="http://schemas.microsoft.com/office/drawing/2014/main" id="{76C0BA57-BB4B-4907-802A-A7ED8B118C1A}"/>
                </a:ext>
              </a:extLst>
            </p:cNvPr>
            <p:cNvGrpSpPr/>
            <p:nvPr/>
          </p:nvGrpSpPr>
          <p:grpSpPr>
            <a:xfrm>
              <a:off x="7841365" y="3163932"/>
              <a:ext cx="143095" cy="143095"/>
              <a:chOff x="5484964" y="3511896"/>
              <a:chExt cx="461468" cy="461468"/>
            </a:xfrm>
            <a:solidFill>
              <a:srgbClr val="ED7D31"/>
            </a:solidFill>
          </p:grpSpPr>
          <p:pic>
            <p:nvPicPr>
              <p:cNvPr id="655" name="Graphique 654" descr="Batterie chargée avec un remplissage uni">
                <a:extLst>
                  <a:ext uri="{FF2B5EF4-FFF2-40B4-BE49-F238E27FC236}">
                    <a16:creationId xmlns:a16="http://schemas.microsoft.com/office/drawing/2014/main" id="{4D194258-5B10-4B45-94C8-532A85952700}"/>
                  </a:ext>
                </a:extLst>
              </p:cNvPr>
              <p:cNvPicPr>
                <a:picLocks noChangeAspect="1"/>
              </p:cNvPicPr>
              <p:nvPr/>
            </p:nvPicPr>
            <p:blipFill>
              <a:blip r:embed="rId70">
                <a:extLst>
                  <a:ext uri="{28A0092B-C50C-407E-A947-70E740481C1C}">
                    <a14:useLocalDpi xmlns:a14="http://schemas.microsoft.com/office/drawing/2010/main" val="0"/>
                  </a:ext>
                  <a:ext uri="{96DAC541-7B7A-43D3-8B79-37D633B846F1}">
                    <asvg:svgBlip xmlns:asvg="http://schemas.microsoft.com/office/drawing/2016/SVG/main" r:embed="rId71"/>
                  </a:ext>
                </a:extLst>
              </a:blip>
              <a:stretch>
                <a:fillRect/>
              </a:stretch>
            </p:blipFill>
            <p:spPr>
              <a:xfrm rot="16200000">
                <a:off x="5484964" y="3511896"/>
                <a:ext cx="461468" cy="461468"/>
              </a:xfrm>
              <a:prstGeom prst="rect">
                <a:avLst/>
              </a:prstGeom>
            </p:spPr>
          </p:pic>
          <p:pic>
            <p:nvPicPr>
              <p:cNvPr id="656" name="Graphique 655" descr="Éclair avec un remplissage uni">
                <a:extLst>
                  <a:ext uri="{FF2B5EF4-FFF2-40B4-BE49-F238E27FC236}">
                    <a16:creationId xmlns:a16="http://schemas.microsoft.com/office/drawing/2014/main" id="{2E3BAF77-DA91-43FE-9793-1B93EAC3C630}"/>
                  </a:ext>
                </a:extLst>
              </p:cNvPr>
              <p:cNvPicPr>
                <a:picLocks noChangeAspect="1"/>
              </p:cNvPicPr>
              <p:nvPr/>
            </p:nvPicPr>
            <p:blipFill>
              <a:blip r:embed="rId64">
                <a:extLst>
                  <a:ext uri="{28A0092B-C50C-407E-A947-70E740481C1C}">
                    <a14:useLocalDpi xmlns:a14="http://schemas.microsoft.com/office/drawing/2010/main" val="0"/>
                  </a:ext>
                  <a:ext uri="{96DAC541-7B7A-43D3-8B79-37D633B846F1}">
                    <asvg:svgBlip xmlns:asvg="http://schemas.microsoft.com/office/drawing/2016/SVG/main" r:embed="rId65"/>
                  </a:ext>
                </a:extLst>
              </a:blip>
              <a:stretch>
                <a:fillRect/>
              </a:stretch>
            </p:blipFill>
            <p:spPr>
              <a:xfrm>
                <a:off x="5616565" y="3653734"/>
                <a:ext cx="209320" cy="209320"/>
              </a:xfrm>
              <a:prstGeom prst="rect">
                <a:avLst/>
              </a:prstGeom>
            </p:spPr>
          </p:pic>
        </p:grpSp>
        <p:grpSp>
          <p:nvGrpSpPr>
            <p:cNvPr id="657" name="Groupe 656">
              <a:extLst>
                <a:ext uri="{FF2B5EF4-FFF2-40B4-BE49-F238E27FC236}">
                  <a16:creationId xmlns:a16="http://schemas.microsoft.com/office/drawing/2014/main" id="{10355BC0-6B47-4B61-BFC7-7C992F6BEF85}"/>
                </a:ext>
              </a:extLst>
            </p:cNvPr>
            <p:cNvGrpSpPr/>
            <p:nvPr/>
          </p:nvGrpSpPr>
          <p:grpSpPr>
            <a:xfrm>
              <a:off x="7610605" y="3163409"/>
              <a:ext cx="143095" cy="143095"/>
              <a:chOff x="5484964" y="3511896"/>
              <a:chExt cx="461468" cy="461468"/>
            </a:xfrm>
            <a:solidFill>
              <a:srgbClr val="ED7D31"/>
            </a:solidFill>
          </p:grpSpPr>
          <p:pic>
            <p:nvPicPr>
              <p:cNvPr id="658" name="Graphique 657" descr="Batterie chargée avec un remplissage uni">
                <a:extLst>
                  <a:ext uri="{FF2B5EF4-FFF2-40B4-BE49-F238E27FC236}">
                    <a16:creationId xmlns:a16="http://schemas.microsoft.com/office/drawing/2014/main" id="{79F4373D-27FF-49BB-902F-AF54E973F7F4}"/>
                  </a:ext>
                </a:extLst>
              </p:cNvPr>
              <p:cNvPicPr>
                <a:picLocks noChangeAspect="1"/>
              </p:cNvPicPr>
              <p:nvPr/>
            </p:nvPicPr>
            <p:blipFill>
              <a:blip r:embed="rId70">
                <a:extLst>
                  <a:ext uri="{28A0092B-C50C-407E-A947-70E740481C1C}">
                    <a14:useLocalDpi xmlns:a14="http://schemas.microsoft.com/office/drawing/2010/main" val="0"/>
                  </a:ext>
                  <a:ext uri="{96DAC541-7B7A-43D3-8B79-37D633B846F1}">
                    <asvg:svgBlip xmlns:asvg="http://schemas.microsoft.com/office/drawing/2016/SVG/main" r:embed="rId71"/>
                  </a:ext>
                </a:extLst>
              </a:blip>
              <a:stretch>
                <a:fillRect/>
              </a:stretch>
            </p:blipFill>
            <p:spPr>
              <a:xfrm rot="16200000">
                <a:off x="5484964" y="3511896"/>
                <a:ext cx="461468" cy="461468"/>
              </a:xfrm>
              <a:prstGeom prst="rect">
                <a:avLst/>
              </a:prstGeom>
            </p:spPr>
          </p:pic>
          <p:pic>
            <p:nvPicPr>
              <p:cNvPr id="659" name="Graphique 658" descr="Éclair avec un remplissage uni">
                <a:extLst>
                  <a:ext uri="{FF2B5EF4-FFF2-40B4-BE49-F238E27FC236}">
                    <a16:creationId xmlns:a16="http://schemas.microsoft.com/office/drawing/2014/main" id="{CE3EE10C-1C9C-414F-A170-7124E7D1D98A}"/>
                  </a:ext>
                </a:extLst>
              </p:cNvPr>
              <p:cNvPicPr>
                <a:picLocks noChangeAspect="1"/>
              </p:cNvPicPr>
              <p:nvPr/>
            </p:nvPicPr>
            <p:blipFill>
              <a:blip r:embed="rId64">
                <a:extLst>
                  <a:ext uri="{28A0092B-C50C-407E-A947-70E740481C1C}">
                    <a14:useLocalDpi xmlns:a14="http://schemas.microsoft.com/office/drawing/2010/main" val="0"/>
                  </a:ext>
                  <a:ext uri="{96DAC541-7B7A-43D3-8B79-37D633B846F1}">
                    <asvg:svgBlip xmlns:asvg="http://schemas.microsoft.com/office/drawing/2016/SVG/main" r:embed="rId65"/>
                  </a:ext>
                </a:extLst>
              </a:blip>
              <a:stretch>
                <a:fillRect/>
              </a:stretch>
            </p:blipFill>
            <p:spPr>
              <a:xfrm>
                <a:off x="5616565" y="3653734"/>
                <a:ext cx="209320" cy="209320"/>
              </a:xfrm>
              <a:prstGeom prst="rect">
                <a:avLst/>
              </a:prstGeom>
            </p:spPr>
          </p:pic>
        </p:grpSp>
        <p:grpSp>
          <p:nvGrpSpPr>
            <p:cNvPr id="660" name="Groupe 659">
              <a:extLst>
                <a:ext uri="{FF2B5EF4-FFF2-40B4-BE49-F238E27FC236}">
                  <a16:creationId xmlns:a16="http://schemas.microsoft.com/office/drawing/2014/main" id="{89A08343-D07C-4DC2-9166-98AFA8362ADA}"/>
                </a:ext>
              </a:extLst>
            </p:cNvPr>
            <p:cNvGrpSpPr/>
            <p:nvPr/>
          </p:nvGrpSpPr>
          <p:grpSpPr>
            <a:xfrm>
              <a:off x="7373117" y="3160824"/>
              <a:ext cx="143095" cy="143095"/>
              <a:chOff x="5484964" y="3511896"/>
              <a:chExt cx="461468" cy="461468"/>
            </a:xfrm>
            <a:solidFill>
              <a:srgbClr val="ED7D31"/>
            </a:solidFill>
          </p:grpSpPr>
          <p:pic>
            <p:nvPicPr>
              <p:cNvPr id="661" name="Graphique 660" descr="Batterie chargée avec un remplissage uni">
                <a:extLst>
                  <a:ext uri="{FF2B5EF4-FFF2-40B4-BE49-F238E27FC236}">
                    <a16:creationId xmlns:a16="http://schemas.microsoft.com/office/drawing/2014/main" id="{12D1545D-64E4-4B66-81AD-BAA6243C56ED}"/>
                  </a:ext>
                </a:extLst>
              </p:cNvPr>
              <p:cNvPicPr>
                <a:picLocks noChangeAspect="1"/>
              </p:cNvPicPr>
              <p:nvPr/>
            </p:nvPicPr>
            <p:blipFill>
              <a:blip r:embed="rId70">
                <a:extLst>
                  <a:ext uri="{28A0092B-C50C-407E-A947-70E740481C1C}">
                    <a14:useLocalDpi xmlns:a14="http://schemas.microsoft.com/office/drawing/2010/main" val="0"/>
                  </a:ext>
                  <a:ext uri="{96DAC541-7B7A-43D3-8B79-37D633B846F1}">
                    <asvg:svgBlip xmlns:asvg="http://schemas.microsoft.com/office/drawing/2016/SVG/main" r:embed="rId71"/>
                  </a:ext>
                </a:extLst>
              </a:blip>
              <a:stretch>
                <a:fillRect/>
              </a:stretch>
            </p:blipFill>
            <p:spPr>
              <a:xfrm rot="16200000">
                <a:off x="5484964" y="3511896"/>
                <a:ext cx="461468" cy="461468"/>
              </a:xfrm>
              <a:prstGeom prst="rect">
                <a:avLst/>
              </a:prstGeom>
            </p:spPr>
          </p:pic>
          <p:pic>
            <p:nvPicPr>
              <p:cNvPr id="662" name="Graphique 661" descr="Éclair avec un remplissage uni">
                <a:extLst>
                  <a:ext uri="{FF2B5EF4-FFF2-40B4-BE49-F238E27FC236}">
                    <a16:creationId xmlns:a16="http://schemas.microsoft.com/office/drawing/2014/main" id="{AD21B7BF-996B-478F-9799-2A8BAD9FD967}"/>
                  </a:ext>
                </a:extLst>
              </p:cNvPr>
              <p:cNvPicPr>
                <a:picLocks noChangeAspect="1"/>
              </p:cNvPicPr>
              <p:nvPr/>
            </p:nvPicPr>
            <p:blipFill>
              <a:blip r:embed="rId64">
                <a:extLst>
                  <a:ext uri="{28A0092B-C50C-407E-A947-70E740481C1C}">
                    <a14:useLocalDpi xmlns:a14="http://schemas.microsoft.com/office/drawing/2010/main" val="0"/>
                  </a:ext>
                  <a:ext uri="{96DAC541-7B7A-43D3-8B79-37D633B846F1}">
                    <asvg:svgBlip xmlns:asvg="http://schemas.microsoft.com/office/drawing/2016/SVG/main" r:embed="rId65"/>
                  </a:ext>
                </a:extLst>
              </a:blip>
              <a:stretch>
                <a:fillRect/>
              </a:stretch>
            </p:blipFill>
            <p:spPr>
              <a:xfrm>
                <a:off x="5616565" y="3653734"/>
                <a:ext cx="209320" cy="209320"/>
              </a:xfrm>
              <a:prstGeom prst="rect">
                <a:avLst/>
              </a:prstGeom>
            </p:spPr>
          </p:pic>
        </p:grpSp>
        <p:grpSp>
          <p:nvGrpSpPr>
            <p:cNvPr id="663" name="Groupe 662">
              <a:extLst>
                <a:ext uri="{FF2B5EF4-FFF2-40B4-BE49-F238E27FC236}">
                  <a16:creationId xmlns:a16="http://schemas.microsoft.com/office/drawing/2014/main" id="{249C810E-0689-4066-8A0B-3CA1A22631C3}"/>
                </a:ext>
              </a:extLst>
            </p:cNvPr>
            <p:cNvGrpSpPr/>
            <p:nvPr/>
          </p:nvGrpSpPr>
          <p:grpSpPr>
            <a:xfrm>
              <a:off x="7144507" y="3166491"/>
              <a:ext cx="143095" cy="143095"/>
              <a:chOff x="5484964" y="3511896"/>
              <a:chExt cx="461468" cy="461468"/>
            </a:xfrm>
            <a:solidFill>
              <a:srgbClr val="ED7D31"/>
            </a:solidFill>
          </p:grpSpPr>
          <p:pic>
            <p:nvPicPr>
              <p:cNvPr id="664" name="Graphique 663" descr="Batterie chargée avec un remplissage uni">
                <a:extLst>
                  <a:ext uri="{FF2B5EF4-FFF2-40B4-BE49-F238E27FC236}">
                    <a16:creationId xmlns:a16="http://schemas.microsoft.com/office/drawing/2014/main" id="{CD5163F8-CCDE-46FA-BA55-C2CB9F407868}"/>
                  </a:ext>
                </a:extLst>
              </p:cNvPr>
              <p:cNvPicPr>
                <a:picLocks noChangeAspect="1"/>
              </p:cNvPicPr>
              <p:nvPr/>
            </p:nvPicPr>
            <p:blipFill>
              <a:blip r:embed="rId70">
                <a:extLst>
                  <a:ext uri="{28A0092B-C50C-407E-A947-70E740481C1C}">
                    <a14:useLocalDpi xmlns:a14="http://schemas.microsoft.com/office/drawing/2010/main" val="0"/>
                  </a:ext>
                  <a:ext uri="{96DAC541-7B7A-43D3-8B79-37D633B846F1}">
                    <asvg:svgBlip xmlns:asvg="http://schemas.microsoft.com/office/drawing/2016/SVG/main" r:embed="rId71"/>
                  </a:ext>
                </a:extLst>
              </a:blip>
              <a:stretch>
                <a:fillRect/>
              </a:stretch>
            </p:blipFill>
            <p:spPr>
              <a:xfrm rot="16200000">
                <a:off x="5484964" y="3511896"/>
                <a:ext cx="461468" cy="461468"/>
              </a:xfrm>
              <a:prstGeom prst="rect">
                <a:avLst/>
              </a:prstGeom>
            </p:spPr>
          </p:pic>
          <p:pic>
            <p:nvPicPr>
              <p:cNvPr id="665" name="Graphique 664" descr="Éclair avec un remplissage uni">
                <a:extLst>
                  <a:ext uri="{FF2B5EF4-FFF2-40B4-BE49-F238E27FC236}">
                    <a16:creationId xmlns:a16="http://schemas.microsoft.com/office/drawing/2014/main" id="{07841913-68FB-4DA0-A2E5-EEA5F527578A}"/>
                  </a:ext>
                </a:extLst>
              </p:cNvPr>
              <p:cNvPicPr>
                <a:picLocks noChangeAspect="1"/>
              </p:cNvPicPr>
              <p:nvPr/>
            </p:nvPicPr>
            <p:blipFill>
              <a:blip r:embed="rId64">
                <a:extLst>
                  <a:ext uri="{28A0092B-C50C-407E-A947-70E740481C1C}">
                    <a14:useLocalDpi xmlns:a14="http://schemas.microsoft.com/office/drawing/2010/main" val="0"/>
                  </a:ext>
                  <a:ext uri="{96DAC541-7B7A-43D3-8B79-37D633B846F1}">
                    <asvg:svgBlip xmlns:asvg="http://schemas.microsoft.com/office/drawing/2016/SVG/main" r:embed="rId65"/>
                  </a:ext>
                </a:extLst>
              </a:blip>
              <a:stretch>
                <a:fillRect/>
              </a:stretch>
            </p:blipFill>
            <p:spPr>
              <a:xfrm>
                <a:off x="5616565" y="3653734"/>
                <a:ext cx="209320" cy="209320"/>
              </a:xfrm>
              <a:prstGeom prst="rect">
                <a:avLst/>
              </a:prstGeom>
            </p:spPr>
          </p:pic>
        </p:grpSp>
        <p:grpSp>
          <p:nvGrpSpPr>
            <p:cNvPr id="666" name="Groupe 665">
              <a:extLst>
                <a:ext uri="{FF2B5EF4-FFF2-40B4-BE49-F238E27FC236}">
                  <a16:creationId xmlns:a16="http://schemas.microsoft.com/office/drawing/2014/main" id="{31A5D20C-FD27-4659-99E3-C207A35AC9ED}"/>
                </a:ext>
              </a:extLst>
            </p:cNvPr>
            <p:cNvGrpSpPr/>
            <p:nvPr/>
          </p:nvGrpSpPr>
          <p:grpSpPr>
            <a:xfrm>
              <a:off x="6907747" y="3162354"/>
              <a:ext cx="143095" cy="143095"/>
              <a:chOff x="5484964" y="3511896"/>
              <a:chExt cx="461468" cy="461468"/>
            </a:xfrm>
            <a:solidFill>
              <a:srgbClr val="ED7D31"/>
            </a:solidFill>
          </p:grpSpPr>
          <p:pic>
            <p:nvPicPr>
              <p:cNvPr id="667" name="Graphique 666" descr="Batterie chargée avec un remplissage uni">
                <a:extLst>
                  <a:ext uri="{FF2B5EF4-FFF2-40B4-BE49-F238E27FC236}">
                    <a16:creationId xmlns:a16="http://schemas.microsoft.com/office/drawing/2014/main" id="{E607ABF1-D04B-48B8-B3A0-F18DFF8250DD}"/>
                  </a:ext>
                </a:extLst>
              </p:cNvPr>
              <p:cNvPicPr>
                <a:picLocks noChangeAspect="1"/>
              </p:cNvPicPr>
              <p:nvPr/>
            </p:nvPicPr>
            <p:blipFill>
              <a:blip r:embed="rId70">
                <a:extLst>
                  <a:ext uri="{28A0092B-C50C-407E-A947-70E740481C1C}">
                    <a14:useLocalDpi xmlns:a14="http://schemas.microsoft.com/office/drawing/2010/main" val="0"/>
                  </a:ext>
                  <a:ext uri="{96DAC541-7B7A-43D3-8B79-37D633B846F1}">
                    <asvg:svgBlip xmlns:asvg="http://schemas.microsoft.com/office/drawing/2016/SVG/main" r:embed="rId71"/>
                  </a:ext>
                </a:extLst>
              </a:blip>
              <a:stretch>
                <a:fillRect/>
              </a:stretch>
            </p:blipFill>
            <p:spPr>
              <a:xfrm rot="16200000">
                <a:off x="5484964" y="3511896"/>
                <a:ext cx="461468" cy="461468"/>
              </a:xfrm>
              <a:prstGeom prst="rect">
                <a:avLst/>
              </a:prstGeom>
            </p:spPr>
          </p:pic>
          <p:pic>
            <p:nvPicPr>
              <p:cNvPr id="668" name="Graphique 667" descr="Éclair avec un remplissage uni">
                <a:extLst>
                  <a:ext uri="{FF2B5EF4-FFF2-40B4-BE49-F238E27FC236}">
                    <a16:creationId xmlns:a16="http://schemas.microsoft.com/office/drawing/2014/main" id="{96123854-5E6F-47A6-B049-0B0D6C2A0C0D}"/>
                  </a:ext>
                </a:extLst>
              </p:cNvPr>
              <p:cNvPicPr>
                <a:picLocks noChangeAspect="1"/>
              </p:cNvPicPr>
              <p:nvPr/>
            </p:nvPicPr>
            <p:blipFill>
              <a:blip r:embed="rId64">
                <a:extLst>
                  <a:ext uri="{28A0092B-C50C-407E-A947-70E740481C1C}">
                    <a14:useLocalDpi xmlns:a14="http://schemas.microsoft.com/office/drawing/2010/main" val="0"/>
                  </a:ext>
                  <a:ext uri="{96DAC541-7B7A-43D3-8B79-37D633B846F1}">
                    <asvg:svgBlip xmlns:asvg="http://schemas.microsoft.com/office/drawing/2016/SVG/main" r:embed="rId65"/>
                  </a:ext>
                </a:extLst>
              </a:blip>
              <a:stretch>
                <a:fillRect/>
              </a:stretch>
            </p:blipFill>
            <p:spPr>
              <a:xfrm>
                <a:off x="5616565" y="3653734"/>
                <a:ext cx="209320" cy="209320"/>
              </a:xfrm>
              <a:prstGeom prst="rect">
                <a:avLst/>
              </a:prstGeom>
            </p:spPr>
          </p:pic>
        </p:grpSp>
      </p:grpSp>
      <p:grpSp>
        <p:nvGrpSpPr>
          <p:cNvPr id="674" name="Groupe 673">
            <a:extLst>
              <a:ext uri="{FF2B5EF4-FFF2-40B4-BE49-F238E27FC236}">
                <a16:creationId xmlns:a16="http://schemas.microsoft.com/office/drawing/2014/main" id="{CD1F23A7-12BC-4FEC-A736-0563AB63622D}"/>
              </a:ext>
            </a:extLst>
          </p:cNvPr>
          <p:cNvGrpSpPr/>
          <p:nvPr/>
        </p:nvGrpSpPr>
        <p:grpSpPr>
          <a:xfrm>
            <a:off x="5676568" y="455289"/>
            <a:ext cx="2532627" cy="1361621"/>
            <a:chOff x="7267918" y="1039967"/>
            <a:chExt cx="4128117" cy="2219407"/>
          </a:xfrm>
        </p:grpSpPr>
        <p:sp>
          <p:nvSpPr>
            <p:cNvPr id="672" name="Rectangle 671">
              <a:extLst>
                <a:ext uri="{FF2B5EF4-FFF2-40B4-BE49-F238E27FC236}">
                  <a16:creationId xmlns:a16="http://schemas.microsoft.com/office/drawing/2014/main" id="{F693A7E2-3698-447C-B921-20B0738942CC}"/>
                </a:ext>
              </a:extLst>
            </p:cNvPr>
            <p:cNvSpPr/>
            <p:nvPr/>
          </p:nvSpPr>
          <p:spPr>
            <a:xfrm>
              <a:off x="7267918" y="1039967"/>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73" name="Graphique 672" descr="Visage triste à remplissage solide avec un remplissage uni">
              <a:extLst>
                <a:ext uri="{FF2B5EF4-FFF2-40B4-BE49-F238E27FC236}">
                  <a16:creationId xmlns:a16="http://schemas.microsoft.com/office/drawing/2014/main" id="{C1F2590C-0C5C-400A-A480-3F2AA51BF41F}"/>
                </a:ext>
              </a:extLst>
            </p:cNvPr>
            <p:cNvPicPr>
              <a:picLocks noChangeAspect="1"/>
            </p:cNvPicPr>
            <p:nvPr/>
          </p:nvPicPr>
          <p:blipFill>
            <a:blip r:embed="rId72">
              <a:extLst>
                <a:ext uri="{28A0092B-C50C-407E-A947-70E740481C1C}">
                  <a14:useLocalDpi xmlns:a14="http://schemas.microsoft.com/office/drawing/2010/main" val="0"/>
                </a:ext>
                <a:ext uri="{96DAC541-7B7A-43D3-8B79-37D633B846F1}">
                  <asvg:svgBlip xmlns:asvg="http://schemas.microsoft.com/office/drawing/2016/SVG/main" r:embed="rId73"/>
                </a:ext>
              </a:extLst>
            </a:blip>
            <a:stretch>
              <a:fillRect/>
            </a:stretch>
          </p:blipFill>
          <p:spPr>
            <a:xfrm>
              <a:off x="8207575" y="1087378"/>
              <a:ext cx="2116740" cy="2116740"/>
            </a:xfrm>
            <a:prstGeom prst="rect">
              <a:avLst/>
            </a:prstGeom>
          </p:spPr>
        </p:pic>
      </p:grpSp>
      <p:grpSp>
        <p:nvGrpSpPr>
          <p:cNvPr id="716" name="Groupe 715">
            <a:extLst>
              <a:ext uri="{FF2B5EF4-FFF2-40B4-BE49-F238E27FC236}">
                <a16:creationId xmlns:a16="http://schemas.microsoft.com/office/drawing/2014/main" id="{7ECA4040-6706-4501-A785-7FB83A37CDF1}"/>
              </a:ext>
            </a:extLst>
          </p:cNvPr>
          <p:cNvGrpSpPr/>
          <p:nvPr/>
        </p:nvGrpSpPr>
        <p:grpSpPr>
          <a:xfrm>
            <a:off x="5693984" y="2006204"/>
            <a:ext cx="2532628" cy="1361621"/>
            <a:chOff x="5991650" y="2193206"/>
            <a:chExt cx="4128117" cy="2219407"/>
          </a:xfrm>
        </p:grpSpPr>
        <p:sp>
          <p:nvSpPr>
            <p:cNvPr id="695" name="Rectangle 694">
              <a:extLst>
                <a:ext uri="{FF2B5EF4-FFF2-40B4-BE49-F238E27FC236}">
                  <a16:creationId xmlns:a16="http://schemas.microsoft.com/office/drawing/2014/main" id="{4FE55ACA-B08E-408F-956B-CB85D652ABD6}"/>
                </a:ext>
              </a:extLst>
            </p:cNvPr>
            <p:cNvSpPr/>
            <p:nvPr/>
          </p:nvSpPr>
          <p:spPr>
            <a:xfrm>
              <a:off x="5991650" y="2193206"/>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96" name="Graphique 695" descr="Monde avec un remplissage uni">
              <a:extLst>
                <a:ext uri="{FF2B5EF4-FFF2-40B4-BE49-F238E27FC236}">
                  <a16:creationId xmlns:a16="http://schemas.microsoft.com/office/drawing/2014/main" id="{4869295A-753A-4D76-9AFE-4C3FB88090CC}"/>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7173" r="-1"/>
            <a:stretch/>
          </p:blipFill>
          <p:spPr>
            <a:xfrm>
              <a:off x="7756765" y="2329573"/>
              <a:ext cx="669958" cy="721714"/>
            </a:xfrm>
            <a:prstGeom prst="rect">
              <a:avLst/>
            </a:prstGeom>
          </p:spPr>
        </p:pic>
        <p:pic>
          <p:nvPicPr>
            <p:cNvPr id="697" name="Graphique 696" descr="Monde avec un remplissage uni">
              <a:extLst>
                <a:ext uri="{FF2B5EF4-FFF2-40B4-BE49-F238E27FC236}">
                  <a16:creationId xmlns:a16="http://schemas.microsoft.com/office/drawing/2014/main" id="{A9B09CA5-EA42-4E93-8460-ED2AC23F790C}"/>
                </a:ext>
              </a:extLst>
            </p:cNvPr>
            <p:cNvPicPr>
              <a:picLocks noChangeAspect="1"/>
            </p:cNvPicPr>
            <p:nvPr/>
          </p:nvPicPr>
          <p:blipFill rotWithShape="1">
            <a:blip r:embed="rId74">
              <a:extLst>
                <a:ext uri="{28A0092B-C50C-407E-A947-70E740481C1C}">
                  <a14:useLocalDpi xmlns:a14="http://schemas.microsoft.com/office/drawing/2010/main" val="0"/>
                </a:ext>
                <a:ext uri="{96DAC541-7B7A-43D3-8B79-37D633B846F1}">
                  <asvg:svgBlip xmlns:asvg="http://schemas.microsoft.com/office/drawing/2016/SVG/main" r:embed="rId75"/>
                </a:ext>
              </a:extLst>
            </a:blip>
            <a:srcRect l="7173" r="-1"/>
            <a:stretch/>
          </p:blipFill>
          <p:spPr>
            <a:xfrm>
              <a:off x="6968818" y="3558956"/>
              <a:ext cx="669958" cy="721714"/>
            </a:xfrm>
            <a:prstGeom prst="rect">
              <a:avLst/>
            </a:prstGeom>
          </p:spPr>
        </p:pic>
        <p:pic>
          <p:nvPicPr>
            <p:cNvPr id="698" name="Graphique 697" descr="Monde avec un remplissage uni">
              <a:extLst>
                <a:ext uri="{FF2B5EF4-FFF2-40B4-BE49-F238E27FC236}">
                  <a16:creationId xmlns:a16="http://schemas.microsoft.com/office/drawing/2014/main" id="{6B856AC5-0B4C-47A8-9DBB-41CC71E3F95E}"/>
                </a:ext>
              </a:extLst>
            </p:cNvPr>
            <p:cNvPicPr>
              <a:picLocks noChangeAspect="1"/>
            </p:cNvPicPr>
            <p:nvPr/>
          </p:nvPicPr>
          <p:blipFill rotWithShape="1">
            <a:blip r:embed="rId76">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8534595" y="3558956"/>
              <a:ext cx="669958" cy="721714"/>
            </a:xfrm>
            <a:prstGeom prst="rect">
              <a:avLst/>
            </a:prstGeom>
          </p:spPr>
        </p:pic>
        <p:pic>
          <p:nvPicPr>
            <p:cNvPr id="699" name="Graphique 698" descr="Utilisateur avec un remplissage uni">
              <a:extLst>
                <a:ext uri="{FF2B5EF4-FFF2-40B4-BE49-F238E27FC236}">
                  <a16:creationId xmlns:a16="http://schemas.microsoft.com/office/drawing/2014/main" id="{BA6E6352-AE44-4782-876D-73F9986519DB}"/>
                </a:ext>
              </a:extLst>
            </p:cNvPr>
            <p:cNvPicPr>
              <a:picLocks noChangeAspect="1"/>
            </p:cNvPicPr>
            <p:nvPr/>
          </p:nvPicPr>
          <p:blipFill>
            <a:blip r:embed="rId77">
              <a:extLst>
                <a:ext uri="{28A0092B-C50C-407E-A947-70E740481C1C}">
                  <a14:useLocalDpi xmlns:a14="http://schemas.microsoft.com/office/drawing/2010/main" val="0"/>
                </a:ext>
                <a:ext uri="{96DAC541-7B7A-43D3-8B79-37D633B846F1}">
                  <asvg:svgBlip xmlns:asvg="http://schemas.microsoft.com/office/drawing/2016/SVG/main" r:embed="rId78"/>
                </a:ext>
              </a:extLst>
            </a:blip>
            <a:stretch>
              <a:fillRect/>
            </a:stretch>
          </p:blipFill>
          <p:spPr>
            <a:xfrm>
              <a:off x="7844734" y="3293696"/>
              <a:ext cx="419194" cy="419194"/>
            </a:xfrm>
            <a:prstGeom prst="rect">
              <a:avLst/>
            </a:prstGeom>
          </p:spPr>
        </p:pic>
        <p:pic>
          <p:nvPicPr>
            <p:cNvPr id="700" name="Graphique 699" descr="Utilisateur avec un remplissage uni">
              <a:extLst>
                <a:ext uri="{FF2B5EF4-FFF2-40B4-BE49-F238E27FC236}">
                  <a16:creationId xmlns:a16="http://schemas.microsoft.com/office/drawing/2014/main" id="{448E4625-8269-4E86-900A-694B5A076BBC}"/>
                </a:ext>
              </a:extLst>
            </p:cNvPr>
            <p:cNvPicPr>
              <a:picLocks noChangeAspect="1"/>
            </p:cNvPicPr>
            <p:nvPr/>
          </p:nvPicPr>
          <p:blipFill>
            <a:blip r:embed="rId46">
              <a:extLst>
                <a:ext uri="{28A0092B-C50C-407E-A947-70E740481C1C}">
                  <a14:useLocalDpi xmlns:a14="http://schemas.microsoft.com/office/drawing/2010/main" val="0"/>
                </a:ext>
                <a:ext uri="{96DAC541-7B7A-43D3-8B79-37D633B846F1}">
                  <asvg:svgBlip xmlns:asvg="http://schemas.microsoft.com/office/drawing/2016/SVG/main" r:embed="rId47"/>
                </a:ext>
              </a:extLst>
            </a:blip>
            <a:stretch>
              <a:fillRect/>
            </a:stretch>
          </p:blipFill>
          <p:spPr>
            <a:xfrm>
              <a:off x="7458568" y="3981802"/>
              <a:ext cx="283187" cy="283187"/>
            </a:xfrm>
            <a:prstGeom prst="rect">
              <a:avLst/>
            </a:prstGeom>
          </p:spPr>
        </p:pic>
        <p:pic>
          <p:nvPicPr>
            <p:cNvPr id="701" name="Graphique 700" descr="Utilisateur avec un remplissage uni">
              <a:extLst>
                <a:ext uri="{FF2B5EF4-FFF2-40B4-BE49-F238E27FC236}">
                  <a16:creationId xmlns:a16="http://schemas.microsoft.com/office/drawing/2014/main" id="{A8719AFA-CFE0-4205-ABA3-06BF14BA9295}"/>
                </a:ext>
              </a:extLst>
            </p:cNvPr>
            <p:cNvPicPr>
              <a:picLocks noChangeAspect="1"/>
            </p:cNvPicPr>
            <p:nvPr/>
          </p:nvPicPr>
          <p:blipFill>
            <a:blip r:embed="rId46">
              <a:extLst>
                <a:ext uri="{28A0092B-C50C-407E-A947-70E740481C1C}">
                  <a14:useLocalDpi xmlns:a14="http://schemas.microsoft.com/office/drawing/2010/main" val="0"/>
                </a:ext>
                <a:ext uri="{96DAC541-7B7A-43D3-8B79-37D633B846F1}">
                  <asvg:svgBlip xmlns:asvg="http://schemas.microsoft.com/office/drawing/2016/SVG/main" r:embed="rId47"/>
                </a:ext>
              </a:extLst>
            </a:blip>
            <a:stretch>
              <a:fillRect/>
            </a:stretch>
          </p:blipFill>
          <p:spPr>
            <a:xfrm>
              <a:off x="7084956" y="3361699"/>
              <a:ext cx="283187" cy="283187"/>
            </a:xfrm>
            <a:prstGeom prst="rect">
              <a:avLst/>
            </a:prstGeom>
          </p:spPr>
        </p:pic>
        <p:pic>
          <p:nvPicPr>
            <p:cNvPr id="702" name="Graphique 701" descr="Utilisateur avec un remplissage uni">
              <a:extLst>
                <a:ext uri="{FF2B5EF4-FFF2-40B4-BE49-F238E27FC236}">
                  <a16:creationId xmlns:a16="http://schemas.microsoft.com/office/drawing/2014/main" id="{9AB47D21-DFD0-4E1A-A90E-4CDA7F926C0C}"/>
                </a:ext>
              </a:extLst>
            </p:cNvPr>
            <p:cNvPicPr>
              <a:picLocks noChangeAspect="1"/>
            </p:cNvPicPr>
            <p:nvPr/>
          </p:nvPicPr>
          <p:blipFill>
            <a:blip r:embed="rId48">
              <a:extLst>
                <a:ext uri="{28A0092B-C50C-407E-A947-70E740481C1C}">
                  <a14:useLocalDpi xmlns:a14="http://schemas.microsoft.com/office/drawing/2010/main" val="0"/>
                </a:ext>
                <a:ext uri="{96DAC541-7B7A-43D3-8B79-37D633B846F1}">
                  <asvg:svgBlip xmlns:asvg="http://schemas.microsoft.com/office/drawing/2016/SVG/main" r:embed="rId49"/>
                </a:ext>
              </a:extLst>
            </a:blip>
            <a:stretch>
              <a:fillRect/>
            </a:stretch>
          </p:blipFill>
          <p:spPr>
            <a:xfrm>
              <a:off x="7585464" y="2769655"/>
              <a:ext cx="283187" cy="283187"/>
            </a:xfrm>
            <a:prstGeom prst="rect">
              <a:avLst/>
            </a:prstGeom>
          </p:spPr>
        </p:pic>
        <p:pic>
          <p:nvPicPr>
            <p:cNvPr id="703" name="Graphique 702" descr="Utilisateur avec un remplissage uni">
              <a:extLst>
                <a:ext uri="{FF2B5EF4-FFF2-40B4-BE49-F238E27FC236}">
                  <a16:creationId xmlns:a16="http://schemas.microsoft.com/office/drawing/2014/main" id="{BBA37F08-5397-40C0-927F-5F2E5284514D}"/>
                </a:ext>
              </a:extLst>
            </p:cNvPr>
            <p:cNvPicPr>
              <a:picLocks noChangeAspect="1"/>
            </p:cNvPicPr>
            <p:nvPr/>
          </p:nvPicPr>
          <p:blipFill>
            <a:blip r:embed="rId48">
              <a:extLst>
                <a:ext uri="{28A0092B-C50C-407E-A947-70E740481C1C}">
                  <a14:useLocalDpi xmlns:a14="http://schemas.microsoft.com/office/drawing/2010/main" val="0"/>
                </a:ext>
                <a:ext uri="{96DAC541-7B7A-43D3-8B79-37D633B846F1}">
                  <asvg:svgBlip xmlns:asvg="http://schemas.microsoft.com/office/drawing/2016/SVG/main" r:embed="rId49"/>
                </a:ext>
              </a:extLst>
            </a:blip>
            <a:stretch>
              <a:fillRect/>
            </a:stretch>
          </p:blipFill>
          <p:spPr>
            <a:xfrm>
              <a:off x="8251408" y="2768100"/>
              <a:ext cx="283187" cy="283187"/>
            </a:xfrm>
            <a:prstGeom prst="rect">
              <a:avLst/>
            </a:prstGeom>
          </p:spPr>
        </p:pic>
        <p:pic>
          <p:nvPicPr>
            <p:cNvPr id="704" name="Graphique 703" descr="Utilisateur avec un remplissage uni">
              <a:extLst>
                <a:ext uri="{FF2B5EF4-FFF2-40B4-BE49-F238E27FC236}">
                  <a16:creationId xmlns:a16="http://schemas.microsoft.com/office/drawing/2014/main" id="{052F2D71-32BF-471E-94E1-D86B9B397270}"/>
                </a:ext>
              </a:extLst>
            </p:cNvPr>
            <p:cNvPicPr>
              <a:picLocks noChangeAspect="1"/>
            </p:cNvPicPr>
            <p:nvPr/>
          </p:nvPicPr>
          <p:blipFill>
            <a:blip r:embed="rId79">
              <a:extLst>
                <a:ext uri="{28A0092B-C50C-407E-A947-70E740481C1C}">
                  <a14:useLocalDpi xmlns:a14="http://schemas.microsoft.com/office/drawing/2010/main" val="0"/>
                </a:ext>
                <a:ext uri="{96DAC541-7B7A-43D3-8B79-37D633B846F1}">
                  <asvg:svgBlip xmlns:asvg="http://schemas.microsoft.com/office/drawing/2016/SVG/main" r:embed="rId80"/>
                </a:ext>
              </a:extLst>
            </a:blip>
            <a:stretch>
              <a:fillRect/>
            </a:stretch>
          </p:blipFill>
          <p:spPr>
            <a:xfrm>
              <a:off x="8665729" y="3360953"/>
              <a:ext cx="283187" cy="283187"/>
            </a:xfrm>
            <a:prstGeom prst="rect">
              <a:avLst/>
            </a:prstGeom>
          </p:spPr>
        </p:pic>
        <p:pic>
          <p:nvPicPr>
            <p:cNvPr id="705" name="Graphique 704" descr="Utilisateur avec un remplissage uni">
              <a:extLst>
                <a:ext uri="{FF2B5EF4-FFF2-40B4-BE49-F238E27FC236}">
                  <a16:creationId xmlns:a16="http://schemas.microsoft.com/office/drawing/2014/main" id="{55F7FA7E-C6B0-4641-AC50-D26317313A6E}"/>
                </a:ext>
              </a:extLst>
            </p:cNvPr>
            <p:cNvPicPr>
              <a:picLocks noChangeAspect="1"/>
            </p:cNvPicPr>
            <p:nvPr/>
          </p:nvPicPr>
          <p:blipFill>
            <a:blip r:embed="rId79">
              <a:extLst>
                <a:ext uri="{28A0092B-C50C-407E-A947-70E740481C1C}">
                  <a14:useLocalDpi xmlns:a14="http://schemas.microsoft.com/office/drawing/2010/main" val="0"/>
                </a:ext>
                <a:ext uri="{96DAC541-7B7A-43D3-8B79-37D633B846F1}">
                  <asvg:svgBlip xmlns:asvg="http://schemas.microsoft.com/office/drawing/2016/SVG/main" r:embed="rId80"/>
                </a:ext>
              </a:extLst>
            </a:blip>
            <a:stretch>
              <a:fillRect/>
            </a:stretch>
          </p:blipFill>
          <p:spPr>
            <a:xfrm>
              <a:off x="8397010" y="4020620"/>
              <a:ext cx="283187" cy="283187"/>
            </a:xfrm>
            <a:prstGeom prst="rect">
              <a:avLst/>
            </a:prstGeom>
          </p:spPr>
        </p:pic>
        <p:sp>
          <p:nvSpPr>
            <p:cNvPr id="706" name="Flèche : droite 705">
              <a:extLst>
                <a:ext uri="{FF2B5EF4-FFF2-40B4-BE49-F238E27FC236}">
                  <a16:creationId xmlns:a16="http://schemas.microsoft.com/office/drawing/2014/main" id="{97BAF7C9-3D83-4E4C-9AB2-A5D562202038}"/>
                </a:ext>
              </a:extLst>
            </p:cNvPr>
            <p:cNvSpPr/>
            <p:nvPr/>
          </p:nvSpPr>
          <p:spPr>
            <a:xfrm rot="18897748">
              <a:off x="7282181" y="3259407"/>
              <a:ext cx="153761" cy="183156"/>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07" name="Flèche : droite 706">
              <a:extLst>
                <a:ext uri="{FF2B5EF4-FFF2-40B4-BE49-F238E27FC236}">
                  <a16:creationId xmlns:a16="http://schemas.microsoft.com/office/drawing/2014/main" id="{7857873E-CC55-4917-B227-0B61442FBA3F}"/>
                </a:ext>
              </a:extLst>
            </p:cNvPr>
            <p:cNvSpPr/>
            <p:nvPr/>
          </p:nvSpPr>
          <p:spPr>
            <a:xfrm rot="13948205">
              <a:off x="8598698" y="3265812"/>
              <a:ext cx="153761" cy="183156"/>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08" name="Flèche : droite 707">
              <a:extLst>
                <a:ext uri="{FF2B5EF4-FFF2-40B4-BE49-F238E27FC236}">
                  <a16:creationId xmlns:a16="http://schemas.microsoft.com/office/drawing/2014/main" id="{3EEF7542-8AD1-4616-94EE-5FFA294B5866}"/>
                </a:ext>
              </a:extLst>
            </p:cNvPr>
            <p:cNvSpPr/>
            <p:nvPr/>
          </p:nvSpPr>
          <p:spPr>
            <a:xfrm rot="16200000">
              <a:off x="7977451" y="3182526"/>
              <a:ext cx="153761" cy="183156"/>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09" name="Flèche : droite 708">
              <a:extLst>
                <a:ext uri="{FF2B5EF4-FFF2-40B4-BE49-F238E27FC236}">
                  <a16:creationId xmlns:a16="http://schemas.microsoft.com/office/drawing/2014/main" id="{74591107-9F41-448D-9617-CDEBA591D1FD}"/>
                </a:ext>
              </a:extLst>
            </p:cNvPr>
            <p:cNvSpPr/>
            <p:nvPr/>
          </p:nvSpPr>
          <p:spPr>
            <a:xfrm rot="3204456">
              <a:off x="8451786" y="2991112"/>
              <a:ext cx="153761" cy="183156"/>
            </a:xfrm>
            <a:prstGeom prst="rightArrow">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10" name="Flèche : droite 709">
              <a:extLst>
                <a:ext uri="{FF2B5EF4-FFF2-40B4-BE49-F238E27FC236}">
                  <a16:creationId xmlns:a16="http://schemas.microsoft.com/office/drawing/2014/main" id="{2B62A028-B202-4E70-B3C3-D575BB2FE165}"/>
                </a:ext>
              </a:extLst>
            </p:cNvPr>
            <p:cNvSpPr/>
            <p:nvPr/>
          </p:nvSpPr>
          <p:spPr>
            <a:xfrm rot="2326410">
              <a:off x="8198831" y="3621311"/>
              <a:ext cx="153761" cy="183156"/>
            </a:xfrm>
            <a:prstGeom prst="rightArrow">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11" name="Flèche : droite 710">
              <a:extLst>
                <a:ext uri="{FF2B5EF4-FFF2-40B4-BE49-F238E27FC236}">
                  <a16:creationId xmlns:a16="http://schemas.microsoft.com/office/drawing/2014/main" id="{775E6908-1AAB-4C4E-8CDA-702BCDBCAF13}"/>
                </a:ext>
              </a:extLst>
            </p:cNvPr>
            <p:cNvSpPr/>
            <p:nvPr/>
          </p:nvSpPr>
          <p:spPr>
            <a:xfrm>
              <a:off x="7699480" y="4039450"/>
              <a:ext cx="153761" cy="183156"/>
            </a:xfrm>
            <a:prstGeom prst="rightArrow">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12" name="Flèche : droite 711">
              <a:extLst>
                <a:ext uri="{FF2B5EF4-FFF2-40B4-BE49-F238E27FC236}">
                  <a16:creationId xmlns:a16="http://schemas.microsoft.com/office/drawing/2014/main" id="{16300BBA-A141-4B56-A15F-24E7C1B1B4F6}"/>
                </a:ext>
              </a:extLst>
            </p:cNvPr>
            <p:cNvSpPr/>
            <p:nvPr/>
          </p:nvSpPr>
          <p:spPr>
            <a:xfrm rot="7984394">
              <a:off x="7770937" y="3608259"/>
              <a:ext cx="153761" cy="183156"/>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13" name="Flèche : droite 712">
              <a:extLst>
                <a:ext uri="{FF2B5EF4-FFF2-40B4-BE49-F238E27FC236}">
                  <a16:creationId xmlns:a16="http://schemas.microsoft.com/office/drawing/2014/main" id="{DDCD62C8-4C5D-41A4-9ED8-C5341CA5D499}"/>
                </a:ext>
              </a:extLst>
            </p:cNvPr>
            <p:cNvSpPr/>
            <p:nvPr/>
          </p:nvSpPr>
          <p:spPr>
            <a:xfrm rot="7984394">
              <a:off x="7496144" y="2991112"/>
              <a:ext cx="153761" cy="183156"/>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14" name="Flèche : droite 713">
              <a:extLst>
                <a:ext uri="{FF2B5EF4-FFF2-40B4-BE49-F238E27FC236}">
                  <a16:creationId xmlns:a16="http://schemas.microsoft.com/office/drawing/2014/main" id="{DAB1219F-62CC-4F05-AFB7-79D145EAF1D2}"/>
                </a:ext>
              </a:extLst>
            </p:cNvPr>
            <p:cNvSpPr/>
            <p:nvPr/>
          </p:nvSpPr>
          <p:spPr>
            <a:xfrm rot="10800000">
              <a:off x="8295557" y="4047806"/>
              <a:ext cx="153761" cy="183156"/>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15" name="ZoneTexte 714">
              <a:extLst>
                <a:ext uri="{FF2B5EF4-FFF2-40B4-BE49-F238E27FC236}">
                  <a16:creationId xmlns:a16="http://schemas.microsoft.com/office/drawing/2014/main" id="{6D444155-A65A-4C89-BE77-4458245A8EBA}"/>
                </a:ext>
              </a:extLst>
            </p:cNvPr>
            <p:cNvSpPr txBox="1"/>
            <p:nvPr/>
          </p:nvSpPr>
          <p:spPr>
            <a:xfrm>
              <a:off x="7829559" y="3387230"/>
              <a:ext cx="465998" cy="369332"/>
            </a:xfrm>
            <a:prstGeom prst="rect">
              <a:avLst/>
            </a:prstGeom>
            <a:noFill/>
          </p:spPr>
          <p:txBody>
            <a:bodyPr wrap="square" rtlCol="0">
              <a:spAutoFit/>
            </a:bodyPr>
            <a:lstStyle/>
            <a:p>
              <a:pPr algn="ctr"/>
              <a:r>
                <a:rPr lang="fr-FR" dirty="0"/>
                <a:t>?</a:t>
              </a:r>
            </a:p>
          </p:txBody>
        </p:sp>
      </p:grpSp>
      <p:grpSp>
        <p:nvGrpSpPr>
          <p:cNvPr id="3" name="Groupe 2">
            <a:extLst>
              <a:ext uri="{FF2B5EF4-FFF2-40B4-BE49-F238E27FC236}">
                <a16:creationId xmlns:a16="http://schemas.microsoft.com/office/drawing/2014/main" id="{D02D957B-A3DE-4A51-8863-27D57B590154}"/>
              </a:ext>
            </a:extLst>
          </p:cNvPr>
          <p:cNvGrpSpPr/>
          <p:nvPr/>
        </p:nvGrpSpPr>
        <p:grpSpPr>
          <a:xfrm>
            <a:off x="8404316" y="458207"/>
            <a:ext cx="2603159" cy="1399541"/>
            <a:chOff x="8404316" y="458207"/>
            <a:chExt cx="2603159" cy="1399541"/>
          </a:xfrm>
        </p:grpSpPr>
        <p:sp>
          <p:nvSpPr>
            <p:cNvPr id="346" name="Rectangle 345">
              <a:extLst>
                <a:ext uri="{FF2B5EF4-FFF2-40B4-BE49-F238E27FC236}">
                  <a16:creationId xmlns:a16="http://schemas.microsoft.com/office/drawing/2014/main" id="{7A8BF65A-B391-4371-B803-6F92CC2D857F}"/>
                </a:ext>
              </a:extLst>
            </p:cNvPr>
            <p:cNvSpPr/>
            <p:nvPr/>
          </p:nvSpPr>
          <p:spPr>
            <a:xfrm>
              <a:off x="8404316" y="458207"/>
              <a:ext cx="2603159" cy="13995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47" name="Groupe 346">
              <a:extLst>
                <a:ext uri="{FF2B5EF4-FFF2-40B4-BE49-F238E27FC236}">
                  <a16:creationId xmlns:a16="http://schemas.microsoft.com/office/drawing/2014/main" id="{40C6C9EF-1D2D-4CD1-9A58-D51DC022A7DE}"/>
                </a:ext>
              </a:extLst>
            </p:cNvPr>
            <p:cNvGrpSpPr/>
            <p:nvPr/>
          </p:nvGrpSpPr>
          <p:grpSpPr>
            <a:xfrm>
              <a:off x="8704417" y="603144"/>
              <a:ext cx="2127638" cy="1108700"/>
              <a:chOff x="2292237" y="2617980"/>
              <a:chExt cx="7515256" cy="3916158"/>
            </a:xfrm>
          </p:grpSpPr>
          <p:pic>
            <p:nvPicPr>
              <p:cNvPr id="348" name="Image 347">
                <a:extLst>
                  <a:ext uri="{FF2B5EF4-FFF2-40B4-BE49-F238E27FC236}">
                    <a16:creationId xmlns:a16="http://schemas.microsoft.com/office/drawing/2014/main" id="{6216C30C-8550-4B5C-A34B-DD06AE69F290}"/>
                  </a:ext>
                </a:extLst>
              </p:cNvPr>
              <p:cNvPicPr>
                <a:picLocks noChangeAspect="1"/>
              </p:cNvPicPr>
              <p:nvPr/>
            </p:nvPicPr>
            <p:blipFill>
              <a:blip r:embed="rId81">
                <a:extLst>
                  <a:ext uri="{28A0092B-C50C-407E-A947-70E740481C1C}">
                    <a14:useLocalDpi xmlns:a14="http://schemas.microsoft.com/office/drawing/2010/main" val="0"/>
                  </a:ext>
                </a:extLst>
              </a:blip>
              <a:stretch>
                <a:fillRect/>
              </a:stretch>
            </p:blipFill>
            <p:spPr>
              <a:xfrm>
                <a:off x="8069606" y="3623360"/>
                <a:ext cx="1737887" cy="2431143"/>
              </a:xfrm>
              <a:prstGeom prst="rect">
                <a:avLst/>
              </a:prstGeom>
            </p:spPr>
          </p:pic>
          <p:pic>
            <p:nvPicPr>
              <p:cNvPr id="349" name="Image 348" descr="Une image contenant texte&#10;&#10;Description générée automatiquement">
                <a:extLst>
                  <a:ext uri="{FF2B5EF4-FFF2-40B4-BE49-F238E27FC236}">
                    <a16:creationId xmlns:a16="http://schemas.microsoft.com/office/drawing/2014/main" id="{4BF36EF7-B6FC-4F3E-A416-6E89CFAF55BD}"/>
                  </a:ext>
                </a:extLst>
              </p:cNvPr>
              <p:cNvPicPr>
                <a:picLocks noChangeAspect="1"/>
              </p:cNvPicPr>
              <p:nvPr/>
            </p:nvPicPr>
            <p:blipFill>
              <a:blip r:embed="rId82">
                <a:extLst>
                  <a:ext uri="{28A0092B-C50C-407E-A947-70E740481C1C}">
                    <a14:useLocalDpi xmlns:a14="http://schemas.microsoft.com/office/drawing/2010/main" val="0"/>
                  </a:ext>
                </a:extLst>
              </a:blip>
              <a:stretch>
                <a:fillRect/>
              </a:stretch>
            </p:blipFill>
            <p:spPr>
              <a:xfrm rot="19032406">
                <a:off x="2292237" y="4102995"/>
                <a:ext cx="1737887" cy="2431143"/>
              </a:xfrm>
              <a:prstGeom prst="rect">
                <a:avLst/>
              </a:prstGeom>
            </p:spPr>
          </p:pic>
          <p:pic>
            <p:nvPicPr>
              <p:cNvPr id="350" name="Image 349">
                <a:extLst>
                  <a:ext uri="{FF2B5EF4-FFF2-40B4-BE49-F238E27FC236}">
                    <a16:creationId xmlns:a16="http://schemas.microsoft.com/office/drawing/2014/main" id="{8E6A62B8-59BF-4109-87DC-B822138B55A9}"/>
                  </a:ext>
                </a:extLst>
              </p:cNvPr>
              <p:cNvPicPr>
                <a:picLocks noChangeAspect="1"/>
              </p:cNvPicPr>
              <p:nvPr/>
            </p:nvPicPr>
            <p:blipFill>
              <a:blip r:embed="rId83">
                <a:extLst>
                  <a:ext uri="{28A0092B-C50C-407E-A947-70E740481C1C}">
                    <a14:useLocalDpi xmlns:a14="http://schemas.microsoft.com/office/drawing/2010/main" val="0"/>
                  </a:ext>
                </a:extLst>
              </a:blip>
              <a:stretch>
                <a:fillRect/>
              </a:stretch>
            </p:blipFill>
            <p:spPr>
              <a:xfrm rot="20453112">
                <a:off x="2787651" y="3623361"/>
                <a:ext cx="1737887" cy="2431143"/>
              </a:xfrm>
              <a:prstGeom prst="rect">
                <a:avLst/>
              </a:prstGeom>
            </p:spPr>
          </p:pic>
          <p:pic>
            <p:nvPicPr>
              <p:cNvPr id="351" name="Image 350">
                <a:extLst>
                  <a:ext uri="{FF2B5EF4-FFF2-40B4-BE49-F238E27FC236}">
                    <a16:creationId xmlns:a16="http://schemas.microsoft.com/office/drawing/2014/main" id="{EB38B4E7-8107-4DD7-9162-791FD56D931F}"/>
                  </a:ext>
                </a:extLst>
              </p:cNvPr>
              <p:cNvPicPr>
                <a:picLocks noChangeAspect="1"/>
              </p:cNvPicPr>
              <p:nvPr/>
            </p:nvPicPr>
            <p:blipFill>
              <a:blip r:embed="rId84">
                <a:extLst>
                  <a:ext uri="{28A0092B-C50C-407E-A947-70E740481C1C}">
                    <a14:useLocalDpi xmlns:a14="http://schemas.microsoft.com/office/drawing/2010/main" val="0"/>
                  </a:ext>
                </a:extLst>
              </a:blip>
              <a:stretch>
                <a:fillRect/>
              </a:stretch>
            </p:blipFill>
            <p:spPr>
              <a:xfrm rot="20677434">
                <a:off x="3312775" y="3246211"/>
                <a:ext cx="1737887" cy="2431143"/>
              </a:xfrm>
              <a:prstGeom prst="rect">
                <a:avLst/>
              </a:prstGeom>
            </p:spPr>
          </p:pic>
          <p:pic>
            <p:nvPicPr>
              <p:cNvPr id="362" name="Image 361" descr="Une image contenant texte&#10;&#10;Description générée automatiquement">
                <a:extLst>
                  <a:ext uri="{FF2B5EF4-FFF2-40B4-BE49-F238E27FC236}">
                    <a16:creationId xmlns:a16="http://schemas.microsoft.com/office/drawing/2014/main" id="{4B04233E-7DCD-4A8B-8F5A-4F71A0420AB7}"/>
                  </a:ext>
                </a:extLst>
              </p:cNvPr>
              <p:cNvPicPr>
                <a:picLocks noChangeAspect="1"/>
              </p:cNvPicPr>
              <p:nvPr/>
            </p:nvPicPr>
            <p:blipFill>
              <a:blip r:embed="rId85">
                <a:extLst>
                  <a:ext uri="{28A0092B-C50C-407E-A947-70E740481C1C}">
                    <a14:useLocalDpi xmlns:a14="http://schemas.microsoft.com/office/drawing/2010/main" val="0"/>
                  </a:ext>
                </a:extLst>
              </a:blip>
              <a:stretch>
                <a:fillRect/>
              </a:stretch>
            </p:blipFill>
            <p:spPr>
              <a:xfrm rot="21050075">
                <a:off x="3892527" y="2854070"/>
                <a:ext cx="1737887" cy="2431143"/>
              </a:xfrm>
              <a:prstGeom prst="rect">
                <a:avLst/>
              </a:prstGeom>
            </p:spPr>
          </p:pic>
          <p:pic>
            <p:nvPicPr>
              <p:cNvPr id="363" name="Image 362">
                <a:extLst>
                  <a:ext uri="{FF2B5EF4-FFF2-40B4-BE49-F238E27FC236}">
                    <a16:creationId xmlns:a16="http://schemas.microsoft.com/office/drawing/2014/main" id="{89FDD256-E534-455D-987A-FC5EE5CC332B}"/>
                  </a:ext>
                </a:extLst>
              </p:cNvPr>
              <p:cNvPicPr>
                <a:picLocks noChangeAspect="1"/>
              </p:cNvPicPr>
              <p:nvPr/>
            </p:nvPicPr>
            <p:blipFill>
              <a:blip r:embed="rId86">
                <a:extLst>
                  <a:ext uri="{28A0092B-C50C-407E-A947-70E740481C1C}">
                    <a14:useLocalDpi xmlns:a14="http://schemas.microsoft.com/office/drawing/2010/main" val="0"/>
                  </a:ext>
                </a:extLst>
              </a:blip>
              <a:stretch>
                <a:fillRect/>
              </a:stretch>
            </p:blipFill>
            <p:spPr>
              <a:xfrm rot="491930">
                <a:off x="4442348" y="2687561"/>
                <a:ext cx="1737887" cy="2431143"/>
              </a:xfrm>
              <a:prstGeom prst="rect">
                <a:avLst/>
              </a:prstGeom>
            </p:spPr>
          </p:pic>
          <p:pic>
            <p:nvPicPr>
              <p:cNvPr id="364" name="Image 363" descr="Une image contenant texte&#10;&#10;Description générée automatiquement">
                <a:extLst>
                  <a:ext uri="{FF2B5EF4-FFF2-40B4-BE49-F238E27FC236}">
                    <a16:creationId xmlns:a16="http://schemas.microsoft.com/office/drawing/2014/main" id="{E7C7AFD6-1518-4F86-8967-53DA53C09164}"/>
                  </a:ext>
                </a:extLst>
              </p:cNvPr>
              <p:cNvPicPr>
                <a:picLocks noChangeAspect="1"/>
              </p:cNvPicPr>
              <p:nvPr/>
            </p:nvPicPr>
            <p:blipFill>
              <a:blip r:embed="rId87">
                <a:extLst>
                  <a:ext uri="{28A0092B-C50C-407E-A947-70E740481C1C}">
                    <a14:useLocalDpi xmlns:a14="http://schemas.microsoft.com/office/drawing/2010/main" val="0"/>
                  </a:ext>
                </a:extLst>
              </a:blip>
              <a:stretch>
                <a:fillRect/>
              </a:stretch>
            </p:blipFill>
            <p:spPr>
              <a:xfrm rot="1200597">
                <a:off x="5268635" y="2617980"/>
                <a:ext cx="1737887" cy="2431143"/>
              </a:xfrm>
              <a:prstGeom prst="rect">
                <a:avLst/>
              </a:prstGeom>
            </p:spPr>
          </p:pic>
          <p:pic>
            <p:nvPicPr>
              <p:cNvPr id="365" name="Image 364" descr="Une image contenant texte&#10;&#10;Description générée automatiquement">
                <a:extLst>
                  <a:ext uri="{FF2B5EF4-FFF2-40B4-BE49-F238E27FC236}">
                    <a16:creationId xmlns:a16="http://schemas.microsoft.com/office/drawing/2014/main" id="{9A1DB3AC-60E0-4A5B-8C78-5B6E36446D70}"/>
                  </a:ext>
                </a:extLst>
              </p:cNvPr>
              <p:cNvPicPr>
                <a:picLocks noChangeAspect="1"/>
              </p:cNvPicPr>
              <p:nvPr/>
            </p:nvPicPr>
            <p:blipFill>
              <a:blip r:embed="rId88">
                <a:extLst>
                  <a:ext uri="{28A0092B-C50C-407E-A947-70E740481C1C}">
                    <a14:useLocalDpi xmlns:a14="http://schemas.microsoft.com/office/drawing/2010/main" val="0"/>
                  </a:ext>
                </a:extLst>
              </a:blip>
              <a:stretch>
                <a:fillRect/>
              </a:stretch>
            </p:blipFill>
            <p:spPr>
              <a:xfrm rot="2623373">
                <a:off x="5819102" y="2891331"/>
                <a:ext cx="1737887" cy="2431143"/>
              </a:xfrm>
              <a:prstGeom prst="rect">
                <a:avLst/>
              </a:prstGeom>
            </p:spPr>
          </p:pic>
          <p:pic>
            <p:nvPicPr>
              <p:cNvPr id="366" name="Image 365" descr="Une image contenant texte&#10;&#10;Description générée automatiquement">
                <a:extLst>
                  <a:ext uri="{FF2B5EF4-FFF2-40B4-BE49-F238E27FC236}">
                    <a16:creationId xmlns:a16="http://schemas.microsoft.com/office/drawing/2014/main" id="{04A61206-1B09-4CC2-9E20-DA0724A348D0}"/>
                  </a:ext>
                </a:extLst>
              </p:cNvPr>
              <p:cNvPicPr>
                <a:picLocks noChangeAspect="1"/>
              </p:cNvPicPr>
              <p:nvPr/>
            </p:nvPicPr>
            <p:blipFill>
              <a:blip r:embed="rId89">
                <a:extLst>
                  <a:ext uri="{28A0092B-C50C-407E-A947-70E740481C1C}">
                    <a14:useLocalDpi xmlns:a14="http://schemas.microsoft.com/office/drawing/2010/main" val="0"/>
                  </a:ext>
                </a:extLst>
              </a:blip>
              <a:stretch>
                <a:fillRect/>
              </a:stretch>
            </p:blipFill>
            <p:spPr>
              <a:xfrm rot="3637192">
                <a:off x="5819482" y="3531205"/>
                <a:ext cx="1737887" cy="2431143"/>
              </a:xfrm>
              <a:prstGeom prst="rect">
                <a:avLst/>
              </a:prstGeom>
            </p:spPr>
          </p:pic>
          <p:pic>
            <p:nvPicPr>
              <p:cNvPr id="367" name="Image 366" descr="Une image contenant texte&#10;&#10;Description générée automatiquement">
                <a:extLst>
                  <a:ext uri="{FF2B5EF4-FFF2-40B4-BE49-F238E27FC236}">
                    <a16:creationId xmlns:a16="http://schemas.microsoft.com/office/drawing/2014/main" id="{C942EB50-9AEC-42A2-8A5A-5CE1B8D74AF5}"/>
                  </a:ext>
                </a:extLst>
              </p:cNvPr>
              <p:cNvPicPr>
                <a:picLocks noChangeAspect="1"/>
              </p:cNvPicPr>
              <p:nvPr/>
            </p:nvPicPr>
            <p:blipFill>
              <a:blip r:embed="rId90">
                <a:extLst>
                  <a:ext uri="{28A0092B-C50C-407E-A947-70E740481C1C}">
                    <a14:useLocalDpi xmlns:a14="http://schemas.microsoft.com/office/drawing/2010/main" val="0"/>
                  </a:ext>
                </a:extLst>
              </a:blip>
              <a:stretch>
                <a:fillRect/>
              </a:stretch>
            </p:blipFill>
            <p:spPr>
              <a:xfrm rot="4865942">
                <a:off x="5550523" y="3970247"/>
                <a:ext cx="1737887" cy="2431143"/>
              </a:xfrm>
              <a:prstGeom prst="rect">
                <a:avLst/>
              </a:prstGeom>
            </p:spPr>
          </p:pic>
        </p:grpSp>
      </p:grpSp>
      <p:pic>
        <p:nvPicPr>
          <p:cNvPr id="382" name="Graphique 381" descr="Signe pouce en haut avec un remplissage uni">
            <a:extLst>
              <a:ext uri="{FF2B5EF4-FFF2-40B4-BE49-F238E27FC236}">
                <a16:creationId xmlns:a16="http://schemas.microsoft.com/office/drawing/2014/main" id="{85629B3D-36A1-473B-A817-DBACECD0804A}"/>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9008997" y="4253334"/>
            <a:ext cx="1388422" cy="1388420"/>
          </a:xfrm>
          <a:prstGeom prst="rect">
            <a:avLst/>
          </a:prstGeom>
        </p:spPr>
      </p:pic>
      <p:grpSp>
        <p:nvGrpSpPr>
          <p:cNvPr id="6" name="Groupe 5">
            <a:extLst>
              <a:ext uri="{FF2B5EF4-FFF2-40B4-BE49-F238E27FC236}">
                <a16:creationId xmlns:a16="http://schemas.microsoft.com/office/drawing/2014/main" id="{EA0D33C9-5334-43BA-A23A-D57884765AE7}"/>
              </a:ext>
            </a:extLst>
          </p:cNvPr>
          <p:cNvGrpSpPr/>
          <p:nvPr/>
        </p:nvGrpSpPr>
        <p:grpSpPr>
          <a:xfrm>
            <a:off x="8405673" y="2010148"/>
            <a:ext cx="2525291" cy="1357677"/>
            <a:chOff x="8107747" y="3906281"/>
            <a:chExt cx="4128117" cy="2219407"/>
          </a:xfrm>
        </p:grpSpPr>
        <p:sp>
          <p:nvSpPr>
            <p:cNvPr id="383" name="Rectangle 382">
              <a:extLst>
                <a:ext uri="{FF2B5EF4-FFF2-40B4-BE49-F238E27FC236}">
                  <a16:creationId xmlns:a16="http://schemas.microsoft.com/office/drawing/2014/main" id="{4F3C7968-4353-414B-9CC6-140E485D669A}"/>
                </a:ext>
              </a:extLst>
            </p:cNvPr>
            <p:cNvSpPr/>
            <p:nvPr/>
          </p:nvSpPr>
          <p:spPr>
            <a:xfrm>
              <a:off x="8107747" y="3906281"/>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84" name="Graphique 383" descr="Balance de la justice contour">
              <a:extLst>
                <a:ext uri="{FF2B5EF4-FFF2-40B4-BE49-F238E27FC236}">
                  <a16:creationId xmlns:a16="http://schemas.microsoft.com/office/drawing/2014/main" id="{BB6B0301-07D0-44BA-AE47-E3737B5D0C57}"/>
                </a:ext>
              </a:extLst>
            </p:cNvPr>
            <p:cNvPicPr>
              <a:picLocks noChangeAspect="1"/>
            </p:cNvPicPr>
            <p:nvPr/>
          </p:nvPicPr>
          <p:blipFill>
            <a:blip r:embed="rId91">
              <a:extLst>
                <a:ext uri="{28A0092B-C50C-407E-A947-70E740481C1C}">
                  <a14:useLocalDpi xmlns:a14="http://schemas.microsoft.com/office/drawing/2010/main" val="0"/>
                </a:ext>
                <a:ext uri="{96DAC541-7B7A-43D3-8B79-37D633B846F1}">
                  <asvg:svgBlip xmlns:asvg="http://schemas.microsoft.com/office/drawing/2016/SVG/main" r:embed="rId92"/>
                </a:ext>
              </a:extLst>
            </a:blip>
            <a:stretch>
              <a:fillRect/>
            </a:stretch>
          </p:blipFill>
          <p:spPr>
            <a:xfrm>
              <a:off x="9320137" y="4131977"/>
              <a:ext cx="1662177" cy="1662177"/>
            </a:xfrm>
            <a:prstGeom prst="rect">
              <a:avLst/>
            </a:prstGeom>
          </p:spPr>
        </p:pic>
        <p:pic>
          <p:nvPicPr>
            <p:cNvPr id="385" name="Graphique 384" descr="Utilisateur avec un remplissage uni">
              <a:extLst>
                <a:ext uri="{FF2B5EF4-FFF2-40B4-BE49-F238E27FC236}">
                  <a16:creationId xmlns:a16="http://schemas.microsoft.com/office/drawing/2014/main" id="{5D2B5639-BBA5-4811-B05A-4F70F34A5EEF}"/>
                </a:ext>
              </a:extLst>
            </p:cNvPr>
            <p:cNvPicPr>
              <a:picLocks noChangeAspect="1"/>
            </p:cNvPicPr>
            <p:nvPr/>
          </p:nvPicPr>
          <p:blipFill>
            <a:blip r:embed="rId48">
              <a:extLst>
                <a:ext uri="{28A0092B-C50C-407E-A947-70E740481C1C}">
                  <a14:useLocalDpi xmlns:a14="http://schemas.microsoft.com/office/drawing/2010/main" val="0"/>
                </a:ext>
                <a:ext uri="{96DAC541-7B7A-43D3-8B79-37D633B846F1}">
                  <asvg:svgBlip xmlns:asvg="http://schemas.microsoft.com/office/drawing/2016/SVG/main" r:embed="rId49"/>
                </a:ext>
              </a:extLst>
            </a:blip>
            <a:stretch>
              <a:fillRect/>
            </a:stretch>
          </p:blipFill>
          <p:spPr>
            <a:xfrm>
              <a:off x="10417576" y="4574022"/>
              <a:ext cx="564738" cy="564738"/>
            </a:xfrm>
            <a:prstGeom prst="rect">
              <a:avLst/>
            </a:prstGeom>
          </p:spPr>
        </p:pic>
        <p:grpSp>
          <p:nvGrpSpPr>
            <p:cNvPr id="386" name="Groupe 385">
              <a:extLst>
                <a:ext uri="{FF2B5EF4-FFF2-40B4-BE49-F238E27FC236}">
                  <a16:creationId xmlns:a16="http://schemas.microsoft.com/office/drawing/2014/main" id="{94BB3158-D399-4D74-A21F-B6575735E98B}"/>
                </a:ext>
              </a:extLst>
            </p:cNvPr>
            <p:cNvGrpSpPr/>
            <p:nvPr/>
          </p:nvGrpSpPr>
          <p:grpSpPr>
            <a:xfrm>
              <a:off x="9164026" y="4498033"/>
              <a:ext cx="610038" cy="610038"/>
              <a:chOff x="5484964" y="3511896"/>
              <a:chExt cx="461468" cy="461468"/>
            </a:xfrm>
          </p:grpSpPr>
          <p:pic>
            <p:nvPicPr>
              <p:cNvPr id="387" name="Graphique 386" descr="Batterie chargée avec un remplissage uni">
                <a:extLst>
                  <a:ext uri="{FF2B5EF4-FFF2-40B4-BE49-F238E27FC236}">
                    <a16:creationId xmlns:a16="http://schemas.microsoft.com/office/drawing/2014/main" id="{828B3DC2-2A0D-4A87-8251-73388866E44C}"/>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388" name="Graphique 387" descr="Éclair avec un remplissage uni">
                <a:extLst>
                  <a:ext uri="{FF2B5EF4-FFF2-40B4-BE49-F238E27FC236}">
                    <a16:creationId xmlns:a16="http://schemas.microsoft.com/office/drawing/2014/main" id="{7A9BA828-243F-4943-9753-77DDC611A4EB}"/>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pic>
          <p:nvPicPr>
            <p:cNvPr id="389" name="Graphique 388" descr="Signe pouce en haut avec un remplissage uni">
              <a:extLst>
                <a:ext uri="{FF2B5EF4-FFF2-40B4-BE49-F238E27FC236}">
                  <a16:creationId xmlns:a16="http://schemas.microsoft.com/office/drawing/2014/main" id="{498BD316-082E-4135-8EB5-F0A154EAFB3C}"/>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9580276" y="4590129"/>
              <a:ext cx="564323" cy="564322"/>
            </a:xfrm>
            <a:prstGeom prst="rect">
              <a:avLst/>
            </a:prstGeom>
          </p:spPr>
        </p:pic>
      </p:grpSp>
      <p:grpSp>
        <p:nvGrpSpPr>
          <p:cNvPr id="4" name="Groupe 3">
            <a:extLst>
              <a:ext uri="{FF2B5EF4-FFF2-40B4-BE49-F238E27FC236}">
                <a16:creationId xmlns:a16="http://schemas.microsoft.com/office/drawing/2014/main" id="{A274ED86-C441-4196-B1B6-746485C7CF87}"/>
              </a:ext>
            </a:extLst>
          </p:cNvPr>
          <p:cNvGrpSpPr/>
          <p:nvPr/>
        </p:nvGrpSpPr>
        <p:grpSpPr>
          <a:xfrm>
            <a:off x="5661691" y="5095791"/>
            <a:ext cx="2587408" cy="1391073"/>
            <a:chOff x="6293483" y="5173390"/>
            <a:chExt cx="4128117" cy="2219407"/>
          </a:xfrm>
        </p:grpSpPr>
        <p:sp>
          <p:nvSpPr>
            <p:cNvPr id="368" name="Rectangle 367">
              <a:extLst>
                <a:ext uri="{FF2B5EF4-FFF2-40B4-BE49-F238E27FC236}">
                  <a16:creationId xmlns:a16="http://schemas.microsoft.com/office/drawing/2014/main" id="{4E973E73-1A69-4EB2-8B06-FED79998880C}"/>
                </a:ext>
              </a:extLst>
            </p:cNvPr>
            <p:cNvSpPr/>
            <p:nvPr/>
          </p:nvSpPr>
          <p:spPr>
            <a:xfrm>
              <a:off x="6293483" y="5173390"/>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91" name="Graphique 390" descr="Balance de la justice contour">
              <a:extLst>
                <a:ext uri="{FF2B5EF4-FFF2-40B4-BE49-F238E27FC236}">
                  <a16:creationId xmlns:a16="http://schemas.microsoft.com/office/drawing/2014/main" id="{A4E4B63C-1826-44C0-B5BB-B51104E645CD}"/>
                </a:ext>
              </a:extLst>
            </p:cNvPr>
            <p:cNvPicPr>
              <a:picLocks noChangeAspect="1"/>
            </p:cNvPicPr>
            <p:nvPr/>
          </p:nvPicPr>
          <p:blipFill>
            <a:blip r:embed="rId91">
              <a:extLst>
                <a:ext uri="{28A0092B-C50C-407E-A947-70E740481C1C}">
                  <a14:useLocalDpi xmlns:a14="http://schemas.microsoft.com/office/drawing/2010/main" val="0"/>
                </a:ext>
                <a:ext uri="{96DAC541-7B7A-43D3-8B79-37D633B846F1}">
                  <asvg:svgBlip xmlns:asvg="http://schemas.microsoft.com/office/drawing/2016/SVG/main" r:embed="rId92"/>
                </a:ext>
              </a:extLst>
            </a:blip>
            <a:stretch>
              <a:fillRect/>
            </a:stretch>
          </p:blipFill>
          <p:spPr>
            <a:xfrm>
              <a:off x="7505873" y="5399086"/>
              <a:ext cx="1662177" cy="1662177"/>
            </a:xfrm>
            <a:prstGeom prst="rect">
              <a:avLst/>
            </a:prstGeom>
          </p:spPr>
        </p:pic>
        <p:grpSp>
          <p:nvGrpSpPr>
            <p:cNvPr id="392" name="Groupe 391">
              <a:extLst>
                <a:ext uri="{FF2B5EF4-FFF2-40B4-BE49-F238E27FC236}">
                  <a16:creationId xmlns:a16="http://schemas.microsoft.com/office/drawing/2014/main" id="{FF26C5BD-2C85-4E4E-B00D-905148C69F2B}"/>
                </a:ext>
              </a:extLst>
            </p:cNvPr>
            <p:cNvGrpSpPr/>
            <p:nvPr/>
          </p:nvGrpSpPr>
          <p:grpSpPr>
            <a:xfrm>
              <a:off x="7349762" y="5765142"/>
              <a:ext cx="610038" cy="610038"/>
              <a:chOff x="5484964" y="3511896"/>
              <a:chExt cx="461468" cy="461468"/>
            </a:xfrm>
          </p:grpSpPr>
          <p:pic>
            <p:nvPicPr>
              <p:cNvPr id="393" name="Graphique 392" descr="Batterie chargée avec un remplissage uni">
                <a:extLst>
                  <a:ext uri="{FF2B5EF4-FFF2-40B4-BE49-F238E27FC236}">
                    <a16:creationId xmlns:a16="http://schemas.microsoft.com/office/drawing/2014/main" id="{3D629828-937F-4225-A957-76F9C54E997D}"/>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394" name="Graphique 393" descr="Éclair avec un remplissage uni">
                <a:extLst>
                  <a:ext uri="{FF2B5EF4-FFF2-40B4-BE49-F238E27FC236}">
                    <a16:creationId xmlns:a16="http://schemas.microsoft.com/office/drawing/2014/main" id="{2A791FFA-6718-411E-8BFE-D846D1B80E5F}"/>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pic>
          <p:nvPicPr>
            <p:cNvPr id="395" name="Graphique 394" descr="Signe pouce en haut avec un remplissage uni">
              <a:extLst>
                <a:ext uri="{FF2B5EF4-FFF2-40B4-BE49-F238E27FC236}">
                  <a16:creationId xmlns:a16="http://schemas.microsoft.com/office/drawing/2014/main" id="{9C6A8814-A111-475E-ABDC-03DC0C08B304}"/>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7766012" y="5857238"/>
              <a:ext cx="564323" cy="564322"/>
            </a:xfrm>
            <a:prstGeom prst="rect">
              <a:avLst/>
            </a:prstGeom>
          </p:spPr>
        </p:pic>
        <p:pic>
          <p:nvPicPr>
            <p:cNvPr id="396" name="Graphique 395" descr="Cœur avec un remplissage uni">
              <a:extLst>
                <a:ext uri="{FF2B5EF4-FFF2-40B4-BE49-F238E27FC236}">
                  <a16:creationId xmlns:a16="http://schemas.microsoft.com/office/drawing/2014/main" id="{3D5B23D3-8372-48AA-9B8E-608B4939A2D0}"/>
                </a:ext>
              </a:extLst>
            </p:cNvPr>
            <p:cNvPicPr>
              <a:picLocks noChangeAspect="1"/>
            </p:cNvPicPr>
            <p:nvPr/>
          </p:nvPicPr>
          <p:blipFill>
            <a:blip r:embed="rId93">
              <a:extLst>
                <a:ext uri="{28A0092B-C50C-407E-A947-70E740481C1C}">
                  <a14:useLocalDpi xmlns:a14="http://schemas.microsoft.com/office/drawing/2010/main" val="0"/>
                </a:ext>
                <a:ext uri="{96DAC541-7B7A-43D3-8B79-37D633B846F1}">
                  <asvg:svgBlip xmlns:asvg="http://schemas.microsoft.com/office/drawing/2016/SVG/main" r:embed="rId94"/>
                </a:ext>
              </a:extLst>
            </a:blip>
            <a:stretch>
              <a:fillRect/>
            </a:stretch>
          </p:blipFill>
          <p:spPr>
            <a:xfrm>
              <a:off x="8603312" y="5856822"/>
              <a:ext cx="564738" cy="564738"/>
            </a:xfrm>
            <a:prstGeom prst="rect">
              <a:avLst/>
            </a:prstGeom>
          </p:spPr>
        </p:pic>
      </p:grpSp>
      <p:pic>
        <p:nvPicPr>
          <p:cNvPr id="411" name="Graphique 410" descr="Signe pouce en haut avec un remplissage uni">
            <a:extLst>
              <a:ext uri="{FF2B5EF4-FFF2-40B4-BE49-F238E27FC236}">
                <a16:creationId xmlns:a16="http://schemas.microsoft.com/office/drawing/2014/main" id="{38692C42-764C-4E0B-AA5A-83015D0BB759}"/>
              </a:ext>
            </a:extLst>
          </p:cNvPr>
          <p:cNvPicPr>
            <a:picLocks noChangeAspect="1"/>
          </p:cNvPicPr>
          <p:nvPr/>
        </p:nvPicPr>
        <p:blipFill>
          <a:blip r:embed="rId95">
            <a:extLst>
              <a:ext uri="{28A0092B-C50C-407E-A947-70E740481C1C}">
                <a14:useLocalDpi xmlns:a14="http://schemas.microsoft.com/office/drawing/2010/main" val="0"/>
              </a:ext>
              <a:ext uri="{96DAC541-7B7A-43D3-8B79-37D633B846F1}">
                <asvg:svgBlip xmlns:asvg="http://schemas.microsoft.com/office/drawing/2016/SVG/main" r:embed="rId96"/>
              </a:ext>
            </a:extLst>
          </a:blip>
          <a:stretch>
            <a:fillRect/>
          </a:stretch>
        </p:blipFill>
        <p:spPr>
          <a:xfrm>
            <a:off x="10488614" y="4530922"/>
            <a:ext cx="836991" cy="836990"/>
          </a:xfrm>
          <a:prstGeom prst="rect">
            <a:avLst/>
          </a:prstGeom>
        </p:spPr>
      </p:pic>
      <p:pic>
        <p:nvPicPr>
          <p:cNvPr id="412" name="Graphique 411" descr="Signe pouce en haut avec un remplissage uni">
            <a:extLst>
              <a:ext uri="{FF2B5EF4-FFF2-40B4-BE49-F238E27FC236}">
                <a16:creationId xmlns:a16="http://schemas.microsoft.com/office/drawing/2014/main" id="{E47C6DE9-D5AA-4452-B1A3-10B4441BD1A7}"/>
              </a:ext>
            </a:extLst>
          </p:cNvPr>
          <p:cNvPicPr>
            <a:picLocks noChangeAspect="1"/>
          </p:cNvPicPr>
          <p:nvPr/>
        </p:nvPicPr>
        <p:blipFill>
          <a:blip r:embed="rId97">
            <a:extLst>
              <a:ext uri="{28A0092B-C50C-407E-A947-70E740481C1C}">
                <a14:useLocalDpi xmlns:a14="http://schemas.microsoft.com/office/drawing/2010/main" val="0"/>
              </a:ext>
              <a:ext uri="{96DAC541-7B7A-43D3-8B79-37D633B846F1}">
                <asvg:svgBlip xmlns:asvg="http://schemas.microsoft.com/office/drawing/2016/SVG/main" r:embed="rId98"/>
              </a:ext>
            </a:extLst>
          </a:blip>
          <a:stretch>
            <a:fillRect/>
          </a:stretch>
        </p:blipFill>
        <p:spPr>
          <a:xfrm>
            <a:off x="11457205" y="4703868"/>
            <a:ext cx="506223" cy="506222"/>
          </a:xfrm>
          <a:prstGeom prst="rect">
            <a:avLst/>
          </a:prstGeom>
        </p:spPr>
      </p:pic>
      <p:pic>
        <p:nvPicPr>
          <p:cNvPr id="413" name="Graphique 412" descr="Signe pouce en haut avec un remplissage uni">
            <a:extLst>
              <a:ext uri="{FF2B5EF4-FFF2-40B4-BE49-F238E27FC236}">
                <a16:creationId xmlns:a16="http://schemas.microsoft.com/office/drawing/2014/main" id="{EA4086B2-3145-4726-98BB-52AD46DECD05}"/>
              </a:ext>
            </a:extLst>
          </p:cNvPr>
          <p:cNvPicPr>
            <a:picLocks noChangeAspect="1"/>
          </p:cNvPicPr>
          <p:nvPr/>
        </p:nvPicPr>
        <p:blipFill>
          <a:blip r:embed="rId99">
            <a:extLst>
              <a:ext uri="{28A0092B-C50C-407E-A947-70E740481C1C}">
                <a14:useLocalDpi xmlns:a14="http://schemas.microsoft.com/office/drawing/2010/main" val="0"/>
              </a:ext>
              <a:ext uri="{96DAC541-7B7A-43D3-8B79-37D633B846F1}">
                <asvg:svgBlip xmlns:asvg="http://schemas.microsoft.com/office/drawing/2016/SVG/main" r:embed="rId100"/>
              </a:ext>
            </a:extLst>
          </a:blip>
          <a:stretch>
            <a:fillRect/>
          </a:stretch>
        </p:blipFill>
        <p:spPr>
          <a:xfrm>
            <a:off x="12109958" y="4848209"/>
            <a:ext cx="270955" cy="270954"/>
          </a:xfrm>
          <a:prstGeom prst="rect">
            <a:avLst/>
          </a:prstGeom>
        </p:spPr>
      </p:pic>
    </p:spTree>
    <p:extLst>
      <p:ext uri="{BB962C8B-B14F-4D97-AF65-F5344CB8AC3E}">
        <p14:creationId xmlns:p14="http://schemas.microsoft.com/office/powerpoint/2010/main" val="35327165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D4759B16-448C-4C07-BC85-F954B9B607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3220" y="238815"/>
            <a:ext cx="4954557" cy="2738130"/>
          </a:xfrm>
          <a:prstGeom prst="rect">
            <a:avLst/>
          </a:prstGeom>
        </p:spPr>
      </p:pic>
      <p:sp>
        <p:nvSpPr>
          <p:cNvPr id="5" name="Rectangle 4">
            <a:extLst>
              <a:ext uri="{FF2B5EF4-FFF2-40B4-BE49-F238E27FC236}">
                <a16:creationId xmlns:a16="http://schemas.microsoft.com/office/drawing/2014/main" id="{21146B21-2AFF-41D2-AC88-7578FFBD3041}"/>
              </a:ext>
            </a:extLst>
          </p:cNvPr>
          <p:cNvSpPr/>
          <p:nvPr/>
        </p:nvSpPr>
        <p:spPr>
          <a:xfrm>
            <a:off x="7025719" y="903359"/>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9" name="Groupe 28">
            <a:extLst>
              <a:ext uri="{FF2B5EF4-FFF2-40B4-BE49-F238E27FC236}">
                <a16:creationId xmlns:a16="http://schemas.microsoft.com/office/drawing/2014/main" id="{35112BEA-2A69-46AE-8120-2A2FB4034589}"/>
              </a:ext>
            </a:extLst>
          </p:cNvPr>
          <p:cNvGrpSpPr/>
          <p:nvPr/>
        </p:nvGrpSpPr>
        <p:grpSpPr>
          <a:xfrm>
            <a:off x="170860" y="3182904"/>
            <a:ext cx="2889277" cy="1595457"/>
            <a:chOff x="170860" y="3182904"/>
            <a:chExt cx="4128117" cy="2279544"/>
          </a:xfrm>
        </p:grpSpPr>
        <p:grpSp>
          <p:nvGrpSpPr>
            <p:cNvPr id="28" name="Groupe 27">
              <a:extLst>
                <a:ext uri="{FF2B5EF4-FFF2-40B4-BE49-F238E27FC236}">
                  <a16:creationId xmlns:a16="http://schemas.microsoft.com/office/drawing/2014/main" id="{2A3752F2-A7BD-4DBA-84E5-FBDE8FB48D0F}"/>
                </a:ext>
              </a:extLst>
            </p:cNvPr>
            <p:cNvGrpSpPr/>
            <p:nvPr/>
          </p:nvGrpSpPr>
          <p:grpSpPr>
            <a:xfrm>
              <a:off x="170860" y="3182904"/>
              <a:ext cx="4128117" cy="2279544"/>
              <a:chOff x="170860" y="3182904"/>
              <a:chExt cx="4128117" cy="2279544"/>
            </a:xfrm>
          </p:grpSpPr>
          <p:sp>
            <p:nvSpPr>
              <p:cNvPr id="10" name="Rectangle 9">
                <a:extLst>
                  <a:ext uri="{FF2B5EF4-FFF2-40B4-BE49-F238E27FC236}">
                    <a16:creationId xmlns:a16="http://schemas.microsoft.com/office/drawing/2014/main" id="{960FD8A8-684E-4152-9789-013A9FDCB393}"/>
                  </a:ext>
                </a:extLst>
              </p:cNvPr>
              <p:cNvSpPr/>
              <p:nvPr/>
            </p:nvSpPr>
            <p:spPr>
              <a:xfrm>
                <a:off x="170860" y="3182904"/>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ZoneTexte 13">
                <a:extLst>
                  <a:ext uri="{FF2B5EF4-FFF2-40B4-BE49-F238E27FC236}">
                    <a16:creationId xmlns:a16="http://schemas.microsoft.com/office/drawing/2014/main" id="{B210A056-3C93-44C1-9E72-5AC5FF9749B8}"/>
                  </a:ext>
                </a:extLst>
              </p:cNvPr>
              <p:cNvSpPr txBox="1"/>
              <p:nvPr/>
            </p:nvSpPr>
            <p:spPr>
              <a:xfrm>
                <a:off x="589508" y="4531091"/>
                <a:ext cx="3371116" cy="707886"/>
              </a:xfrm>
              <a:prstGeom prst="rect">
                <a:avLst/>
              </a:prstGeom>
              <a:noFill/>
            </p:spPr>
            <p:txBody>
              <a:bodyPr wrap="square" rtlCol="0">
                <a:spAutoFit/>
              </a:bodyPr>
              <a:lstStyle/>
              <a:p>
                <a:pPr algn="ctr"/>
                <a:r>
                  <a:rPr lang="fr-FR" sz="4000" b="1" i="1" dirty="0"/>
                  <a:t>Actions</a:t>
                </a:r>
              </a:p>
            </p:txBody>
          </p:sp>
        </p:grpSp>
        <p:pic>
          <p:nvPicPr>
            <p:cNvPr id="11" name="Graphique 10" descr="Curseur avec un remplissage uni">
              <a:extLst>
                <a:ext uri="{FF2B5EF4-FFF2-40B4-BE49-F238E27FC236}">
                  <a16:creationId xmlns:a16="http://schemas.microsoft.com/office/drawing/2014/main" id="{00BC3281-2476-4604-AF72-B650A820515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89508" y="3501093"/>
              <a:ext cx="1226337" cy="1226337"/>
            </a:xfrm>
            <a:prstGeom prst="rect">
              <a:avLst/>
            </a:prstGeom>
          </p:spPr>
        </p:pic>
        <p:pic>
          <p:nvPicPr>
            <p:cNvPr id="12" name="Graphique 11" descr="Engrenage avec un remplissage uni">
              <a:extLst>
                <a:ext uri="{FF2B5EF4-FFF2-40B4-BE49-F238E27FC236}">
                  <a16:creationId xmlns:a16="http://schemas.microsoft.com/office/drawing/2014/main" id="{41E4A4D7-F89C-4105-9130-CBBEF0ACF93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812993" y="3617470"/>
              <a:ext cx="993582" cy="993582"/>
            </a:xfrm>
            <a:prstGeom prst="rect">
              <a:avLst/>
            </a:prstGeom>
          </p:spPr>
        </p:pic>
        <p:pic>
          <p:nvPicPr>
            <p:cNvPr id="13" name="Graphique 12" descr="Calendrier journalier avec un remplissage uni">
              <a:extLst>
                <a:ext uri="{FF2B5EF4-FFF2-40B4-BE49-F238E27FC236}">
                  <a16:creationId xmlns:a16="http://schemas.microsoft.com/office/drawing/2014/main" id="{00DE4BCF-98FA-4336-A581-D912B0F5A96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803722" y="3617470"/>
              <a:ext cx="993582" cy="993582"/>
            </a:xfrm>
            <a:prstGeom prst="rect">
              <a:avLst/>
            </a:prstGeom>
          </p:spPr>
        </p:pic>
      </p:grpSp>
      <p:grpSp>
        <p:nvGrpSpPr>
          <p:cNvPr id="27" name="Groupe 26">
            <a:extLst>
              <a:ext uri="{FF2B5EF4-FFF2-40B4-BE49-F238E27FC236}">
                <a16:creationId xmlns:a16="http://schemas.microsoft.com/office/drawing/2014/main" id="{7484C42C-1A93-445C-A945-16ADBA240C56}"/>
              </a:ext>
            </a:extLst>
          </p:cNvPr>
          <p:cNvGrpSpPr/>
          <p:nvPr/>
        </p:nvGrpSpPr>
        <p:grpSpPr>
          <a:xfrm>
            <a:off x="268347" y="5099537"/>
            <a:ext cx="2616618" cy="1444895"/>
            <a:chOff x="3555582" y="3757066"/>
            <a:chExt cx="4128117" cy="2279544"/>
          </a:xfrm>
        </p:grpSpPr>
        <p:grpSp>
          <p:nvGrpSpPr>
            <p:cNvPr id="26" name="Groupe 25">
              <a:extLst>
                <a:ext uri="{FF2B5EF4-FFF2-40B4-BE49-F238E27FC236}">
                  <a16:creationId xmlns:a16="http://schemas.microsoft.com/office/drawing/2014/main" id="{708C523A-9992-4C19-880F-1D8124B30FC9}"/>
                </a:ext>
              </a:extLst>
            </p:cNvPr>
            <p:cNvGrpSpPr/>
            <p:nvPr/>
          </p:nvGrpSpPr>
          <p:grpSpPr>
            <a:xfrm>
              <a:off x="3555582" y="3757066"/>
              <a:ext cx="4128117" cy="2279544"/>
              <a:chOff x="3555582" y="3757066"/>
              <a:chExt cx="4128117" cy="2279544"/>
            </a:xfrm>
          </p:grpSpPr>
          <p:sp>
            <p:nvSpPr>
              <p:cNvPr id="17" name="Rectangle 16">
                <a:extLst>
                  <a:ext uri="{FF2B5EF4-FFF2-40B4-BE49-F238E27FC236}">
                    <a16:creationId xmlns:a16="http://schemas.microsoft.com/office/drawing/2014/main" id="{99F24981-2417-4EF6-AA56-0D98B246D9A6}"/>
                  </a:ext>
                </a:extLst>
              </p:cNvPr>
              <p:cNvSpPr/>
              <p:nvPr/>
            </p:nvSpPr>
            <p:spPr>
              <a:xfrm>
                <a:off x="3555582" y="3757066"/>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18" name="ZoneTexte 17">
                <a:extLst>
                  <a:ext uri="{FF2B5EF4-FFF2-40B4-BE49-F238E27FC236}">
                    <a16:creationId xmlns:a16="http://schemas.microsoft.com/office/drawing/2014/main" id="{9C50DC58-61E4-4D49-B6E0-8B3125123946}"/>
                  </a:ext>
                </a:extLst>
              </p:cNvPr>
              <p:cNvSpPr txBox="1"/>
              <p:nvPr/>
            </p:nvSpPr>
            <p:spPr>
              <a:xfrm>
                <a:off x="3974230" y="5105253"/>
                <a:ext cx="3371116" cy="825460"/>
              </a:xfrm>
              <a:prstGeom prst="rect">
                <a:avLst/>
              </a:prstGeom>
              <a:noFill/>
            </p:spPr>
            <p:txBody>
              <a:bodyPr wrap="square" rtlCol="0">
                <a:spAutoFit/>
              </a:bodyPr>
              <a:lstStyle/>
              <a:p>
                <a:pPr algn="ctr"/>
                <a:r>
                  <a:rPr lang="en-US" sz="2800" b="1" i="1" dirty="0">
                    <a:solidFill>
                      <a:srgbClr val="3494BA"/>
                    </a:solidFill>
                  </a:rPr>
                  <a:t>Artefacts</a:t>
                </a:r>
              </a:p>
            </p:txBody>
          </p:sp>
        </p:grpSp>
        <p:pic>
          <p:nvPicPr>
            <p:cNvPr id="19" name="Graphique 18" descr="Cœur avec un remplissage uni">
              <a:extLst>
                <a:ext uri="{FF2B5EF4-FFF2-40B4-BE49-F238E27FC236}">
                  <a16:creationId xmlns:a16="http://schemas.microsoft.com/office/drawing/2014/main" id="{CEB993DE-94B0-4C36-9E1D-F541078FD7B0}"/>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215029" y="3834865"/>
              <a:ext cx="848637" cy="848637"/>
            </a:xfrm>
            <a:prstGeom prst="rect">
              <a:avLst/>
            </a:prstGeom>
          </p:spPr>
        </p:pic>
        <p:pic>
          <p:nvPicPr>
            <p:cNvPr id="20" name="Graphique 19" descr="Colonne grecque avec un remplissage uni">
              <a:extLst>
                <a:ext uri="{FF2B5EF4-FFF2-40B4-BE49-F238E27FC236}">
                  <a16:creationId xmlns:a16="http://schemas.microsoft.com/office/drawing/2014/main" id="{A5BA47E6-2750-47FB-97CC-DCAE91E060A3}"/>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215028" y="4453763"/>
              <a:ext cx="848639" cy="848639"/>
            </a:xfrm>
            <a:prstGeom prst="rect">
              <a:avLst/>
            </a:prstGeom>
          </p:spPr>
        </p:pic>
      </p:grpSp>
      <p:grpSp>
        <p:nvGrpSpPr>
          <p:cNvPr id="25" name="Groupe 24">
            <a:extLst>
              <a:ext uri="{FF2B5EF4-FFF2-40B4-BE49-F238E27FC236}">
                <a16:creationId xmlns:a16="http://schemas.microsoft.com/office/drawing/2014/main" id="{97480E82-AEFF-4D4A-AF85-A71F0BB97303}"/>
              </a:ext>
            </a:extLst>
          </p:cNvPr>
          <p:cNvGrpSpPr/>
          <p:nvPr/>
        </p:nvGrpSpPr>
        <p:grpSpPr>
          <a:xfrm>
            <a:off x="3353150" y="3182903"/>
            <a:ext cx="2889277" cy="1595457"/>
            <a:chOff x="7893023" y="2617294"/>
            <a:chExt cx="4128117" cy="2279544"/>
          </a:xfrm>
        </p:grpSpPr>
        <p:sp>
          <p:nvSpPr>
            <p:cNvPr id="22" name="Rectangle 21">
              <a:extLst>
                <a:ext uri="{FF2B5EF4-FFF2-40B4-BE49-F238E27FC236}">
                  <a16:creationId xmlns:a16="http://schemas.microsoft.com/office/drawing/2014/main" id="{47CDA691-27CC-47B3-83B4-FB82F95280B1}"/>
                </a:ext>
              </a:extLst>
            </p:cNvPr>
            <p:cNvSpPr/>
            <p:nvPr/>
          </p:nvSpPr>
          <p:spPr>
            <a:xfrm>
              <a:off x="7893023" y="2617294"/>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23" name="ZoneTexte 22">
              <a:extLst>
                <a:ext uri="{FF2B5EF4-FFF2-40B4-BE49-F238E27FC236}">
                  <a16:creationId xmlns:a16="http://schemas.microsoft.com/office/drawing/2014/main" id="{F5D86E68-F7CE-4417-A17B-73ECCF4699C7}"/>
                </a:ext>
              </a:extLst>
            </p:cNvPr>
            <p:cNvSpPr txBox="1"/>
            <p:nvPr/>
          </p:nvSpPr>
          <p:spPr>
            <a:xfrm>
              <a:off x="8311672" y="3965482"/>
              <a:ext cx="3371117" cy="835510"/>
            </a:xfrm>
            <a:prstGeom prst="rect">
              <a:avLst/>
            </a:prstGeom>
            <a:noFill/>
          </p:spPr>
          <p:txBody>
            <a:bodyPr wrap="square" rtlCol="0">
              <a:spAutoFit/>
            </a:bodyPr>
            <a:lstStyle/>
            <a:p>
              <a:pPr algn="ctr"/>
              <a:r>
                <a:rPr lang="en-US" sz="3200" b="1" i="1" dirty="0" err="1">
                  <a:solidFill>
                    <a:srgbClr val="ED7D31"/>
                  </a:solidFill>
                </a:rPr>
                <a:t>Recrues</a:t>
              </a:r>
              <a:endParaRPr lang="en-US" sz="3200" b="1" i="1" dirty="0">
                <a:solidFill>
                  <a:srgbClr val="ED7D31"/>
                </a:solidFill>
              </a:endParaRPr>
            </a:p>
          </p:txBody>
        </p:sp>
        <p:pic>
          <p:nvPicPr>
            <p:cNvPr id="24" name="Graphique 23" descr="Utilisateur avec un remplissage uni">
              <a:extLst>
                <a:ext uri="{FF2B5EF4-FFF2-40B4-BE49-F238E27FC236}">
                  <a16:creationId xmlns:a16="http://schemas.microsoft.com/office/drawing/2014/main" id="{0E905479-A0DC-4F0B-8B47-C90CCF68A179}"/>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333040" y="2900244"/>
              <a:ext cx="1296814" cy="1296814"/>
            </a:xfrm>
            <a:prstGeom prst="rect">
              <a:avLst/>
            </a:prstGeom>
          </p:spPr>
        </p:pic>
      </p:grpSp>
      <p:grpSp>
        <p:nvGrpSpPr>
          <p:cNvPr id="37" name="Groupe 36">
            <a:extLst>
              <a:ext uri="{FF2B5EF4-FFF2-40B4-BE49-F238E27FC236}">
                <a16:creationId xmlns:a16="http://schemas.microsoft.com/office/drawing/2014/main" id="{EFFE5786-96CA-4005-8B57-65D7C395ACD6}"/>
              </a:ext>
            </a:extLst>
          </p:cNvPr>
          <p:cNvGrpSpPr/>
          <p:nvPr/>
        </p:nvGrpSpPr>
        <p:grpSpPr>
          <a:xfrm>
            <a:off x="3353150" y="5049246"/>
            <a:ext cx="2843065" cy="1569939"/>
            <a:chOff x="3753675" y="4814317"/>
            <a:chExt cx="4128117" cy="2279544"/>
          </a:xfrm>
        </p:grpSpPr>
        <p:sp>
          <p:nvSpPr>
            <p:cNvPr id="34" name="Rectangle 33">
              <a:extLst>
                <a:ext uri="{FF2B5EF4-FFF2-40B4-BE49-F238E27FC236}">
                  <a16:creationId xmlns:a16="http://schemas.microsoft.com/office/drawing/2014/main" id="{723F4F19-1FF8-4493-9C4C-959E56843128}"/>
                </a:ext>
              </a:extLst>
            </p:cNvPr>
            <p:cNvSpPr/>
            <p:nvPr/>
          </p:nvSpPr>
          <p:spPr>
            <a:xfrm>
              <a:off x="3753675" y="4814317"/>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5" name="Image 34">
              <a:extLst>
                <a:ext uri="{FF2B5EF4-FFF2-40B4-BE49-F238E27FC236}">
                  <a16:creationId xmlns:a16="http://schemas.microsoft.com/office/drawing/2014/main" id="{F8207AFA-E4A6-4C7C-A1DF-A4B53C628293}"/>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4345886" y="5202289"/>
              <a:ext cx="2999816" cy="1720838"/>
            </a:xfrm>
            <a:prstGeom prst="rect">
              <a:avLst/>
            </a:prstGeom>
          </p:spPr>
        </p:pic>
        <p:pic>
          <p:nvPicPr>
            <p:cNvPr id="36" name="Image 35">
              <a:extLst>
                <a:ext uri="{FF2B5EF4-FFF2-40B4-BE49-F238E27FC236}">
                  <a16:creationId xmlns:a16="http://schemas.microsoft.com/office/drawing/2014/main" id="{4DBAD99A-2847-47F6-AAFF-0588D44AB8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70783" y="4918676"/>
              <a:ext cx="634579" cy="350699"/>
            </a:xfrm>
            <a:prstGeom prst="rect">
              <a:avLst/>
            </a:prstGeom>
          </p:spPr>
        </p:pic>
      </p:grpSp>
      <p:grpSp>
        <p:nvGrpSpPr>
          <p:cNvPr id="42" name="Groupe 41">
            <a:extLst>
              <a:ext uri="{FF2B5EF4-FFF2-40B4-BE49-F238E27FC236}">
                <a16:creationId xmlns:a16="http://schemas.microsoft.com/office/drawing/2014/main" id="{440125DA-AA21-4715-9CEB-84FD89ACF964}"/>
              </a:ext>
            </a:extLst>
          </p:cNvPr>
          <p:cNvGrpSpPr/>
          <p:nvPr/>
        </p:nvGrpSpPr>
        <p:grpSpPr>
          <a:xfrm>
            <a:off x="6420106" y="5037937"/>
            <a:ext cx="2843065" cy="1569939"/>
            <a:chOff x="5362831" y="54501"/>
            <a:chExt cx="4128117" cy="2279544"/>
          </a:xfrm>
        </p:grpSpPr>
        <p:sp>
          <p:nvSpPr>
            <p:cNvPr id="39" name="Rectangle 38">
              <a:extLst>
                <a:ext uri="{FF2B5EF4-FFF2-40B4-BE49-F238E27FC236}">
                  <a16:creationId xmlns:a16="http://schemas.microsoft.com/office/drawing/2014/main" id="{F82DF501-6F81-4784-AF90-AE408298B45B}"/>
                </a:ext>
              </a:extLst>
            </p:cNvPr>
            <p:cNvSpPr/>
            <p:nvPr/>
          </p:nvSpPr>
          <p:spPr>
            <a:xfrm>
              <a:off x="5362831" y="54501"/>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pic>
          <p:nvPicPr>
            <p:cNvPr id="40" name="Image 39">
              <a:extLst>
                <a:ext uri="{FF2B5EF4-FFF2-40B4-BE49-F238E27FC236}">
                  <a16:creationId xmlns:a16="http://schemas.microsoft.com/office/drawing/2014/main" id="{60669A09-3102-4A17-9E1E-84AD757EC7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79939" y="158860"/>
              <a:ext cx="634579" cy="350699"/>
            </a:xfrm>
            <a:prstGeom prst="rect">
              <a:avLst/>
            </a:prstGeom>
          </p:spPr>
        </p:pic>
        <p:sp>
          <p:nvSpPr>
            <p:cNvPr id="41" name="ZoneTexte 40">
              <a:extLst>
                <a:ext uri="{FF2B5EF4-FFF2-40B4-BE49-F238E27FC236}">
                  <a16:creationId xmlns:a16="http://schemas.microsoft.com/office/drawing/2014/main" id="{040F8A2D-49C0-47E8-8D16-ACFED7A5612B}"/>
                </a:ext>
              </a:extLst>
            </p:cNvPr>
            <p:cNvSpPr txBox="1"/>
            <p:nvPr/>
          </p:nvSpPr>
          <p:spPr>
            <a:xfrm>
              <a:off x="5497228" y="634937"/>
              <a:ext cx="3741955" cy="1663332"/>
            </a:xfrm>
            <a:prstGeom prst="rect">
              <a:avLst/>
            </a:prstGeom>
            <a:noFill/>
          </p:spPr>
          <p:txBody>
            <a:bodyPr wrap="square" rtlCol="0">
              <a:spAutoFit/>
            </a:bodyPr>
            <a:lstStyle/>
            <a:p>
              <a:pPr algn="ctr"/>
              <a:r>
                <a:rPr lang="fr-FR" sz="2800" b="1" i="1" dirty="0">
                  <a:ln>
                    <a:solidFill>
                      <a:schemeClr val="tx1"/>
                    </a:solidFill>
                  </a:ln>
                  <a:solidFill>
                    <a:schemeClr val="bg1"/>
                  </a:solidFill>
                </a:rPr>
                <a:t>REALISM</a:t>
              </a:r>
            </a:p>
            <a:p>
              <a:pPr algn="ctr"/>
              <a:r>
                <a:rPr lang="fr-FR" sz="2800" b="1" i="1" dirty="0">
                  <a:ln>
                    <a:solidFill>
                      <a:schemeClr val="tx1"/>
                    </a:solidFill>
                  </a:ln>
                  <a:solidFill>
                    <a:schemeClr val="bg1"/>
                  </a:solidFill>
                </a:rPr>
                <a:t>Mode</a:t>
              </a:r>
            </a:p>
          </p:txBody>
        </p:sp>
      </p:grpSp>
      <p:pic>
        <p:nvPicPr>
          <p:cNvPr id="44" name="Graphique 43" descr="Ampoule contour">
            <a:extLst>
              <a:ext uri="{FF2B5EF4-FFF2-40B4-BE49-F238E27FC236}">
                <a16:creationId xmlns:a16="http://schemas.microsoft.com/office/drawing/2014/main" id="{C18972A7-FE56-46D0-8E74-975A469FB6A5}"/>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632576" y="1170066"/>
            <a:ext cx="914400" cy="914400"/>
          </a:xfrm>
          <a:prstGeom prst="rect">
            <a:avLst/>
          </a:prstGeom>
        </p:spPr>
      </p:pic>
      <p:sp>
        <p:nvSpPr>
          <p:cNvPr id="32" name="ZoneTexte 31">
            <a:extLst>
              <a:ext uri="{FF2B5EF4-FFF2-40B4-BE49-F238E27FC236}">
                <a16:creationId xmlns:a16="http://schemas.microsoft.com/office/drawing/2014/main" id="{3C763CBF-C4FD-4AF3-AB49-088D42AE0D8E}"/>
              </a:ext>
            </a:extLst>
          </p:cNvPr>
          <p:cNvSpPr txBox="1"/>
          <p:nvPr/>
        </p:nvSpPr>
        <p:spPr>
          <a:xfrm>
            <a:off x="7025718" y="2109105"/>
            <a:ext cx="4128117" cy="707886"/>
          </a:xfrm>
          <a:prstGeom prst="rect">
            <a:avLst/>
          </a:prstGeom>
          <a:solidFill>
            <a:schemeClr val="tx1"/>
          </a:solidFill>
        </p:spPr>
        <p:txBody>
          <a:bodyPr wrap="square" rtlCol="0">
            <a:spAutoFit/>
          </a:bodyPr>
          <a:lstStyle/>
          <a:p>
            <a:pPr algn="ctr"/>
            <a:r>
              <a:rPr lang="fr-FR" sz="4000" b="1" i="1" dirty="0">
                <a:ln>
                  <a:solidFill>
                    <a:schemeClr val="tx1"/>
                  </a:solidFill>
                </a:ln>
                <a:solidFill>
                  <a:schemeClr val="bg1"/>
                </a:solidFill>
              </a:rPr>
              <a:t>Game </a:t>
            </a:r>
            <a:r>
              <a:rPr lang="fr-FR" sz="4000" b="1" i="1" dirty="0" err="1">
                <a:ln>
                  <a:solidFill>
                    <a:schemeClr val="tx1"/>
                  </a:solidFill>
                </a:ln>
                <a:solidFill>
                  <a:schemeClr val="bg1"/>
                </a:solidFill>
              </a:rPr>
              <a:t>Modifiers</a:t>
            </a:r>
            <a:endParaRPr lang="fr-FR" sz="4000" b="1" i="1" dirty="0">
              <a:ln>
                <a:solidFill>
                  <a:schemeClr val="tx1"/>
                </a:solidFill>
              </a:ln>
              <a:solidFill>
                <a:schemeClr val="bg1"/>
              </a:solidFill>
            </a:endParaRPr>
          </a:p>
        </p:txBody>
      </p:sp>
    </p:spTree>
    <p:extLst>
      <p:ext uri="{BB962C8B-B14F-4D97-AF65-F5344CB8AC3E}">
        <p14:creationId xmlns:p14="http://schemas.microsoft.com/office/powerpoint/2010/main" val="203461639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9A9C173B-EEF5-4A47-94DF-0E3010C1B851}"/>
              </a:ext>
            </a:extLst>
          </p:cNvPr>
          <p:cNvPicPr>
            <a:picLocks noChangeAspect="1"/>
          </p:cNvPicPr>
          <p:nvPr/>
        </p:nvPicPr>
        <p:blipFill>
          <a:blip r:embed="rId2">
            <a:duotone>
              <a:schemeClr val="accent5">
                <a:shade val="45000"/>
                <a:satMod val="135000"/>
              </a:schemeClr>
              <a:prstClr val="white"/>
            </a:duotone>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2667000" y="0"/>
            <a:ext cx="6858000" cy="6858000"/>
          </a:xfrm>
          <a:prstGeom prst="rect">
            <a:avLst/>
          </a:prstGeom>
        </p:spPr>
      </p:pic>
    </p:spTree>
    <p:extLst>
      <p:ext uri="{BB962C8B-B14F-4D97-AF65-F5344CB8AC3E}">
        <p14:creationId xmlns:p14="http://schemas.microsoft.com/office/powerpoint/2010/main" val="289533514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FF370831-2FCD-4AA7-A06E-FFC4F5A21B2F}"/>
              </a:ext>
            </a:extLst>
          </p:cNvPr>
          <p:cNvSpPr>
            <a:spLocks noGrp="1"/>
          </p:cNvSpPr>
          <p:nvPr>
            <p:ph type="title"/>
          </p:nvPr>
        </p:nvSpPr>
        <p:spPr/>
        <p:txBody>
          <a:bodyPr/>
          <a:lstStyle/>
          <a:p>
            <a:r>
              <a:rPr lang="fr-FR" dirty="0"/>
              <a:t>Cartes du jeu</a:t>
            </a:r>
          </a:p>
        </p:txBody>
      </p:sp>
      <p:sp>
        <p:nvSpPr>
          <p:cNvPr id="5" name="Espace réservé du texte 4">
            <a:extLst>
              <a:ext uri="{FF2B5EF4-FFF2-40B4-BE49-F238E27FC236}">
                <a16:creationId xmlns:a16="http://schemas.microsoft.com/office/drawing/2014/main" id="{9E0B212F-2DD7-4F91-9298-2F5FDC892EFB}"/>
              </a:ext>
            </a:extLst>
          </p:cNvPr>
          <p:cNvSpPr>
            <a:spLocks noGrp="1"/>
          </p:cNvSpPr>
          <p:nvPr>
            <p:ph type="body" idx="1"/>
          </p:nvPr>
        </p:nvSpPr>
        <p:spPr/>
        <p:txBody>
          <a:bodyPr>
            <a:normAutofit/>
          </a:bodyPr>
          <a:lstStyle/>
          <a:p>
            <a:r>
              <a:rPr lang="fr-FR" dirty="0" err="1"/>
              <a:t>Everything</a:t>
            </a:r>
            <a:r>
              <a:rPr lang="fr-FR" dirty="0"/>
              <a:t> </a:t>
            </a:r>
            <a:r>
              <a:rPr lang="fr-FR" dirty="0" err="1"/>
              <a:t>created</a:t>
            </a:r>
            <a:r>
              <a:rPr lang="fr-FR" dirty="0"/>
              <a:t> </a:t>
            </a:r>
            <a:r>
              <a:rPr lang="fr-FR" dirty="0" err="1"/>
              <a:t>with</a:t>
            </a:r>
            <a:r>
              <a:rPr lang="fr-FR" dirty="0"/>
              <a:t> </a:t>
            </a:r>
            <a:r>
              <a:rPr lang="fr-FR" dirty="0" err="1"/>
              <a:t>Card</a:t>
            </a:r>
            <a:r>
              <a:rPr lang="fr-FR" dirty="0"/>
              <a:t> Creator</a:t>
            </a:r>
          </a:p>
        </p:txBody>
      </p:sp>
    </p:spTree>
    <p:extLst>
      <p:ext uri="{BB962C8B-B14F-4D97-AF65-F5344CB8AC3E}">
        <p14:creationId xmlns:p14="http://schemas.microsoft.com/office/powerpoint/2010/main" val="185106109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FF370831-2FCD-4AA7-A06E-FFC4F5A21B2F}"/>
              </a:ext>
            </a:extLst>
          </p:cNvPr>
          <p:cNvSpPr>
            <a:spLocks noGrp="1"/>
          </p:cNvSpPr>
          <p:nvPr>
            <p:ph type="title"/>
          </p:nvPr>
        </p:nvSpPr>
        <p:spPr/>
        <p:txBody>
          <a:bodyPr/>
          <a:lstStyle/>
          <a:p>
            <a:r>
              <a:rPr lang="fr-FR" dirty="0"/>
              <a:t>Extensions du jeu</a:t>
            </a:r>
          </a:p>
        </p:txBody>
      </p:sp>
      <p:sp>
        <p:nvSpPr>
          <p:cNvPr id="5" name="Espace réservé du texte 4">
            <a:extLst>
              <a:ext uri="{FF2B5EF4-FFF2-40B4-BE49-F238E27FC236}">
                <a16:creationId xmlns:a16="http://schemas.microsoft.com/office/drawing/2014/main" id="{9E0B212F-2DD7-4F91-9298-2F5FDC892EFB}"/>
              </a:ext>
            </a:extLst>
          </p:cNvPr>
          <p:cNvSpPr>
            <a:spLocks noGrp="1"/>
          </p:cNvSpPr>
          <p:nvPr>
            <p:ph type="body" idx="1"/>
          </p:nvPr>
        </p:nvSpPr>
        <p:spPr/>
        <p:txBody>
          <a:bodyPr>
            <a:normAutofit/>
          </a:bodyPr>
          <a:lstStyle/>
          <a:p>
            <a:r>
              <a:rPr lang="fr-FR" dirty="0" err="1"/>
              <a:t>Everything</a:t>
            </a:r>
            <a:r>
              <a:rPr lang="fr-FR" dirty="0"/>
              <a:t> </a:t>
            </a:r>
            <a:r>
              <a:rPr lang="fr-FR" dirty="0" err="1"/>
              <a:t>created</a:t>
            </a:r>
            <a:r>
              <a:rPr lang="fr-FR" dirty="0"/>
              <a:t> </a:t>
            </a:r>
            <a:r>
              <a:rPr lang="fr-FR" dirty="0" err="1"/>
              <a:t>with</a:t>
            </a:r>
            <a:r>
              <a:rPr lang="fr-FR" dirty="0"/>
              <a:t> Office 365 Powerpoint </a:t>
            </a:r>
            <a:r>
              <a:rPr lang="fr-FR" dirty="0" err="1"/>
              <a:t>Icons</a:t>
            </a:r>
            <a:endParaRPr lang="fr-FR" dirty="0"/>
          </a:p>
        </p:txBody>
      </p:sp>
    </p:spTree>
    <p:extLst>
      <p:ext uri="{BB962C8B-B14F-4D97-AF65-F5344CB8AC3E}">
        <p14:creationId xmlns:p14="http://schemas.microsoft.com/office/powerpoint/2010/main" val="177297654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8FD8BBB-7303-490E-8816-71E9571331E4}"/>
              </a:ext>
            </a:extLst>
          </p:cNvPr>
          <p:cNvSpPr>
            <a:spLocks noGrp="1"/>
          </p:cNvSpPr>
          <p:nvPr>
            <p:ph type="title" idx="4294967295"/>
          </p:nvPr>
        </p:nvSpPr>
        <p:spPr>
          <a:xfrm>
            <a:off x="5919788" y="1076325"/>
            <a:ext cx="6272212" cy="1535113"/>
          </a:xfrm>
        </p:spPr>
        <p:txBody>
          <a:bodyPr vert="horz" lIns="91440" tIns="45720" rIns="91440" bIns="45720" rtlCol="0" anchor="b">
            <a:normAutofit/>
          </a:bodyPr>
          <a:lstStyle/>
          <a:p>
            <a:r>
              <a:rPr lang="en-US" sz="5200" dirty="0"/>
              <a:t>#OSG Deck</a:t>
            </a:r>
          </a:p>
        </p:txBody>
      </p:sp>
      <p:sp>
        <p:nvSpPr>
          <p:cNvPr id="3" name="Espace réservé du contenu 2">
            <a:extLst>
              <a:ext uri="{FF2B5EF4-FFF2-40B4-BE49-F238E27FC236}">
                <a16:creationId xmlns:a16="http://schemas.microsoft.com/office/drawing/2014/main" id="{79E8C09E-8D68-4D11-8E9A-42233610FC0E}"/>
              </a:ext>
            </a:extLst>
          </p:cNvPr>
          <p:cNvSpPr>
            <a:spLocks noGrp="1"/>
          </p:cNvSpPr>
          <p:nvPr>
            <p:ph sz="half" idx="4294967295"/>
          </p:nvPr>
        </p:nvSpPr>
        <p:spPr>
          <a:xfrm>
            <a:off x="5573713" y="3095625"/>
            <a:ext cx="6618287" cy="3543300"/>
          </a:xfrm>
        </p:spPr>
        <p:txBody>
          <a:bodyPr vert="horz" lIns="91440" tIns="45720" rIns="91440" bIns="45720" rtlCol="0">
            <a:normAutofit/>
          </a:bodyPr>
          <a:lstStyle/>
          <a:p>
            <a:r>
              <a:rPr lang="fr-FR" sz="1800" dirty="0"/>
              <a:t>Le #OSG Deck présente la méthode #OSG (#OpenSeriousGuide), qui se concentre sur l'autonomisation des membres de la communauté et leur capacité de transmission</a:t>
            </a:r>
          </a:p>
          <a:p>
            <a:r>
              <a:rPr lang="fr-FR" sz="1800" dirty="0"/>
              <a:t>Le #OSG Deck comprend des actions et des recrutements supplémentaires. </a:t>
            </a:r>
          </a:p>
        </p:txBody>
      </p:sp>
      <p:pic>
        <p:nvPicPr>
          <p:cNvPr id="5" name="Image 4">
            <a:extLst>
              <a:ext uri="{FF2B5EF4-FFF2-40B4-BE49-F238E27FC236}">
                <a16:creationId xmlns:a16="http://schemas.microsoft.com/office/drawing/2014/main" id="{8F8AF434-FFB5-4AF6-B92A-FC6EE0E2B7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902398" cy="6858000"/>
          </a:xfrm>
          <a:prstGeom prst="rect">
            <a:avLst/>
          </a:prstGeom>
        </p:spPr>
      </p:pic>
    </p:spTree>
    <p:extLst>
      <p:ext uri="{BB962C8B-B14F-4D97-AF65-F5344CB8AC3E}">
        <p14:creationId xmlns:p14="http://schemas.microsoft.com/office/powerpoint/2010/main" val="67284210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Image 14" descr="Une image contenant texte&#10;&#10;Description générée automatiquement">
            <a:extLst>
              <a:ext uri="{FF2B5EF4-FFF2-40B4-BE49-F238E27FC236}">
                <a16:creationId xmlns:a16="http://schemas.microsoft.com/office/drawing/2014/main" id="{64A54B4B-C881-410B-87A6-BAC18B35294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0"/>
            <a:ext cx="1843302" cy="2578608"/>
          </a:xfrm>
          <a:prstGeom prst="rect">
            <a:avLst/>
          </a:prstGeom>
        </p:spPr>
      </p:pic>
      <p:pic>
        <p:nvPicPr>
          <p:cNvPr id="3" name="Image 2">
            <a:extLst>
              <a:ext uri="{FF2B5EF4-FFF2-40B4-BE49-F238E27FC236}">
                <a16:creationId xmlns:a16="http://schemas.microsoft.com/office/drawing/2014/main" id="{4D7A8C1D-0EBE-4F14-A06F-630AFE1971A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466437" y="0"/>
            <a:ext cx="1843302" cy="2578608"/>
          </a:xfrm>
          <a:prstGeom prst="rect">
            <a:avLst/>
          </a:prstGeom>
        </p:spPr>
      </p:pic>
      <p:pic>
        <p:nvPicPr>
          <p:cNvPr id="5" name="Image 4" descr="Une image contenant texte&#10;&#10;Description générée automatiquement">
            <a:extLst>
              <a:ext uri="{FF2B5EF4-FFF2-40B4-BE49-F238E27FC236}">
                <a16:creationId xmlns:a16="http://schemas.microsoft.com/office/drawing/2014/main" id="{A49DFB0F-4D95-487E-BD9E-CC529309BA23}"/>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932874" y="0"/>
            <a:ext cx="1843302" cy="2578608"/>
          </a:xfrm>
          <a:prstGeom prst="rect">
            <a:avLst/>
          </a:prstGeom>
        </p:spPr>
      </p:pic>
      <p:pic>
        <p:nvPicPr>
          <p:cNvPr id="7" name="Image 6">
            <a:extLst>
              <a:ext uri="{FF2B5EF4-FFF2-40B4-BE49-F238E27FC236}">
                <a16:creationId xmlns:a16="http://schemas.microsoft.com/office/drawing/2014/main" id="{DDE6786D-97F6-4052-B42D-6D4ADA1AF737}"/>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399311" y="0"/>
            <a:ext cx="1843302" cy="2578608"/>
          </a:xfrm>
          <a:prstGeom prst="rect">
            <a:avLst/>
          </a:prstGeom>
        </p:spPr>
      </p:pic>
      <p:pic>
        <p:nvPicPr>
          <p:cNvPr id="9" name="Image 8">
            <a:extLst>
              <a:ext uri="{FF2B5EF4-FFF2-40B4-BE49-F238E27FC236}">
                <a16:creationId xmlns:a16="http://schemas.microsoft.com/office/drawing/2014/main" id="{A3A1E83D-EBD6-4A5F-A4C9-1803D45A3551}"/>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5865748" y="0"/>
            <a:ext cx="1843302" cy="2578608"/>
          </a:xfrm>
          <a:prstGeom prst="rect">
            <a:avLst/>
          </a:prstGeom>
        </p:spPr>
      </p:pic>
      <p:pic>
        <p:nvPicPr>
          <p:cNvPr id="11" name="Image 10">
            <a:extLst>
              <a:ext uri="{FF2B5EF4-FFF2-40B4-BE49-F238E27FC236}">
                <a16:creationId xmlns:a16="http://schemas.microsoft.com/office/drawing/2014/main" id="{12A3CBA0-37C1-4872-B130-8CD4BD31C74E}"/>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7332185" y="0"/>
            <a:ext cx="1843302" cy="2578608"/>
          </a:xfrm>
          <a:prstGeom prst="rect">
            <a:avLst/>
          </a:prstGeom>
        </p:spPr>
      </p:pic>
      <p:pic>
        <p:nvPicPr>
          <p:cNvPr id="13" name="Image 12">
            <a:extLst>
              <a:ext uri="{FF2B5EF4-FFF2-40B4-BE49-F238E27FC236}">
                <a16:creationId xmlns:a16="http://schemas.microsoft.com/office/drawing/2014/main" id="{33BD12D1-52A6-400B-B6C9-C75700ACAC6D}"/>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8798622" y="0"/>
            <a:ext cx="1843302" cy="2578608"/>
          </a:xfrm>
          <a:prstGeom prst="rect">
            <a:avLst/>
          </a:prstGeom>
        </p:spPr>
      </p:pic>
      <p:pic>
        <p:nvPicPr>
          <p:cNvPr id="17" name="Image 16" descr="Une image contenant texte&#10;&#10;Description générée automatiquement">
            <a:extLst>
              <a:ext uri="{FF2B5EF4-FFF2-40B4-BE49-F238E27FC236}">
                <a16:creationId xmlns:a16="http://schemas.microsoft.com/office/drawing/2014/main" id="{CE101DE8-9DFF-46A4-91AB-413BC0EB85D5}"/>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10265057" y="0"/>
            <a:ext cx="1843302" cy="2578608"/>
          </a:xfrm>
          <a:prstGeom prst="rect">
            <a:avLst/>
          </a:prstGeom>
        </p:spPr>
      </p:pic>
      <p:pic>
        <p:nvPicPr>
          <p:cNvPr id="18" name="Image 17" descr="Une image contenant texte&#10;&#10;Description générée automatiquement">
            <a:extLst>
              <a:ext uri="{FF2B5EF4-FFF2-40B4-BE49-F238E27FC236}">
                <a16:creationId xmlns:a16="http://schemas.microsoft.com/office/drawing/2014/main" id="{EDA626B5-69E0-4ACD-80BC-6AD58E4567D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0" y="3273551"/>
            <a:ext cx="1843302" cy="2578609"/>
          </a:xfrm>
          <a:prstGeom prst="rect">
            <a:avLst/>
          </a:prstGeom>
        </p:spPr>
      </p:pic>
      <p:pic>
        <p:nvPicPr>
          <p:cNvPr id="19" name="Image 18" descr="Une image contenant texte&#10;&#10;Description générée automatiquement">
            <a:extLst>
              <a:ext uri="{FF2B5EF4-FFF2-40B4-BE49-F238E27FC236}">
                <a16:creationId xmlns:a16="http://schemas.microsoft.com/office/drawing/2014/main" id="{7C6083C8-ED7F-47C9-9436-A938C1EFAF8B}"/>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713889" y="3273551"/>
            <a:ext cx="1843302" cy="2578609"/>
          </a:xfrm>
          <a:prstGeom prst="rect">
            <a:avLst/>
          </a:prstGeom>
        </p:spPr>
      </p:pic>
      <p:pic>
        <p:nvPicPr>
          <p:cNvPr id="20" name="Image 19" descr="Une image contenant texte&#10;&#10;Description générée automatiquement">
            <a:extLst>
              <a:ext uri="{FF2B5EF4-FFF2-40B4-BE49-F238E27FC236}">
                <a16:creationId xmlns:a16="http://schemas.microsoft.com/office/drawing/2014/main" id="{3ABF5114-CE36-451B-81B6-7082D051E807}"/>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427778" y="3273551"/>
            <a:ext cx="1843302" cy="2578609"/>
          </a:xfrm>
          <a:prstGeom prst="rect">
            <a:avLst/>
          </a:prstGeom>
        </p:spPr>
      </p:pic>
      <p:pic>
        <p:nvPicPr>
          <p:cNvPr id="21" name="Image 20">
            <a:extLst>
              <a:ext uri="{FF2B5EF4-FFF2-40B4-BE49-F238E27FC236}">
                <a16:creationId xmlns:a16="http://schemas.microsoft.com/office/drawing/2014/main" id="{151A8092-C8F2-40CC-8CD3-5D49109DD454}"/>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5141667" y="3273551"/>
            <a:ext cx="1843302" cy="2578609"/>
          </a:xfrm>
          <a:prstGeom prst="rect">
            <a:avLst/>
          </a:prstGeom>
        </p:spPr>
      </p:pic>
      <p:pic>
        <p:nvPicPr>
          <p:cNvPr id="22" name="Image 21" descr="Une image contenant texte&#10;&#10;Description générée automatiquement">
            <a:extLst>
              <a:ext uri="{FF2B5EF4-FFF2-40B4-BE49-F238E27FC236}">
                <a16:creationId xmlns:a16="http://schemas.microsoft.com/office/drawing/2014/main" id="{81B13C0E-BB41-49A3-B94B-B8BA145C9BA6}"/>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6855556" y="3273551"/>
            <a:ext cx="1843302" cy="2578609"/>
          </a:xfrm>
          <a:prstGeom prst="rect">
            <a:avLst/>
          </a:prstGeom>
        </p:spPr>
      </p:pic>
      <p:pic>
        <p:nvPicPr>
          <p:cNvPr id="23" name="Image 22">
            <a:extLst>
              <a:ext uri="{FF2B5EF4-FFF2-40B4-BE49-F238E27FC236}">
                <a16:creationId xmlns:a16="http://schemas.microsoft.com/office/drawing/2014/main" id="{C325CE92-4D51-48F4-A1BA-79CD3D12900B}"/>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8569445" y="3273551"/>
            <a:ext cx="1843302" cy="2578609"/>
          </a:xfrm>
          <a:prstGeom prst="rect">
            <a:avLst/>
          </a:prstGeom>
        </p:spPr>
      </p:pic>
      <p:pic>
        <p:nvPicPr>
          <p:cNvPr id="24" name="Image 23" descr="Une image contenant texte&#10;&#10;Description générée automatiquement">
            <a:extLst>
              <a:ext uri="{FF2B5EF4-FFF2-40B4-BE49-F238E27FC236}">
                <a16:creationId xmlns:a16="http://schemas.microsoft.com/office/drawing/2014/main" id="{28BE9ABC-30CD-4427-9440-6F74D07EFD8B}"/>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0283333" y="3273551"/>
            <a:ext cx="1843302" cy="2578609"/>
          </a:xfrm>
          <a:prstGeom prst="rect">
            <a:avLst/>
          </a:prstGeom>
        </p:spPr>
      </p:pic>
    </p:spTree>
    <p:extLst>
      <p:ext uri="{BB962C8B-B14F-4D97-AF65-F5344CB8AC3E}">
        <p14:creationId xmlns:p14="http://schemas.microsoft.com/office/powerpoint/2010/main" val="256054396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8FD8BBB-7303-490E-8816-71E9571331E4}"/>
              </a:ext>
            </a:extLst>
          </p:cNvPr>
          <p:cNvSpPr>
            <a:spLocks noGrp="1"/>
          </p:cNvSpPr>
          <p:nvPr>
            <p:ph type="title" idx="4294967295"/>
          </p:nvPr>
        </p:nvSpPr>
        <p:spPr>
          <a:xfrm>
            <a:off x="5919788" y="1076325"/>
            <a:ext cx="6272212" cy="1535113"/>
          </a:xfrm>
        </p:spPr>
        <p:txBody>
          <a:bodyPr vert="horz" lIns="91440" tIns="45720" rIns="91440" bIns="45720" rtlCol="0" anchor="b">
            <a:normAutofit/>
          </a:bodyPr>
          <a:lstStyle/>
          <a:p>
            <a:r>
              <a:rPr lang="en-US" sz="5200" dirty="0"/>
              <a:t>Mode </a:t>
            </a:r>
            <a:r>
              <a:rPr lang="en-US" sz="5200" dirty="0" err="1"/>
              <a:t>réalisme</a:t>
            </a:r>
            <a:endParaRPr lang="en-US" sz="5200" dirty="0"/>
          </a:p>
        </p:txBody>
      </p:sp>
      <p:sp>
        <p:nvSpPr>
          <p:cNvPr id="3" name="Espace réservé du contenu 2">
            <a:extLst>
              <a:ext uri="{FF2B5EF4-FFF2-40B4-BE49-F238E27FC236}">
                <a16:creationId xmlns:a16="http://schemas.microsoft.com/office/drawing/2014/main" id="{79E8C09E-8D68-4D11-8E9A-42233610FC0E}"/>
              </a:ext>
            </a:extLst>
          </p:cNvPr>
          <p:cNvSpPr>
            <a:spLocks noGrp="1"/>
          </p:cNvSpPr>
          <p:nvPr>
            <p:ph sz="half" idx="4294967295"/>
          </p:nvPr>
        </p:nvSpPr>
        <p:spPr>
          <a:xfrm>
            <a:off x="5573713" y="3095625"/>
            <a:ext cx="6618287" cy="3543300"/>
          </a:xfrm>
        </p:spPr>
        <p:txBody>
          <a:bodyPr vert="horz" lIns="91440" tIns="45720" rIns="91440" bIns="45720" rtlCol="0">
            <a:normAutofit/>
          </a:bodyPr>
          <a:lstStyle/>
          <a:p>
            <a:r>
              <a:rPr lang="fr-FR" sz="1800" dirty="0"/>
              <a:t>Le mode Réalisme introduit des modificateurs de jeu, qui sont des cartes que vous pouvez sélectionner au début du jeu pour le rendre plus difficile.</a:t>
            </a:r>
          </a:p>
          <a:p>
            <a:endParaRPr lang="fr-FR" sz="1800" dirty="0"/>
          </a:p>
          <a:p>
            <a:r>
              <a:rPr lang="fr-FR" sz="1800" dirty="0"/>
              <a:t>Chaque carte du mode Réalisme est basée sur des difficultés réelles lors de la construction d'une Communauté. Ce mode est fait pour apprendre à quel point un rôle de Booster peut être délicat.</a:t>
            </a:r>
          </a:p>
        </p:txBody>
      </p:sp>
      <p:pic>
        <p:nvPicPr>
          <p:cNvPr id="7" name="Image 6">
            <a:extLst>
              <a:ext uri="{FF2B5EF4-FFF2-40B4-BE49-F238E27FC236}">
                <a16:creationId xmlns:a16="http://schemas.microsoft.com/office/drawing/2014/main" id="{6D6726F3-93D4-4206-93D3-8454E8E634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902400" cy="6858000"/>
          </a:xfrm>
          <a:prstGeom prst="rect">
            <a:avLst/>
          </a:prstGeom>
          <a:ln>
            <a:solidFill>
              <a:schemeClr val="tx1"/>
            </a:solidFill>
          </a:ln>
        </p:spPr>
      </p:pic>
    </p:spTree>
    <p:extLst>
      <p:ext uri="{BB962C8B-B14F-4D97-AF65-F5344CB8AC3E}">
        <p14:creationId xmlns:p14="http://schemas.microsoft.com/office/powerpoint/2010/main" val="295897614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279B98E0-F3EF-40DD-AF44-B2E699B5AD2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35013" y="758952"/>
            <a:ext cx="1429692" cy="2000006"/>
          </a:xfrm>
          <a:prstGeom prst="rect">
            <a:avLst/>
          </a:prstGeom>
          <a:ln>
            <a:solidFill>
              <a:schemeClr val="tx1"/>
            </a:solidFill>
          </a:ln>
        </p:spPr>
      </p:pic>
      <p:pic>
        <p:nvPicPr>
          <p:cNvPr id="5" name="Image 4" descr="Une image contenant texte&#10;&#10;Description générée automatiquement">
            <a:extLst>
              <a:ext uri="{FF2B5EF4-FFF2-40B4-BE49-F238E27FC236}">
                <a16:creationId xmlns:a16="http://schemas.microsoft.com/office/drawing/2014/main" id="{54132153-CA53-457C-BCEB-06537B5BBB2D}"/>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883727" y="758952"/>
            <a:ext cx="1429692" cy="2000006"/>
          </a:xfrm>
          <a:prstGeom prst="rect">
            <a:avLst/>
          </a:prstGeom>
          <a:ln>
            <a:solidFill>
              <a:schemeClr val="tx1"/>
            </a:solidFill>
          </a:ln>
        </p:spPr>
      </p:pic>
      <p:pic>
        <p:nvPicPr>
          <p:cNvPr id="7" name="Image 6" descr="Une image contenant texte&#10;&#10;Description générée automatiquement">
            <a:extLst>
              <a:ext uri="{FF2B5EF4-FFF2-40B4-BE49-F238E27FC236}">
                <a16:creationId xmlns:a16="http://schemas.microsoft.com/office/drawing/2014/main" id="{47DDBC7A-D7B1-48DB-91A5-3B7F0357277B}"/>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632441" y="758952"/>
            <a:ext cx="1429692" cy="2000006"/>
          </a:xfrm>
          <a:prstGeom prst="rect">
            <a:avLst/>
          </a:prstGeom>
          <a:ln>
            <a:solidFill>
              <a:schemeClr val="tx1"/>
            </a:solidFill>
          </a:ln>
        </p:spPr>
      </p:pic>
      <p:pic>
        <p:nvPicPr>
          <p:cNvPr id="9" name="Image 8">
            <a:extLst>
              <a:ext uri="{FF2B5EF4-FFF2-40B4-BE49-F238E27FC236}">
                <a16:creationId xmlns:a16="http://schemas.microsoft.com/office/drawing/2014/main" id="{8226FDAC-029F-4AE4-9486-E6AEC3EA1897}"/>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381155" y="758952"/>
            <a:ext cx="1429692" cy="2000006"/>
          </a:xfrm>
          <a:prstGeom prst="rect">
            <a:avLst/>
          </a:prstGeom>
          <a:ln>
            <a:solidFill>
              <a:schemeClr val="tx1"/>
            </a:solidFill>
          </a:ln>
        </p:spPr>
      </p:pic>
      <p:pic>
        <p:nvPicPr>
          <p:cNvPr id="11" name="Image 10">
            <a:extLst>
              <a:ext uri="{FF2B5EF4-FFF2-40B4-BE49-F238E27FC236}">
                <a16:creationId xmlns:a16="http://schemas.microsoft.com/office/drawing/2014/main" id="{7A9F8F96-3DC3-4886-9E36-C05D06FEFB47}"/>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7129869" y="758952"/>
            <a:ext cx="1429692" cy="2000006"/>
          </a:xfrm>
          <a:prstGeom prst="rect">
            <a:avLst/>
          </a:prstGeom>
          <a:ln>
            <a:solidFill>
              <a:schemeClr val="tx1"/>
            </a:solidFill>
          </a:ln>
        </p:spPr>
      </p:pic>
      <p:pic>
        <p:nvPicPr>
          <p:cNvPr id="13" name="Image 12">
            <a:extLst>
              <a:ext uri="{FF2B5EF4-FFF2-40B4-BE49-F238E27FC236}">
                <a16:creationId xmlns:a16="http://schemas.microsoft.com/office/drawing/2014/main" id="{D0CF8CD5-0386-45A5-B383-EA00E16746CB}"/>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8878583" y="758952"/>
            <a:ext cx="1429692" cy="2000006"/>
          </a:xfrm>
          <a:prstGeom prst="rect">
            <a:avLst/>
          </a:prstGeom>
          <a:ln>
            <a:solidFill>
              <a:schemeClr val="tx1"/>
            </a:solidFill>
          </a:ln>
        </p:spPr>
      </p:pic>
      <p:pic>
        <p:nvPicPr>
          <p:cNvPr id="15" name="Image 14" descr="Une image contenant texte&#10;&#10;Description générée automatiquement">
            <a:extLst>
              <a:ext uri="{FF2B5EF4-FFF2-40B4-BE49-F238E27FC236}">
                <a16:creationId xmlns:a16="http://schemas.microsoft.com/office/drawing/2014/main" id="{F8C98D1C-9E1A-4E0A-ADB5-7901A8165DD4}"/>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10627295" y="758952"/>
            <a:ext cx="1429692" cy="2000006"/>
          </a:xfrm>
          <a:prstGeom prst="rect">
            <a:avLst/>
          </a:prstGeom>
          <a:ln>
            <a:solidFill>
              <a:schemeClr val="tx1"/>
            </a:solidFill>
          </a:ln>
        </p:spPr>
      </p:pic>
      <p:pic>
        <p:nvPicPr>
          <p:cNvPr id="17" name="Image 16">
            <a:extLst>
              <a:ext uri="{FF2B5EF4-FFF2-40B4-BE49-F238E27FC236}">
                <a16:creationId xmlns:a16="http://schemas.microsoft.com/office/drawing/2014/main" id="{42EC94EF-3A5F-4495-B998-7731D6B21E7E}"/>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135008" y="3694176"/>
            <a:ext cx="1429692" cy="2000006"/>
          </a:xfrm>
          <a:prstGeom prst="rect">
            <a:avLst/>
          </a:prstGeom>
          <a:ln>
            <a:solidFill>
              <a:schemeClr val="tx1"/>
            </a:solidFill>
          </a:ln>
        </p:spPr>
      </p:pic>
      <p:pic>
        <p:nvPicPr>
          <p:cNvPr id="19" name="Image 18" descr="Une image contenant texte&#10;&#10;Description générée automatiquement">
            <a:extLst>
              <a:ext uri="{FF2B5EF4-FFF2-40B4-BE49-F238E27FC236}">
                <a16:creationId xmlns:a16="http://schemas.microsoft.com/office/drawing/2014/main" id="{70742C39-CF45-4B82-A790-BC9E72309E17}"/>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1883723" y="3694176"/>
            <a:ext cx="1429692" cy="2000006"/>
          </a:xfrm>
          <a:prstGeom prst="rect">
            <a:avLst/>
          </a:prstGeom>
          <a:ln>
            <a:solidFill>
              <a:schemeClr val="tx1"/>
            </a:solidFill>
          </a:ln>
        </p:spPr>
      </p:pic>
      <p:pic>
        <p:nvPicPr>
          <p:cNvPr id="21" name="Image 20" descr="Une image contenant texte&#10;&#10;Description générée automatiquement">
            <a:extLst>
              <a:ext uri="{FF2B5EF4-FFF2-40B4-BE49-F238E27FC236}">
                <a16:creationId xmlns:a16="http://schemas.microsoft.com/office/drawing/2014/main" id="{B6ED228D-867B-4FCD-9041-3B69708E941C}"/>
              </a:ext>
            </a:extLst>
          </p:cNvPr>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a:off x="3632438" y="3694176"/>
            <a:ext cx="1429692" cy="2000006"/>
          </a:xfrm>
          <a:prstGeom prst="rect">
            <a:avLst/>
          </a:prstGeom>
          <a:ln>
            <a:solidFill>
              <a:schemeClr val="tx1"/>
            </a:solidFill>
          </a:ln>
        </p:spPr>
      </p:pic>
      <p:pic>
        <p:nvPicPr>
          <p:cNvPr id="23" name="Image 22" descr="Une image contenant texte&#10;&#10;Description générée automatiquement">
            <a:extLst>
              <a:ext uri="{FF2B5EF4-FFF2-40B4-BE49-F238E27FC236}">
                <a16:creationId xmlns:a16="http://schemas.microsoft.com/office/drawing/2014/main" id="{99D0F625-A098-481A-B5AD-21D4DD43BE49}"/>
              </a:ext>
            </a:extLst>
          </p:cNvPr>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a:off x="5381153" y="3694176"/>
            <a:ext cx="1429692" cy="2000006"/>
          </a:xfrm>
          <a:prstGeom prst="rect">
            <a:avLst/>
          </a:prstGeom>
          <a:ln>
            <a:solidFill>
              <a:schemeClr val="tx1"/>
            </a:solidFill>
          </a:ln>
        </p:spPr>
      </p:pic>
      <p:pic>
        <p:nvPicPr>
          <p:cNvPr id="25" name="Image 24" descr="Une image contenant texte&#10;&#10;Description générée automatiquement">
            <a:extLst>
              <a:ext uri="{FF2B5EF4-FFF2-40B4-BE49-F238E27FC236}">
                <a16:creationId xmlns:a16="http://schemas.microsoft.com/office/drawing/2014/main" id="{B173F8BA-6182-4845-9D0F-21A3223CDA73}"/>
              </a:ext>
            </a:extLst>
          </p:cNvPr>
          <p:cNvPicPr>
            <a:picLocks noChangeAspect="1"/>
          </p:cNvPicPr>
          <p:nvPr/>
        </p:nvPicPr>
        <p:blipFill>
          <a:blip r:embed="rId13" cstate="screen">
            <a:extLst>
              <a:ext uri="{28A0092B-C50C-407E-A947-70E740481C1C}">
                <a14:useLocalDpi xmlns:a14="http://schemas.microsoft.com/office/drawing/2010/main"/>
              </a:ext>
            </a:extLst>
          </a:blip>
          <a:stretch>
            <a:fillRect/>
          </a:stretch>
        </p:blipFill>
        <p:spPr>
          <a:xfrm>
            <a:off x="7129868" y="3694176"/>
            <a:ext cx="1429692" cy="2000006"/>
          </a:xfrm>
          <a:prstGeom prst="rect">
            <a:avLst/>
          </a:prstGeom>
          <a:ln>
            <a:solidFill>
              <a:schemeClr val="tx1"/>
            </a:solidFill>
          </a:ln>
        </p:spPr>
      </p:pic>
      <p:pic>
        <p:nvPicPr>
          <p:cNvPr id="27" name="Image 26" descr="Une image contenant texte&#10;&#10;Description générée automatiquement">
            <a:extLst>
              <a:ext uri="{FF2B5EF4-FFF2-40B4-BE49-F238E27FC236}">
                <a16:creationId xmlns:a16="http://schemas.microsoft.com/office/drawing/2014/main" id="{D5870415-C707-4630-BDC4-A90B1EACEFDD}"/>
              </a:ext>
            </a:extLst>
          </p:cNvPr>
          <p:cNvPicPr>
            <a:picLocks noChangeAspect="1"/>
          </p:cNvPicPr>
          <p:nvPr/>
        </p:nvPicPr>
        <p:blipFill>
          <a:blip r:embed="rId14" cstate="screen">
            <a:extLst>
              <a:ext uri="{28A0092B-C50C-407E-A947-70E740481C1C}">
                <a14:useLocalDpi xmlns:a14="http://schemas.microsoft.com/office/drawing/2010/main"/>
              </a:ext>
            </a:extLst>
          </a:blip>
          <a:stretch>
            <a:fillRect/>
          </a:stretch>
        </p:blipFill>
        <p:spPr>
          <a:xfrm>
            <a:off x="8878583" y="3694176"/>
            <a:ext cx="1429692" cy="2000006"/>
          </a:xfrm>
          <a:prstGeom prst="rect">
            <a:avLst/>
          </a:prstGeom>
          <a:ln>
            <a:solidFill>
              <a:schemeClr val="tx1"/>
            </a:solidFill>
          </a:ln>
        </p:spPr>
      </p:pic>
      <p:pic>
        <p:nvPicPr>
          <p:cNvPr id="29" name="Image 28" descr="Une image contenant texte&#10;&#10;Description générée automatiquement">
            <a:extLst>
              <a:ext uri="{FF2B5EF4-FFF2-40B4-BE49-F238E27FC236}">
                <a16:creationId xmlns:a16="http://schemas.microsoft.com/office/drawing/2014/main" id="{27960DA8-023B-456E-A358-1632372DF414}"/>
              </a:ext>
            </a:extLst>
          </p:cNvPr>
          <p:cNvPicPr>
            <a:picLocks noChangeAspect="1"/>
          </p:cNvPicPr>
          <p:nvPr/>
        </p:nvPicPr>
        <p:blipFill>
          <a:blip r:embed="rId15" cstate="screen">
            <a:extLst>
              <a:ext uri="{28A0092B-C50C-407E-A947-70E740481C1C}">
                <a14:useLocalDpi xmlns:a14="http://schemas.microsoft.com/office/drawing/2010/main"/>
              </a:ext>
            </a:extLst>
          </a:blip>
          <a:stretch>
            <a:fillRect/>
          </a:stretch>
        </p:blipFill>
        <p:spPr>
          <a:xfrm>
            <a:off x="10627295" y="3694176"/>
            <a:ext cx="1429692" cy="2000006"/>
          </a:xfrm>
          <a:prstGeom prst="rect">
            <a:avLst/>
          </a:prstGeom>
          <a:ln>
            <a:solidFill>
              <a:schemeClr val="tx1"/>
            </a:solidFill>
          </a:ln>
        </p:spPr>
      </p:pic>
    </p:spTree>
    <p:extLst>
      <p:ext uri="{BB962C8B-B14F-4D97-AF65-F5344CB8AC3E}">
        <p14:creationId xmlns:p14="http://schemas.microsoft.com/office/powerpoint/2010/main" val="1412509939"/>
      </p:ext>
    </p:extLst>
  </p:cSld>
  <p:clrMapOvr>
    <a:masterClrMapping/>
  </p:clrMapOvr>
</p:sld>
</file>

<file path=ppt/theme/theme1.xml><?xml version="1.0" encoding="utf-8"?>
<a:theme xmlns:a="http://schemas.openxmlformats.org/drawingml/2006/main" name="AccentBoxVTI">
  <a:themeElements>
    <a:clrScheme name="Bleu vert">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9602</TotalTime>
  <Words>4896</Words>
  <Application>Microsoft Office PowerPoint</Application>
  <PresentationFormat>Grand écran</PresentationFormat>
  <Paragraphs>502</Paragraphs>
  <Slides>58</Slides>
  <Notes>5</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58</vt:i4>
      </vt:variant>
    </vt:vector>
  </HeadingPairs>
  <TitlesOfParts>
    <vt:vector size="63" baseType="lpstr">
      <vt:lpstr>Arial</vt:lpstr>
      <vt:lpstr>Avenir Next LT Pro</vt:lpstr>
      <vt:lpstr>Calibri</vt:lpstr>
      <vt:lpstr>Wingdings</vt:lpstr>
      <vt:lpstr>AccentBoxVTI</vt:lpstr>
      <vt:lpstr>#OSG 801</vt:lpstr>
      <vt:lpstr>Pitch #OpenSeriousCommunity</vt:lpstr>
      <vt:lpstr>Synopsis et but du jeu</vt:lpstr>
      <vt:lpstr>L'histoire de MegaMegaGroup</vt:lpstr>
      <vt:lpstr>Community Booster</vt:lpstr>
      <vt:lpstr>Nombre de membres et seuil de taille </vt:lpstr>
      <vt:lpstr>Compter les membres de votre communauté</vt:lpstr>
      <vt:lpstr>Points relatifs au sentiment d'appartenance et seuil d'identité</vt:lpstr>
      <vt:lpstr>Mesurer le sentiment d'appartenance</vt:lpstr>
      <vt:lpstr>But du jeu et points de victoire </vt:lpstr>
      <vt:lpstr>Règles du jeu</vt:lpstr>
      <vt:lpstr>Système de jeu</vt:lpstr>
      <vt:lpstr>Système de jeu</vt:lpstr>
      <vt:lpstr>Actions</vt:lpstr>
      <vt:lpstr>Les cartes d’actions</vt:lpstr>
      <vt:lpstr>Type d’actions</vt:lpstr>
      <vt:lpstr>Recruter des membres</vt:lpstr>
      <vt:lpstr>Acquérir des artefacts</vt:lpstr>
      <vt:lpstr>Autres règles</vt:lpstr>
      <vt:lpstr>Détails des cartes</vt:lpstr>
      <vt:lpstr>Autres propriétés de la carte</vt:lpstr>
      <vt:lpstr>Effets secondaires des cartes</vt:lpstr>
      <vt:lpstr>Gameplay</vt:lpstr>
      <vt:lpstr>Plateau de jeu</vt:lpstr>
      <vt:lpstr>Tour de jeu</vt:lpstr>
      <vt:lpstr>Conditions initiales</vt:lpstr>
      <vt:lpstr>#OpenSeriousGame Annexes</vt:lpstr>
      <vt:lpstr>Annexes pour éclaireurs #OSG Niveau 3</vt:lpstr>
      <vt:lpstr>L'histoire derrière #OpenSeriousCommunity ?</vt:lpstr>
      <vt:lpstr>#OpenSeriousCommunity en tant qu’outil pédagogique</vt:lpstr>
      <vt:lpstr>Annexes pour créateurs #OSG Niveau 6</vt:lpstr>
      <vt:lpstr>Modèle de dynamisation de la communauté Partitionnement vs chevauchement</vt:lpstr>
      <vt:lpstr>Levels of action  Il est essentiel pour un Community Booster de comprendre que les différentes tailles seront liées à différentes dynamiques communautaires, et à différentes actions. Voici les niveaux qui sont utilisés dans les cartes #OpenSeriousCommunity</vt:lpstr>
      <vt:lpstr>Le modèle derrière la mécanique principale du jeu </vt:lpstr>
      <vt:lpstr>Credits and licence</vt:lpstr>
      <vt:lpstr>Idées d’extensions</vt:lpstr>
      <vt:lpstr>Sources graphiques du jeu</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Cartes du jeu</vt:lpstr>
      <vt:lpstr>Extensions du jeu</vt:lpstr>
      <vt:lpstr>#OSG Deck</vt:lpstr>
      <vt:lpstr>Présentation PowerPoint</vt:lpstr>
      <vt:lpstr>Mode réalisme</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#OSG Community Boosters cards</dc:title>
  <dc:creator>Alexandre Quach</dc:creator>
  <cp:lastModifiedBy>Alexandre Quach</cp:lastModifiedBy>
  <cp:revision>8</cp:revision>
  <dcterms:created xsi:type="dcterms:W3CDTF">2021-01-27T11:45:01Z</dcterms:created>
  <dcterms:modified xsi:type="dcterms:W3CDTF">2022-01-07T08:57:44Z</dcterms:modified>
</cp:coreProperties>
</file>